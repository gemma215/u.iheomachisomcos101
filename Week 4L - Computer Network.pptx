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2.xml" ContentType="application/inkml+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ink/ink3.xml" ContentType="application/inkml+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ink/ink4.xml" ContentType="application/inkml+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ink/ink5.xml" ContentType="application/inkml+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1" r:id="rId1"/>
  </p:sldMasterIdLst>
  <p:notesMasterIdLst>
    <p:notesMasterId r:id="rId46"/>
  </p:notesMasterIdLst>
  <p:sldIdLst>
    <p:sldId id="256" r:id="rId2"/>
    <p:sldId id="259" r:id="rId3"/>
    <p:sldId id="275" r:id="rId4"/>
    <p:sldId id="337" r:id="rId5"/>
    <p:sldId id="339" r:id="rId6"/>
    <p:sldId id="338" r:id="rId7"/>
    <p:sldId id="315" r:id="rId8"/>
    <p:sldId id="332" r:id="rId9"/>
    <p:sldId id="333" r:id="rId10"/>
    <p:sldId id="334" r:id="rId11"/>
    <p:sldId id="335" r:id="rId12"/>
    <p:sldId id="336" r:id="rId13"/>
    <p:sldId id="276" r:id="rId14"/>
    <p:sldId id="280" r:id="rId15"/>
    <p:sldId id="318" r:id="rId16"/>
    <p:sldId id="277" r:id="rId17"/>
    <p:sldId id="317" r:id="rId18"/>
    <p:sldId id="279" r:id="rId19"/>
    <p:sldId id="319" r:id="rId20"/>
    <p:sldId id="320" r:id="rId21"/>
    <p:sldId id="321" r:id="rId22"/>
    <p:sldId id="278" r:id="rId23"/>
    <p:sldId id="323" r:id="rId24"/>
    <p:sldId id="281" r:id="rId25"/>
    <p:sldId id="322" r:id="rId26"/>
    <p:sldId id="324" r:id="rId27"/>
    <p:sldId id="325" r:id="rId28"/>
    <p:sldId id="282" r:id="rId29"/>
    <p:sldId id="326" r:id="rId30"/>
    <p:sldId id="287" r:id="rId31"/>
    <p:sldId id="328" r:id="rId32"/>
    <p:sldId id="340" r:id="rId33"/>
    <p:sldId id="316" r:id="rId34"/>
    <p:sldId id="283" r:id="rId35"/>
    <p:sldId id="284" r:id="rId36"/>
    <p:sldId id="330" r:id="rId37"/>
    <p:sldId id="285" r:id="rId38"/>
    <p:sldId id="286" r:id="rId39"/>
    <p:sldId id="331" r:id="rId40"/>
    <p:sldId id="327" r:id="rId41"/>
    <p:sldId id="288" r:id="rId42"/>
    <p:sldId id="289" r:id="rId43"/>
    <p:sldId id="341" r:id="rId44"/>
    <p:sldId id="329" r:id="rId45"/>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1618" y="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28.xml.rels><?xml version="1.0" encoding="UTF-8" standalone="yes"?>
<Relationships xmlns="http://schemas.openxmlformats.org/package/2006/relationships"><Relationship Id="rId1" Type="http://schemas.openxmlformats.org/officeDocument/2006/relationships/image" Target="../media/image18.png"/></Relationships>
</file>

<file path=ppt/diagrams/_rels/data29.xml.rels><?xml version="1.0" encoding="UTF-8" standalone="yes"?>
<Relationships xmlns="http://schemas.openxmlformats.org/package/2006/relationships"><Relationship Id="rId1"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4BB93C-C77C-424D-93D7-D4D9166FCFA0}" type="doc">
      <dgm:prSet loTypeId="urn:microsoft.com/office/officeart/2005/8/layout/vList2" loCatId="list" qsTypeId="urn:microsoft.com/office/officeart/2005/8/quickstyle/simple1" qsCatId="simple" csTypeId="urn:microsoft.com/office/officeart/2005/8/colors/accent1_4" csCatId="accent1" phldr="1"/>
      <dgm:spPr/>
      <dgm:t>
        <a:bodyPr/>
        <a:lstStyle/>
        <a:p>
          <a:endParaRPr lang="en-US"/>
        </a:p>
      </dgm:t>
    </dgm:pt>
    <dgm:pt modelId="{20D242E8-0918-40D6-9C10-2966D2CD4B6B}">
      <dgm:prSet custT="1"/>
      <dgm:spPr/>
      <dgm:t>
        <a:bodyPr/>
        <a:lstStyle/>
        <a:p>
          <a:r>
            <a:rPr lang="en-US" sz="2000" dirty="0"/>
            <a:t>What is a Computer Network?</a:t>
          </a:r>
        </a:p>
      </dgm:t>
    </dgm:pt>
    <dgm:pt modelId="{89908905-9ECD-4D11-BD19-C3F6665257E8}" type="parTrans" cxnId="{763DBF73-5948-4543-B92C-C6E215F77118}">
      <dgm:prSet/>
      <dgm:spPr/>
      <dgm:t>
        <a:bodyPr/>
        <a:lstStyle/>
        <a:p>
          <a:endParaRPr lang="en-US" sz="2400"/>
        </a:p>
      </dgm:t>
    </dgm:pt>
    <dgm:pt modelId="{B1E27F0C-976B-4973-ADB5-84CC26A77615}" type="sibTrans" cxnId="{763DBF73-5948-4543-B92C-C6E215F77118}">
      <dgm:prSet/>
      <dgm:spPr/>
      <dgm:t>
        <a:bodyPr/>
        <a:lstStyle/>
        <a:p>
          <a:endParaRPr lang="en-US" sz="2400"/>
        </a:p>
      </dgm:t>
    </dgm:pt>
    <dgm:pt modelId="{BB9B624F-17A3-4D1E-B503-C4A2B169EDAC}">
      <dgm:prSet custT="1"/>
      <dgm:spPr/>
      <dgm:t>
        <a:bodyPr/>
        <a:lstStyle/>
        <a:p>
          <a:r>
            <a:rPr lang="en-US" sz="2000" dirty="0"/>
            <a:t>Goals of Computer networks</a:t>
          </a:r>
        </a:p>
      </dgm:t>
    </dgm:pt>
    <dgm:pt modelId="{920956AF-31A9-46AE-BD18-604428D1F105}" type="parTrans" cxnId="{A50A145B-C3E6-4BCA-9AA0-4B3F93C6E157}">
      <dgm:prSet/>
      <dgm:spPr/>
      <dgm:t>
        <a:bodyPr/>
        <a:lstStyle/>
        <a:p>
          <a:endParaRPr lang="en-US" sz="2400"/>
        </a:p>
      </dgm:t>
    </dgm:pt>
    <dgm:pt modelId="{FE6310F9-E6DE-4A85-AF51-1A128A5884A0}" type="sibTrans" cxnId="{A50A145B-C3E6-4BCA-9AA0-4B3F93C6E157}">
      <dgm:prSet/>
      <dgm:spPr/>
      <dgm:t>
        <a:bodyPr/>
        <a:lstStyle/>
        <a:p>
          <a:endParaRPr lang="en-US" sz="2400"/>
        </a:p>
      </dgm:t>
    </dgm:pt>
    <dgm:pt modelId="{6AD6854A-0BF9-4932-9A6C-8477D8D05515}">
      <dgm:prSet custT="1"/>
      <dgm:spPr/>
      <dgm:t>
        <a:bodyPr/>
        <a:lstStyle/>
        <a:p>
          <a:r>
            <a:rPr lang="en-US" sz="2000" dirty="0"/>
            <a:t>Computer Network Devices</a:t>
          </a:r>
        </a:p>
      </dgm:t>
    </dgm:pt>
    <dgm:pt modelId="{03E005D7-DEBE-4E89-9EB7-0D7E31FE5191}" type="parTrans" cxnId="{3E7865F1-722C-4CAB-9B43-DC8FFF2E20C5}">
      <dgm:prSet/>
      <dgm:spPr/>
      <dgm:t>
        <a:bodyPr/>
        <a:lstStyle/>
        <a:p>
          <a:endParaRPr lang="en-US" sz="2400"/>
        </a:p>
      </dgm:t>
    </dgm:pt>
    <dgm:pt modelId="{0AEEAE51-4CB3-48A9-8A81-FCE7A19830F6}" type="sibTrans" cxnId="{3E7865F1-722C-4CAB-9B43-DC8FFF2E20C5}">
      <dgm:prSet/>
      <dgm:spPr/>
      <dgm:t>
        <a:bodyPr/>
        <a:lstStyle/>
        <a:p>
          <a:endParaRPr lang="en-US" sz="2400"/>
        </a:p>
      </dgm:t>
    </dgm:pt>
    <dgm:pt modelId="{6290CCCE-6A58-4FDB-B4C3-4425FD2F3A3A}">
      <dgm:prSet custT="1"/>
      <dgm:spPr/>
      <dgm:t>
        <a:bodyPr/>
        <a:lstStyle/>
        <a:p>
          <a:r>
            <a:rPr lang="en-US" sz="2000" dirty="0"/>
            <a:t>VPN vs Client/</a:t>
          </a:r>
          <a:r>
            <a:rPr lang="en-US" sz="2000"/>
            <a:t>Server Network</a:t>
          </a:r>
          <a:endParaRPr lang="en-US" sz="2000" dirty="0"/>
        </a:p>
      </dgm:t>
    </dgm:pt>
    <dgm:pt modelId="{1607E690-8ECF-4364-9DA1-4DC1B0779C63}" type="parTrans" cxnId="{5D1B4A40-0FFB-41F6-A1F0-9D3F1B00DA59}">
      <dgm:prSet/>
      <dgm:spPr/>
      <dgm:t>
        <a:bodyPr/>
        <a:lstStyle/>
        <a:p>
          <a:endParaRPr lang="en-US" sz="2400"/>
        </a:p>
      </dgm:t>
    </dgm:pt>
    <dgm:pt modelId="{C7CDC3D5-09EC-4FED-85D7-28FC3C460EA3}" type="sibTrans" cxnId="{5D1B4A40-0FFB-41F6-A1F0-9D3F1B00DA59}">
      <dgm:prSet/>
      <dgm:spPr/>
      <dgm:t>
        <a:bodyPr/>
        <a:lstStyle/>
        <a:p>
          <a:endParaRPr lang="en-US" sz="2400"/>
        </a:p>
      </dgm:t>
    </dgm:pt>
    <dgm:pt modelId="{0D5D2E9A-F316-4427-AF7F-5A17034FD1EE}">
      <dgm:prSet custT="1"/>
      <dgm:spPr/>
      <dgm:t>
        <a:bodyPr/>
        <a:lstStyle/>
        <a:p>
          <a:r>
            <a:rPr lang="en-US" sz="2000" dirty="0"/>
            <a:t>Types of Computer Networks Architecture</a:t>
          </a:r>
        </a:p>
      </dgm:t>
    </dgm:pt>
    <dgm:pt modelId="{CCF4009B-77E2-4BBB-85A6-465BAC3C66D8}" type="parTrans" cxnId="{572648E1-684A-4BC4-BF99-941D2F25C4C9}">
      <dgm:prSet/>
      <dgm:spPr/>
      <dgm:t>
        <a:bodyPr/>
        <a:lstStyle/>
        <a:p>
          <a:endParaRPr lang="en-US" sz="2400"/>
        </a:p>
      </dgm:t>
    </dgm:pt>
    <dgm:pt modelId="{15CD09EC-AA70-4E52-99DE-D531224B191C}" type="sibTrans" cxnId="{572648E1-684A-4BC4-BF99-941D2F25C4C9}">
      <dgm:prSet/>
      <dgm:spPr/>
      <dgm:t>
        <a:bodyPr/>
        <a:lstStyle/>
        <a:p>
          <a:endParaRPr lang="en-US" sz="2400"/>
        </a:p>
      </dgm:t>
    </dgm:pt>
    <dgm:pt modelId="{3DF19256-65A4-45AE-8D05-5E7DDEB197D5}">
      <dgm:prSet custT="1"/>
      <dgm:spPr/>
      <dgm:t>
        <a:bodyPr/>
        <a:lstStyle/>
        <a:p>
          <a:r>
            <a:rPr lang="en-US" sz="2000" dirty="0"/>
            <a:t>Internet vs internet</a:t>
          </a:r>
        </a:p>
      </dgm:t>
    </dgm:pt>
    <dgm:pt modelId="{B743B22B-197B-4C7F-9044-C0340B53C766}" type="parTrans" cxnId="{916CDBA7-7575-4473-9A83-1C0CA4FD1891}">
      <dgm:prSet/>
      <dgm:spPr/>
      <dgm:t>
        <a:bodyPr/>
        <a:lstStyle/>
        <a:p>
          <a:endParaRPr lang="en-US" sz="2400"/>
        </a:p>
      </dgm:t>
    </dgm:pt>
    <dgm:pt modelId="{6F8F6526-2A73-4198-803A-ACB2ABB80906}" type="sibTrans" cxnId="{916CDBA7-7575-4473-9A83-1C0CA4FD1891}">
      <dgm:prSet/>
      <dgm:spPr/>
      <dgm:t>
        <a:bodyPr/>
        <a:lstStyle/>
        <a:p>
          <a:endParaRPr lang="en-US" sz="2400"/>
        </a:p>
      </dgm:t>
    </dgm:pt>
    <dgm:pt modelId="{A0DEBB81-0DA7-47CE-8F51-29D941990C25}">
      <dgm:prSet custT="1"/>
      <dgm:spPr/>
      <dgm:t>
        <a:bodyPr/>
        <a:lstStyle/>
        <a:p>
          <a:r>
            <a:rPr lang="en-US" sz="2000" dirty="0"/>
            <a:t>Intranet vs Extranet</a:t>
          </a:r>
        </a:p>
      </dgm:t>
    </dgm:pt>
    <dgm:pt modelId="{2287BE0C-D267-4AF1-86AE-248721D7002E}" type="parTrans" cxnId="{94F878E2-2A87-40D7-9D6F-080745A0BD26}">
      <dgm:prSet/>
      <dgm:spPr/>
      <dgm:t>
        <a:bodyPr/>
        <a:lstStyle/>
        <a:p>
          <a:endParaRPr lang="en-US" sz="2400"/>
        </a:p>
      </dgm:t>
    </dgm:pt>
    <dgm:pt modelId="{D8450DF8-DA21-4330-944C-292ABA401283}" type="sibTrans" cxnId="{94F878E2-2A87-40D7-9D6F-080745A0BD26}">
      <dgm:prSet/>
      <dgm:spPr/>
      <dgm:t>
        <a:bodyPr/>
        <a:lstStyle/>
        <a:p>
          <a:endParaRPr lang="en-US" sz="2400"/>
        </a:p>
      </dgm:t>
    </dgm:pt>
    <dgm:pt modelId="{0AEAF9E5-EC4E-47F0-B4DD-BD1BDAD7A712}">
      <dgm:prSet custT="1"/>
      <dgm:spPr/>
      <dgm:t>
        <a:bodyPr/>
        <a:lstStyle/>
        <a:p>
          <a:r>
            <a:rPr lang="en-US" sz="2000" dirty="0"/>
            <a:t>Network Protocols</a:t>
          </a:r>
        </a:p>
      </dgm:t>
    </dgm:pt>
    <dgm:pt modelId="{7FEF9EAA-1B4D-4B35-81B6-9C95C02EAB7F}" type="parTrans" cxnId="{82F8E121-F8F8-469D-BD27-C4932A21B48A}">
      <dgm:prSet/>
      <dgm:spPr/>
      <dgm:t>
        <a:bodyPr/>
        <a:lstStyle/>
        <a:p>
          <a:endParaRPr lang="en-US" sz="2400"/>
        </a:p>
      </dgm:t>
    </dgm:pt>
    <dgm:pt modelId="{B2F979CB-F518-4F5E-89A5-EA6DF9273A94}" type="sibTrans" cxnId="{82F8E121-F8F8-469D-BD27-C4932A21B48A}">
      <dgm:prSet/>
      <dgm:spPr/>
      <dgm:t>
        <a:bodyPr/>
        <a:lstStyle/>
        <a:p>
          <a:endParaRPr lang="en-US" sz="2400"/>
        </a:p>
      </dgm:t>
    </dgm:pt>
    <dgm:pt modelId="{A4B45D05-892C-42E3-AA96-0A2C807EECA6}">
      <dgm:prSet custT="1"/>
      <dgm:spPr/>
      <dgm:t>
        <a:bodyPr/>
        <a:lstStyle/>
        <a:p>
          <a:endParaRPr lang="en-US" sz="2000" dirty="0"/>
        </a:p>
      </dgm:t>
    </dgm:pt>
    <dgm:pt modelId="{C0F6ED68-9EDD-476D-ACAA-6BC705D9813C}" type="parTrans" cxnId="{AD4A8233-471E-4D3D-9228-5A913EA034F0}">
      <dgm:prSet/>
      <dgm:spPr/>
      <dgm:t>
        <a:bodyPr/>
        <a:lstStyle/>
        <a:p>
          <a:endParaRPr lang="en-US" sz="2400"/>
        </a:p>
      </dgm:t>
    </dgm:pt>
    <dgm:pt modelId="{CCC5A701-0D3A-4B65-B443-D332EEFB4DF5}" type="sibTrans" cxnId="{AD4A8233-471E-4D3D-9228-5A913EA034F0}">
      <dgm:prSet/>
      <dgm:spPr/>
      <dgm:t>
        <a:bodyPr/>
        <a:lstStyle/>
        <a:p>
          <a:endParaRPr lang="en-US" sz="2400"/>
        </a:p>
      </dgm:t>
    </dgm:pt>
    <dgm:pt modelId="{90CFFFE5-7A6A-4668-8729-A4000AFEF735}">
      <dgm:prSet custT="1"/>
      <dgm:spPr/>
      <dgm:t>
        <a:bodyPr/>
        <a:lstStyle/>
        <a:p>
          <a:endParaRPr lang="en-US" sz="2000" dirty="0"/>
        </a:p>
      </dgm:t>
    </dgm:pt>
    <dgm:pt modelId="{B336D858-3EE0-44CD-8F21-47181E8862AE}" type="parTrans" cxnId="{753B10F7-462A-43CD-9691-FAC733F1CC26}">
      <dgm:prSet/>
      <dgm:spPr/>
      <dgm:t>
        <a:bodyPr/>
        <a:lstStyle/>
        <a:p>
          <a:endParaRPr lang="en-US" sz="2400"/>
        </a:p>
      </dgm:t>
    </dgm:pt>
    <dgm:pt modelId="{945D535F-A298-45AA-83E3-B9B5A877E32A}" type="sibTrans" cxnId="{753B10F7-462A-43CD-9691-FAC733F1CC26}">
      <dgm:prSet/>
      <dgm:spPr/>
      <dgm:t>
        <a:bodyPr/>
        <a:lstStyle/>
        <a:p>
          <a:endParaRPr lang="en-US" sz="2400"/>
        </a:p>
      </dgm:t>
    </dgm:pt>
    <dgm:pt modelId="{10CAF7CE-F11E-41B5-B2BA-B60D7CC2A005}">
      <dgm:prSet custT="1"/>
      <dgm:spPr/>
      <dgm:t>
        <a:bodyPr/>
        <a:lstStyle/>
        <a:p>
          <a:endParaRPr lang="en-US" sz="2000" dirty="0"/>
        </a:p>
      </dgm:t>
    </dgm:pt>
    <dgm:pt modelId="{A72DE774-BAFD-4A85-9CB4-C39018F5279C}" type="parTrans" cxnId="{90CCD06F-C63B-4CE7-A89E-6E884E5523FF}">
      <dgm:prSet/>
      <dgm:spPr/>
      <dgm:t>
        <a:bodyPr/>
        <a:lstStyle/>
        <a:p>
          <a:endParaRPr lang="en-US" sz="2400"/>
        </a:p>
      </dgm:t>
    </dgm:pt>
    <dgm:pt modelId="{5F484653-CB7D-4889-8782-7198580A0CDE}" type="sibTrans" cxnId="{90CCD06F-C63B-4CE7-A89E-6E884E5523FF}">
      <dgm:prSet/>
      <dgm:spPr/>
      <dgm:t>
        <a:bodyPr/>
        <a:lstStyle/>
        <a:p>
          <a:endParaRPr lang="en-US" sz="2400"/>
        </a:p>
      </dgm:t>
    </dgm:pt>
    <dgm:pt modelId="{A17AADC6-8A31-4E92-9C9B-6F7367A0399B}">
      <dgm:prSet custT="1"/>
      <dgm:spPr/>
      <dgm:t>
        <a:bodyPr/>
        <a:lstStyle/>
        <a:p>
          <a:endParaRPr lang="en-US" sz="2000" dirty="0"/>
        </a:p>
      </dgm:t>
    </dgm:pt>
    <dgm:pt modelId="{BF71AB81-C48E-4886-AC24-B6DC39135B27}" type="parTrans" cxnId="{2DC185BE-2BF9-4939-92D0-7FC18450FE40}">
      <dgm:prSet/>
      <dgm:spPr/>
      <dgm:t>
        <a:bodyPr/>
        <a:lstStyle/>
        <a:p>
          <a:endParaRPr lang="en-US" sz="2400"/>
        </a:p>
      </dgm:t>
    </dgm:pt>
    <dgm:pt modelId="{0DB56DA1-F439-4F79-AE2A-482CEF66588F}" type="sibTrans" cxnId="{2DC185BE-2BF9-4939-92D0-7FC18450FE40}">
      <dgm:prSet/>
      <dgm:spPr/>
      <dgm:t>
        <a:bodyPr/>
        <a:lstStyle/>
        <a:p>
          <a:endParaRPr lang="en-US" sz="2400"/>
        </a:p>
      </dgm:t>
    </dgm:pt>
    <dgm:pt modelId="{6E547C64-77A6-4320-BD15-972B11839ECC}">
      <dgm:prSet custT="1"/>
      <dgm:spPr/>
      <dgm:t>
        <a:bodyPr/>
        <a:lstStyle/>
        <a:p>
          <a:endParaRPr lang="en-US" sz="2000" dirty="0"/>
        </a:p>
      </dgm:t>
    </dgm:pt>
    <dgm:pt modelId="{C6A3F8DC-FCE8-4296-A37D-8E9A3A9FCED3}" type="parTrans" cxnId="{92F2439F-069E-4156-8F36-309A11BBD2AD}">
      <dgm:prSet/>
      <dgm:spPr/>
      <dgm:t>
        <a:bodyPr/>
        <a:lstStyle/>
        <a:p>
          <a:endParaRPr lang="en-US" sz="2400"/>
        </a:p>
      </dgm:t>
    </dgm:pt>
    <dgm:pt modelId="{8DAB177D-A291-4D3E-A67F-9C368AF7D2E8}" type="sibTrans" cxnId="{92F2439F-069E-4156-8F36-309A11BBD2AD}">
      <dgm:prSet/>
      <dgm:spPr/>
      <dgm:t>
        <a:bodyPr/>
        <a:lstStyle/>
        <a:p>
          <a:endParaRPr lang="en-US" sz="2400"/>
        </a:p>
      </dgm:t>
    </dgm:pt>
    <dgm:pt modelId="{AFE60046-D276-4E98-8233-9B3A65D280D5}">
      <dgm:prSet custT="1"/>
      <dgm:spPr/>
      <dgm:t>
        <a:bodyPr/>
        <a:lstStyle/>
        <a:p>
          <a:endParaRPr lang="en-US" sz="2000" dirty="0"/>
        </a:p>
      </dgm:t>
    </dgm:pt>
    <dgm:pt modelId="{3D5BB626-480F-4512-A951-197795290EDC}" type="parTrans" cxnId="{8219DBA6-31DB-4EC0-B143-24F3D9BD371C}">
      <dgm:prSet/>
      <dgm:spPr/>
      <dgm:t>
        <a:bodyPr/>
        <a:lstStyle/>
        <a:p>
          <a:endParaRPr lang="en-US" sz="2400"/>
        </a:p>
      </dgm:t>
    </dgm:pt>
    <dgm:pt modelId="{61F586E9-3A30-40E9-94B8-B3122C3E00CF}" type="sibTrans" cxnId="{8219DBA6-31DB-4EC0-B143-24F3D9BD371C}">
      <dgm:prSet/>
      <dgm:spPr/>
      <dgm:t>
        <a:bodyPr/>
        <a:lstStyle/>
        <a:p>
          <a:endParaRPr lang="en-US" sz="2400"/>
        </a:p>
      </dgm:t>
    </dgm:pt>
    <dgm:pt modelId="{10F7C90B-C2E8-414B-A478-DB4461358D4C}">
      <dgm:prSet custT="1"/>
      <dgm:spPr/>
      <dgm:t>
        <a:bodyPr/>
        <a:lstStyle/>
        <a:p>
          <a:endParaRPr lang="en-US" sz="2000" dirty="0"/>
        </a:p>
      </dgm:t>
    </dgm:pt>
    <dgm:pt modelId="{000D2999-46CB-47C0-B983-EC2086F6A977}" type="parTrans" cxnId="{9F9182C2-BCDB-4441-ADA7-4F25D21B5796}">
      <dgm:prSet/>
      <dgm:spPr/>
      <dgm:t>
        <a:bodyPr/>
        <a:lstStyle/>
        <a:p>
          <a:endParaRPr lang="en-US" sz="2400"/>
        </a:p>
      </dgm:t>
    </dgm:pt>
    <dgm:pt modelId="{1E415C23-E551-4942-AE09-BB528AEC0981}" type="sibTrans" cxnId="{9F9182C2-BCDB-4441-ADA7-4F25D21B5796}">
      <dgm:prSet/>
      <dgm:spPr/>
      <dgm:t>
        <a:bodyPr/>
        <a:lstStyle/>
        <a:p>
          <a:endParaRPr lang="en-US" sz="2400"/>
        </a:p>
      </dgm:t>
    </dgm:pt>
    <dgm:pt modelId="{4E064D23-0415-41A3-875C-9DE230B6DA8B}">
      <dgm:prSet custT="1"/>
      <dgm:spPr/>
      <dgm:t>
        <a:bodyPr/>
        <a:lstStyle/>
        <a:p>
          <a:endParaRPr lang="en-US" sz="2000" dirty="0"/>
        </a:p>
      </dgm:t>
    </dgm:pt>
    <dgm:pt modelId="{E216B587-4918-46F0-AD2C-D0B9EF983277}" type="parTrans" cxnId="{1C94478E-6775-4832-981A-A7E3CB865CF3}">
      <dgm:prSet/>
      <dgm:spPr/>
      <dgm:t>
        <a:bodyPr/>
        <a:lstStyle/>
        <a:p>
          <a:endParaRPr lang="en-US" sz="2400"/>
        </a:p>
      </dgm:t>
    </dgm:pt>
    <dgm:pt modelId="{73D4E748-9E81-44FB-AF5F-4CE206BF5C58}" type="sibTrans" cxnId="{1C94478E-6775-4832-981A-A7E3CB865CF3}">
      <dgm:prSet/>
      <dgm:spPr/>
      <dgm:t>
        <a:bodyPr/>
        <a:lstStyle/>
        <a:p>
          <a:endParaRPr lang="en-US" sz="2400"/>
        </a:p>
      </dgm:t>
    </dgm:pt>
    <dgm:pt modelId="{41883532-5F32-4DFA-B1CA-A95D20ECB255}" type="pres">
      <dgm:prSet presAssocID="{0D4BB93C-C77C-424D-93D7-D4D9166FCFA0}" presName="linear" presStyleCnt="0">
        <dgm:presLayoutVars>
          <dgm:animLvl val="lvl"/>
          <dgm:resizeHandles val="exact"/>
        </dgm:presLayoutVars>
      </dgm:prSet>
      <dgm:spPr/>
    </dgm:pt>
    <dgm:pt modelId="{C042EB32-4204-4002-87F9-A5838FC86EB2}" type="pres">
      <dgm:prSet presAssocID="{A4B45D05-892C-42E3-AA96-0A2C807EECA6}" presName="parentText" presStyleLbl="node1" presStyleIdx="0" presStyleCnt="8">
        <dgm:presLayoutVars>
          <dgm:chMax val="0"/>
          <dgm:bulletEnabled val="1"/>
        </dgm:presLayoutVars>
      </dgm:prSet>
      <dgm:spPr/>
    </dgm:pt>
    <dgm:pt modelId="{112E9248-77FA-480A-A4D4-6E3EE908014F}" type="pres">
      <dgm:prSet presAssocID="{A4B45D05-892C-42E3-AA96-0A2C807EECA6}" presName="childText" presStyleLbl="revTx" presStyleIdx="0" presStyleCnt="8">
        <dgm:presLayoutVars>
          <dgm:bulletEnabled val="1"/>
        </dgm:presLayoutVars>
      </dgm:prSet>
      <dgm:spPr/>
    </dgm:pt>
    <dgm:pt modelId="{2BA551A1-245F-4002-94B6-E3B0E10D112D}" type="pres">
      <dgm:prSet presAssocID="{90CFFFE5-7A6A-4668-8729-A4000AFEF735}" presName="parentText" presStyleLbl="node1" presStyleIdx="1" presStyleCnt="8">
        <dgm:presLayoutVars>
          <dgm:chMax val="0"/>
          <dgm:bulletEnabled val="1"/>
        </dgm:presLayoutVars>
      </dgm:prSet>
      <dgm:spPr/>
    </dgm:pt>
    <dgm:pt modelId="{32CC5409-2C23-4DE3-8841-0D78A9CF4FF4}" type="pres">
      <dgm:prSet presAssocID="{90CFFFE5-7A6A-4668-8729-A4000AFEF735}" presName="childText" presStyleLbl="revTx" presStyleIdx="1" presStyleCnt="8">
        <dgm:presLayoutVars>
          <dgm:bulletEnabled val="1"/>
        </dgm:presLayoutVars>
      </dgm:prSet>
      <dgm:spPr/>
    </dgm:pt>
    <dgm:pt modelId="{6B46BFD4-839D-47C5-8F0D-B9D6A622F48E}" type="pres">
      <dgm:prSet presAssocID="{10CAF7CE-F11E-41B5-B2BA-B60D7CC2A005}" presName="parentText" presStyleLbl="node1" presStyleIdx="2" presStyleCnt="8">
        <dgm:presLayoutVars>
          <dgm:chMax val="0"/>
          <dgm:bulletEnabled val="1"/>
        </dgm:presLayoutVars>
      </dgm:prSet>
      <dgm:spPr/>
    </dgm:pt>
    <dgm:pt modelId="{DAFB4D4C-B4D2-4D51-9D96-C3EA2E2854E7}" type="pres">
      <dgm:prSet presAssocID="{10CAF7CE-F11E-41B5-B2BA-B60D7CC2A005}" presName="childText" presStyleLbl="revTx" presStyleIdx="2" presStyleCnt="8">
        <dgm:presLayoutVars>
          <dgm:bulletEnabled val="1"/>
        </dgm:presLayoutVars>
      </dgm:prSet>
      <dgm:spPr/>
    </dgm:pt>
    <dgm:pt modelId="{B41C1AA6-E5E2-4E84-88F3-1046B7B2FB51}" type="pres">
      <dgm:prSet presAssocID="{A17AADC6-8A31-4E92-9C9B-6F7367A0399B}" presName="parentText" presStyleLbl="node1" presStyleIdx="3" presStyleCnt="8">
        <dgm:presLayoutVars>
          <dgm:chMax val="0"/>
          <dgm:bulletEnabled val="1"/>
        </dgm:presLayoutVars>
      </dgm:prSet>
      <dgm:spPr/>
    </dgm:pt>
    <dgm:pt modelId="{C3B28114-90BE-4652-BE54-D03332B2FAC6}" type="pres">
      <dgm:prSet presAssocID="{A17AADC6-8A31-4E92-9C9B-6F7367A0399B}" presName="childText" presStyleLbl="revTx" presStyleIdx="3" presStyleCnt="8">
        <dgm:presLayoutVars>
          <dgm:bulletEnabled val="1"/>
        </dgm:presLayoutVars>
      </dgm:prSet>
      <dgm:spPr/>
    </dgm:pt>
    <dgm:pt modelId="{04166100-3DAF-4FC3-BD6F-9F82E007DA7A}" type="pres">
      <dgm:prSet presAssocID="{4E064D23-0415-41A3-875C-9DE230B6DA8B}" presName="parentText" presStyleLbl="node1" presStyleIdx="4" presStyleCnt="8">
        <dgm:presLayoutVars>
          <dgm:chMax val="0"/>
          <dgm:bulletEnabled val="1"/>
        </dgm:presLayoutVars>
      </dgm:prSet>
      <dgm:spPr/>
    </dgm:pt>
    <dgm:pt modelId="{CFC7EEC0-0BD8-462E-8C38-9BE4F8DCD2BB}" type="pres">
      <dgm:prSet presAssocID="{4E064D23-0415-41A3-875C-9DE230B6DA8B}" presName="childText" presStyleLbl="revTx" presStyleIdx="4" presStyleCnt="8">
        <dgm:presLayoutVars>
          <dgm:bulletEnabled val="1"/>
        </dgm:presLayoutVars>
      </dgm:prSet>
      <dgm:spPr/>
    </dgm:pt>
    <dgm:pt modelId="{63E4D846-413B-42A3-BE9C-4273B083FDE5}" type="pres">
      <dgm:prSet presAssocID="{6E547C64-77A6-4320-BD15-972B11839ECC}" presName="parentText" presStyleLbl="node1" presStyleIdx="5" presStyleCnt="8">
        <dgm:presLayoutVars>
          <dgm:chMax val="0"/>
          <dgm:bulletEnabled val="1"/>
        </dgm:presLayoutVars>
      </dgm:prSet>
      <dgm:spPr/>
    </dgm:pt>
    <dgm:pt modelId="{F591FD5F-793E-422B-80C5-26C6B68B03CA}" type="pres">
      <dgm:prSet presAssocID="{6E547C64-77A6-4320-BD15-972B11839ECC}" presName="childText" presStyleLbl="revTx" presStyleIdx="5" presStyleCnt="8">
        <dgm:presLayoutVars>
          <dgm:bulletEnabled val="1"/>
        </dgm:presLayoutVars>
      </dgm:prSet>
      <dgm:spPr/>
    </dgm:pt>
    <dgm:pt modelId="{5DB50EF9-D340-4419-98C8-DC2175C82C8B}" type="pres">
      <dgm:prSet presAssocID="{AFE60046-D276-4E98-8233-9B3A65D280D5}" presName="parentText" presStyleLbl="node1" presStyleIdx="6" presStyleCnt="8">
        <dgm:presLayoutVars>
          <dgm:chMax val="0"/>
          <dgm:bulletEnabled val="1"/>
        </dgm:presLayoutVars>
      </dgm:prSet>
      <dgm:spPr/>
    </dgm:pt>
    <dgm:pt modelId="{D49D31B7-5F9F-4E41-A67C-3975F11CD1C8}" type="pres">
      <dgm:prSet presAssocID="{AFE60046-D276-4E98-8233-9B3A65D280D5}" presName="childText" presStyleLbl="revTx" presStyleIdx="6" presStyleCnt="8">
        <dgm:presLayoutVars>
          <dgm:bulletEnabled val="1"/>
        </dgm:presLayoutVars>
      </dgm:prSet>
      <dgm:spPr/>
    </dgm:pt>
    <dgm:pt modelId="{7DFDBC5D-6DAB-4B2B-933A-690D41234A97}" type="pres">
      <dgm:prSet presAssocID="{10F7C90B-C2E8-414B-A478-DB4461358D4C}" presName="parentText" presStyleLbl="node1" presStyleIdx="7" presStyleCnt="8">
        <dgm:presLayoutVars>
          <dgm:chMax val="0"/>
          <dgm:bulletEnabled val="1"/>
        </dgm:presLayoutVars>
      </dgm:prSet>
      <dgm:spPr/>
    </dgm:pt>
    <dgm:pt modelId="{21785272-9041-48C8-AA05-11678A70CDDE}" type="pres">
      <dgm:prSet presAssocID="{10F7C90B-C2E8-414B-A478-DB4461358D4C}" presName="childText" presStyleLbl="revTx" presStyleIdx="7" presStyleCnt="8">
        <dgm:presLayoutVars>
          <dgm:bulletEnabled val="1"/>
        </dgm:presLayoutVars>
      </dgm:prSet>
      <dgm:spPr/>
    </dgm:pt>
  </dgm:ptLst>
  <dgm:cxnLst>
    <dgm:cxn modelId="{942ACF06-2FFB-4CEA-91AC-9BA4ECE4F68E}" type="presOf" srcId="{3DF19256-65A4-45AE-8D05-5E7DDEB197D5}" destId="{F591FD5F-793E-422B-80C5-26C6B68B03CA}" srcOrd="0" destOrd="0" presId="urn:microsoft.com/office/officeart/2005/8/layout/vList2"/>
    <dgm:cxn modelId="{848D7917-C216-46FD-94D3-205448422C45}" type="presOf" srcId="{BB9B624F-17A3-4D1E-B503-C4A2B169EDAC}" destId="{32CC5409-2C23-4DE3-8841-0D78A9CF4FF4}" srcOrd="0" destOrd="0" presId="urn:microsoft.com/office/officeart/2005/8/layout/vList2"/>
    <dgm:cxn modelId="{9AC11B1F-3F01-49A1-BA43-F4D85036617A}" type="presOf" srcId="{AFE60046-D276-4E98-8233-9B3A65D280D5}" destId="{5DB50EF9-D340-4419-98C8-DC2175C82C8B}" srcOrd="0" destOrd="0" presId="urn:microsoft.com/office/officeart/2005/8/layout/vList2"/>
    <dgm:cxn modelId="{500F7B1F-D484-4549-AB7C-4C200143932F}" type="presOf" srcId="{0D4BB93C-C77C-424D-93D7-D4D9166FCFA0}" destId="{41883532-5F32-4DFA-B1CA-A95D20ECB255}" srcOrd="0" destOrd="0" presId="urn:microsoft.com/office/officeart/2005/8/layout/vList2"/>
    <dgm:cxn modelId="{82F8E121-F8F8-469D-BD27-C4932A21B48A}" srcId="{4E064D23-0415-41A3-875C-9DE230B6DA8B}" destId="{0AEAF9E5-EC4E-47F0-B4DD-BD1BDAD7A712}" srcOrd="0" destOrd="0" parTransId="{7FEF9EAA-1B4D-4B35-81B6-9C95C02EAB7F}" sibTransId="{B2F979CB-F518-4F5E-89A5-EA6DF9273A94}"/>
    <dgm:cxn modelId="{AD4A8233-471E-4D3D-9228-5A913EA034F0}" srcId="{0D4BB93C-C77C-424D-93D7-D4D9166FCFA0}" destId="{A4B45D05-892C-42E3-AA96-0A2C807EECA6}" srcOrd="0" destOrd="0" parTransId="{C0F6ED68-9EDD-476D-ACAA-6BC705D9813C}" sibTransId="{CCC5A701-0D3A-4B65-B443-D332EEFB4DF5}"/>
    <dgm:cxn modelId="{C8984B35-CC94-4AA5-9F6F-40E4D2B7E700}" type="presOf" srcId="{A17AADC6-8A31-4E92-9C9B-6F7367A0399B}" destId="{B41C1AA6-E5E2-4E84-88F3-1046B7B2FB51}" srcOrd="0" destOrd="0" presId="urn:microsoft.com/office/officeart/2005/8/layout/vList2"/>
    <dgm:cxn modelId="{5D1B4A40-0FFB-41F6-A1F0-9D3F1B00DA59}" srcId="{10F7C90B-C2E8-414B-A478-DB4461358D4C}" destId="{6290CCCE-6A58-4FDB-B4C3-4425FD2F3A3A}" srcOrd="0" destOrd="0" parTransId="{1607E690-8ECF-4364-9DA1-4DC1B0779C63}" sibTransId="{C7CDC3D5-09EC-4FED-85D7-28FC3C460EA3}"/>
    <dgm:cxn modelId="{A50A145B-C3E6-4BCA-9AA0-4B3F93C6E157}" srcId="{90CFFFE5-7A6A-4668-8729-A4000AFEF735}" destId="{BB9B624F-17A3-4D1E-B503-C4A2B169EDAC}" srcOrd="0" destOrd="0" parTransId="{920956AF-31A9-46AE-BD18-604428D1F105}" sibTransId="{FE6310F9-E6DE-4A85-AF51-1A128A5884A0}"/>
    <dgm:cxn modelId="{DD2D325B-E284-4016-9713-39C5D34D7471}" type="presOf" srcId="{0D5D2E9A-F316-4427-AF7F-5A17034FD1EE}" destId="{DAFB4D4C-B4D2-4D51-9D96-C3EA2E2854E7}" srcOrd="0" destOrd="0" presId="urn:microsoft.com/office/officeart/2005/8/layout/vList2"/>
    <dgm:cxn modelId="{30821764-2510-421E-8F2C-99334C0DBFCB}" type="presOf" srcId="{10F7C90B-C2E8-414B-A478-DB4461358D4C}" destId="{7DFDBC5D-6DAB-4B2B-933A-690D41234A97}" srcOrd="0" destOrd="0" presId="urn:microsoft.com/office/officeart/2005/8/layout/vList2"/>
    <dgm:cxn modelId="{90CCD06F-C63B-4CE7-A89E-6E884E5523FF}" srcId="{0D4BB93C-C77C-424D-93D7-D4D9166FCFA0}" destId="{10CAF7CE-F11E-41B5-B2BA-B60D7CC2A005}" srcOrd="2" destOrd="0" parTransId="{A72DE774-BAFD-4A85-9CB4-C39018F5279C}" sibTransId="{5F484653-CB7D-4889-8782-7198580A0CDE}"/>
    <dgm:cxn modelId="{BE636370-88A3-48DA-AD7E-E3E2B8422735}" type="presOf" srcId="{20D242E8-0918-40D6-9C10-2966D2CD4B6B}" destId="{112E9248-77FA-480A-A4D4-6E3EE908014F}" srcOrd="0" destOrd="0" presId="urn:microsoft.com/office/officeart/2005/8/layout/vList2"/>
    <dgm:cxn modelId="{763DBF73-5948-4543-B92C-C6E215F77118}" srcId="{A4B45D05-892C-42E3-AA96-0A2C807EECA6}" destId="{20D242E8-0918-40D6-9C10-2966D2CD4B6B}" srcOrd="0" destOrd="0" parTransId="{89908905-9ECD-4D11-BD19-C3F6665257E8}" sibTransId="{B1E27F0C-976B-4973-ADB5-84CC26A77615}"/>
    <dgm:cxn modelId="{D7550785-1CE4-4697-946C-1E07BE7E261B}" type="presOf" srcId="{A4B45D05-892C-42E3-AA96-0A2C807EECA6}" destId="{C042EB32-4204-4002-87F9-A5838FC86EB2}" srcOrd="0" destOrd="0" presId="urn:microsoft.com/office/officeart/2005/8/layout/vList2"/>
    <dgm:cxn modelId="{1C94478E-6775-4832-981A-A7E3CB865CF3}" srcId="{0D4BB93C-C77C-424D-93D7-D4D9166FCFA0}" destId="{4E064D23-0415-41A3-875C-9DE230B6DA8B}" srcOrd="4" destOrd="0" parTransId="{E216B587-4918-46F0-AD2C-D0B9EF983277}" sibTransId="{73D4E748-9E81-44FB-AF5F-4CE206BF5C58}"/>
    <dgm:cxn modelId="{92F2439F-069E-4156-8F36-309A11BBD2AD}" srcId="{0D4BB93C-C77C-424D-93D7-D4D9166FCFA0}" destId="{6E547C64-77A6-4320-BD15-972B11839ECC}" srcOrd="5" destOrd="0" parTransId="{C6A3F8DC-FCE8-4296-A37D-8E9A3A9FCED3}" sibTransId="{8DAB177D-A291-4D3E-A67F-9C368AF7D2E8}"/>
    <dgm:cxn modelId="{8219DBA6-31DB-4EC0-B143-24F3D9BD371C}" srcId="{0D4BB93C-C77C-424D-93D7-D4D9166FCFA0}" destId="{AFE60046-D276-4E98-8233-9B3A65D280D5}" srcOrd="6" destOrd="0" parTransId="{3D5BB626-480F-4512-A951-197795290EDC}" sibTransId="{61F586E9-3A30-40E9-94B8-B3122C3E00CF}"/>
    <dgm:cxn modelId="{916CDBA7-7575-4473-9A83-1C0CA4FD1891}" srcId="{6E547C64-77A6-4320-BD15-972B11839ECC}" destId="{3DF19256-65A4-45AE-8D05-5E7DDEB197D5}" srcOrd="0" destOrd="0" parTransId="{B743B22B-197B-4C7F-9044-C0340B53C766}" sibTransId="{6F8F6526-2A73-4198-803A-ACB2ABB80906}"/>
    <dgm:cxn modelId="{0F0FB9B1-954B-405A-A7D8-CEE560361EE5}" type="presOf" srcId="{6290CCCE-6A58-4FDB-B4C3-4425FD2F3A3A}" destId="{21785272-9041-48C8-AA05-11678A70CDDE}" srcOrd="0" destOrd="0" presId="urn:microsoft.com/office/officeart/2005/8/layout/vList2"/>
    <dgm:cxn modelId="{2DC185BE-2BF9-4939-92D0-7FC18450FE40}" srcId="{0D4BB93C-C77C-424D-93D7-D4D9166FCFA0}" destId="{A17AADC6-8A31-4E92-9C9B-6F7367A0399B}" srcOrd="3" destOrd="0" parTransId="{BF71AB81-C48E-4886-AC24-B6DC39135B27}" sibTransId="{0DB56DA1-F439-4F79-AE2A-482CEF66588F}"/>
    <dgm:cxn modelId="{AB02E4BE-046A-483C-8B65-05A22C7B5BD1}" type="presOf" srcId="{4E064D23-0415-41A3-875C-9DE230B6DA8B}" destId="{04166100-3DAF-4FC3-BD6F-9F82E007DA7A}" srcOrd="0" destOrd="0" presId="urn:microsoft.com/office/officeart/2005/8/layout/vList2"/>
    <dgm:cxn modelId="{9F9182C2-BCDB-4441-ADA7-4F25D21B5796}" srcId="{0D4BB93C-C77C-424D-93D7-D4D9166FCFA0}" destId="{10F7C90B-C2E8-414B-A478-DB4461358D4C}" srcOrd="7" destOrd="0" parTransId="{000D2999-46CB-47C0-B983-EC2086F6A977}" sibTransId="{1E415C23-E551-4942-AE09-BB528AEC0981}"/>
    <dgm:cxn modelId="{C16C8FD0-E027-412B-8CBF-CF6B94040F55}" type="presOf" srcId="{6E547C64-77A6-4320-BD15-972B11839ECC}" destId="{63E4D846-413B-42A3-BE9C-4273B083FDE5}" srcOrd="0" destOrd="0" presId="urn:microsoft.com/office/officeart/2005/8/layout/vList2"/>
    <dgm:cxn modelId="{FBF23BD1-63E7-47C8-909F-1E0FE08F9C65}" type="presOf" srcId="{A0DEBB81-0DA7-47CE-8F51-29D941990C25}" destId="{D49D31B7-5F9F-4E41-A67C-3975F11CD1C8}" srcOrd="0" destOrd="0" presId="urn:microsoft.com/office/officeart/2005/8/layout/vList2"/>
    <dgm:cxn modelId="{572648E1-684A-4BC4-BF99-941D2F25C4C9}" srcId="{10CAF7CE-F11E-41B5-B2BA-B60D7CC2A005}" destId="{0D5D2E9A-F316-4427-AF7F-5A17034FD1EE}" srcOrd="0" destOrd="0" parTransId="{CCF4009B-77E2-4BBB-85A6-465BAC3C66D8}" sibTransId="{15CD09EC-AA70-4E52-99DE-D531224B191C}"/>
    <dgm:cxn modelId="{E0A95CE2-0768-4A47-BD6B-B1FE7C032E14}" type="presOf" srcId="{6AD6854A-0BF9-4932-9A6C-8477D8D05515}" destId="{C3B28114-90BE-4652-BE54-D03332B2FAC6}" srcOrd="0" destOrd="0" presId="urn:microsoft.com/office/officeart/2005/8/layout/vList2"/>
    <dgm:cxn modelId="{94F878E2-2A87-40D7-9D6F-080745A0BD26}" srcId="{AFE60046-D276-4E98-8233-9B3A65D280D5}" destId="{A0DEBB81-0DA7-47CE-8F51-29D941990C25}" srcOrd="0" destOrd="0" parTransId="{2287BE0C-D267-4AF1-86AE-248721D7002E}" sibTransId="{D8450DF8-DA21-4330-944C-292ABA401283}"/>
    <dgm:cxn modelId="{E4A173E5-9B07-4E06-AE24-2FB44EEBDF4E}" type="presOf" srcId="{0AEAF9E5-EC4E-47F0-B4DD-BD1BDAD7A712}" destId="{CFC7EEC0-0BD8-462E-8C38-9BE4F8DCD2BB}" srcOrd="0" destOrd="0" presId="urn:microsoft.com/office/officeart/2005/8/layout/vList2"/>
    <dgm:cxn modelId="{8D729BE7-290E-49E8-A38A-40DAE292897B}" type="presOf" srcId="{90CFFFE5-7A6A-4668-8729-A4000AFEF735}" destId="{2BA551A1-245F-4002-94B6-E3B0E10D112D}" srcOrd="0" destOrd="0" presId="urn:microsoft.com/office/officeart/2005/8/layout/vList2"/>
    <dgm:cxn modelId="{6658C3E9-7168-4975-B5C6-9C7119397A55}" type="presOf" srcId="{10CAF7CE-F11E-41B5-B2BA-B60D7CC2A005}" destId="{6B46BFD4-839D-47C5-8F0D-B9D6A622F48E}" srcOrd="0" destOrd="0" presId="urn:microsoft.com/office/officeart/2005/8/layout/vList2"/>
    <dgm:cxn modelId="{3E7865F1-722C-4CAB-9B43-DC8FFF2E20C5}" srcId="{A17AADC6-8A31-4E92-9C9B-6F7367A0399B}" destId="{6AD6854A-0BF9-4932-9A6C-8477D8D05515}" srcOrd="0" destOrd="0" parTransId="{03E005D7-DEBE-4E89-9EB7-0D7E31FE5191}" sibTransId="{0AEEAE51-4CB3-48A9-8A81-FCE7A19830F6}"/>
    <dgm:cxn modelId="{753B10F7-462A-43CD-9691-FAC733F1CC26}" srcId="{0D4BB93C-C77C-424D-93D7-D4D9166FCFA0}" destId="{90CFFFE5-7A6A-4668-8729-A4000AFEF735}" srcOrd="1" destOrd="0" parTransId="{B336D858-3EE0-44CD-8F21-47181E8862AE}" sibTransId="{945D535F-A298-45AA-83E3-B9B5A877E32A}"/>
    <dgm:cxn modelId="{93D2B384-D070-4EF4-ABCE-021BD1EB2AED}" type="presParOf" srcId="{41883532-5F32-4DFA-B1CA-A95D20ECB255}" destId="{C042EB32-4204-4002-87F9-A5838FC86EB2}" srcOrd="0" destOrd="0" presId="urn:microsoft.com/office/officeart/2005/8/layout/vList2"/>
    <dgm:cxn modelId="{9974E173-CD24-47A3-8814-A8418E5918A2}" type="presParOf" srcId="{41883532-5F32-4DFA-B1CA-A95D20ECB255}" destId="{112E9248-77FA-480A-A4D4-6E3EE908014F}" srcOrd="1" destOrd="0" presId="urn:microsoft.com/office/officeart/2005/8/layout/vList2"/>
    <dgm:cxn modelId="{31998911-FC54-41E0-8245-82C45B793A62}" type="presParOf" srcId="{41883532-5F32-4DFA-B1CA-A95D20ECB255}" destId="{2BA551A1-245F-4002-94B6-E3B0E10D112D}" srcOrd="2" destOrd="0" presId="urn:microsoft.com/office/officeart/2005/8/layout/vList2"/>
    <dgm:cxn modelId="{A1108945-49B8-46A0-8F07-14FA8E964A28}" type="presParOf" srcId="{41883532-5F32-4DFA-B1CA-A95D20ECB255}" destId="{32CC5409-2C23-4DE3-8841-0D78A9CF4FF4}" srcOrd="3" destOrd="0" presId="urn:microsoft.com/office/officeart/2005/8/layout/vList2"/>
    <dgm:cxn modelId="{4D5F1911-7508-4568-98B8-53B8FACEB4AF}" type="presParOf" srcId="{41883532-5F32-4DFA-B1CA-A95D20ECB255}" destId="{6B46BFD4-839D-47C5-8F0D-B9D6A622F48E}" srcOrd="4" destOrd="0" presId="urn:microsoft.com/office/officeart/2005/8/layout/vList2"/>
    <dgm:cxn modelId="{1CFF7BAC-E0C0-4A63-93A1-54027AF1009C}" type="presParOf" srcId="{41883532-5F32-4DFA-B1CA-A95D20ECB255}" destId="{DAFB4D4C-B4D2-4D51-9D96-C3EA2E2854E7}" srcOrd="5" destOrd="0" presId="urn:microsoft.com/office/officeart/2005/8/layout/vList2"/>
    <dgm:cxn modelId="{74840125-59C5-44AE-A2AE-0612F1EBD684}" type="presParOf" srcId="{41883532-5F32-4DFA-B1CA-A95D20ECB255}" destId="{B41C1AA6-E5E2-4E84-88F3-1046B7B2FB51}" srcOrd="6" destOrd="0" presId="urn:microsoft.com/office/officeart/2005/8/layout/vList2"/>
    <dgm:cxn modelId="{38EE49AE-6583-4F04-90BA-0152CE9E2B39}" type="presParOf" srcId="{41883532-5F32-4DFA-B1CA-A95D20ECB255}" destId="{C3B28114-90BE-4652-BE54-D03332B2FAC6}" srcOrd="7" destOrd="0" presId="urn:microsoft.com/office/officeart/2005/8/layout/vList2"/>
    <dgm:cxn modelId="{5F2FECC5-C0B3-45A7-8962-C336F360CC26}" type="presParOf" srcId="{41883532-5F32-4DFA-B1CA-A95D20ECB255}" destId="{04166100-3DAF-4FC3-BD6F-9F82E007DA7A}" srcOrd="8" destOrd="0" presId="urn:microsoft.com/office/officeart/2005/8/layout/vList2"/>
    <dgm:cxn modelId="{5B3C656F-C1C7-4828-8C69-CF2691ADDBD4}" type="presParOf" srcId="{41883532-5F32-4DFA-B1CA-A95D20ECB255}" destId="{CFC7EEC0-0BD8-462E-8C38-9BE4F8DCD2BB}" srcOrd="9" destOrd="0" presId="urn:microsoft.com/office/officeart/2005/8/layout/vList2"/>
    <dgm:cxn modelId="{81E393CD-11F7-4428-AA02-E7620EF54CB0}" type="presParOf" srcId="{41883532-5F32-4DFA-B1CA-A95D20ECB255}" destId="{63E4D846-413B-42A3-BE9C-4273B083FDE5}" srcOrd="10" destOrd="0" presId="urn:microsoft.com/office/officeart/2005/8/layout/vList2"/>
    <dgm:cxn modelId="{E3E88080-3880-49ED-845D-3516239A650A}" type="presParOf" srcId="{41883532-5F32-4DFA-B1CA-A95D20ECB255}" destId="{F591FD5F-793E-422B-80C5-26C6B68B03CA}" srcOrd="11" destOrd="0" presId="urn:microsoft.com/office/officeart/2005/8/layout/vList2"/>
    <dgm:cxn modelId="{AC04131E-663A-439B-AA74-259B1534D92C}" type="presParOf" srcId="{41883532-5F32-4DFA-B1CA-A95D20ECB255}" destId="{5DB50EF9-D340-4419-98C8-DC2175C82C8B}" srcOrd="12" destOrd="0" presId="urn:microsoft.com/office/officeart/2005/8/layout/vList2"/>
    <dgm:cxn modelId="{F6E14563-C2D3-4EC1-92EB-7A28AFAE18B2}" type="presParOf" srcId="{41883532-5F32-4DFA-B1CA-A95D20ECB255}" destId="{D49D31B7-5F9F-4E41-A67C-3975F11CD1C8}" srcOrd="13" destOrd="0" presId="urn:microsoft.com/office/officeart/2005/8/layout/vList2"/>
    <dgm:cxn modelId="{923A7A16-31C3-4009-A5F0-D097F37634AD}" type="presParOf" srcId="{41883532-5F32-4DFA-B1CA-A95D20ECB255}" destId="{7DFDBC5D-6DAB-4B2B-933A-690D41234A97}" srcOrd="14" destOrd="0" presId="urn:microsoft.com/office/officeart/2005/8/layout/vList2"/>
    <dgm:cxn modelId="{C7FCB16C-EBC8-4C1F-9C70-9A355387394D}" type="presParOf" srcId="{41883532-5F32-4DFA-B1CA-A95D20ECB255}" destId="{21785272-9041-48C8-AA05-11678A70CDDE}" srcOrd="1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3A7279-30FF-4365-B6CC-FC1B601F93E8}" type="doc">
      <dgm:prSet loTypeId="urn:microsoft.com/office/officeart/2005/8/layout/hList6" loCatId="list" qsTypeId="urn:microsoft.com/office/officeart/2005/8/quickstyle/simple2" qsCatId="simple" csTypeId="urn:microsoft.com/office/officeart/2005/8/colors/accent1_2" csCatId="accent1" phldr="1"/>
      <dgm:spPr/>
      <dgm:t>
        <a:bodyPr/>
        <a:lstStyle/>
        <a:p>
          <a:endParaRPr lang="en-US"/>
        </a:p>
      </dgm:t>
    </dgm:pt>
    <dgm:pt modelId="{5AA7B405-3B6D-4420-984C-3666DEA74B60}">
      <dgm:prSet/>
      <dgm:spPr/>
      <dgm:t>
        <a:bodyPr/>
        <a:lstStyle/>
        <a:p>
          <a:r>
            <a:rPr lang="en-US"/>
            <a:t>A computer network is a system in which multiple computers are connected to each other to share information and resources. A simple computer network can be built only from two computers while a complex computer network can be built from several thousand computers.</a:t>
          </a:r>
        </a:p>
      </dgm:t>
    </dgm:pt>
    <dgm:pt modelId="{142BB6F8-8F8F-441C-A585-4346383AE35A}" type="parTrans" cxnId="{30EB3AF8-47E6-4BA5-B75B-FEF73855A698}">
      <dgm:prSet/>
      <dgm:spPr/>
      <dgm:t>
        <a:bodyPr/>
        <a:lstStyle/>
        <a:p>
          <a:endParaRPr lang="en-US"/>
        </a:p>
      </dgm:t>
    </dgm:pt>
    <dgm:pt modelId="{16349E6B-69AA-4C14-9C88-3CEF1E9664EC}" type="sibTrans" cxnId="{30EB3AF8-47E6-4BA5-B75B-FEF73855A698}">
      <dgm:prSet/>
      <dgm:spPr/>
      <dgm:t>
        <a:bodyPr/>
        <a:lstStyle/>
        <a:p>
          <a:endParaRPr lang="en-US"/>
        </a:p>
      </dgm:t>
    </dgm:pt>
    <dgm:pt modelId="{1574009F-0DCD-414A-9A58-23D63F87C4E4}">
      <dgm:prSet/>
      <dgm:spPr/>
      <dgm:t>
        <a:bodyPr/>
        <a:lstStyle/>
        <a:p>
          <a:r>
            <a:rPr lang="en-US" b="0" i="0"/>
            <a:t>It is a collection of interconnected devices that share resources and information. These devices can include computers, servers, printers, and other hardware. Networks allow for efficient data exchange, enabling various applications such as email, file sharing, and internet browsing.</a:t>
          </a:r>
          <a:endParaRPr lang="en-US"/>
        </a:p>
      </dgm:t>
    </dgm:pt>
    <dgm:pt modelId="{844CB119-A9F2-405D-88FE-FC70FED8B3A8}" type="parTrans" cxnId="{EC0911F3-4CFD-484B-808F-6AF19B051C98}">
      <dgm:prSet/>
      <dgm:spPr/>
      <dgm:t>
        <a:bodyPr/>
        <a:lstStyle/>
        <a:p>
          <a:endParaRPr lang="en-US"/>
        </a:p>
      </dgm:t>
    </dgm:pt>
    <dgm:pt modelId="{401CCB3B-E1F5-4488-BB5C-FB292CD7F8B7}" type="sibTrans" cxnId="{EC0911F3-4CFD-484B-808F-6AF19B051C98}">
      <dgm:prSet/>
      <dgm:spPr/>
      <dgm:t>
        <a:bodyPr/>
        <a:lstStyle/>
        <a:p>
          <a:endParaRPr lang="en-US"/>
        </a:p>
      </dgm:t>
    </dgm:pt>
    <dgm:pt modelId="{CF694AC8-53EE-48E7-B157-E03BE4FEEF0E}" type="pres">
      <dgm:prSet presAssocID="{F43A7279-30FF-4365-B6CC-FC1B601F93E8}" presName="Name0" presStyleCnt="0">
        <dgm:presLayoutVars>
          <dgm:dir/>
          <dgm:resizeHandles val="exact"/>
        </dgm:presLayoutVars>
      </dgm:prSet>
      <dgm:spPr/>
    </dgm:pt>
    <dgm:pt modelId="{8172FF83-EFC5-438D-990A-A8810F600217}" type="pres">
      <dgm:prSet presAssocID="{5AA7B405-3B6D-4420-984C-3666DEA74B60}" presName="node" presStyleLbl="node1" presStyleIdx="0" presStyleCnt="2">
        <dgm:presLayoutVars>
          <dgm:bulletEnabled val="1"/>
        </dgm:presLayoutVars>
      </dgm:prSet>
      <dgm:spPr/>
    </dgm:pt>
    <dgm:pt modelId="{180D1B69-7E40-4953-91FD-86BF10B380CE}" type="pres">
      <dgm:prSet presAssocID="{16349E6B-69AA-4C14-9C88-3CEF1E9664EC}" presName="sibTrans" presStyleCnt="0"/>
      <dgm:spPr/>
    </dgm:pt>
    <dgm:pt modelId="{F13B851B-91E4-436B-914B-687E5534519E}" type="pres">
      <dgm:prSet presAssocID="{1574009F-0DCD-414A-9A58-23D63F87C4E4}" presName="node" presStyleLbl="node1" presStyleIdx="1" presStyleCnt="2">
        <dgm:presLayoutVars>
          <dgm:bulletEnabled val="1"/>
        </dgm:presLayoutVars>
      </dgm:prSet>
      <dgm:spPr/>
    </dgm:pt>
  </dgm:ptLst>
  <dgm:cxnLst>
    <dgm:cxn modelId="{AAF9CC06-B2A1-48C1-AA90-67FA88B77D11}" type="presOf" srcId="{1574009F-0DCD-414A-9A58-23D63F87C4E4}" destId="{F13B851B-91E4-436B-914B-687E5534519E}" srcOrd="0" destOrd="0" presId="urn:microsoft.com/office/officeart/2005/8/layout/hList6"/>
    <dgm:cxn modelId="{547F09D0-D533-41A3-AB21-505E51B99C97}" type="presOf" srcId="{F43A7279-30FF-4365-B6CC-FC1B601F93E8}" destId="{CF694AC8-53EE-48E7-B157-E03BE4FEEF0E}" srcOrd="0" destOrd="0" presId="urn:microsoft.com/office/officeart/2005/8/layout/hList6"/>
    <dgm:cxn modelId="{CA5CF4D7-863C-4D6A-9C2B-47D116C6A6CD}" type="presOf" srcId="{5AA7B405-3B6D-4420-984C-3666DEA74B60}" destId="{8172FF83-EFC5-438D-990A-A8810F600217}" srcOrd="0" destOrd="0" presId="urn:microsoft.com/office/officeart/2005/8/layout/hList6"/>
    <dgm:cxn modelId="{EC0911F3-4CFD-484B-808F-6AF19B051C98}" srcId="{F43A7279-30FF-4365-B6CC-FC1B601F93E8}" destId="{1574009F-0DCD-414A-9A58-23D63F87C4E4}" srcOrd="1" destOrd="0" parTransId="{844CB119-A9F2-405D-88FE-FC70FED8B3A8}" sibTransId="{401CCB3B-E1F5-4488-BB5C-FB292CD7F8B7}"/>
    <dgm:cxn modelId="{30EB3AF8-47E6-4BA5-B75B-FEF73855A698}" srcId="{F43A7279-30FF-4365-B6CC-FC1B601F93E8}" destId="{5AA7B405-3B6D-4420-984C-3666DEA74B60}" srcOrd="0" destOrd="0" parTransId="{142BB6F8-8F8F-441C-A585-4346383AE35A}" sibTransId="{16349E6B-69AA-4C14-9C88-3CEF1E9664EC}"/>
    <dgm:cxn modelId="{D39659EC-5757-4A46-8B8F-CDB820B0AC70}" type="presParOf" srcId="{CF694AC8-53EE-48E7-B157-E03BE4FEEF0E}" destId="{8172FF83-EFC5-438D-990A-A8810F600217}" srcOrd="0" destOrd="0" presId="urn:microsoft.com/office/officeart/2005/8/layout/hList6"/>
    <dgm:cxn modelId="{E0DBAB67-5DE4-40FD-AE95-490DBD760768}" type="presParOf" srcId="{CF694AC8-53EE-48E7-B157-E03BE4FEEF0E}" destId="{180D1B69-7E40-4953-91FD-86BF10B380CE}" srcOrd="1" destOrd="0" presId="urn:microsoft.com/office/officeart/2005/8/layout/hList6"/>
    <dgm:cxn modelId="{9C8F046D-02FA-429D-ABDA-194F6B5CDC35}" type="presParOf" srcId="{CF694AC8-53EE-48E7-B157-E03BE4FEEF0E}" destId="{F13B851B-91E4-436B-914B-687E5534519E}"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3A7279-30FF-4365-B6CC-FC1B601F93E8}" type="doc">
      <dgm:prSet loTypeId="urn:microsoft.com/office/officeart/2005/8/layout/vList5" loCatId="list" qsTypeId="urn:microsoft.com/office/officeart/2005/8/quickstyle/simple2" qsCatId="simple" csTypeId="urn:microsoft.com/office/officeart/2005/8/colors/accent1_2" csCatId="accent1" phldr="1"/>
      <dgm:spPr/>
      <dgm:t>
        <a:bodyPr/>
        <a:lstStyle/>
        <a:p>
          <a:endParaRPr lang="en-US"/>
        </a:p>
      </dgm:t>
    </dgm:pt>
    <dgm:pt modelId="{5AA7B405-3B6D-4420-984C-3666DEA74B60}">
      <dgm:prSet custT="1"/>
      <dgm:spPr/>
      <dgm:t>
        <a:bodyPr/>
        <a:lstStyle/>
        <a:p>
          <a:r>
            <a:rPr lang="en-US" sz="1400" b="1" i="0"/>
            <a:t>Resource Sharing:</a:t>
          </a:r>
          <a:endParaRPr lang="en-US" sz="1400"/>
        </a:p>
      </dgm:t>
    </dgm:pt>
    <dgm:pt modelId="{142BB6F8-8F8F-441C-A585-4346383AE35A}" type="parTrans" cxnId="{30EB3AF8-47E6-4BA5-B75B-FEF73855A698}">
      <dgm:prSet/>
      <dgm:spPr/>
      <dgm:t>
        <a:bodyPr/>
        <a:lstStyle/>
        <a:p>
          <a:endParaRPr lang="en-US" sz="1800"/>
        </a:p>
      </dgm:t>
    </dgm:pt>
    <dgm:pt modelId="{16349E6B-69AA-4C14-9C88-3CEF1E9664EC}" type="sibTrans" cxnId="{30EB3AF8-47E6-4BA5-B75B-FEF73855A698}">
      <dgm:prSet/>
      <dgm:spPr/>
      <dgm:t>
        <a:bodyPr/>
        <a:lstStyle/>
        <a:p>
          <a:endParaRPr lang="en-US" sz="1800"/>
        </a:p>
      </dgm:t>
    </dgm:pt>
    <dgm:pt modelId="{30600339-450E-4695-B120-39AE14205C4D}">
      <dgm:prSet custT="1"/>
      <dgm:spPr/>
      <dgm:t>
        <a:bodyPr/>
        <a:lstStyle/>
        <a:p>
          <a:pPr>
            <a:buFont typeface="+mj-lt"/>
            <a:buAutoNum type="arabicPeriod"/>
          </a:pPr>
          <a:r>
            <a:rPr lang="en-US" sz="1400" b="1" i="0"/>
            <a:t>High Reliability:</a:t>
          </a:r>
          <a:endParaRPr lang="en-US" sz="1400" b="0" i="0"/>
        </a:p>
      </dgm:t>
    </dgm:pt>
    <dgm:pt modelId="{1EBAA46A-D402-48B6-9300-2DEBFC1DB969}" type="parTrans" cxnId="{AB75ADF3-3079-47A5-8C70-EC09590CD658}">
      <dgm:prSet/>
      <dgm:spPr/>
      <dgm:t>
        <a:bodyPr/>
        <a:lstStyle/>
        <a:p>
          <a:endParaRPr lang="en-US" sz="1800"/>
        </a:p>
      </dgm:t>
    </dgm:pt>
    <dgm:pt modelId="{BD582AE6-B44B-46FD-8A1E-538EE51FFAC9}" type="sibTrans" cxnId="{AB75ADF3-3079-47A5-8C70-EC09590CD658}">
      <dgm:prSet/>
      <dgm:spPr/>
      <dgm:t>
        <a:bodyPr/>
        <a:lstStyle/>
        <a:p>
          <a:endParaRPr lang="en-US" sz="1800"/>
        </a:p>
      </dgm:t>
    </dgm:pt>
    <dgm:pt modelId="{420E9A57-BE2C-4B9D-AACF-5538C2FE32C5}">
      <dgm:prSet custT="1"/>
      <dgm:spPr/>
      <dgm:t>
        <a:bodyPr/>
        <a:lstStyle/>
        <a:p>
          <a:pPr>
            <a:buFont typeface="+mj-lt"/>
            <a:buAutoNum type="arabicPeriod"/>
          </a:pPr>
          <a:r>
            <a:rPr lang="en-US" sz="1400" b="1" i="0"/>
            <a:t>Inter-Process Communication:</a:t>
          </a:r>
          <a:endParaRPr lang="en-US" sz="1400" b="0" i="0"/>
        </a:p>
      </dgm:t>
    </dgm:pt>
    <dgm:pt modelId="{C3900D13-849A-4D61-ABB8-21E1C170F0B5}" type="parTrans" cxnId="{7B4F0489-71F1-4BD3-98D6-7D848E2881A1}">
      <dgm:prSet/>
      <dgm:spPr/>
      <dgm:t>
        <a:bodyPr/>
        <a:lstStyle/>
        <a:p>
          <a:endParaRPr lang="en-US" sz="1800"/>
        </a:p>
      </dgm:t>
    </dgm:pt>
    <dgm:pt modelId="{94EC9C80-1081-4F78-A3E4-A1311DAC6453}" type="sibTrans" cxnId="{7B4F0489-71F1-4BD3-98D6-7D848E2881A1}">
      <dgm:prSet/>
      <dgm:spPr/>
      <dgm:t>
        <a:bodyPr/>
        <a:lstStyle/>
        <a:p>
          <a:endParaRPr lang="en-US" sz="1800"/>
        </a:p>
      </dgm:t>
    </dgm:pt>
    <dgm:pt modelId="{42C0CF3E-2556-4543-973F-943A824C30AB}">
      <dgm:prSet custT="1"/>
      <dgm:spPr/>
      <dgm:t>
        <a:bodyPr/>
        <a:lstStyle/>
        <a:p>
          <a:pPr>
            <a:buFont typeface="+mj-lt"/>
            <a:buAutoNum type="arabicPeriod"/>
          </a:pPr>
          <a:r>
            <a:rPr lang="en-US" sz="1400" b="1" i="0"/>
            <a:t>Flexible Access:</a:t>
          </a:r>
          <a:endParaRPr lang="en-US" sz="1400" b="0" i="0"/>
        </a:p>
      </dgm:t>
    </dgm:pt>
    <dgm:pt modelId="{483B7DAB-4A03-4A7C-8C7F-6EE23DA2B68F}" type="parTrans" cxnId="{8874C0B2-BDF8-4E16-BB58-3FCF177F9624}">
      <dgm:prSet/>
      <dgm:spPr/>
      <dgm:t>
        <a:bodyPr/>
        <a:lstStyle/>
        <a:p>
          <a:endParaRPr lang="en-US" sz="1800"/>
        </a:p>
      </dgm:t>
    </dgm:pt>
    <dgm:pt modelId="{597010CB-24D3-4798-8EFE-A3F184E0A13B}" type="sibTrans" cxnId="{8874C0B2-BDF8-4E16-BB58-3FCF177F9624}">
      <dgm:prSet/>
      <dgm:spPr/>
      <dgm:t>
        <a:bodyPr/>
        <a:lstStyle/>
        <a:p>
          <a:endParaRPr lang="en-US" sz="1800"/>
        </a:p>
      </dgm:t>
    </dgm:pt>
    <dgm:pt modelId="{FA629D13-2A3F-40D7-BBFE-B07446C5AFB2}">
      <dgm:prSet custT="1"/>
      <dgm:spPr/>
      <dgm:t>
        <a:bodyPr/>
        <a:lstStyle/>
        <a:p>
          <a:pPr>
            <a:buFont typeface="+mj-lt"/>
            <a:buAutoNum type="arabicPeriod"/>
          </a:pPr>
          <a:r>
            <a:rPr lang="en-US" sz="1400" b="1" i="0"/>
            <a:t>Security</a:t>
          </a:r>
          <a:endParaRPr lang="en-US" sz="1400" b="0" i="0"/>
        </a:p>
      </dgm:t>
    </dgm:pt>
    <dgm:pt modelId="{4B560604-E888-4D86-9B19-BDC5827505E4}" type="parTrans" cxnId="{13034019-141D-4126-9C62-A2742494F313}">
      <dgm:prSet/>
      <dgm:spPr/>
      <dgm:t>
        <a:bodyPr/>
        <a:lstStyle/>
        <a:p>
          <a:endParaRPr lang="en-US" sz="1800"/>
        </a:p>
      </dgm:t>
    </dgm:pt>
    <dgm:pt modelId="{C7ABFC1F-BE31-4D11-81FB-7900EBC9DB21}" type="sibTrans" cxnId="{13034019-141D-4126-9C62-A2742494F313}">
      <dgm:prSet/>
      <dgm:spPr/>
      <dgm:t>
        <a:bodyPr/>
        <a:lstStyle/>
        <a:p>
          <a:endParaRPr lang="en-US" sz="1800"/>
        </a:p>
      </dgm:t>
    </dgm:pt>
    <dgm:pt modelId="{2941FC20-31B2-4D3F-B87B-EFC0D73B4377}">
      <dgm:prSet custT="1"/>
      <dgm:spPr/>
      <dgm:t>
        <a:bodyPr/>
        <a:lstStyle/>
        <a:p>
          <a:pPr>
            <a:buFont typeface="+mj-lt"/>
            <a:buAutoNum type="arabicPeriod"/>
          </a:pPr>
          <a:r>
            <a:rPr lang="en-US" sz="1400" b="1" i="0"/>
            <a:t>Performance</a:t>
          </a:r>
          <a:endParaRPr lang="en-US" sz="1400" b="0" i="0"/>
        </a:p>
      </dgm:t>
    </dgm:pt>
    <dgm:pt modelId="{D155E65F-DE38-46CF-83FF-8398A231255B}" type="parTrans" cxnId="{DB9FF7FD-373D-4B8C-992C-4F0898C01D61}">
      <dgm:prSet/>
      <dgm:spPr/>
      <dgm:t>
        <a:bodyPr/>
        <a:lstStyle/>
        <a:p>
          <a:endParaRPr lang="en-US" sz="1800"/>
        </a:p>
      </dgm:t>
    </dgm:pt>
    <dgm:pt modelId="{D5B111D9-3518-475D-8572-F1DB388F5E21}" type="sibTrans" cxnId="{DB9FF7FD-373D-4B8C-992C-4F0898C01D61}">
      <dgm:prSet/>
      <dgm:spPr/>
      <dgm:t>
        <a:bodyPr/>
        <a:lstStyle/>
        <a:p>
          <a:endParaRPr lang="en-US" sz="1800"/>
        </a:p>
      </dgm:t>
    </dgm:pt>
    <dgm:pt modelId="{59870245-45DE-467D-9430-CDA4FF21B059}">
      <dgm:prSet custT="1"/>
      <dgm:spPr/>
      <dgm:t>
        <a:bodyPr/>
        <a:lstStyle/>
        <a:p>
          <a:pPr>
            <a:buFont typeface="+mj-lt"/>
            <a:buAutoNum type="arabicPeriod"/>
          </a:pPr>
          <a:r>
            <a:rPr lang="en-US" sz="1400" b="1" i="0"/>
            <a:t>Scalability</a:t>
          </a:r>
          <a:endParaRPr lang="en-US" sz="1400" b="0" i="0"/>
        </a:p>
      </dgm:t>
    </dgm:pt>
    <dgm:pt modelId="{95B0115F-4BE9-479D-A8B4-ECF95CDD8E97}" type="parTrans" cxnId="{2787FC0A-59F2-486F-BDD6-EB638EDEBFA9}">
      <dgm:prSet/>
      <dgm:spPr/>
      <dgm:t>
        <a:bodyPr/>
        <a:lstStyle/>
        <a:p>
          <a:endParaRPr lang="en-US" sz="1800"/>
        </a:p>
      </dgm:t>
    </dgm:pt>
    <dgm:pt modelId="{9BF90735-803F-4DAD-A070-AA9EA0AFDF82}" type="sibTrans" cxnId="{2787FC0A-59F2-486F-BDD6-EB638EDEBFA9}">
      <dgm:prSet/>
      <dgm:spPr/>
      <dgm:t>
        <a:bodyPr/>
        <a:lstStyle/>
        <a:p>
          <a:endParaRPr lang="en-US" sz="1800"/>
        </a:p>
      </dgm:t>
    </dgm:pt>
    <dgm:pt modelId="{1A27E9B6-E74E-4B84-8909-4B7A20495D05}">
      <dgm:prSet custT="1"/>
      <dgm:spPr/>
      <dgm:t>
        <a:bodyPr/>
        <a:lstStyle/>
        <a:p>
          <a:pPr rtl="0"/>
          <a:r>
            <a:rPr lang="en-US" sz="1200" b="0" i="0" dirty="0"/>
            <a:t>Many organization have a substantial number of computers in operations, which are located apart. Ex. A group of office workers can share a common printer, fax, modem, scanner, etc. </a:t>
          </a:r>
          <a:r>
            <a:rPr lang="en-US" sz="1200" b="0" i="0" dirty="0">
              <a:solidFill>
                <a:srgbClr val="010000"/>
              </a:solidFill>
              <a:latin typeface="Arial"/>
            </a:rPr>
            <a:t>.</a:t>
          </a:r>
        </a:p>
      </dgm:t>
    </dgm:pt>
    <dgm:pt modelId="{C1BA5EA9-3395-4B84-8475-B8CAC2CFF43C}" type="parTrans" cxnId="{8FA31714-773B-4D1C-BE7C-323051D6929E}">
      <dgm:prSet/>
      <dgm:spPr/>
      <dgm:t>
        <a:bodyPr/>
        <a:lstStyle/>
        <a:p>
          <a:endParaRPr lang="en-US" sz="1800"/>
        </a:p>
      </dgm:t>
    </dgm:pt>
    <dgm:pt modelId="{D340DBFD-28D1-470E-B4BE-8E303144E49D}" type="sibTrans" cxnId="{8FA31714-773B-4D1C-BE7C-323051D6929E}">
      <dgm:prSet/>
      <dgm:spPr/>
      <dgm:t>
        <a:bodyPr/>
        <a:lstStyle/>
        <a:p>
          <a:endParaRPr lang="en-US" sz="1800"/>
        </a:p>
      </dgm:t>
    </dgm:pt>
    <dgm:pt modelId="{505FE988-FF2A-4EC6-97FD-79F815CCFADB}">
      <dgm:prSet custT="1"/>
      <dgm:spPr/>
      <dgm:t>
        <a:bodyPr/>
        <a:lstStyle/>
        <a:p>
          <a:pPr>
            <a:buFont typeface="Arial" panose="020B0604020202020204" pitchFamily="34" charset="0"/>
            <a:buChar char="•"/>
          </a:pPr>
          <a:r>
            <a:rPr lang="en-US" sz="1200" b="0" i="0" dirty="0"/>
            <a:t>If there are alternate sources of supply, all files could be replicated on two or more machines. If one of them is not available, due to hardware failure, the other copies could be used.  </a:t>
          </a:r>
        </a:p>
      </dgm:t>
    </dgm:pt>
    <dgm:pt modelId="{0F85D89C-D380-461E-AF6F-36B0EBD6DE13}" type="parTrans" cxnId="{CDFE6BE0-5D88-4217-B03C-4B376ED2389E}">
      <dgm:prSet/>
      <dgm:spPr/>
      <dgm:t>
        <a:bodyPr/>
        <a:lstStyle/>
        <a:p>
          <a:endParaRPr lang="en-US" sz="1800"/>
        </a:p>
      </dgm:t>
    </dgm:pt>
    <dgm:pt modelId="{0324139A-D546-4C01-A82D-8A3E6433E463}" type="sibTrans" cxnId="{CDFE6BE0-5D88-4217-B03C-4B376ED2389E}">
      <dgm:prSet/>
      <dgm:spPr/>
      <dgm:t>
        <a:bodyPr/>
        <a:lstStyle/>
        <a:p>
          <a:endParaRPr lang="en-US" sz="1800"/>
        </a:p>
      </dgm:t>
    </dgm:pt>
    <dgm:pt modelId="{90BF6FBB-6756-420E-8B7D-A0B5E6263C46}">
      <dgm:prSet custT="1"/>
      <dgm:spPr/>
      <dgm:t>
        <a:bodyPr/>
        <a:lstStyle/>
        <a:p>
          <a:pPr>
            <a:buFont typeface="Arial" panose="020B0604020202020204" pitchFamily="34" charset="0"/>
            <a:buChar char="•"/>
          </a:pPr>
          <a:r>
            <a:rPr lang="en-US" sz="1200" b="0" i="0" dirty="0"/>
            <a:t>Network users, located geographically apart, may converse in an interactive session through the network. In order to permit this, the network must provide almost error-free communications. </a:t>
          </a:r>
        </a:p>
      </dgm:t>
    </dgm:pt>
    <dgm:pt modelId="{CFD0FA9B-D1D6-4CCD-80F8-762873A263D9}" type="parTrans" cxnId="{4BE68518-1713-4B1A-8A81-E6C75512F679}">
      <dgm:prSet/>
      <dgm:spPr/>
      <dgm:t>
        <a:bodyPr/>
        <a:lstStyle/>
        <a:p>
          <a:endParaRPr lang="en-US" sz="1800"/>
        </a:p>
      </dgm:t>
    </dgm:pt>
    <dgm:pt modelId="{765DB277-07AB-47AD-BE04-B79A99765D77}" type="sibTrans" cxnId="{4BE68518-1713-4B1A-8A81-E6C75512F679}">
      <dgm:prSet/>
      <dgm:spPr/>
      <dgm:t>
        <a:bodyPr/>
        <a:lstStyle/>
        <a:p>
          <a:endParaRPr lang="en-US" sz="1800"/>
        </a:p>
      </dgm:t>
    </dgm:pt>
    <dgm:pt modelId="{996AB83C-4146-475C-953D-0940C9490593}">
      <dgm:prSet custT="1"/>
      <dgm:spPr/>
      <dgm:t>
        <a:bodyPr/>
        <a:lstStyle/>
        <a:p>
          <a:pPr>
            <a:buFont typeface="Arial" panose="020B0604020202020204" pitchFamily="34" charset="0"/>
            <a:buChar char="•"/>
          </a:pPr>
          <a:r>
            <a:rPr lang="en-US" sz="1200" b="0" i="0" dirty="0"/>
            <a:t>Files can be accessed from any computer in the network. The project can be begun on one computer and finished on another. </a:t>
          </a:r>
        </a:p>
      </dgm:t>
    </dgm:pt>
    <dgm:pt modelId="{1BCBD7BC-E10B-4AD2-9497-387F754763D8}" type="parTrans" cxnId="{01E329BC-2B0F-4FB8-AD15-99768434F29A}">
      <dgm:prSet/>
      <dgm:spPr/>
      <dgm:t>
        <a:bodyPr/>
        <a:lstStyle/>
        <a:p>
          <a:endParaRPr lang="en-US" sz="1800"/>
        </a:p>
      </dgm:t>
    </dgm:pt>
    <dgm:pt modelId="{35C1F966-00A6-491D-AF28-AD565ACF360D}" type="sibTrans" cxnId="{01E329BC-2B0F-4FB8-AD15-99768434F29A}">
      <dgm:prSet/>
      <dgm:spPr/>
      <dgm:t>
        <a:bodyPr/>
        <a:lstStyle/>
        <a:p>
          <a:endParaRPr lang="en-US" sz="1800"/>
        </a:p>
      </dgm:t>
    </dgm:pt>
    <dgm:pt modelId="{ED2D460D-8257-48E7-B6CB-4D8DD2B88572}">
      <dgm:prSet custT="1"/>
      <dgm:spPr/>
      <dgm:t>
        <a:bodyPr/>
        <a:lstStyle/>
        <a:p>
          <a:pPr>
            <a:buFont typeface="Arial" panose="020B0604020202020204" pitchFamily="34" charset="0"/>
            <a:buChar char="•"/>
          </a:pPr>
          <a:r>
            <a:rPr lang="en-US" sz="1200" b="0" i="0"/>
            <a:t>Computer networks must be secure to protect against unauthorized access, data breaches, and other security threats. This includes implementing measures such as firewalls, antivirus software, and encryption to ensure the confidentiality, integrity, and availability of data.</a:t>
          </a:r>
        </a:p>
      </dgm:t>
    </dgm:pt>
    <dgm:pt modelId="{B9D0F91E-D45E-4CE2-916A-317AEBD88A95}" type="parTrans" cxnId="{4E7C66D9-A402-4672-807B-7C36F0F48CF7}">
      <dgm:prSet/>
      <dgm:spPr/>
      <dgm:t>
        <a:bodyPr/>
        <a:lstStyle/>
        <a:p>
          <a:endParaRPr lang="en-US" sz="1800"/>
        </a:p>
      </dgm:t>
    </dgm:pt>
    <dgm:pt modelId="{E7D99116-585A-4E0F-ACD7-2BCEFEB703E9}" type="sibTrans" cxnId="{4E7C66D9-A402-4672-807B-7C36F0F48CF7}">
      <dgm:prSet/>
      <dgm:spPr/>
      <dgm:t>
        <a:bodyPr/>
        <a:lstStyle/>
        <a:p>
          <a:endParaRPr lang="en-US" sz="1800"/>
        </a:p>
      </dgm:t>
    </dgm:pt>
    <dgm:pt modelId="{BF608EB8-3E3E-45FC-ACD8-6E5CDD9CFDCF}">
      <dgm:prSet custT="1"/>
      <dgm:spPr/>
      <dgm:t>
        <a:bodyPr/>
        <a:lstStyle/>
        <a:p>
          <a:pPr>
            <a:buFont typeface="Arial" panose="020B0604020202020204" pitchFamily="34" charset="0"/>
            <a:buChar char="•"/>
          </a:pPr>
          <a:r>
            <a:rPr lang="en-US" sz="1200" b="0" i="0"/>
            <a:t>Computer networks must provide high performance and low latency to ensure that applications and services are responsive and available when needed. This requires optimizing network infrastructure, bandwidth utilization, and traffic management.</a:t>
          </a:r>
        </a:p>
      </dgm:t>
    </dgm:pt>
    <dgm:pt modelId="{1F7D7722-2E2C-4EF2-9E6C-8D819CBBF1E1}" type="parTrans" cxnId="{6EF6988B-3BCB-43B9-81EC-E9490A38707F}">
      <dgm:prSet/>
      <dgm:spPr/>
      <dgm:t>
        <a:bodyPr/>
        <a:lstStyle/>
        <a:p>
          <a:endParaRPr lang="en-US" sz="1800"/>
        </a:p>
      </dgm:t>
    </dgm:pt>
    <dgm:pt modelId="{DF442327-2432-4BB9-A092-77B566D33BFD}" type="sibTrans" cxnId="{6EF6988B-3BCB-43B9-81EC-E9490A38707F}">
      <dgm:prSet/>
      <dgm:spPr/>
      <dgm:t>
        <a:bodyPr/>
        <a:lstStyle/>
        <a:p>
          <a:endParaRPr lang="en-US" sz="1800"/>
        </a:p>
      </dgm:t>
    </dgm:pt>
    <dgm:pt modelId="{89CEBDAC-7CDE-45CC-93A0-D1B99911DBB2}">
      <dgm:prSet custT="1"/>
      <dgm:spPr/>
      <dgm:t>
        <a:bodyPr/>
        <a:lstStyle/>
        <a:p>
          <a:pPr>
            <a:buFont typeface="Arial" panose="020B0604020202020204" pitchFamily="34" charset="0"/>
            <a:buChar char="•"/>
          </a:pPr>
          <a:r>
            <a:rPr lang="en-US" sz="1200" b="0" i="0"/>
            <a:t>Computer networks must be designed to scale up or down as needed to accommodate changes in the number of users, devices, and data traffic. </a:t>
          </a:r>
        </a:p>
      </dgm:t>
    </dgm:pt>
    <dgm:pt modelId="{5872119B-8DE5-40C5-A75C-E857CD2C6A8E}" type="parTrans" cxnId="{1F6ADB33-FDC6-4BAD-BC9F-88F822F64C83}">
      <dgm:prSet/>
      <dgm:spPr/>
      <dgm:t>
        <a:bodyPr/>
        <a:lstStyle/>
        <a:p>
          <a:endParaRPr lang="en-US" sz="1800"/>
        </a:p>
      </dgm:t>
    </dgm:pt>
    <dgm:pt modelId="{401E4D57-4233-4419-A2FC-D258EA2D44E3}" type="sibTrans" cxnId="{1F6ADB33-FDC6-4BAD-BC9F-88F822F64C83}">
      <dgm:prSet/>
      <dgm:spPr/>
      <dgm:t>
        <a:bodyPr/>
        <a:lstStyle/>
        <a:p>
          <a:endParaRPr lang="en-US" sz="1800"/>
        </a:p>
      </dgm:t>
    </dgm:pt>
    <dgm:pt modelId="{D8DF0C1F-07B4-4667-8D9D-39D5C122FA35}" type="pres">
      <dgm:prSet presAssocID="{F43A7279-30FF-4365-B6CC-FC1B601F93E8}" presName="Name0" presStyleCnt="0">
        <dgm:presLayoutVars>
          <dgm:dir/>
          <dgm:animLvl val="lvl"/>
          <dgm:resizeHandles val="exact"/>
        </dgm:presLayoutVars>
      </dgm:prSet>
      <dgm:spPr/>
    </dgm:pt>
    <dgm:pt modelId="{6CF66B77-092B-4F22-8B9F-01CCBD372DC6}" type="pres">
      <dgm:prSet presAssocID="{5AA7B405-3B6D-4420-984C-3666DEA74B60}" presName="linNode" presStyleCnt="0"/>
      <dgm:spPr/>
    </dgm:pt>
    <dgm:pt modelId="{BE9D43EA-8AEE-4832-B045-25C395999997}" type="pres">
      <dgm:prSet presAssocID="{5AA7B405-3B6D-4420-984C-3666DEA74B60}" presName="parentText" presStyleLbl="node1" presStyleIdx="0" presStyleCnt="7" custScaleX="65890" custLinFactNeighborX="-9773">
        <dgm:presLayoutVars>
          <dgm:chMax val="1"/>
          <dgm:bulletEnabled val="1"/>
        </dgm:presLayoutVars>
      </dgm:prSet>
      <dgm:spPr/>
    </dgm:pt>
    <dgm:pt modelId="{6B101EFD-D1E4-45CE-BA5D-F13F74BFE880}" type="pres">
      <dgm:prSet presAssocID="{5AA7B405-3B6D-4420-984C-3666DEA74B60}" presName="descendantText" presStyleLbl="alignAccFollowNode1" presStyleIdx="0" presStyleCnt="7" custScaleX="117027" custScaleY="125338">
        <dgm:presLayoutVars>
          <dgm:bulletEnabled val="1"/>
        </dgm:presLayoutVars>
      </dgm:prSet>
      <dgm:spPr/>
    </dgm:pt>
    <dgm:pt modelId="{578FD6BD-8D1D-4542-96AC-EEDD4E257530}" type="pres">
      <dgm:prSet presAssocID="{16349E6B-69AA-4C14-9C88-3CEF1E9664EC}" presName="sp" presStyleCnt="0"/>
      <dgm:spPr/>
    </dgm:pt>
    <dgm:pt modelId="{6AE49EA8-341D-48AB-9E4C-EED3F57CB649}" type="pres">
      <dgm:prSet presAssocID="{30600339-450E-4695-B120-39AE14205C4D}" presName="linNode" presStyleCnt="0"/>
      <dgm:spPr/>
    </dgm:pt>
    <dgm:pt modelId="{AFDE374C-0FAC-4D59-A8E5-9021588474ED}" type="pres">
      <dgm:prSet presAssocID="{30600339-450E-4695-B120-39AE14205C4D}" presName="parentText" presStyleLbl="node1" presStyleIdx="1" presStyleCnt="7" custScaleX="65890" custLinFactNeighborX="-9773">
        <dgm:presLayoutVars>
          <dgm:chMax val="1"/>
          <dgm:bulletEnabled val="1"/>
        </dgm:presLayoutVars>
      </dgm:prSet>
      <dgm:spPr/>
    </dgm:pt>
    <dgm:pt modelId="{671DC057-CA97-4B8A-9877-F3088B83D95B}" type="pres">
      <dgm:prSet presAssocID="{30600339-450E-4695-B120-39AE14205C4D}" presName="descendantText" presStyleLbl="alignAccFollowNode1" presStyleIdx="1" presStyleCnt="7" custScaleX="117027" custScaleY="105022">
        <dgm:presLayoutVars>
          <dgm:bulletEnabled val="1"/>
        </dgm:presLayoutVars>
      </dgm:prSet>
      <dgm:spPr/>
    </dgm:pt>
    <dgm:pt modelId="{ADA43566-C1E2-4ED4-8FF1-D1F73360D65C}" type="pres">
      <dgm:prSet presAssocID="{BD582AE6-B44B-46FD-8A1E-538EE51FFAC9}" presName="sp" presStyleCnt="0"/>
      <dgm:spPr/>
    </dgm:pt>
    <dgm:pt modelId="{A832D208-B769-446C-808E-993C855119FF}" type="pres">
      <dgm:prSet presAssocID="{420E9A57-BE2C-4B9D-AACF-5538C2FE32C5}" presName="linNode" presStyleCnt="0"/>
      <dgm:spPr/>
    </dgm:pt>
    <dgm:pt modelId="{B7090D6A-74D1-4D2A-BA0F-7A63DF5338ED}" type="pres">
      <dgm:prSet presAssocID="{420E9A57-BE2C-4B9D-AACF-5538C2FE32C5}" presName="parentText" presStyleLbl="node1" presStyleIdx="2" presStyleCnt="7" custScaleX="65890" custLinFactNeighborX="-9773">
        <dgm:presLayoutVars>
          <dgm:chMax val="1"/>
          <dgm:bulletEnabled val="1"/>
        </dgm:presLayoutVars>
      </dgm:prSet>
      <dgm:spPr/>
    </dgm:pt>
    <dgm:pt modelId="{B70637A5-1A72-4B29-983E-C8CC12329A7B}" type="pres">
      <dgm:prSet presAssocID="{420E9A57-BE2C-4B9D-AACF-5538C2FE32C5}" presName="descendantText" presStyleLbl="alignAccFollowNode1" presStyleIdx="2" presStyleCnt="7" custScaleX="117027" custScaleY="123503">
        <dgm:presLayoutVars>
          <dgm:bulletEnabled val="1"/>
        </dgm:presLayoutVars>
      </dgm:prSet>
      <dgm:spPr/>
    </dgm:pt>
    <dgm:pt modelId="{8C405E06-F258-4FD6-9EB8-C4330DDEF202}" type="pres">
      <dgm:prSet presAssocID="{94EC9C80-1081-4F78-A3E4-A1311DAC6453}" presName="sp" presStyleCnt="0"/>
      <dgm:spPr/>
    </dgm:pt>
    <dgm:pt modelId="{EE2A5E5A-0DF6-4C90-8174-D10A0DCFB64C}" type="pres">
      <dgm:prSet presAssocID="{42C0CF3E-2556-4543-973F-943A824C30AB}" presName="linNode" presStyleCnt="0"/>
      <dgm:spPr/>
    </dgm:pt>
    <dgm:pt modelId="{74B5240E-FD48-4FA8-8463-8CDDAA849F01}" type="pres">
      <dgm:prSet presAssocID="{42C0CF3E-2556-4543-973F-943A824C30AB}" presName="parentText" presStyleLbl="node1" presStyleIdx="3" presStyleCnt="7" custScaleX="65890" custLinFactNeighborX="-9773">
        <dgm:presLayoutVars>
          <dgm:chMax val="1"/>
          <dgm:bulletEnabled val="1"/>
        </dgm:presLayoutVars>
      </dgm:prSet>
      <dgm:spPr/>
    </dgm:pt>
    <dgm:pt modelId="{5359924F-7790-4D5B-AAEC-A441228C6C75}" type="pres">
      <dgm:prSet presAssocID="{42C0CF3E-2556-4543-973F-943A824C30AB}" presName="descendantText" presStyleLbl="alignAccFollowNode1" presStyleIdx="3" presStyleCnt="7" custScaleX="117027">
        <dgm:presLayoutVars>
          <dgm:bulletEnabled val="1"/>
        </dgm:presLayoutVars>
      </dgm:prSet>
      <dgm:spPr/>
    </dgm:pt>
    <dgm:pt modelId="{04F6274E-B486-4AF4-82F4-C813783C907F}" type="pres">
      <dgm:prSet presAssocID="{597010CB-24D3-4798-8EFE-A3F184E0A13B}" presName="sp" presStyleCnt="0"/>
      <dgm:spPr/>
    </dgm:pt>
    <dgm:pt modelId="{EC8F6D4F-5CF8-4A9E-9840-D4AF93141CFF}" type="pres">
      <dgm:prSet presAssocID="{FA629D13-2A3F-40D7-BBFE-B07446C5AFB2}" presName="linNode" presStyleCnt="0"/>
      <dgm:spPr/>
    </dgm:pt>
    <dgm:pt modelId="{AFEF7054-6C4C-4409-9B5E-88C94D3CADA1}" type="pres">
      <dgm:prSet presAssocID="{FA629D13-2A3F-40D7-BBFE-B07446C5AFB2}" presName="parentText" presStyleLbl="node1" presStyleIdx="4" presStyleCnt="7" custScaleX="65890" custLinFactNeighborX="-9773">
        <dgm:presLayoutVars>
          <dgm:chMax val="1"/>
          <dgm:bulletEnabled val="1"/>
        </dgm:presLayoutVars>
      </dgm:prSet>
      <dgm:spPr/>
    </dgm:pt>
    <dgm:pt modelId="{C7E2B488-013F-4D69-8C96-C625F2576E09}" type="pres">
      <dgm:prSet presAssocID="{FA629D13-2A3F-40D7-BBFE-B07446C5AFB2}" presName="descendantText" presStyleLbl="alignAccFollowNode1" presStyleIdx="4" presStyleCnt="7" custScaleX="117027" custScaleY="135409">
        <dgm:presLayoutVars>
          <dgm:bulletEnabled val="1"/>
        </dgm:presLayoutVars>
      </dgm:prSet>
      <dgm:spPr/>
    </dgm:pt>
    <dgm:pt modelId="{28D03493-FAA4-4990-8E43-91CEFC16CD50}" type="pres">
      <dgm:prSet presAssocID="{C7ABFC1F-BE31-4D11-81FB-7900EBC9DB21}" presName="sp" presStyleCnt="0"/>
      <dgm:spPr/>
    </dgm:pt>
    <dgm:pt modelId="{402F2EE9-1BFB-4545-B59D-A2C3CA278CE6}" type="pres">
      <dgm:prSet presAssocID="{2941FC20-31B2-4D3F-B87B-EFC0D73B4377}" presName="linNode" presStyleCnt="0"/>
      <dgm:spPr/>
    </dgm:pt>
    <dgm:pt modelId="{55D50086-9B52-4C57-95B2-D9AF5D4C827D}" type="pres">
      <dgm:prSet presAssocID="{2941FC20-31B2-4D3F-B87B-EFC0D73B4377}" presName="parentText" presStyleLbl="node1" presStyleIdx="5" presStyleCnt="7" custScaleX="65890" custLinFactNeighborX="-9773">
        <dgm:presLayoutVars>
          <dgm:chMax val="1"/>
          <dgm:bulletEnabled val="1"/>
        </dgm:presLayoutVars>
      </dgm:prSet>
      <dgm:spPr/>
    </dgm:pt>
    <dgm:pt modelId="{63E9F134-CD7B-46B2-B242-34C5188DB8E6}" type="pres">
      <dgm:prSet presAssocID="{2941FC20-31B2-4D3F-B87B-EFC0D73B4377}" presName="descendantText" presStyleLbl="alignAccFollowNode1" presStyleIdx="5" presStyleCnt="7" custScaleX="117027">
        <dgm:presLayoutVars>
          <dgm:bulletEnabled val="1"/>
        </dgm:presLayoutVars>
      </dgm:prSet>
      <dgm:spPr/>
    </dgm:pt>
    <dgm:pt modelId="{2B8679F4-B7C6-4602-9D59-CB76E9BFEF8C}" type="pres">
      <dgm:prSet presAssocID="{D5B111D9-3518-475D-8572-F1DB388F5E21}" presName="sp" presStyleCnt="0"/>
      <dgm:spPr/>
    </dgm:pt>
    <dgm:pt modelId="{8E4102E7-0B32-4B68-A3C8-713D38EF035B}" type="pres">
      <dgm:prSet presAssocID="{59870245-45DE-467D-9430-CDA4FF21B059}" presName="linNode" presStyleCnt="0"/>
      <dgm:spPr/>
    </dgm:pt>
    <dgm:pt modelId="{21F0CEFE-6853-4599-9531-986D01FD4A58}" type="pres">
      <dgm:prSet presAssocID="{59870245-45DE-467D-9430-CDA4FF21B059}" presName="parentText" presStyleLbl="node1" presStyleIdx="6" presStyleCnt="7" custScaleX="65890" custLinFactNeighborX="-9773">
        <dgm:presLayoutVars>
          <dgm:chMax val="1"/>
          <dgm:bulletEnabled val="1"/>
        </dgm:presLayoutVars>
      </dgm:prSet>
      <dgm:spPr/>
    </dgm:pt>
    <dgm:pt modelId="{CB35CAE3-C9DB-4599-A4C0-A4310232FCAD}" type="pres">
      <dgm:prSet presAssocID="{59870245-45DE-467D-9430-CDA4FF21B059}" presName="descendantText" presStyleLbl="alignAccFollowNode1" presStyleIdx="6" presStyleCnt="7" custScaleX="117027">
        <dgm:presLayoutVars>
          <dgm:bulletEnabled val="1"/>
        </dgm:presLayoutVars>
      </dgm:prSet>
      <dgm:spPr/>
    </dgm:pt>
  </dgm:ptLst>
  <dgm:cxnLst>
    <dgm:cxn modelId="{2787FC0A-59F2-486F-BDD6-EB638EDEBFA9}" srcId="{F43A7279-30FF-4365-B6CC-FC1B601F93E8}" destId="{59870245-45DE-467D-9430-CDA4FF21B059}" srcOrd="6" destOrd="0" parTransId="{95B0115F-4BE9-479D-A8B4-ECF95CDD8E97}" sibTransId="{9BF90735-803F-4DAD-A070-AA9EA0AFDF82}"/>
    <dgm:cxn modelId="{7FE76A0C-085E-41EF-87EE-FE321401C4A6}" type="presOf" srcId="{F43A7279-30FF-4365-B6CC-FC1B601F93E8}" destId="{D8DF0C1F-07B4-4667-8D9D-39D5C122FA35}" srcOrd="0" destOrd="0" presId="urn:microsoft.com/office/officeart/2005/8/layout/vList5"/>
    <dgm:cxn modelId="{8FA31714-773B-4D1C-BE7C-323051D6929E}" srcId="{5AA7B405-3B6D-4420-984C-3666DEA74B60}" destId="{1A27E9B6-E74E-4B84-8909-4B7A20495D05}" srcOrd="0" destOrd="0" parTransId="{C1BA5EA9-3395-4B84-8475-B8CAC2CFF43C}" sibTransId="{D340DBFD-28D1-470E-B4BE-8E303144E49D}"/>
    <dgm:cxn modelId="{4BE68518-1713-4B1A-8A81-E6C75512F679}" srcId="{420E9A57-BE2C-4B9D-AACF-5538C2FE32C5}" destId="{90BF6FBB-6756-420E-8B7D-A0B5E6263C46}" srcOrd="0" destOrd="0" parTransId="{CFD0FA9B-D1D6-4CCD-80F8-762873A263D9}" sibTransId="{765DB277-07AB-47AD-BE04-B79A99765D77}"/>
    <dgm:cxn modelId="{13034019-141D-4126-9C62-A2742494F313}" srcId="{F43A7279-30FF-4365-B6CC-FC1B601F93E8}" destId="{FA629D13-2A3F-40D7-BBFE-B07446C5AFB2}" srcOrd="4" destOrd="0" parTransId="{4B560604-E888-4D86-9B19-BDC5827505E4}" sibTransId="{C7ABFC1F-BE31-4D11-81FB-7900EBC9DB21}"/>
    <dgm:cxn modelId="{519E7E22-C9D4-4D0C-9EE4-072BC04B552F}" type="presOf" srcId="{ED2D460D-8257-48E7-B6CB-4D8DD2B88572}" destId="{C7E2B488-013F-4D69-8C96-C625F2576E09}" srcOrd="0" destOrd="0" presId="urn:microsoft.com/office/officeart/2005/8/layout/vList5"/>
    <dgm:cxn modelId="{1F6ADB33-FDC6-4BAD-BC9F-88F822F64C83}" srcId="{59870245-45DE-467D-9430-CDA4FF21B059}" destId="{89CEBDAC-7CDE-45CC-93A0-D1B99911DBB2}" srcOrd="0" destOrd="0" parTransId="{5872119B-8DE5-40C5-A75C-E857CD2C6A8E}" sibTransId="{401E4D57-4233-4419-A2FC-D258EA2D44E3}"/>
    <dgm:cxn modelId="{8E008E67-4EED-44C5-9EFE-041BED2C5864}" type="presOf" srcId="{BF608EB8-3E3E-45FC-ACD8-6E5CDD9CFDCF}" destId="{63E9F134-CD7B-46B2-B242-34C5188DB8E6}" srcOrd="0" destOrd="0" presId="urn:microsoft.com/office/officeart/2005/8/layout/vList5"/>
    <dgm:cxn modelId="{1EE00D4D-BE78-4F94-84E0-FD72F147C927}" type="presOf" srcId="{42C0CF3E-2556-4543-973F-943A824C30AB}" destId="{74B5240E-FD48-4FA8-8463-8CDDAA849F01}" srcOrd="0" destOrd="0" presId="urn:microsoft.com/office/officeart/2005/8/layout/vList5"/>
    <dgm:cxn modelId="{766CE76E-FA84-4232-AF21-A87FB2DD186F}" type="presOf" srcId="{2941FC20-31B2-4D3F-B87B-EFC0D73B4377}" destId="{55D50086-9B52-4C57-95B2-D9AF5D4C827D}" srcOrd="0" destOrd="0" presId="urn:microsoft.com/office/officeart/2005/8/layout/vList5"/>
    <dgm:cxn modelId="{BB911675-7D92-4765-B212-6EA2888214D6}" type="presOf" srcId="{FA629D13-2A3F-40D7-BBFE-B07446C5AFB2}" destId="{AFEF7054-6C4C-4409-9B5E-88C94D3CADA1}" srcOrd="0" destOrd="0" presId="urn:microsoft.com/office/officeart/2005/8/layout/vList5"/>
    <dgm:cxn modelId="{5249CB84-F4F1-4841-B8F7-EEFF1AAB0CED}" type="presOf" srcId="{90BF6FBB-6756-420E-8B7D-A0B5E6263C46}" destId="{B70637A5-1A72-4B29-983E-C8CC12329A7B}" srcOrd="0" destOrd="0" presId="urn:microsoft.com/office/officeart/2005/8/layout/vList5"/>
    <dgm:cxn modelId="{B9655C85-9B76-4C10-902B-A52739D78BEF}" type="presOf" srcId="{996AB83C-4146-475C-953D-0940C9490593}" destId="{5359924F-7790-4D5B-AAEC-A441228C6C75}" srcOrd="0" destOrd="0" presId="urn:microsoft.com/office/officeart/2005/8/layout/vList5"/>
    <dgm:cxn modelId="{7B4F0489-71F1-4BD3-98D6-7D848E2881A1}" srcId="{F43A7279-30FF-4365-B6CC-FC1B601F93E8}" destId="{420E9A57-BE2C-4B9D-AACF-5538C2FE32C5}" srcOrd="2" destOrd="0" parTransId="{C3900D13-849A-4D61-ABB8-21E1C170F0B5}" sibTransId="{94EC9C80-1081-4F78-A3E4-A1311DAC6453}"/>
    <dgm:cxn modelId="{087AEE8A-8594-47CC-9FF5-9634B1546059}" type="presOf" srcId="{1A27E9B6-E74E-4B84-8909-4B7A20495D05}" destId="{6B101EFD-D1E4-45CE-BA5D-F13F74BFE880}" srcOrd="0" destOrd="0" presId="urn:microsoft.com/office/officeart/2005/8/layout/vList5"/>
    <dgm:cxn modelId="{6EF6988B-3BCB-43B9-81EC-E9490A38707F}" srcId="{2941FC20-31B2-4D3F-B87B-EFC0D73B4377}" destId="{BF608EB8-3E3E-45FC-ACD8-6E5CDD9CFDCF}" srcOrd="0" destOrd="0" parTransId="{1F7D7722-2E2C-4EF2-9E6C-8D819CBBF1E1}" sibTransId="{DF442327-2432-4BB9-A092-77B566D33BFD}"/>
    <dgm:cxn modelId="{D3B0D78C-FA80-423C-BB81-36D6C406DF2F}" type="presOf" srcId="{30600339-450E-4695-B120-39AE14205C4D}" destId="{AFDE374C-0FAC-4D59-A8E5-9021588474ED}" srcOrd="0" destOrd="0" presId="urn:microsoft.com/office/officeart/2005/8/layout/vList5"/>
    <dgm:cxn modelId="{C8778E8E-1364-4BF5-8348-14FB0D6DCE3D}" type="presOf" srcId="{89CEBDAC-7CDE-45CC-93A0-D1B99911DBB2}" destId="{CB35CAE3-C9DB-4599-A4C0-A4310232FCAD}" srcOrd="0" destOrd="0" presId="urn:microsoft.com/office/officeart/2005/8/layout/vList5"/>
    <dgm:cxn modelId="{B76E3694-72D0-4AB1-A70C-0F1724BE9B23}" type="presOf" srcId="{5AA7B405-3B6D-4420-984C-3666DEA74B60}" destId="{BE9D43EA-8AEE-4832-B045-25C395999997}" srcOrd="0" destOrd="0" presId="urn:microsoft.com/office/officeart/2005/8/layout/vList5"/>
    <dgm:cxn modelId="{8874C0B2-BDF8-4E16-BB58-3FCF177F9624}" srcId="{F43A7279-30FF-4365-B6CC-FC1B601F93E8}" destId="{42C0CF3E-2556-4543-973F-943A824C30AB}" srcOrd="3" destOrd="0" parTransId="{483B7DAB-4A03-4A7C-8C7F-6EE23DA2B68F}" sibTransId="{597010CB-24D3-4798-8EFE-A3F184E0A13B}"/>
    <dgm:cxn modelId="{01E329BC-2B0F-4FB8-AD15-99768434F29A}" srcId="{42C0CF3E-2556-4543-973F-943A824C30AB}" destId="{996AB83C-4146-475C-953D-0940C9490593}" srcOrd="0" destOrd="0" parTransId="{1BCBD7BC-E10B-4AD2-9497-387F754763D8}" sibTransId="{35C1F966-00A6-491D-AF28-AD565ACF360D}"/>
    <dgm:cxn modelId="{BD5ACDC3-9BAD-4523-90A9-D8D1F5016628}" type="presOf" srcId="{59870245-45DE-467D-9430-CDA4FF21B059}" destId="{21F0CEFE-6853-4599-9531-986D01FD4A58}" srcOrd="0" destOrd="0" presId="urn:microsoft.com/office/officeart/2005/8/layout/vList5"/>
    <dgm:cxn modelId="{2A2486D1-DD26-423C-B72C-BFE97542C345}" type="presOf" srcId="{505FE988-FF2A-4EC6-97FD-79F815CCFADB}" destId="{671DC057-CA97-4B8A-9877-F3088B83D95B}" srcOrd="0" destOrd="0" presId="urn:microsoft.com/office/officeart/2005/8/layout/vList5"/>
    <dgm:cxn modelId="{4E7C66D9-A402-4672-807B-7C36F0F48CF7}" srcId="{FA629D13-2A3F-40D7-BBFE-B07446C5AFB2}" destId="{ED2D460D-8257-48E7-B6CB-4D8DD2B88572}" srcOrd="0" destOrd="0" parTransId="{B9D0F91E-D45E-4CE2-916A-317AEBD88A95}" sibTransId="{E7D99116-585A-4E0F-ACD7-2BCEFEB703E9}"/>
    <dgm:cxn modelId="{CDFE6BE0-5D88-4217-B03C-4B376ED2389E}" srcId="{30600339-450E-4695-B120-39AE14205C4D}" destId="{505FE988-FF2A-4EC6-97FD-79F815CCFADB}" srcOrd="0" destOrd="0" parTransId="{0F85D89C-D380-461E-AF6F-36B0EBD6DE13}" sibTransId="{0324139A-D546-4C01-A82D-8A3E6433E463}"/>
    <dgm:cxn modelId="{725173E5-A016-4AC5-8905-E30D2C7FAF2E}" type="presOf" srcId="{420E9A57-BE2C-4B9D-AACF-5538C2FE32C5}" destId="{B7090D6A-74D1-4D2A-BA0F-7A63DF5338ED}" srcOrd="0" destOrd="0" presId="urn:microsoft.com/office/officeart/2005/8/layout/vList5"/>
    <dgm:cxn modelId="{AB75ADF3-3079-47A5-8C70-EC09590CD658}" srcId="{F43A7279-30FF-4365-B6CC-FC1B601F93E8}" destId="{30600339-450E-4695-B120-39AE14205C4D}" srcOrd="1" destOrd="0" parTransId="{1EBAA46A-D402-48B6-9300-2DEBFC1DB969}" sibTransId="{BD582AE6-B44B-46FD-8A1E-538EE51FFAC9}"/>
    <dgm:cxn modelId="{30EB3AF8-47E6-4BA5-B75B-FEF73855A698}" srcId="{F43A7279-30FF-4365-B6CC-FC1B601F93E8}" destId="{5AA7B405-3B6D-4420-984C-3666DEA74B60}" srcOrd="0" destOrd="0" parTransId="{142BB6F8-8F8F-441C-A585-4346383AE35A}" sibTransId="{16349E6B-69AA-4C14-9C88-3CEF1E9664EC}"/>
    <dgm:cxn modelId="{DB9FF7FD-373D-4B8C-992C-4F0898C01D61}" srcId="{F43A7279-30FF-4365-B6CC-FC1B601F93E8}" destId="{2941FC20-31B2-4D3F-B87B-EFC0D73B4377}" srcOrd="5" destOrd="0" parTransId="{D155E65F-DE38-46CF-83FF-8398A231255B}" sibTransId="{D5B111D9-3518-475D-8572-F1DB388F5E21}"/>
    <dgm:cxn modelId="{82345A0F-0E6D-47D0-8CA3-AE647B23F1ED}" type="presParOf" srcId="{D8DF0C1F-07B4-4667-8D9D-39D5C122FA35}" destId="{6CF66B77-092B-4F22-8B9F-01CCBD372DC6}" srcOrd="0" destOrd="0" presId="urn:microsoft.com/office/officeart/2005/8/layout/vList5"/>
    <dgm:cxn modelId="{36780568-E4D3-4365-B8E7-4ECA72EC251A}" type="presParOf" srcId="{6CF66B77-092B-4F22-8B9F-01CCBD372DC6}" destId="{BE9D43EA-8AEE-4832-B045-25C395999997}" srcOrd="0" destOrd="0" presId="urn:microsoft.com/office/officeart/2005/8/layout/vList5"/>
    <dgm:cxn modelId="{0408E739-C7A3-4E19-9146-2AD885AA8411}" type="presParOf" srcId="{6CF66B77-092B-4F22-8B9F-01CCBD372DC6}" destId="{6B101EFD-D1E4-45CE-BA5D-F13F74BFE880}" srcOrd="1" destOrd="0" presId="urn:microsoft.com/office/officeart/2005/8/layout/vList5"/>
    <dgm:cxn modelId="{6BEC4145-B857-493E-A0F4-C80992771145}" type="presParOf" srcId="{D8DF0C1F-07B4-4667-8D9D-39D5C122FA35}" destId="{578FD6BD-8D1D-4542-96AC-EEDD4E257530}" srcOrd="1" destOrd="0" presId="urn:microsoft.com/office/officeart/2005/8/layout/vList5"/>
    <dgm:cxn modelId="{92F5F0CC-F7A0-4FA3-A910-136AF3E67A98}" type="presParOf" srcId="{D8DF0C1F-07B4-4667-8D9D-39D5C122FA35}" destId="{6AE49EA8-341D-48AB-9E4C-EED3F57CB649}" srcOrd="2" destOrd="0" presId="urn:microsoft.com/office/officeart/2005/8/layout/vList5"/>
    <dgm:cxn modelId="{EA2A068D-06B1-4430-B55B-2767266FEF3C}" type="presParOf" srcId="{6AE49EA8-341D-48AB-9E4C-EED3F57CB649}" destId="{AFDE374C-0FAC-4D59-A8E5-9021588474ED}" srcOrd="0" destOrd="0" presId="urn:microsoft.com/office/officeart/2005/8/layout/vList5"/>
    <dgm:cxn modelId="{1D3A55FE-F222-435C-BD79-D1B391C00C81}" type="presParOf" srcId="{6AE49EA8-341D-48AB-9E4C-EED3F57CB649}" destId="{671DC057-CA97-4B8A-9877-F3088B83D95B}" srcOrd="1" destOrd="0" presId="urn:microsoft.com/office/officeart/2005/8/layout/vList5"/>
    <dgm:cxn modelId="{0D67DF43-1A27-4DF0-B4F8-DC1F3421855C}" type="presParOf" srcId="{D8DF0C1F-07B4-4667-8D9D-39D5C122FA35}" destId="{ADA43566-C1E2-4ED4-8FF1-D1F73360D65C}" srcOrd="3" destOrd="0" presId="urn:microsoft.com/office/officeart/2005/8/layout/vList5"/>
    <dgm:cxn modelId="{0A664354-EEBC-4A89-B02D-993E4DE7031C}" type="presParOf" srcId="{D8DF0C1F-07B4-4667-8D9D-39D5C122FA35}" destId="{A832D208-B769-446C-808E-993C855119FF}" srcOrd="4" destOrd="0" presId="urn:microsoft.com/office/officeart/2005/8/layout/vList5"/>
    <dgm:cxn modelId="{39C64730-594D-4B33-B4CD-10A6AB17AC6B}" type="presParOf" srcId="{A832D208-B769-446C-808E-993C855119FF}" destId="{B7090D6A-74D1-4D2A-BA0F-7A63DF5338ED}" srcOrd="0" destOrd="0" presId="urn:microsoft.com/office/officeart/2005/8/layout/vList5"/>
    <dgm:cxn modelId="{24E5B381-4B1A-4666-AEB2-0B942BB67D8B}" type="presParOf" srcId="{A832D208-B769-446C-808E-993C855119FF}" destId="{B70637A5-1A72-4B29-983E-C8CC12329A7B}" srcOrd="1" destOrd="0" presId="urn:microsoft.com/office/officeart/2005/8/layout/vList5"/>
    <dgm:cxn modelId="{100D6D7D-8D90-442E-898F-C49233467927}" type="presParOf" srcId="{D8DF0C1F-07B4-4667-8D9D-39D5C122FA35}" destId="{8C405E06-F258-4FD6-9EB8-C4330DDEF202}" srcOrd="5" destOrd="0" presId="urn:microsoft.com/office/officeart/2005/8/layout/vList5"/>
    <dgm:cxn modelId="{520602AD-9AFC-4FA0-A56C-D2D4F16D12E7}" type="presParOf" srcId="{D8DF0C1F-07B4-4667-8D9D-39D5C122FA35}" destId="{EE2A5E5A-0DF6-4C90-8174-D10A0DCFB64C}" srcOrd="6" destOrd="0" presId="urn:microsoft.com/office/officeart/2005/8/layout/vList5"/>
    <dgm:cxn modelId="{03D5108C-2DC8-4672-83B6-1EDAF6A25BFD}" type="presParOf" srcId="{EE2A5E5A-0DF6-4C90-8174-D10A0DCFB64C}" destId="{74B5240E-FD48-4FA8-8463-8CDDAA849F01}" srcOrd="0" destOrd="0" presId="urn:microsoft.com/office/officeart/2005/8/layout/vList5"/>
    <dgm:cxn modelId="{FC440790-6526-489D-B614-53297226236F}" type="presParOf" srcId="{EE2A5E5A-0DF6-4C90-8174-D10A0DCFB64C}" destId="{5359924F-7790-4D5B-AAEC-A441228C6C75}" srcOrd="1" destOrd="0" presId="urn:microsoft.com/office/officeart/2005/8/layout/vList5"/>
    <dgm:cxn modelId="{EDD10809-B450-4840-9B23-1EC3C71C3F7F}" type="presParOf" srcId="{D8DF0C1F-07B4-4667-8D9D-39D5C122FA35}" destId="{04F6274E-B486-4AF4-82F4-C813783C907F}" srcOrd="7" destOrd="0" presId="urn:microsoft.com/office/officeart/2005/8/layout/vList5"/>
    <dgm:cxn modelId="{EC21ACFA-BD5C-4E40-8F54-0A97E402BD8E}" type="presParOf" srcId="{D8DF0C1F-07B4-4667-8D9D-39D5C122FA35}" destId="{EC8F6D4F-5CF8-4A9E-9840-D4AF93141CFF}" srcOrd="8" destOrd="0" presId="urn:microsoft.com/office/officeart/2005/8/layout/vList5"/>
    <dgm:cxn modelId="{7278DBE8-4109-4D62-8436-F0B93A147715}" type="presParOf" srcId="{EC8F6D4F-5CF8-4A9E-9840-D4AF93141CFF}" destId="{AFEF7054-6C4C-4409-9B5E-88C94D3CADA1}" srcOrd="0" destOrd="0" presId="urn:microsoft.com/office/officeart/2005/8/layout/vList5"/>
    <dgm:cxn modelId="{3712D069-B18E-4F2B-A37B-7979B67C1233}" type="presParOf" srcId="{EC8F6D4F-5CF8-4A9E-9840-D4AF93141CFF}" destId="{C7E2B488-013F-4D69-8C96-C625F2576E09}" srcOrd="1" destOrd="0" presId="urn:microsoft.com/office/officeart/2005/8/layout/vList5"/>
    <dgm:cxn modelId="{5AC2E8E9-B02A-4D4D-A8D9-7DA0F9763783}" type="presParOf" srcId="{D8DF0C1F-07B4-4667-8D9D-39D5C122FA35}" destId="{28D03493-FAA4-4990-8E43-91CEFC16CD50}" srcOrd="9" destOrd="0" presId="urn:microsoft.com/office/officeart/2005/8/layout/vList5"/>
    <dgm:cxn modelId="{2D8F6AA5-19FC-4EB4-A5EA-622B740CED67}" type="presParOf" srcId="{D8DF0C1F-07B4-4667-8D9D-39D5C122FA35}" destId="{402F2EE9-1BFB-4545-B59D-A2C3CA278CE6}" srcOrd="10" destOrd="0" presId="urn:microsoft.com/office/officeart/2005/8/layout/vList5"/>
    <dgm:cxn modelId="{85EE437C-638C-4225-B5A6-6DF6A1EA39A2}" type="presParOf" srcId="{402F2EE9-1BFB-4545-B59D-A2C3CA278CE6}" destId="{55D50086-9B52-4C57-95B2-D9AF5D4C827D}" srcOrd="0" destOrd="0" presId="urn:microsoft.com/office/officeart/2005/8/layout/vList5"/>
    <dgm:cxn modelId="{2E9252ED-0207-41BF-9CE7-05484111F797}" type="presParOf" srcId="{402F2EE9-1BFB-4545-B59D-A2C3CA278CE6}" destId="{63E9F134-CD7B-46B2-B242-34C5188DB8E6}" srcOrd="1" destOrd="0" presId="urn:microsoft.com/office/officeart/2005/8/layout/vList5"/>
    <dgm:cxn modelId="{0EEF9AFD-3726-4E69-B35A-A663A2BF6003}" type="presParOf" srcId="{D8DF0C1F-07B4-4667-8D9D-39D5C122FA35}" destId="{2B8679F4-B7C6-4602-9D59-CB76E9BFEF8C}" srcOrd="11" destOrd="0" presId="urn:microsoft.com/office/officeart/2005/8/layout/vList5"/>
    <dgm:cxn modelId="{85F6D94F-B36C-4AC5-8645-3224ECADD5E5}" type="presParOf" srcId="{D8DF0C1F-07B4-4667-8D9D-39D5C122FA35}" destId="{8E4102E7-0B32-4B68-A3C8-713D38EF035B}" srcOrd="12" destOrd="0" presId="urn:microsoft.com/office/officeart/2005/8/layout/vList5"/>
    <dgm:cxn modelId="{7CF11114-0F0E-4311-99F4-2E43FCA5BDAC}" type="presParOf" srcId="{8E4102E7-0B32-4B68-A3C8-713D38EF035B}" destId="{21F0CEFE-6853-4599-9531-986D01FD4A58}" srcOrd="0" destOrd="0" presId="urn:microsoft.com/office/officeart/2005/8/layout/vList5"/>
    <dgm:cxn modelId="{78E12249-2B15-4584-8C92-0091B42D5798}" type="presParOf" srcId="{8E4102E7-0B32-4B68-A3C8-713D38EF035B}" destId="{CB35CAE3-C9DB-4599-A4C0-A4310232FCA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3A7279-30FF-4365-B6CC-FC1B601F93E8}"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9A16300E-1FAB-4AA7-9328-00F5CAB4073B}">
      <dgm:prSet/>
      <dgm:spPr/>
      <dgm:t>
        <a:bodyPr/>
        <a:lstStyle/>
        <a:p>
          <a:pPr>
            <a:buFont typeface="Arial" panose="020B0604020202020204" pitchFamily="34" charset="0"/>
            <a:buChar char="•"/>
          </a:pPr>
          <a:r>
            <a:rPr lang="en-US" b="1" i="0"/>
            <a:t>Client-Server Architecture:</a:t>
          </a:r>
          <a:r>
            <a:rPr lang="en-US" b="0" i="0"/>
            <a:t> </a:t>
          </a:r>
        </a:p>
      </dgm:t>
    </dgm:pt>
    <dgm:pt modelId="{2417B8E9-CAC1-43D7-B7B1-C0B200169EDC}" type="parTrans" cxnId="{886EE232-9A4F-4A24-BF8A-18B6F0FDFE6E}">
      <dgm:prSet/>
      <dgm:spPr/>
      <dgm:t>
        <a:bodyPr/>
        <a:lstStyle/>
        <a:p>
          <a:endParaRPr lang="en-US"/>
        </a:p>
      </dgm:t>
    </dgm:pt>
    <dgm:pt modelId="{1EA8D6DB-7723-4A07-8F9D-FBA078295C6F}" type="sibTrans" cxnId="{886EE232-9A4F-4A24-BF8A-18B6F0FDFE6E}">
      <dgm:prSet/>
      <dgm:spPr/>
      <dgm:t>
        <a:bodyPr/>
        <a:lstStyle/>
        <a:p>
          <a:endParaRPr lang="en-US"/>
        </a:p>
      </dgm:t>
    </dgm:pt>
    <dgm:pt modelId="{F8A28414-C087-4C3D-B9DB-F44BAB9082DE}">
      <dgm:prSet/>
      <dgm:spPr/>
      <dgm:t>
        <a:bodyPr/>
        <a:lstStyle/>
        <a:p>
          <a:pPr>
            <a:buFont typeface="Arial" panose="020B0604020202020204" pitchFamily="34" charset="0"/>
            <a:buChar char="•"/>
          </a:pPr>
          <a:r>
            <a:rPr lang="en-US" b="1" i="0"/>
            <a:t>Peer-to-Peer Architecture: </a:t>
          </a:r>
          <a:endParaRPr lang="en-US" b="0" i="0"/>
        </a:p>
      </dgm:t>
    </dgm:pt>
    <dgm:pt modelId="{D2F7CD8D-594D-45D3-851E-87275AC4AC7A}" type="parTrans" cxnId="{EDCB2C4C-7559-4C54-B756-E3E102A6B338}">
      <dgm:prSet/>
      <dgm:spPr/>
      <dgm:t>
        <a:bodyPr/>
        <a:lstStyle/>
        <a:p>
          <a:endParaRPr lang="en-US"/>
        </a:p>
      </dgm:t>
    </dgm:pt>
    <dgm:pt modelId="{012B275C-A847-4A84-88CD-0249AFCEDF40}" type="sibTrans" cxnId="{EDCB2C4C-7559-4C54-B756-E3E102A6B338}">
      <dgm:prSet/>
      <dgm:spPr/>
      <dgm:t>
        <a:bodyPr/>
        <a:lstStyle/>
        <a:p>
          <a:endParaRPr lang="en-US"/>
        </a:p>
      </dgm:t>
    </dgm:pt>
    <dgm:pt modelId="{75B5CCC2-8A7C-4547-8EF1-8D25BC1A369C}">
      <dgm:prSet/>
      <dgm:spPr/>
      <dgm:t>
        <a:bodyPr/>
        <a:lstStyle/>
        <a:p>
          <a:pPr>
            <a:buFont typeface="Arial" panose="020B0604020202020204" pitchFamily="34" charset="0"/>
            <a:buChar char="•"/>
          </a:pPr>
          <a:r>
            <a:rPr lang="en-US" b="0" i="0"/>
            <a:t>A type of computer network architecture in which nodes can be servers or clients. The server node can manage the client node behaviors.</a:t>
          </a:r>
        </a:p>
      </dgm:t>
    </dgm:pt>
    <dgm:pt modelId="{DE58B9A1-F2F1-438C-BC1A-4298DED6A264}" type="parTrans" cxnId="{F440771E-1CF4-422D-B7E6-559840EBE861}">
      <dgm:prSet/>
      <dgm:spPr/>
      <dgm:t>
        <a:bodyPr/>
        <a:lstStyle/>
        <a:p>
          <a:endParaRPr lang="en-US"/>
        </a:p>
      </dgm:t>
    </dgm:pt>
    <dgm:pt modelId="{5FF4E027-95CA-44A1-90C6-746216768221}" type="sibTrans" cxnId="{F440771E-1CF4-422D-B7E6-559840EBE861}">
      <dgm:prSet/>
      <dgm:spPr/>
      <dgm:t>
        <a:bodyPr/>
        <a:lstStyle/>
        <a:p>
          <a:endParaRPr lang="en-US"/>
        </a:p>
      </dgm:t>
    </dgm:pt>
    <dgm:pt modelId="{D261694D-026B-4737-991B-677FAABAC5ED}">
      <dgm:prSet/>
      <dgm:spPr/>
      <dgm:t>
        <a:bodyPr/>
        <a:lstStyle/>
        <a:p>
          <a:pPr>
            <a:buFont typeface="Arial" panose="020B0604020202020204" pitchFamily="34" charset="0"/>
            <a:buChar char="•"/>
          </a:pPr>
          <a:r>
            <a:rPr lang="en-US" b="0" i="0"/>
            <a:t>P2P (Peer-to-Peer) Architecture, is not based on the concept of a central server. Each device is free for working as either client or server.</a:t>
          </a:r>
        </a:p>
      </dgm:t>
    </dgm:pt>
    <dgm:pt modelId="{BE5BA966-81A0-4FEE-A981-99D560E20D22}" type="parTrans" cxnId="{CD1F3526-EFFE-4E7E-98F7-B628A847AF8D}">
      <dgm:prSet/>
      <dgm:spPr/>
      <dgm:t>
        <a:bodyPr/>
        <a:lstStyle/>
        <a:p>
          <a:endParaRPr lang="en-US"/>
        </a:p>
      </dgm:t>
    </dgm:pt>
    <dgm:pt modelId="{1A0BA83E-7566-4533-869F-9BAC986110F4}" type="sibTrans" cxnId="{CD1F3526-EFFE-4E7E-98F7-B628A847AF8D}">
      <dgm:prSet/>
      <dgm:spPr/>
      <dgm:t>
        <a:bodyPr/>
        <a:lstStyle/>
        <a:p>
          <a:endParaRPr lang="en-US"/>
        </a:p>
      </dgm:t>
    </dgm:pt>
    <dgm:pt modelId="{325B8ADE-55F6-4BA7-BBB8-C4109778EEE2}" type="pres">
      <dgm:prSet presAssocID="{F43A7279-30FF-4365-B6CC-FC1B601F93E8}" presName="Name0" presStyleCnt="0">
        <dgm:presLayoutVars>
          <dgm:dir/>
          <dgm:animLvl val="lvl"/>
          <dgm:resizeHandles val="exact"/>
        </dgm:presLayoutVars>
      </dgm:prSet>
      <dgm:spPr/>
    </dgm:pt>
    <dgm:pt modelId="{841384F6-C35E-4860-A0FF-3DB0AFC22369}" type="pres">
      <dgm:prSet presAssocID="{9A16300E-1FAB-4AA7-9328-00F5CAB4073B}" presName="composite" presStyleCnt="0"/>
      <dgm:spPr/>
    </dgm:pt>
    <dgm:pt modelId="{F00DD03E-CC47-47BB-8DB4-0CA4074D8DE1}" type="pres">
      <dgm:prSet presAssocID="{9A16300E-1FAB-4AA7-9328-00F5CAB4073B}" presName="parTx" presStyleLbl="alignNode1" presStyleIdx="0" presStyleCnt="2">
        <dgm:presLayoutVars>
          <dgm:chMax val="0"/>
          <dgm:chPref val="0"/>
          <dgm:bulletEnabled val="1"/>
        </dgm:presLayoutVars>
      </dgm:prSet>
      <dgm:spPr/>
    </dgm:pt>
    <dgm:pt modelId="{82997A16-1DF3-4098-95DD-A92C3DAD83FE}" type="pres">
      <dgm:prSet presAssocID="{9A16300E-1FAB-4AA7-9328-00F5CAB4073B}" presName="desTx" presStyleLbl="alignAccFollowNode1" presStyleIdx="0" presStyleCnt="2">
        <dgm:presLayoutVars>
          <dgm:bulletEnabled val="1"/>
        </dgm:presLayoutVars>
      </dgm:prSet>
      <dgm:spPr/>
    </dgm:pt>
    <dgm:pt modelId="{90A5417C-0CEF-4CF1-9C15-8CB41EB21010}" type="pres">
      <dgm:prSet presAssocID="{1EA8D6DB-7723-4A07-8F9D-FBA078295C6F}" presName="space" presStyleCnt="0"/>
      <dgm:spPr/>
    </dgm:pt>
    <dgm:pt modelId="{02DC4275-44AC-40A7-AA7C-C50C7695605F}" type="pres">
      <dgm:prSet presAssocID="{F8A28414-C087-4C3D-B9DB-F44BAB9082DE}" presName="composite" presStyleCnt="0"/>
      <dgm:spPr/>
    </dgm:pt>
    <dgm:pt modelId="{4C382E20-FACB-4F56-9E93-D2B069A6DC04}" type="pres">
      <dgm:prSet presAssocID="{F8A28414-C087-4C3D-B9DB-F44BAB9082DE}" presName="parTx" presStyleLbl="alignNode1" presStyleIdx="1" presStyleCnt="2">
        <dgm:presLayoutVars>
          <dgm:chMax val="0"/>
          <dgm:chPref val="0"/>
          <dgm:bulletEnabled val="1"/>
        </dgm:presLayoutVars>
      </dgm:prSet>
      <dgm:spPr/>
    </dgm:pt>
    <dgm:pt modelId="{089A5221-5FA3-4B08-B763-8F059833B93F}" type="pres">
      <dgm:prSet presAssocID="{F8A28414-C087-4C3D-B9DB-F44BAB9082DE}" presName="desTx" presStyleLbl="alignAccFollowNode1" presStyleIdx="1" presStyleCnt="2">
        <dgm:presLayoutVars>
          <dgm:bulletEnabled val="1"/>
        </dgm:presLayoutVars>
      </dgm:prSet>
      <dgm:spPr/>
    </dgm:pt>
  </dgm:ptLst>
  <dgm:cxnLst>
    <dgm:cxn modelId="{82F18C01-E762-4206-A4CF-985204556A17}" type="presOf" srcId="{75B5CCC2-8A7C-4547-8EF1-8D25BC1A369C}" destId="{82997A16-1DF3-4098-95DD-A92C3DAD83FE}" srcOrd="0" destOrd="0" presId="urn:microsoft.com/office/officeart/2005/8/layout/hList1"/>
    <dgm:cxn modelId="{F440771E-1CF4-422D-B7E6-559840EBE861}" srcId="{9A16300E-1FAB-4AA7-9328-00F5CAB4073B}" destId="{75B5CCC2-8A7C-4547-8EF1-8D25BC1A369C}" srcOrd="0" destOrd="0" parTransId="{DE58B9A1-F2F1-438C-BC1A-4298DED6A264}" sibTransId="{5FF4E027-95CA-44A1-90C6-746216768221}"/>
    <dgm:cxn modelId="{3D98EC25-C578-4D65-B265-2ECF8F7625C5}" type="presOf" srcId="{F43A7279-30FF-4365-B6CC-FC1B601F93E8}" destId="{325B8ADE-55F6-4BA7-BBB8-C4109778EEE2}" srcOrd="0" destOrd="0" presId="urn:microsoft.com/office/officeart/2005/8/layout/hList1"/>
    <dgm:cxn modelId="{CD1F3526-EFFE-4E7E-98F7-B628A847AF8D}" srcId="{F8A28414-C087-4C3D-B9DB-F44BAB9082DE}" destId="{D261694D-026B-4737-991B-677FAABAC5ED}" srcOrd="0" destOrd="0" parTransId="{BE5BA966-81A0-4FEE-A981-99D560E20D22}" sibTransId="{1A0BA83E-7566-4533-869F-9BAC986110F4}"/>
    <dgm:cxn modelId="{886EE232-9A4F-4A24-BF8A-18B6F0FDFE6E}" srcId="{F43A7279-30FF-4365-B6CC-FC1B601F93E8}" destId="{9A16300E-1FAB-4AA7-9328-00F5CAB4073B}" srcOrd="0" destOrd="0" parTransId="{2417B8E9-CAC1-43D7-B7B1-C0B200169EDC}" sibTransId="{1EA8D6DB-7723-4A07-8F9D-FBA078295C6F}"/>
    <dgm:cxn modelId="{6C43785B-6071-46E5-921C-346AB9057051}" type="presOf" srcId="{F8A28414-C087-4C3D-B9DB-F44BAB9082DE}" destId="{4C382E20-FACB-4F56-9E93-D2B069A6DC04}" srcOrd="0" destOrd="0" presId="urn:microsoft.com/office/officeart/2005/8/layout/hList1"/>
    <dgm:cxn modelId="{EDCB2C4C-7559-4C54-B756-E3E102A6B338}" srcId="{F43A7279-30FF-4365-B6CC-FC1B601F93E8}" destId="{F8A28414-C087-4C3D-B9DB-F44BAB9082DE}" srcOrd="1" destOrd="0" parTransId="{D2F7CD8D-594D-45D3-851E-87275AC4AC7A}" sibTransId="{012B275C-A847-4A84-88CD-0249AFCEDF40}"/>
    <dgm:cxn modelId="{3331027A-7638-4A45-8C4D-64079EB67BB4}" type="presOf" srcId="{D261694D-026B-4737-991B-677FAABAC5ED}" destId="{089A5221-5FA3-4B08-B763-8F059833B93F}" srcOrd="0" destOrd="0" presId="urn:microsoft.com/office/officeart/2005/8/layout/hList1"/>
    <dgm:cxn modelId="{2FF140EA-25D3-4BC1-B82F-C2794B8A6DD8}" type="presOf" srcId="{9A16300E-1FAB-4AA7-9328-00F5CAB4073B}" destId="{F00DD03E-CC47-47BB-8DB4-0CA4074D8DE1}" srcOrd="0" destOrd="0" presId="urn:microsoft.com/office/officeart/2005/8/layout/hList1"/>
    <dgm:cxn modelId="{5EB749DD-92BA-4DAF-ADD1-FAC1E357C0C7}" type="presParOf" srcId="{325B8ADE-55F6-4BA7-BBB8-C4109778EEE2}" destId="{841384F6-C35E-4860-A0FF-3DB0AFC22369}" srcOrd="0" destOrd="0" presId="urn:microsoft.com/office/officeart/2005/8/layout/hList1"/>
    <dgm:cxn modelId="{D15A1BD7-FCFD-4750-B6A9-414ECCF5AF05}" type="presParOf" srcId="{841384F6-C35E-4860-A0FF-3DB0AFC22369}" destId="{F00DD03E-CC47-47BB-8DB4-0CA4074D8DE1}" srcOrd="0" destOrd="0" presId="urn:microsoft.com/office/officeart/2005/8/layout/hList1"/>
    <dgm:cxn modelId="{6A6865CF-F86A-4EEA-AB14-A50C9B6FC995}" type="presParOf" srcId="{841384F6-C35E-4860-A0FF-3DB0AFC22369}" destId="{82997A16-1DF3-4098-95DD-A92C3DAD83FE}" srcOrd="1" destOrd="0" presId="urn:microsoft.com/office/officeart/2005/8/layout/hList1"/>
    <dgm:cxn modelId="{1AAE1EEA-ED20-4E73-B043-01E9D0DDFED5}" type="presParOf" srcId="{325B8ADE-55F6-4BA7-BBB8-C4109778EEE2}" destId="{90A5417C-0CEF-4CF1-9C15-8CB41EB21010}" srcOrd="1" destOrd="0" presId="urn:microsoft.com/office/officeart/2005/8/layout/hList1"/>
    <dgm:cxn modelId="{17EF76EA-5EDB-42A6-B321-8598E269E2CD}" type="presParOf" srcId="{325B8ADE-55F6-4BA7-BBB8-C4109778EEE2}" destId="{02DC4275-44AC-40A7-AA7C-C50C7695605F}" srcOrd="2" destOrd="0" presId="urn:microsoft.com/office/officeart/2005/8/layout/hList1"/>
    <dgm:cxn modelId="{6429F0C1-2574-4C6B-BB81-BC1CF96D1AF3}" type="presParOf" srcId="{02DC4275-44AC-40A7-AA7C-C50C7695605F}" destId="{4C382E20-FACB-4F56-9E93-D2B069A6DC04}" srcOrd="0" destOrd="0" presId="urn:microsoft.com/office/officeart/2005/8/layout/hList1"/>
    <dgm:cxn modelId="{6B72A03D-FB05-4D01-946A-5E5900335004}" type="presParOf" srcId="{02DC4275-44AC-40A7-AA7C-C50C7695605F}" destId="{089A5221-5FA3-4B08-B763-8F059833B93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3A7279-30FF-4365-B6CC-FC1B601F93E8}" type="doc">
      <dgm:prSet loTypeId="urn:diagrams.loki3.com/BracketList" loCatId="list" qsTypeId="urn:microsoft.com/office/officeart/2005/8/quickstyle/simple2" qsCatId="simple" csTypeId="urn:microsoft.com/office/officeart/2005/8/colors/accent1_2" csCatId="accent1" phldr="1"/>
      <dgm:spPr/>
      <dgm:t>
        <a:bodyPr/>
        <a:lstStyle/>
        <a:p>
          <a:endParaRPr lang="en-US"/>
        </a:p>
      </dgm:t>
    </dgm:pt>
    <dgm:pt modelId="{9A16300E-1FAB-4AA7-9328-00F5CAB4073B}">
      <dgm:prSet/>
      <dgm:spPr/>
      <dgm:t>
        <a:bodyPr/>
        <a:lstStyle/>
        <a:p>
          <a:pPr>
            <a:buFont typeface="Arial" panose="020B0604020202020204" pitchFamily="34" charset="0"/>
            <a:buChar char="•"/>
          </a:pPr>
          <a:r>
            <a:rPr lang="en-US" b="1" i="0"/>
            <a:t>Nodes: </a:t>
          </a:r>
          <a:endParaRPr lang="en-US" b="0" i="0"/>
        </a:p>
      </dgm:t>
    </dgm:pt>
    <dgm:pt modelId="{2417B8E9-CAC1-43D7-B7B1-C0B200169EDC}" type="parTrans" cxnId="{886EE232-9A4F-4A24-BF8A-18B6F0FDFE6E}">
      <dgm:prSet/>
      <dgm:spPr/>
      <dgm:t>
        <a:bodyPr/>
        <a:lstStyle/>
        <a:p>
          <a:endParaRPr lang="en-US"/>
        </a:p>
      </dgm:t>
    </dgm:pt>
    <dgm:pt modelId="{1EA8D6DB-7723-4A07-8F9D-FBA078295C6F}" type="sibTrans" cxnId="{886EE232-9A4F-4A24-BF8A-18B6F0FDFE6E}">
      <dgm:prSet/>
      <dgm:spPr/>
      <dgm:t>
        <a:bodyPr/>
        <a:lstStyle/>
        <a:p>
          <a:endParaRPr lang="en-US"/>
        </a:p>
      </dgm:t>
    </dgm:pt>
    <dgm:pt modelId="{8AE1DFC3-BA34-45FC-8B15-445891D3BDCA}">
      <dgm:prSet/>
      <dgm:spPr/>
      <dgm:t>
        <a:bodyPr/>
        <a:lstStyle/>
        <a:p>
          <a:pPr>
            <a:buFont typeface="Arial" panose="020B0604020202020204" pitchFamily="34" charset="0"/>
            <a:buChar char="•"/>
          </a:pPr>
          <a:r>
            <a:rPr lang="en-US" b="1" i="0"/>
            <a:t>Protocol: </a:t>
          </a:r>
          <a:endParaRPr lang="en-US" b="0" i="0"/>
        </a:p>
      </dgm:t>
    </dgm:pt>
    <dgm:pt modelId="{98147871-CFD3-4586-AF2D-B64DE5A78078}" type="parTrans" cxnId="{DC3E9865-A038-4858-95F0-25C55BF4A34E}">
      <dgm:prSet/>
      <dgm:spPr/>
      <dgm:t>
        <a:bodyPr/>
        <a:lstStyle/>
        <a:p>
          <a:endParaRPr lang="en-US"/>
        </a:p>
      </dgm:t>
    </dgm:pt>
    <dgm:pt modelId="{09C1DE97-80D9-4012-BFB0-0F7F72C2EE8D}" type="sibTrans" cxnId="{DC3E9865-A038-4858-95F0-25C55BF4A34E}">
      <dgm:prSet/>
      <dgm:spPr/>
      <dgm:t>
        <a:bodyPr/>
        <a:lstStyle/>
        <a:p>
          <a:endParaRPr lang="en-US"/>
        </a:p>
      </dgm:t>
    </dgm:pt>
    <dgm:pt modelId="{7F83B9C3-8355-4DE0-8E57-A82C84D9A7B7}">
      <dgm:prSet/>
      <dgm:spPr/>
      <dgm:t>
        <a:bodyPr/>
        <a:lstStyle/>
        <a:p>
          <a:pPr>
            <a:buFont typeface="Arial" panose="020B0604020202020204" pitchFamily="34" charset="0"/>
            <a:buChar char="•"/>
          </a:pPr>
          <a:r>
            <a:rPr lang="en-US" b="1" i="0"/>
            <a:t>Topology:</a:t>
          </a:r>
          <a:r>
            <a:rPr lang="en-US" b="0" i="0"/>
            <a:t> </a:t>
          </a:r>
        </a:p>
      </dgm:t>
    </dgm:pt>
    <dgm:pt modelId="{B0718664-6578-4225-966C-9729BEBE61E9}" type="parTrans" cxnId="{99B35740-AC20-4221-A6CD-D4FD20836CF3}">
      <dgm:prSet/>
      <dgm:spPr/>
      <dgm:t>
        <a:bodyPr/>
        <a:lstStyle/>
        <a:p>
          <a:endParaRPr lang="en-US"/>
        </a:p>
      </dgm:t>
    </dgm:pt>
    <dgm:pt modelId="{273D1473-C350-45D6-9D2E-15655FBD9A7A}" type="sibTrans" cxnId="{99B35740-AC20-4221-A6CD-D4FD20836CF3}">
      <dgm:prSet/>
      <dgm:spPr/>
      <dgm:t>
        <a:bodyPr/>
        <a:lstStyle/>
        <a:p>
          <a:endParaRPr lang="en-US"/>
        </a:p>
      </dgm:t>
    </dgm:pt>
    <dgm:pt modelId="{3FFFA391-1DE4-486A-B6D0-3A4B8F52A6AC}">
      <dgm:prSet/>
      <dgm:spPr/>
      <dgm:t>
        <a:bodyPr/>
        <a:lstStyle/>
        <a:p>
          <a:pPr>
            <a:buFont typeface="Arial" panose="020B0604020202020204" pitchFamily="34" charset="0"/>
            <a:buChar char="•"/>
          </a:pPr>
          <a:r>
            <a:rPr lang="en-US" b="1" i="0"/>
            <a:t>IP Address</a:t>
          </a:r>
          <a:r>
            <a:rPr lang="en-US" b="0" i="0"/>
            <a:t>:</a:t>
          </a:r>
        </a:p>
      </dgm:t>
    </dgm:pt>
    <dgm:pt modelId="{618288C9-5034-4DF2-BD27-9B8F394F9D30}" type="parTrans" cxnId="{D668FF28-4A5C-43D6-8CCD-59F939173535}">
      <dgm:prSet/>
      <dgm:spPr/>
      <dgm:t>
        <a:bodyPr/>
        <a:lstStyle/>
        <a:p>
          <a:endParaRPr lang="en-US"/>
        </a:p>
      </dgm:t>
    </dgm:pt>
    <dgm:pt modelId="{FE4FE403-F738-4114-BD6E-862EC79F9BB1}" type="sibTrans" cxnId="{D668FF28-4A5C-43D6-8CCD-59F939173535}">
      <dgm:prSet/>
      <dgm:spPr/>
      <dgm:t>
        <a:bodyPr/>
        <a:lstStyle/>
        <a:p>
          <a:endParaRPr lang="en-US"/>
        </a:p>
      </dgm:t>
    </dgm:pt>
    <dgm:pt modelId="{074A2BFE-BDC2-42A0-AAEE-481C8E2B6B91}">
      <dgm:prSet/>
      <dgm:spPr/>
      <dgm:t>
        <a:bodyPr/>
        <a:lstStyle/>
        <a:p>
          <a:pPr>
            <a:buFont typeface="Arial" panose="020B0604020202020204" pitchFamily="34" charset="0"/>
            <a:buChar char="•"/>
          </a:pPr>
          <a:r>
            <a:rPr lang="en-US" b="1" i="0"/>
            <a:t>DNS: </a:t>
          </a:r>
          <a:endParaRPr lang="en-US" b="0" i="0"/>
        </a:p>
      </dgm:t>
    </dgm:pt>
    <dgm:pt modelId="{54D15881-F139-4990-92E7-AA43052CB05C}" type="parTrans" cxnId="{8B99AD53-D449-46B5-BF8F-B50A4F3D21F8}">
      <dgm:prSet/>
      <dgm:spPr/>
      <dgm:t>
        <a:bodyPr/>
        <a:lstStyle/>
        <a:p>
          <a:endParaRPr lang="en-US"/>
        </a:p>
      </dgm:t>
    </dgm:pt>
    <dgm:pt modelId="{4BDE766E-2AC1-4277-9665-4D4C6C2E1154}" type="sibTrans" cxnId="{8B99AD53-D449-46B5-BF8F-B50A4F3D21F8}">
      <dgm:prSet/>
      <dgm:spPr/>
      <dgm:t>
        <a:bodyPr/>
        <a:lstStyle/>
        <a:p>
          <a:endParaRPr lang="en-US"/>
        </a:p>
      </dgm:t>
    </dgm:pt>
    <dgm:pt modelId="{B812FB60-F0C9-4915-ACFD-03E07B94503C}">
      <dgm:prSet/>
      <dgm:spPr/>
      <dgm:t>
        <a:bodyPr/>
        <a:lstStyle/>
        <a:p>
          <a:pPr>
            <a:buFont typeface="Arial" panose="020B0604020202020204" pitchFamily="34" charset="0"/>
            <a:buChar char="•"/>
          </a:pPr>
          <a:r>
            <a:rPr lang="en-US" b="1" i="0"/>
            <a:t>Firewall: </a:t>
          </a:r>
          <a:endParaRPr lang="en-US" b="0" i="0"/>
        </a:p>
      </dgm:t>
    </dgm:pt>
    <dgm:pt modelId="{CA07A118-3565-472C-8557-B27C76B340D5}" type="parTrans" cxnId="{FF05427A-A0BD-4577-A5CD-B9A5EDCB9EAA}">
      <dgm:prSet/>
      <dgm:spPr/>
      <dgm:t>
        <a:bodyPr/>
        <a:lstStyle/>
        <a:p>
          <a:endParaRPr lang="en-US"/>
        </a:p>
      </dgm:t>
    </dgm:pt>
    <dgm:pt modelId="{E9998F21-12CD-4338-92AA-70B984443939}" type="sibTrans" cxnId="{FF05427A-A0BD-4577-A5CD-B9A5EDCB9EAA}">
      <dgm:prSet/>
      <dgm:spPr/>
      <dgm:t>
        <a:bodyPr/>
        <a:lstStyle/>
        <a:p>
          <a:endParaRPr lang="en-US"/>
        </a:p>
      </dgm:t>
    </dgm:pt>
    <dgm:pt modelId="{FC406860-6970-4138-BE9D-3118F35F9165}">
      <dgm:prSet/>
      <dgm:spPr/>
      <dgm:t>
        <a:bodyPr/>
        <a:lstStyle/>
        <a:p>
          <a:pPr>
            <a:buFont typeface="Arial" panose="020B0604020202020204" pitchFamily="34" charset="0"/>
            <a:buChar char="•"/>
          </a:pPr>
          <a:r>
            <a:rPr lang="en-US" b="0" i="0"/>
            <a:t>Nodes are devices that are connected to a network. These can include computers, servers, printers, routers, switches, and other devices.</a:t>
          </a:r>
        </a:p>
      </dgm:t>
    </dgm:pt>
    <dgm:pt modelId="{A3DE49FE-8B8C-4287-AF90-4032145BC25D}" type="parTrans" cxnId="{CEC88C6C-F34B-4661-9D78-420FFF9F0EEF}">
      <dgm:prSet/>
      <dgm:spPr/>
      <dgm:t>
        <a:bodyPr/>
        <a:lstStyle/>
        <a:p>
          <a:endParaRPr lang="en-US"/>
        </a:p>
      </dgm:t>
    </dgm:pt>
    <dgm:pt modelId="{283006B8-254C-4B00-AC21-6B193D33B92A}" type="sibTrans" cxnId="{CEC88C6C-F34B-4661-9D78-420FFF9F0EEF}">
      <dgm:prSet/>
      <dgm:spPr/>
      <dgm:t>
        <a:bodyPr/>
        <a:lstStyle/>
        <a:p>
          <a:endParaRPr lang="en-US"/>
        </a:p>
      </dgm:t>
    </dgm:pt>
    <dgm:pt modelId="{824BC1BF-CF15-4D06-9CEA-27E7A4EFC9B0}">
      <dgm:prSet/>
      <dgm:spPr/>
      <dgm:t>
        <a:bodyPr/>
        <a:lstStyle/>
        <a:p>
          <a:pPr>
            <a:buFont typeface="Arial" panose="020B0604020202020204" pitchFamily="34" charset="0"/>
            <a:buChar char="•"/>
          </a:pPr>
          <a:r>
            <a:rPr lang="en-US" b="0" i="0"/>
            <a:t>A protocol is a set of rules and standards that govern how data is transmitted over a network. Examples of protocols include TCP/IP, HTTP, and FTP.</a:t>
          </a:r>
        </a:p>
      </dgm:t>
    </dgm:pt>
    <dgm:pt modelId="{924C2D8E-4B33-4806-ADEF-AF7DE1C75A8D}" type="parTrans" cxnId="{D909BFDB-227D-4225-9136-1C7D890B1C41}">
      <dgm:prSet/>
      <dgm:spPr/>
      <dgm:t>
        <a:bodyPr/>
        <a:lstStyle/>
        <a:p>
          <a:endParaRPr lang="en-US"/>
        </a:p>
      </dgm:t>
    </dgm:pt>
    <dgm:pt modelId="{D3216119-FB21-42DB-A8F3-AC1FEF655355}" type="sibTrans" cxnId="{D909BFDB-227D-4225-9136-1C7D890B1C41}">
      <dgm:prSet/>
      <dgm:spPr/>
      <dgm:t>
        <a:bodyPr/>
        <a:lstStyle/>
        <a:p>
          <a:endParaRPr lang="en-US"/>
        </a:p>
      </dgm:t>
    </dgm:pt>
    <dgm:pt modelId="{E9F002F0-D9DD-4C06-9B75-DB080A80B388}">
      <dgm:prSet/>
      <dgm:spPr/>
      <dgm:t>
        <a:bodyPr/>
        <a:lstStyle/>
        <a:p>
          <a:pPr>
            <a:buFont typeface="Arial" panose="020B0604020202020204" pitchFamily="34" charset="0"/>
            <a:buChar char="•"/>
          </a:pPr>
          <a:r>
            <a:rPr lang="en-US" b="0" i="0"/>
            <a:t>Network topology refers to the physical and logical arrangement of nodes on a network. The common network topologies include bus, star, ring, mesh, and tree.</a:t>
          </a:r>
        </a:p>
      </dgm:t>
    </dgm:pt>
    <dgm:pt modelId="{F717646E-BD34-4DE2-89D9-58DB532B04E0}" type="parTrans" cxnId="{4EAD77E4-42E2-4563-A002-20C686091B98}">
      <dgm:prSet/>
      <dgm:spPr/>
      <dgm:t>
        <a:bodyPr/>
        <a:lstStyle/>
        <a:p>
          <a:endParaRPr lang="en-US"/>
        </a:p>
      </dgm:t>
    </dgm:pt>
    <dgm:pt modelId="{0EA61FC7-AAA9-4926-A6F4-398E1CA36A48}" type="sibTrans" cxnId="{4EAD77E4-42E2-4563-A002-20C686091B98}">
      <dgm:prSet/>
      <dgm:spPr/>
      <dgm:t>
        <a:bodyPr/>
        <a:lstStyle/>
        <a:p>
          <a:endParaRPr lang="en-US"/>
        </a:p>
      </dgm:t>
    </dgm:pt>
    <dgm:pt modelId="{EE3E9079-0097-485A-9DD7-700CBF0CE33F}">
      <dgm:prSet/>
      <dgm:spPr/>
      <dgm:t>
        <a:bodyPr/>
        <a:lstStyle/>
        <a:p>
          <a:pPr>
            <a:buFont typeface="Arial" panose="020B0604020202020204" pitchFamily="34" charset="0"/>
            <a:buChar char="•"/>
          </a:pPr>
          <a:r>
            <a:rPr lang="en-US" b="0" i="0"/>
            <a:t>An IP address is a unique numerical identifier that is assigned to every device on a network. IP addresses are used to identify devices and enable communication between them.</a:t>
          </a:r>
        </a:p>
      </dgm:t>
    </dgm:pt>
    <dgm:pt modelId="{E8FE458F-B348-4FD3-A539-F514A11273DD}" type="parTrans" cxnId="{47E2A37B-5167-4278-AB40-CEDC9EAF7E4C}">
      <dgm:prSet/>
      <dgm:spPr/>
      <dgm:t>
        <a:bodyPr/>
        <a:lstStyle/>
        <a:p>
          <a:endParaRPr lang="en-US"/>
        </a:p>
      </dgm:t>
    </dgm:pt>
    <dgm:pt modelId="{6774CA18-044F-409F-A819-B7D868EB108B}" type="sibTrans" cxnId="{47E2A37B-5167-4278-AB40-CEDC9EAF7E4C}">
      <dgm:prSet/>
      <dgm:spPr/>
      <dgm:t>
        <a:bodyPr/>
        <a:lstStyle/>
        <a:p>
          <a:endParaRPr lang="en-US"/>
        </a:p>
      </dgm:t>
    </dgm:pt>
    <dgm:pt modelId="{86043A6A-D6AF-42FE-9D1E-2AACBE75F26E}">
      <dgm:prSet/>
      <dgm:spPr/>
      <dgm:t>
        <a:bodyPr/>
        <a:lstStyle/>
        <a:p>
          <a:pPr>
            <a:buFont typeface="Arial" panose="020B0604020202020204" pitchFamily="34" charset="0"/>
            <a:buChar char="•"/>
          </a:pPr>
          <a:r>
            <a:rPr lang="en-US" b="0" i="0"/>
            <a:t>The Domain Name System (DNS) is a protocol that is used to translate human-readable domain names (such as www.google.com) into IP addresses that computers can understand.</a:t>
          </a:r>
        </a:p>
      </dgm:t>
    </dgm:pt>
    <dgm:pt modelId="{CE17B1FA-FD4A-44C2-804D-E5CDD8457652}" type="parTrans" cxnId="{012C1858-2A17-445B-AB15-A3F105CB0D88}">
      <dgm:prSet/>
      <dgm:spPr/>
      <dgm:t>
        <a:bodyPr/>
        <a:lstStyle/>
        <a:p>
          <a:endParaRPr lang="en-US"/>
        </a:p>
      </dgm:t>
    </dgm:pt>
    <dgm:pt modelId="{823D4D39-04D7-4604-9525-2D764FADCA97}" type="sibTrans" cxnId="{012C1858-2A17-445B-AB15-A3F105CB0D88}">
      <dgm:prSet/>
      <dgm:spPr/>
      <dgm:t>
        <a:bodyPr/>
        <a:lstStyle/>
        <a:p>
          <a:endParaRPr lang="en-US"/>
        </a:p>
      </dgm:t>
    </dgm:pt>
    <dgm:pt modelId="{F592E870-9666-4A00-9DE6-B87B6FA31E16}">
      <dgm:prSet/>
      <dgm:spPr/>
      <dgm:t>
        <a:bodyPr/>
        <a:lstStyle/>
        <a:p>
          <a:pPr>
            <a:buFont typeface="Arial" panose="020B0604020202020204" pitchFamily="34" charset="0"/>
            <a:buChar char="•"/>
          </a:pPr>
          <a:r>
            <a:rPr lang="en-US" b="0" i="0"/>
            <a:t>A firewall is a security device that is used to monitor and control incoming and outgoing network traffic. Firewalls are used to protect networks from unauthorized access and other security threats.</a:t>
          </a:r>
        </a:p>
      </dgm:t>
    </dgm:pt>
    <dgm:pt modelId="{46A93652-A419-417F-8CE7-C9565D842DFD}" type="parTrans" cxnId="{320ABB59-D532-4FE2-B011-AFC7FE94D8BD}">
      <dgm:prSet/>
      <dgm:spPr/>
      <dgm:t>
        <a:bodyPr/>
        <a:lstStyle/>
        <a:p>
          <a:endParaRPr lang="en-US"/>
        </a:p>
      </dgm:t>
    </dgm:pt>
    <dgm:pt modelId="{46008638-E65B-474A-B157-5F12A8746DA8}" type="sibTrans" cxnId="{320ABB59-D532-4FE2-B011-AFC7FE94D8BD}">
      <dgm:prSet/>
      <dgm:spPr/>
      <dgm:t>
        <a:bodyPr/>
        <a:lstStyle/>
        <a:p>
          <a:endParaRPr lang="en-US"/>
        </a:p>
      </dgm:t>
    </dgm:pt>
    <dgm:pt modelId="{321C87BC-C93E-4C61-BEE4-0753C120BB41}" type="pres">
      <dgm:prSet presAssocID="{F43A7279-30FF-4365-B6CC-FC1B601F93E8}" presName="Name0" presStyleCnt="0">
        <dgm:presLayoutVars>
          <dgm:dir/>
          <dgm:animLvl val="lvl"/>
          <dgm:resizeHandles val="exact"/>
        </dgm:presLayoutVars>
      </dgm:prSet>
      <dgm:spPr/>
    </dgm:pt>
    <dgm:pt modelId="{10F4E72E-9777-4A51-B6F2-406B86C18FB0}" type="pres">
      <dgm:prSet presAssocID="{9A16300E-1FAB-4AA7-9328-00F5CAB4073B}" presName="linNode" presStyleCnt="0"/>
      <dgm:spPr/>
    </dgm:pt>
    <dgm:pt modelId="{04504C21-136D-40A8-88F9-037D6C705DCD}" type="pres">
      <dgm:prSet presAssocID="{9A16300E-1FAB-4AA7-9328-00F5CAB4073B}" presName="parTx" presStyleLbl="revTx" presStyleIdx="0" presStyleCnt="6">
        <dgm:presLayoutVars>
          <dgm:chMax val="1"/>
          <dgm:bulletEnabled val="1"/>
        </dgm:presLayoutVars>
      </dgm:prSet>
      <dgm:spPr/>
    </dgm:pt>
    <dgm:pt modelId="{A98453DE-28EC-46F0-87B4-4D47F5DBC162}" type="pres">
      <dgm:prSet presAssocID="{9A16300E-1FAB-4AA7-9328-00F5CAB4073B}" presName="bracket" presStyleLbl="parChTrans1D1" presStyleIdx="0" presStyleCnt="6"/>
      <dgm:spPr/>
    </dgm:pt>
    <dgm:pt modelId="{A5183D41-BB2A-4043-ACFA-A9CFCAB2A5BF}" type="pres">
      <dgm:prSet presAssocID="{9A16300E-1FAB-4AA7-9328-00F5CAB4073B}" presName="spH" presStyleCnt="0"/>
      <dgm:spPr/>
    </dgm:pt>
    <dgm:pt modelId="{6BA473CB-11A0-44F8-A905-33D4A9918311}" type="pres">
      <dgm:prSet presAssocID="{9A16300E-1FAB-4AA7-9328-00F5CAB4073B}" presName="desTx" presStyleLbl="node1" presStyleIdx="0" presStyleCnt="6">
        <dgm:presLayoutVars>
          <dgm:bulletEnabled val="1"/>
        </dgm:presLayoutVars>
      </dgm:prSet>
      <dgm:spPr/>
    </dgm:pt>
    <dgm:pt modelId="{C41B1BD8-264C-40B0-9E81-EE4B7ED2A4E0}" type="pres">
      <dgm:prSet presAssocID="{1EA8D6DB-7723-4A07-8F9D-FBA078295C6F}" presName="spV" presStyleCnt="0"/>
      <dgm:spPr/>
    </dgm:pt>
    <dgm:pt modelId="{B4C7CD21-1732-4B70-938B-0280AF6F2551}" type="pres">
      <dgm:prSet presAssocID="{8AE1DFC3-BA34-45FC-8B15-445891D3BDCA}" presName="linNode" presStyleCnt="0"/>
      <dgm:spPr/>
    </dgm:pt>
    <dgm:pt modelId="{02AFBED7-7B71-46B7-A199-08C02B2C0101}" type="pres">
      <dgm:prSet presAssocID="{8AE1DFC3-BA34-45FC-8B15-445891D3BDCA}" presName="parTx" presStyleLbl="revTx" presStyleIdx="1" presStyleCnt="6">
        <dgm:presLayoutVars>
          <dgm:chMax val="1"/>
          <dgm:bulletEnabled val="1"/>
        </dgm:presLayoutVars>
      </dgm:prSet>
      <dgm:spPr/>
    </dgm:pt>
    <dgm:pt modelId="{BEEBD134-873C-4A4F-9839-70E90E301CD8}" type="pres">
      <dgm:prSet presAssocID="{8AE1DFC3-BA34-45FC-8B15-445891D3BDCA}" presName="bracket" presStyleLbl="parChTrans1D1" presStyleIdx="1" presStyleCnt="6"/>
      <dgm:spPr/>
    </dgm:pt>
    <dgm:pt modelId="{38E0C632-0D17-4FAA-B407-03904B327AF7}" type="pres">
      <dgm:prSet presAssocID="{8AE1DFC3-BA34-45FC-8B15-445891D3BDCA}" presName="spH" presStyleCnt="0"/>
      <dgm:spPr/>
    </dgm:pt>
    <dgm:pt modelId="{DA0C0E43-9F95-4E11-8445-E25903D2F0C4}" type="pres">
      <dgm:prSet presAssocID="{8AE1DFC3-BA34-45FC-8B15-445891D3BDCA}" presName="desTx" presStyleLbl="node1" presStyleIdx="1" presStyleCnt="6">
        <dgm:presLayoutVars>
          <dgm:bulletEnabled val="1"/>
        </dgm:presLayoutVars>
      </dgm:prSet>
      <dgm:spPr/>
    </dgm:pt>
    <dgm:pt modelId="{BAB346D4-233A-4B2B-892D-C8EB11B896AA}" type="pres">
      <dgm:prSet presAssocID="{09C1DE97-80D9-4012-BFB0-0F7F72C2EE8D}" presName="spV" presStyleCnt="0"/>
      <dgm:spPr/>
    </dgm:pt>
    <dgm:pt modelId="{DE766C1B-8F65-4608-B6E5-E2502999DB9C}" type="pres">
      <dgm:prSet presAssocID="{7F83B9C3-8355-4DE0-8E57-A82C84D9A7B7}" presName="linNode" presStyleCnt="0"/>
      <dgm:spPr/>
    </dgm:pt>
    <dgm:pt modelId="{EF19CF2B-5C90-4982-894D-DBE119040B56}" type="pres">
      <dgm:prSet presAssocID="{7F83B9C3-8355-4DE0-8E57-A82C84D9A7B7}" presName="parTx" presStyleLbl="revTx" presStyleIdx="2" presStyleCnt="6">
        <dgm:presLayoutVars>
          <dgm:chMax val="1"/>
          <dgm:bulletEnabled val="1"/>
        </dgm:presLayoutVars>
      </dgm:prSet>
      <dgm:spPr/>
    </dgm:pt>
    <dgm:pt modelId="{CCACA8E9-52D8-4D4B-A8EA-1404EB4E5DA4}" type="pres">
      <dgm:prSet presAssocID="{7F83B9C3-8355-4DE0-8E57-A82C84D9A7B7}" presName="bracket" presStyleLbl="parChTrans1D1" presStyleIdx="2" presStyleCnt="6"/>
      <dgm:spPr/>
    </dgm:pt>
    <dgm:pt modelId="{206DE98A-F832-421C-B250-769FD6ACF84B}" type="pres">
      <dgm:prSet presAssocID="{7F83B9C3-8355-4DE0-8E57-A82C84D9A7B7}" presName="spH" presStyleCnt="0"/>
      <dgm:spPr/>
    </dgm:pt>
    <dgm:pt modelId="{8AD8C97A-E914-4B67-8B40-5791EFC39CD2}" type="pres">
      <dgm:prSet presAssocID="{7F83B9C3-8355-4DE0-8E57-A82C84D9A7B7}" presName="desTx" presStyleLbl="node1" presStyleIdx="2" presStyleCnt="6">
        <dgm:presLayoutVars>
          <dgm:bulletEnabled val="1"/>
        </dgm:presLayoutVars>
      </dgm:prSet>
      <dgm:spPr/>
    </dgm:pt>
    <dgm:pt modelId="{44D162A2-26BD-4F8F-AE83-3E6FF6E1F83C}" type="pres">
      <dgm:prSet presAssocID="{273D1473-C350-45D6-9D2E-15655FBD9A7A}" presName="spV" presStyleCnt="0"/>
      <dgm:spPr/>
    </dgm:pt>
    <dgm:pt modelId="{A7232841-7213-43FB-B5FD-7DC17C46F19A}" type="pres">
      <dgm:prSet presAssocID="{3FFFA391-1DE4-486A-B6D0-3A4B8F52A6AC}" presName="linNode" presStyleCnt="0"/>
      <dgm:spPr/>
    </dgm:pt>
    <dgm:pt modelId="{9A610996-496E-4153-A3AF-970F69CDA86B}" type="pres">
      <dgm:prSet presAssocID="{3FFFA391-1DE4-486A-B6D0-3A4B8F52A6AC}" presName="parTx" presStyleLbl="revTx" presStyleIdx="3" presStyleCnt="6">
        <dgm:presLayoutVars>
          <dgm:chMax val="1"/>
          <dgm:bulletEnabled val="1"/>
        </dgm:presLayoutVars>
      </dgm:prSet>
      <dgm:spPr/>
    </dgm:pt>
    <dgm:pt modelId="{2C31BBA0-2CF5-40C2-B434-B944FE65A374}" type="pres">
      <dgm:prSet presAssocID="{3FFFA391-1DE4-486A-B6D0-3A4B8F52A6AC}" presName="bracket" presStyleLbl="parChTrans1D1" presStyleIdx="3" presStyleCnt="6"/>
      <dgm:spPr/>
    </dgm:pt>
    <dgm:pt modelId="{E45D953D-0F5C-4DBD-AEF2-EC511F2C94B6}" type="pres">
      <dgm:prSet presAssocID="{3FFFA391-1DE4-486A-B6D0-3A4B8F52A6AC}" presName="spH" presStyleCnt="0"/>
      <dgm:spPr/>
    </dgm:pt>
    <dgm:pt modelId="{45F3C042-CBC1-4476-B266-8AC90DFFC2A5}" type="pres">
      <dgm:prSet presAssocID="{3FFFA391-1DE4-486A-B6D0-3A4B8F52A6AC}" presName="desTx" presStyleLbl="node1" presStyleIdx="3" presStyleCnt="6">
        <dgm:presLayoutVars>
          <dgm:bulletEnabled val="1"/>
        </dgm:presLayoutVars>
      </dgm:prSet>
      <dgm:spPr/>
    </dgm:pt>
    <dgm:pt modelId="{9832E642-11E8-48E0-A0E4-5C3A1F9E8143}" type="pres">
      <dgm:prSet presAssocID="{FE4FE403-F738-4114-BD6E-862EC79F9BB1}" presName="spV" presStyleCnt="0"/>
      <dgm:spPr/>
    </dgm:pt>
    <dgm:pt modelId="{7DD5F804-F318-46FB-B279-9B029FE9BFB4}" type="pres">
      <dgm:prSet presAssocID="{074A2BFE-BDC2-42A0-AAEE-481C8E2B6B91}" presName="linNode" presStyleCnt="0"/>
      <dgm:spPr/>
    </dgm:pt>
    <dgm:pt modelId="{00B1C24F-BA66-44B9-AF11-37B74531B6A0}" type="pres">
      <dgm:prSet presAssocID="{074A2BFE-BDC2-42A0-AAEE-481C8E2B6B91}" presName="parTx" presStyleLbl="revTx" presStyleIdx="4" presStyleCnt="6">
        <dgm:presLayoutVars>
          <dgm:chMax val="1"/>
          <dgm:bulletEnabled val="1"/>
        </dgm:presLayoutVars>
      </dgm:prSet>
      <dgm:spPr/>
    </dgm:pt>
    <dgm:pt modelId="{62313D06-DEDB-401F-BD8A-424D81650446}" type="pres">
      <dgm:prSet presAssocID="{074A2BFE-BDC2-42A0-AAEE-481C8E2B6B91}" presName="bracket" presStyleLbl="parChTrans1D1" presStyleIdx="4" presStyleCnt="6"/>
      <dgm:spPr/>
    </dgm:pt>
    <dgm:pt modelId="{2DA5EA5D-CA42-4BEE-91DC-E9D43EDD95D5}" type="pres">
      <dgm:prSet presAssocID="{074A2BFE-BDC2-42A0-AAEE-481C8E2B6B91}" presName="spH" presStyleCnt="0"/>
      <dgm:spPr/>
    </dgm:pt>
    <dgm:pt modelId="{5AD5B146-BFEA-49DF-8D6F-B53B5E098123}" type="pres">
      <dgm:prSet presAssocID="{074A2BFE-BDC2-42A0-AAEE-481C8E2B6B91}" presName="desTx" presStyleLbl="node1" presStyleIdx="4" presStyleCnt="6">
        <dgm:presLayoutVars>
          <dgm:bulletEnabled val="1"/>
        </dgm:presLayoutVars>
      </dgm:prSet>
      <dgm:spPr/>
    </dgm:pt>
    <dgm:pt modelId="{4BECF929-D9AD-4C82-B72F-5D32968512B7}" type="pres">
      <dgm:prSet presAssocID="{4BDE766E-2AC1-4277-9665-4D4C6C2E1154}" presName="spV" presStyleCnt="0"/>
      <dgm:spPr/>
    </dgm:pt>
    <dgm:pt modelId="{B6866DAF-1FB2-423F-81C2-302769ABDBA5}" type="pres">
      <dgm:prSet presAssocID="{B812FB60-F0C9-4915-ACFD-03E07B94503C}" presName="linNode" presStyleCnt="0"/>
      <dgm:spPr/>
    </dgm:pt>
    <dgm:pt modelId="{17D1B2F2-1671-4A31-AAC8-F82F16396C82}" type="pres">
      <dgm:prSet presAssocID="{B812FB60-F0C9-4915-ACFD-03E07B94503C}" presName="parTx" presStyleLbl="revTx" presStyleIdx="5" presStyleCnt="6">
        <dgm:presLayoutVars>
          <dgm:chMax val="1"/>
          <dgm:bulletEnabled val="1"/>
        </dgm:presLayoutVars>
      </dgm:prSet>
      <dgm:spPr/>
    </dgm:pt>
    <dgm:pt modelId="{135A29A7-04EC-40AF-9B18-750E7FCC6A04}" type="pres">
      <dgm:prSet presAssocID="{B812FB60-F0C9-4915-ACFD-03E07B94503C}" presName="bracket" presStyleLbl="parChTrans1D1" presStyleIdx="5" presStyleCnt="6"/>
      <dgm:spPr/>
    </dgm:pt>
    <dgm:pt modelId="{91D51A2A-716E-408A-B7B4-E2C815986DE5}" type="pres">
      <dgm:prSet presAssocID="{B812FB60-F0C9-4915-ACFD-03E07B94503C}" presName="spH" presStyleCnt="0"/>
      <dgm:spPr/>
    </dgm:pt>
    <dgm:pt modelId="{391A301F-43EA-4383-8764-09EB2721C298}" type="pres">
      <dgm:prSet presAssocID="{B812FB60-F0C9-4915-ACFD-03E07B94503C}" presName="desTx" presStyleLbl="node1" presStyleIdx="5" presStyleCnt="6">
        <dgm:presLayoutVars>
          <dgm:bulletEnabled val="1"/>
        </dgm:presLayoutVars>
      </dgm:prSet>
      <dgm:spPr/>
    </dgm:pt>
  </dgm:ptLst>
  <dgm:cxnLst>
    <dgm:cxn modelId="{D668FF28-4A5C-43D6-8CCD-59F939173535}" srcId="{F43A7279-30FF-4365-B6CC-FC1B601F93E8}" destId="{3FFFA391-1DE4-486A-B6D0-3A4B8F52A6AC}" srcOrd="3" destOrd="0" parTransId="{618288C9-5034-4DF2-BD27-9B8F394F9D30}" sibTransId="{FE4FE403-F738-4114-BD6E-862EC79F9BB1}"/>
    <dgm:cxn modelId="{886EE232-9A4F-4A24-BF8A-18B6F0FDFE6E}" srcId="{F43A7279-30FF-4365-B6CC-FC1B601F93E8}" destId="{9A16300E-1FAB-4AA7-9328-00F5CAB4073B}" srcOrd="0" destOrd="0" parTransId="{2417B8E9-CAC1-43D7-B7B1-C0B200169EDC}" sibTransId="{1EA8D6DB-7723-4A07-8F9D-FBA078295C6F}"/>
    <dgm:cxn modelId="{7ADAA733-BB02-4B1A-B03A-822EB67ECF4C}" type="presOf" srcId="{7F83B9C3-8355-4DE0-8E57-A82C84D9A7B7}" destId="{EF19CF2B-5C90-4982-894D-DBE119040B56}" srcOrd="0" destOrd="0" presId="urn:diagrams.loki3.com/BracketList"/>
    <dgm:cxn modelId="{99B35740-AC20-4221-A6CD-D4FD20836CF3}" srcId="{F43A7279-30FF-4365-B6CC-FC1B601F93E8}" destId="{7F83B9C3-8355-4DE0-8E57-A82C84D9A7B7}" srcOrd="2" destOrd="0" parTransId="{B0718664-6578-4225-966C-9729BEBE61E9}" sibTransId="{273D1473-C350-45D6-9D2E-15655FBD9A7A}"/>
    <dgm:cxn modelId="{DC3E9865-A038-4858-95F0-25C55BF4A34E}" srcId="{F43A7279-30FF-4365-B6CC-FC1B601F93E8}" destId="{8AE1DFC3-BA34-45FC-8B15-445891D3BDCA}" srcOrd="1" destOrd="0" parTransId="{98147871-CFD3-4586-AF2D-B64DE5A78078}" sibTransId="{09C1DE97-80D9-4012-BFB0-0F7F72C2EE8D}"/>
    <dgm:cxn modelId="{664FC469-E429-4A17-85B7-17D53AF948FD}" type="presOf" srcId="{B812FB60-F0C9-4915-ACFD-03E07B94503C}" destId="{17D1B2F2-1671-4A31-AAC8-F82F16396C82}" srcOrd="0" destOrd="0" presId="urn:diagrams.loki3.com/BracketList"/>
    <dgm:cxn modelId="{2259DA6A-C8AC-410E-8D7A-8523D5E9287A}" type="presOf" srcId="{074A2BFE-BDC2-42A0-AAEE-481C8E2B6B91}" destId="{00B1C24F-BA66-44B9-AF11-37B74531B6A0}" srcOrd="0" destOrd="0" presId="urn:diagrams.loki3.com/BracketList"/>
    <dgm:cxn modelId="{4DBD4F4B-AC00-419A-85B7-13CC47DD4957}" type="presOf" srcId="{FC406860-6970-4138-BE9D-3118F35F9165}" destId="{6BA473CB-11A0-44F8-A905-33D4A9918311}" srcOrd="0" destOrd="0" presId="urn:diagrams.loki3.com/BracketList"/>
    <dgm:cxn modelId="{CEC88C6C-F34B-4661-9D78-420FFF9F0EEF}" srcId="{9A16300E-1FAB-4AA7-9328-00F5CAB4073B}" destId="{FC406860-6970-4138-BE9D-3118F35F9165}" srcOrd="0" destOrd="0" parTransId="{A3DE49FE-8B8C-4287-AF90-4032145BC25D}" sibTransId="{283006B8-254C-4B00-AC21-6B193D33B92A}"/>
    <dgm:cxn modelId="{2E6FC66F-1D92-48D1-83B9-EA5164298E10}" type="presOf" srcId="{EE3E9079-0097-485A-9DD7-700CBF0CE33F}" destId="{45F3C042-CBC1-4476-B266-8AC90DFFC2A5}" srcOrd="0" destOrd="0" presId="urn:diagrams.loki3.com/BracketList"/>
    <dgm:cxn modelId="{8B99AD53-D449-46B5-BF8F-B50A4F3D21F8}" srcId="{F43A7279-30FF-4365-B6CC-FC1B601F93E8}" destId="{074A2BFE-BDC2-42A0-AAEE-481C8E2B6B91}" srcOrd="4" destOrd="0" parTransId="{54D15881-F139-4990-92E7-AA43052CB05C}" sibTransId="{4BDE766E-2AC1-4277-9665-4D4C6C2E1154}"/>
    <dgm:cxn modelId="{4FB62357-96E6-442D-A061-751C1FA0EDD9}" type="presOf" srcId="{9A16300E-1FAB-4AA7-9328-00F5CAB4073B}" destId="{04504C21-136D-40A8-88F9-037D6C705DCD}" srcOrd="0" destOrd="0" presId="urn:diagrams.loki3.com/BracketList"/>
    <dgm:cxn modelId="{012C1858-2A17-445B-AB15-A3F105CB0D88}" srcId="{074A2BFE-BDC2-42A0-AAEE-481C8E2B6B91}" destId="{86043A6A-D6AF-42FE-9D1E-2AACBE75F26E}" srcOrd="0" destOrd="0" parTransId="{CE17B1FA-FD4A-44C2-804D-E5CDD8457652}" sibTransId="{823D4D39-04D7-4604-9525-2D764FADCA97}"/>
    <dgm:cxn modelId="{320ABB59-D532-4FE2-B011-AFC7FE94D8BD}" srcId="{B812FB60-F0C9-4915-ACFD-03E07B94503C}" destId="{F592E870-9666-4A00-9DE6-B87B6FA31E16}" srcOrd="0" destOrd="0" parTransId="{46A93652-A419-417F-8CE7-C9565D842DFD}" sibTransId="{46008638-E65B-474A-B157-5F12A8746DA8}"/>
    <dgm:cxn modelId="{FF05427A-A0BD-4577-A5CD-B9A5EDCB9EAA}" srcId="{F43A7279-30FF-4365-B6CC-FC1B601F93E8}" destId="{B812FB60-F0C9-4915-ACFD-03E07B94503C}" srcOrd="5" destOrd="0" parTransId="{CA07A118-3565-472C-8557-B27C76B340D5}" sibTransId="{E9998F21-12CD-4338-92AA-70B984443939}"/>
    <dgm:cxn modelId="{47E2A37B-5167-4278-AB40-CEDC9EAF7E4C}" srcId="{3FFFA391-1DE4-486A-B6D0-3A4B8F52A6AC}" destId="{EE3E9079-0097-485A-9DD7-700CBF0CE33F}" srcOrd="0" destOrd="0" parTransId="{E8FE458F-B348-4FD3-A539-F514A11273DD}" sibTransId="{6774CA18-044F-409F-A819-B7D868EB108B}"/>
    <dgm:cxn modelId="{CD7E7F90-138D-4EAB-9A4D-57CCE09CBE51}" type="presOf" srcId="{824BC1BF-CF15-4D06-9CEA-27E7A4EFC9B0}" destId="{DA0C0E43-9F95-4E11-8445-E25903D2F0C4}" srcOrd="0" destOrd="0" presId="urn:diagrams.loki3.com/BracketList"/>
    <dgm:cxn modelId="{FB5B2E97-4129-4E48-8BC2-8AA358B8C4D0}" type="presOf" srcId="{3FFFA391-1DE4-486A-B6D0-3A4B8F52A6AC}" destId="{9A610996-496E-4153-A3AF-970F69CDA86B}" srcOrd="0" destOrd="0" presId="urn:diagrams.loki3.com/BracketList"/>
    <dgm:cxn modelId="{44139C97-646B-4F17-8CA7-023A9B253F17}" type="presOf" srcId="{E9F002F0-D9DD-4C06-9B75-DB080A80B388}" destId="{8AD8C97A-E914-4B67-8B40-5791EFC39CD2}" srcOrd="0" destOrd="0" presId="urn:diagrams.loki3.com/BracketList"/>
    <dgm:cxn modelId="{9DC711B7-8417-4689-9606-EA1825A197BE}" type="presOf" srcId="{86043A6A-D6AF-42FE-9D1E-2AACBE75F26E}" destId="{5AD5B146-BFEA-49DF-8D6F-B53B5E098123}" srcOrd="0" destOrd="0" presId="urn:diagrams.loki3.com/BracketList"/>
    <dgm:cxn modelId="{253771C7-ABA9-4B98-A669-9BCF60EF7781}" type="presOf" srcId="{F592E870-9666-4A00-9DE6-B87B6FA31E16}" destId="{391A301F-43EA-4383-8764-09EB2721C298}" srcOrd="0" destOrd="0" presId="urn:diagrams.loki3.com/BracketList"/>
    <dgm:cxn modelId="{7AF134CE-2C10-426A-A8E5-8014A943E0DF}" type="presOf" srcId="{8AE1DFC3-BA34-45FC-8B15-445891D3BDCA}" destId="{02AFBED7-7B71-46B7-A199-08C02B2C0101}" srcOrd="0" destOrd="0" presId="urn:diagrams.loki3.com/BracketList"/>
    <dgm:cxn modelId="{D909BFDB-227D-4225-9136-1C7D890B1C41}" srcId="{8AE1DFC3-BA34-45FC-8B15-445891D3BDCA}" destId="{824BC1BF-CF15-4D06-9CEA-27E7A4EFC9B0}" srcOrd="0" destOrd="0" parTransId="{924C2D8E-4B33-4806-ADEF-AF7DE1C75A8D}" sibTransId="{D3216119-FB21-42DB-A8F3-AC1FEF655355}"/>
    <dgm:cxn modelId="{627AF4E3-4FE2-453B-8760-DBC84D4DCFC9}" type="presOf" srcId="{F43A7279-30FF-4365-B6CC-FC1B601F93E8}" destId="{321C87BC-C93E-4C61-BEE4-0753C120BB41}" srcOrd="0" destOrd="0" presId="urn:diagrams.loki3.com/BracketList"/>
    <dgm:cxn modelId="{4EAD77E4-42E2-4563-A002-20C686091B98}" srcId="{7F83B9C3-8355-4DE0-8E57-A82C84D9A7B7}" destId="{E9F002F0-D9DD-4C06-9B75-DB080A80B388}" srcOrd="0" destOrd="0" parTransId="{F717646E-BD34-4DE2-89D9-58DB532B04E0}" sibTransId="{0EA61FC7-AAA9-4926-A6F4-398E1CA36A48}"/>
    <dgm:cxn modelId="{2FC21C8D-3013-4EC4-A593-B3C7EBA8F7AB}" type="presParOf" srcId="{321C87BC-C93E-4C61-BEE4-0753C120BB41}" destId="{10F4E72E-9777-4A51-B6F2-406B86C18FB0}" srcOrd="0" destOrd="0" presId="urn:diagrams.loki3.com/BracketList"/>
    <dgm:cxn modelId="{1E71D5AB-B3DD-4E4E-BFF9-B268BEE9C6D7}" type="presParOf" srcId="{10F4E72E-9777-4A51-B6F2-406B86C18FB0}" destId="{04504C21-136D-40A8-88F9-037D6C705DCD}" srcOrd="0" destOrd="0" presId="urn:diagrams.loki3.com/BracketList"/>
    <dgm:cxn modelId="{8B187C94-28F3-4F9B-99FD-AE75691CB739}" type="presParOf" srcId="{10F4E72E-9777-4A51-B6F2-406B86C18FB0}" destId="{A98453DE-28EC-46F0-87B4-4D47F5DBC162}" srcOrd="1" destOrd="0" presId="urn:diagrams.loki3.com/BracketList"/>
    <dgm:cxn modelId="{AC177705-46D0-4450-A9ED-17D319BBBA9E}" type="presParOf" srcId="{10F4E72E-9777-4A51-B6F2-406B86C18FB0}" destId="{A5183D41-BB2A-4043-ACFA-A9CFCAB2A5BF}" srcOrd="2" destOrd="0" presId="urn:diagrams.loki3.com/BracketList"/>
    <dgm:cxn modelId="{33B1EEB9-C32E-40A2-BF89-B22828A51780}" type="presParOf" srcId="{10F4E72E-9777-4A51-B6F2-406B86C18FB0}" destId="{6BA473CB-11A0-44F8-A905-33D4A9918311}" srcOrd="3" destOrd="0" presId="urn:diagrams.loki3.com/BracketList"/>
    <dgm:cxn modelId="{D0A78458-3C21-4F6E-B267-AD9E7503EB07}" type="presParOf" srcId="{321C87BC-C93E-4C61-BEE4-0753C120BB41}" destId="{C41B1BD8-264C-40B0-9E81-EE4B7ED2A4E0}" srcOrd="1" destOrd="0" presId="urn:diagrams.loki3.com/BracketList"/>
    <dgm:cxn modelId="{08DBAF36-79F0-4EE4-92D2-64A9E44C72B7}" type="presParOf" srcId="{321C87BC-C93E-4C61-BEE4-0753C120BB41}" destId="{B4C7CD21-1732-4B70-938B-0280AF6F2551}" srcOrd="2" destOrd="0" presId="urn:diagrams.loki3.com/BracketList"/>
    <dgm:cxn modelId="{A57ABD31-F9FF-4F9B-BFE3-567CA117BDFD}" type="presParOf" srcId="{B4C7CD21-1732-4B70-938B-0280AF6F2551}" destId="{02AFBED7-7B71-46B7-A199-08C02B2C0101}" srcOrd="0" destOrd="0" presId="urn:diagrams.loki3.com/BracketList"/>
    <dgm:cxn modelId="{746D9972-03EB-4387-A9EC-46DD660FF63A}" type="presParOf" srcId="{B4C7CD21-1732-4B70-938B-0280AF6F2551}" destId="{BEEBD134-873C-4A4F-9839-70E90E301CD8}" srcOrd="1" destOrd="0" presId="urn:diagrams.loki3.com/BracketList"/>
    <dgm:cxn modelId="{51338962-8BBF-4FBE-86D7-B19DB9F0D66E}" type="presParOf" srcId="{B4C7CD21-1732-4B70-938B-0280AF6F2551}" destId="{38E0C632-0D17-4FAA-B407-03904B327AF7}" srcOrd="2" destOrd="0" presId="urn:diagrams.loki3.com/BracketList"/>
    <dgm:cxn modelId="{5CC067B8-9B92-4918-A39B-D504259DE570}" type="presParOf" srcId="{B4C7CD21-1732-4B70-938B-0280AF6F2551}" destId="{DA0C0E43-9F95-4E11-8445-E25903D2F0C4}" srcOrd="3" destOrd="0" presId="urn:diagrams.loki3.com/BracketList"/>
    <dgm:cxn modelId="{8BE28A59-7805-46A0-8826-8E30CA713445}" type="presParOf" srcId="{321C87BC-C93E-4C61-BEE4-0753C120BB41}" destId="{BAB346D4-233A-4B2B-892D-C8EB11B896AA}" srcOrd="3" destOrd="0" presId="urn:diagrams.loki3.com/BracketList"/>
    <dgm:cxn modelId="{5973AC0C-D818-47BE-A86B-E6E603B8A110}" type="presParOf" srcId="{321C87BC-C93E-4C61-BEE4-0753C120BB41}" destId="{DE766C1B-8F65-4608-B6E5-E2502999DB9C}" srcOrd="4" destOrd="0" presId="urn:diagrams.loki3.com/BracketList"/>
    <dgm:cxn modelId="{E7A5371A-8D10-44D4-A9D5-A7E4570448D3}" type="presParOf" srcId="{DE766C1B-8F65-4608-B6E5-E2502999DB9C}" destId="{EF19CF2B-5C90-4982-894D-DBE119040B56}" srcOrd="0" destOrd="0" presId="urn:diagrams.loki3.com/BracketList"/>
    <dgm:cxn modelId="{CCF7D669-94F1-4BF5-88A3-3BB93B008A36}" type="presParOf" srcId="{DE766C1B-8F65-4608-B6E5-E2502999DB9C}" destId="{CCACA8E9-52D8-4D4B-A8EA-1404EB4E5DA4}" srcOrd="1" destOrd="0" presId="urn:diagrams.loki3.com/BracketList"/>
    <dgm:cxn modelId="{4360296E-0464-418E-9F11-7336CA9F472C}" type="presParOf" srcId="{DE766C1B-8F65-4608-B6E5-E2502999DB9C}" destId="{206DE98A-F832-421C-B250-769FD6ACF84B}" srcOrd="2" destOrd="0" presId="urn:diagrams.loki3.com/BracketList"/>
    <dgm:cxn modelId="{8D003FB4-8E91-4499-A2BF-35C340B45E58}" type="presParOf" srcId="{DE766C1B-8F65-4608-B6E5-E2502999DB9C}" destId="{8AD8C97A-E914-4B67-8B40-5791EFC39CD2}" srcOrd="3" destOrd="0" presId="urn:diagrams.loki3.com/BracketList"/>
    <dgm:cxn modelId="{48B501F9-F9E2-434A-8ABE-1F58413A786B}" type="presParOf" srcId="{321C87BC-C93E-4C61-BEE4-0753C120BB41}" destId="{44D162A2-26BD-4F8F-AE83-3E6FF6E1F83C}" srcOrd="5" destOrd="0" presId="urn:diagrams.loki3.com/BracketList"/>
    <dgm:cxn modelId="{D804AFCF-0039-4E8A-941C-80EBBDFD599A}" type="presParOf" srcId="{321C87BC-C93E-4C61-BEE4-0753C120BB41}" destId="{A7232841-7213-43FB-B5FD-7DC17C46F19A}" srcOrd="6" destOrd="0" presId="urn:diagrams.loki3.com/BracketList"/>
    <dgm:cxn modelId="{EDA1D715-7005-4BD7-A5B5-47A01178E4AE}" type="presParOf" srcId="{A7232841-7213-43FB-B5FD-7DC17C46F19A}" destId="{9A610996-496E-4153-A3AF-970F69CDA86B}" srcOrd="0" destOrd="0" presId="urn:diagrams.loki3.com/BracketList"/>
    <dgm:cxn modelId="{6AEF0B50-671F-41FB-9195-A964F4896CB9}" type="presParOf" srcId="{A7232841-7213-43FB-B5FD-7DC17C46F19A}" destId="{2C31BBA0-2CF5-40C2-B434-B944FE65A374}" srcOrd="1" destOrd="0" presId="urn:diagrams.loki3.com/BracketList"/>
    <dgm:cxn modelId="{3DD3EC4D-5609-4235-B3A0-EADE4C6BBE19}" type="presParOf" srcId="{A7232841-7213-43FB-B5FD-7DC17C46F19A}" destId="{E45D953D-0F5C-4DBD-AEF2-EC511F2C94B6}" srcOrd="2" destOrd="0" presId="urn:diagrams.loki3.com/BracketList"/>
    <dgm:cxn modelId="{7DC3E2E2-4B7E-4489-A448-00FDF51F6A68}" type="presParOf" srcId="{A7232841-7213-43FB-B5FD-7DC17C46F19A}" destId="{45F3C042-CBC1-4476-B266-8AC90DFFC2A5}" srcOrd="3" destOrd="0" presId="urn:diagrams.loki3.com/BracketList"/>
    <dgm:cxn modelId="{B4069583-8A59-45DC-BA9A-CCAF9CE24029}" type="presParOf" srcId="{321C87BC-C93E-4C61-BEE4-0753C120BB41}" destId="{9832E642-11E8-48E0-A0E4-5C3A1F9E8143}" srcOrd="7" destOrd="0" presId="urn:diagrams.loki3.com/BracketList"/>
    <dgm:cxn modelId="{8F7D9DB2-D7A1-4C2F-BC32-CCF58CCBE1A4}" type="presParOf" srcId="{321C87BC-C93E-4C61-BEE4-0753C120BB41}" destId="{7DD5F804-F318-46FB-B279-9B029FE9BFB4}" srcOrd="8" destOrd="0" presId="urn:diagrams.loki3.com/BracketList"/>
    <dgm:cxn modelId="{CAB21709-4074-4384-ADB4-38FF728E2E4F}" type="presParOf" srcId="{7DD5F804-F318-46FB-B279-9B029FE9BFB4}" destId="{00B1C24F-BA66-44B9-AF11-37B74531B6A0}" srcOrd="0" destOrd="0" presId="urn:diagrams.loki3.com/BracketList"/>
    <dgm:cxn modelId="{E8E534F2-513A-454A-82F1-7101BA841406}" type="presParOf" srcId="{7DD5F804-F318-46FB-B279-9B029FE9BFB4}" destId="{62313D06-DEDB-401F-BD8A-424D81650446}" srcOrd="1" destOrd="0" presId="urn:diagrams.loki3.com/BracketList"/>
    <dgm:cxn modelId="{89FC8464-FFA9-470F-BECF-4F0ADF6032E2}" type="presParOf" srcId="{7DD5F804-F318-46FB-B279-9B029FE9BFB4}" destId="{2DA5EA5D-CA42-4BEE-91DC-E9D43EDD95D5}" srcOrd="2" destOrd="0" presId="urn:diagrams.loki3.com/BracketList"/>
    <dgm:cxn modelId="{5629FAF1-E526-400F-A289-96990C4A0D60}" type="presParOf" srcId="{7DD5F804-F318-46FB-B279-9B029FE9BFB4}" destId="{5AD5B146-BFEA-49DF-8D6F-B53B5E098123}" srcOrd="3" destOrd="0" presId="urn:diagrams.loki3.com/BracketList"/>
    <dgm:cxn modelId="{3BC3191F-E581-487B-8AC3-3DB00DAA5FA0}" type="presParOf" srcId="{321C87BC-C93E-4C61-BEE4-0753C120BB41}" destId="{4BECF929-D9AD-4C82-B72F-5D32968512B7}" srcOrd="9" destOrd="0" presId="urn:diagrams.loki3.com/BracketList"/>
    <dgm:cxn modelId="{23CCEED6-66B6-4C7B-84A5-956DB70E6B86}" type="presParOf" srcId="{321C87BC-C93E-4C61-BEE4-0753C120BB41}" destId="{B6866DAF-1FB2-423F-81C2-302769ABDBA5}" srcOrd="10" destOrd="0" presId="urn:diagrams.loki3.com/BracketList"/>
    <dgm:cxn modelId="{ECAA1E3C-830E-4955-8279-2230E990270C}" type="presParOf" srcId="{B6866DAF-1FB2-423F-81C2-302769ABDBA5}" destId="{17D1B2F2-1671-4A31-AAC8-F82F16396C82}" srcOrd="0" destOrd="0" presId="urn:diagrams.loki3.com/BracketList"/>
    <dgm:cxn modelId="{1D0457A6-48A9-4E66-B5EC-7E477BA94901}" type="presParOf" srcId="{B6866DAF-1FB2-423F-81C2-302769ABDBA5}" destId="{135A29A7-04EC-40AF-9B18-750E7FCC6A04}" srcOrd="1" destOrd="0" presId="urn:diagrams.loki3.com/BracketList"/>
    <dgm:cxn modelId="{9005DAAB-79E6-4532-B321-73E07F065B5E}" type="presParOf" srcId="{B6866DAF-1FB2-423F-81C2-302769ABDBA5}" destId="{91D51A2A-716E-408A-B7B4-E2C815986DE5}" srcOrd="2" destOrd="0" presId="urn:diagrams.loki3.com/BracketList"/>
    <dgm:cxn modelId="{A72D9752-62EC-4F4B-BF51-B2CE32048293}" type="presParOf" srcId="{B6866DAF-1FB2-423F-81C2-302769ABDBA5}" destId="{391A301F-43EA-4383-8764-09EB2721C298}"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ABD43F3-C7C6-4642-B4C5-753F9F81DF53}"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099F18AE-C136-4F28-983E-0E05C4F54030}">
      <dgm:prSet custT="1"/>
      <dgm:spPr/>
      <dgm:t>
        <a:bodyPr/>
        <a:lstStyle/>
        <a:p>
          <a:pPr rtl="0"/>
          <a:r>
            <a:rPr kumimoji="0" lang="en-US" altLang="en-US" sz="2000" b="0" i="0" u="none" strike="noStrike" cap="none" normalizeH="0" baseline="0">
              <a:ln/>
              <a:effectLst/>
              <a:latin typeface="inter-regular"/>
            </a:rPr>
            <a:t>The Media Access Control (MAC) address or physical address is encoded on the network card chip which is assigned by the IEEE to identify a network card uniquely. The MAC address is stored in the PROM (Programmable read-only memory).</a:t>
          </a:r>
        </a:p>
      </dgm:t>
    </dgm:pt>
    <dgm:pt modelId="{AA069EC9-D9E7-48DB-8834-FA0AA8B4C7BF}" type="parTrans" cxnId="{8551A450-B2CE-49A4-8792-DF6C2131DA77}">
      <dgm:prSet/>
      <dgm:spPr/>
      <dgm:t>
        <a:bodyPr/>
        <a:lstStyle/>
        <a:p>
          <a:endParaRPr lang="en-US"/>
        </a:p>
      </dgm:t>
    </dgm:pt>
    <dgm:pt modelId="{067BF2B0-BD15-44F9-9E61-A6F6E743FAC5}" type="sibTrans" cxnId="{8551A450-B2CE-49A4-8792-DF6C2131DA77}">
      <dgm:prSet/>
      <dgm:spPr/>
      <dgm:t>
        <a:bodyPr/>
        <a:lstStyle/>
        <a:p>
          <a:endParaRPr lang="en-US"/>
        </a:p>
      </dgm:t>
    </dgm:pt>
    <dgm:pt modelId="{09A5513F-9AAF-4FE5-9103-09F915C36C13}">
      <dgm:prSet custT="1"/>
      <dgm:spPr/>
      <dgm:t>
        <a:bodyPr/>
        <a:lstStyle/>
        <a:p>
          <a:pPr rtl="0"/>
          <a:r>
            <a:rPr kumimoji="0" lang="en-US" altLang="en-US" sz="2000" b="0" i="0" u="none" strike="noStrike" cap="none" normalizeH="0" baseline="0">
              <a:ln/>
              <a:effectLst/>
              <a:latin typeface="erdana"/>
            </a:rPr>
            <a:t>There are two types of NIC:</a:t>
          </a:r>
        </a:p>
      </dgm:t>
    </dgm:pt>
    <dgm:pt modelId="{4542A781-F503-4B16-817C-BD0BC05D7823}" type="parTrans" cxnId="{59725127-2F7A-4DBF-B4EC-BBC5D0C4F6A3}">
      <dgm:prSet/>
      <dgm:spPr/>
      <dgm:t>
        <a:bodyPr/>
        <a:lstStyle/>
        <a:p>
          <a:endParaRPr lang="en-US"/>
        </a:p>
      </dgm:t>
    </dgm:pt>
    <dgm:pt modelId="{D965BBE2-828A-4E92-8215-7FD9D49AEB0A}" type="sibTrans" cxnId="{59725127-2F7A-4DBF-B4EC-BBC5D0C4F6A3}">
      <dgm:prSet/>
      <dgm:spPr/>
      <dgm:t>
        <a:bodyPr/>
        <a:lstStyle/>
        <a:p>
          <a:endParaRPr lang="en-US"/>
        </a:p>
      </dgm:t>
    </dgm:pt>
    <dgm:pt modelId="{6091564D-36B8-4620-B6C4-4C66037D1956}">
      <dgm:prSet custT="1"/>
      <dgm:spPr/>
      <dgm:t>
        <a:bodyPr/>
        <a:lstStyle/>
        <a:p>
          <a:pPr rtl="0"/>
          <a:r>
            <a:rPr kumimoji="0" lang="en-US" altLang="en-US" sz="1800" b="1" i="0" u="none" strike="noStrike" cap="none" normalizeH="0" baseline="0" dirty="0">
              <a:ln/>
              <a:effectLst/>
              <a:latin typeface="inter-bold"/>
            </a:rPr>
            <a:t>Wired NIC:</a:t>
          </a:r>
          <a:r>
            <a:rPr kumimoji="0" lang="en-US" altLang="en-US" sz="1800" b="0" i="0" u="none" strike="noStrike" cap="none" normalizeH="0" baseline="0" dirty="0">
              <a:ln/>
              <a:effectLst/>
              <a:latin typeface="inter-regular"/>
            </a:rPr>
            <a:t> The Wired NIC is present inside the motherboard. Cables and connectors are used with wired NIC to transfer data.</a:t>
          </a:r>
        </a:p>
      </dgm:t>
    </dgm:pt>
    <dgm:pt modelId="{0CC9DB79-FCE9-4C79-BEC9-B880D8035797}" type="parTrans" cxnId="{B186464E-91D4-4563-A966-EC68ACEE50FF}">
      <dgm:prSet/>
      <dgm:spPr/>
      <dgm:t>
        <a:bodyPr/>
        <a:lstStyle/>
        <a:p>
          <a:endParaRPr lang="en-US"/>
        </a:p>
      </dgm:t>
    </dgm:pt>
    <dgm:pt modelId="{C47F6193-89A6-46DC-AE1A-AA05081F7EE0}" type="sibTrans" cxnId="{B186464E-91D4-4563-A966-EC68ACEE50FF}">
      <dgm:prSet/>
      <dgm:spPr/>
      <dgm:t>
        <a:bodyPr/>
        <a:lstStyle/>
        <a:p>
          <a:endParaRPr lang="en-US"/>
        </a:p>
      </dgm:t>
    </dgm:pt>
    <dgm:pt modelId="{C3ACAFF8-1A8C-4C40-99CE-CA64B38DBCF2}">
      <dgm:prSet custT="1"/>
      <dgm:spPr/>
      <dgm:t>
        <a:bodyPr/>
        <a:lstStyle/>
        <a:p>
          <a:pPr rtl="0"/>
          <a:r>
            <a:rPr kumimoji="0" lang="en-US" altLang="en-US" sz="1800" b="1" i="0" u="none" strike="noStrike" cap="none" normalizeH="0" baseline="0">
              <a:ln/>
              <a:effectLst/>
              <a:latin typeface="inter-bold"/>
            </a:rPr>
            <a:t>Wireless NIC:</a:t>
          </a:r>
          <a:r>
            <a:rPr kumimoji="0" lang="en-US" altLang="en-US" sz="1800" b="0" i="0" u="none" strike="noStrike" cap="none" normalizeH="0" baseline="0">
              <a:ln/>
              <a:effectLst/>
              <a:latin typeface="inter-regular"/>
            </a:rPr>
            <a:t> The wireless NIC contains the antenna to obtain the connection over the wireless network. For example, laptop computer contains the wireless NIC</a:t>
          </a:r>
          <a:endParaRPr lang="en-US" sz="1800"/>
        </a:p>
      </dgm:t>
    </dgm:pt>
    <dgm:pt modelId="{32D15EF0-7A50-4C1A-B2E8-28BE824DAB99}" type="parTrans" cxnId="{304B1783-967E-4BE8-92F4-C1272045A78A}">
      <dgm:prSet/>
      <dgm:spPr/>
      <dgm:t>
        <a:bodyPr/>
        <a:lstStyle/>
        <a:p>
          <a:endParaRPr lang="en-US"/>
        </a:p>
      </dgm:t>
    </dgm:pt>
    <dgm:pt modelId="{E55ADAB1-C17C-40E3-8E7D-8DF21F7F7A2D}" type="sibTrans" cxnId="{304B1783-967E-4BE8-92F4-C1272045A78A}">
      <dgm:prSet/>
      <dgm:spPr/>
      <dgm:t>
        <a:bodyPr/>
        <a:lstStyle/>
        <a:p>
          <a:endParaRPr lang="en-US"/>
        </a:p>
      </dgm:t>
    </dgm:pt>
    <dgm:pt modelId="{DB8DF475-4BA6-4A05-9EF6-91DC5169268F}">
      <dgm:prSet phldrT="[Text]" custT="1"/>
      <dgm:spPr/>
      <dgm:t>
        <a:bodyPr/>
        <a:lstStyle/>
        <a:p>
          <a:pPr rtl="0"/>
          <a:r>
            <a:rPr kumimoji="0" lang="en-US" altLang="en-US" sz="2000" b="0" i="0" u="none" strike="noStrike" cap="none" normalizeH="0" baseline="0" dirty="0">
              <a:ln/>
              <a:effectLst/>
              <a:latin typeface="inter-regular"/>
            </a:rPr>
            <a:t>A NIC (Network Interface Card) is the physical hardware component that allows a device to connect to a network, while a MAC (Media Access Control) address is the unique, permanent identifier embedded in that NIC. </a:t>
          </a:r>
          <a:endParaRPr lang="en-US" sz="2000" dirty="0"/>
        </a:p>
      </dgm:t>
    </dgm:pt>
    <dgm:pt modelId="{961D0103-BF10-4846-8844-B944FF6A7AC3}" type="sibTrans" cxnId="{7D9EDB93-D48C-471B-8720-C7E63E78503C}">
      <dgm:prSet/>
      <dgm:spPr/>
      <dgm:t>
        <a:bodyPr/>
        <a:lstStyle/>
        <a:p>
          <a:endParaRPr lang="en-US"/>
        </a:p>
      </dgm:t>
    </dgm:pt>
    <dgm:pt modelId="{CD4061A2-42C4-4FF6-B123-80C1704A4B6F}" type="parTrans" cxnId="{7D9EDB93-D48C-471B-8720-C7E63E78503C}">
      <dgm:prSet/>
      <dgm:spPr/>
      <dgm:t>
        <a:bodyPr/>
        <a:lstStyle/>
        <a:p>
          <a:endParaRPr lang="en-US"/>
        </a:p>
      </dgm:t>
    </dgm:pt>
    <dgm:pt modelId="{7B799EED-D68C-4DC6-AE92-09432CBC280F}" type="pres">
      <dgm:prSet presAssocID="{7ABD43F3-C7C6-4642-B4C5-753F9F81DF53}" presName="linear" presStyleCnt="0">
        <dgm:presLayoutVars>
          <dgm:animLvl val="lvl"/>
          <dgm:resizeHandles val="exact"/>
        </dgm:presLayoutVars>
      </dgm:prSet>
      <dgm:spPr/>
    </dgm:pt>
    <dgm:pt modelId="{C2ECC80B-026A-4235-84A9-49E62C4264B4}" type="pres">
      <dgm:prSet presAssocID="{DB8DF475-4BA6-4A05-9EF6-91DC5169268F}" presName="parentText" presStyleLbl="node1" presStyleIdx="0" presStyleCnt="3" custScaleY="94967">
        <dgm:presLayoutVars>
          <dgm:chMax val="0"/>
          <dgm:bulletEnabled val="1"/>
        </dgm:presLayoutVars>
      </dgm:prSet>
      <dgm:spPr/>
    </dgm:pt>
    <dgm:pt modelId="{28D100BA-7003-4B5F-8D9E-A649B0AF2761}" type="pres">
      <dgm:prSet presAssocID="{961D0103-BF10-4846-8844-B944FF6A7AC3}" presName="spacer" presStyleCnt="0"/>
      <dgm:spPr/>
    </dgm:pt>
    <dgm:pt modelId="{0302676C-6FC1-4BD8-BF0E-DE4D85FF1163}" type="pres">
      <dgm:prSet presAssocID="{099F18AE-C136-4F28-983E-0E05C4F54030}" presName="parentText" presStyleLbl="node1" presStyleIdx="1" presStyleCnt="3" custScaleY="101800" custLinFactNeighborY="-32004">
        <dgm:presLayoutVars>
          <dgm:chMax val="0"/>
          <dgm:bulletEnabled val="1"/>
        </dgm:presLayoutVars>
      </dgm:prSet>
      <dgm:spPr/>
    </dgm:pt>
    <dgm:pt modelId="{F031346E-607B-48C7-8C87-398E4FDA00FE}" type="pres">
      <dgm:prSet presAssocID="{067BF2B0-BD15-44F9-9E61-A6F6E743FAC5}" presName="spacer" presStyleCnt="0"/>
      <dgm:spPr/>
    </dgm:pt>
    <dgm:pt modelId="{FEB0AF46-09C4-4635-83D2-E1BDB7287BDD}" type="pres">
      <dgm:prSet presAssocID="{09A5513F-9AAF-4FE5-9103-09F915C36C13}" presName="parentText" presStyleLbl="node1" presStyleIdx="2" presStyleCnt="3" custScaleY="49388" custLinFactNeighborY="-6852">
        <dgm:presLayoutVars>
          <dgm:chMax val="0"/>
          <dgm:bulletEnabled val="1"/>
        </dgm:presLayoutVars>
      </dgm:prSet>
      <dgm:spPr/>
    </dgm:pt>
    <dgm:pt modelId="{BDE04C84-6726-4F05-8F47-F04808C82510}" type="pres">
      <dgm:prSet presAssocID="{09A5513F-9AAF-4FE5-9103-09F915C36C13}" presName="childText" presStyleLbl="revTx" presStyleIdx="0" presStyleCnt="1">
        <dgm:presLayoutVars>
          <dgm:bulletEnabled val="1"/>
        </dgm:presLayoutVars>
      </dgm:prSet>
      <dgm:spPr/>
    </dgm:pt>
  </dgm:ptLst>
  <dgm:cxnLst>
    <dgm:cxn modelId="{59725127-2F7A-4DBF-B4EC-BBC5D0C4F6A3}" srcId="{7ABD43F3-C7C6-4642-B4C5-753F9F81DF53}" destId="{09A5513F-9AAF-4FE5-9103-09F915C36C13}" srcOrd="2" destOrd="0" parTransId="{4542A781-F503-4B16-817C-BD0BC05D7823}" sibTransId="{D965BBE2-828A-4E92-8215-7FD9D49AEB0A}"/>
    <dgm:cxn modelId="{40D78A43-5368-4565-BC18-8AEC6CDE6A7B}" type="presOf" srcId="{C3ACAFF8-1A8C-4C40-99CE-CA64B38DBCF2}" destId="{BDE04C84-6726-4F05-8F47-F04808C82510}" srcOrd="0" destOrd="1" presId="urn:microsoft.com/office/officeart/2005/8/layout/vList2"/>
    <dgm:cxn modelId="{B186464E-91D4-4563-A966-EC68ACEE50FF}" srcId="{09A5513F-9AAF-4FE5-9103-09F915C36C13}" destId="{6091564D-36B8-4620-B6C4-4C66037D1956}" srcOrd="0" destOrd="0" parTransId="{0CC9DB79-FCE9-4C79-BEC9-B880D8035797}" sibTransId="{C47F6193-89A6-46DC-AE1A-AA05081F7EE0}"/>
    <dgm:cxn modelId="{8551A450-B2CE-49A4-8792-DF6C2131DA77}" srcId="{7ABD43F3-C7C6-4642-B4C5-753F9F81DF53}" destId="{099F18AE-C136-4F28-983E-0E05C4F54030}" srcOrd="1" destOrd="0" parTransId="{AA069EC9-D9E7-48DB-8834-FA0AA8B4C7BF}" sibTransId="{067BF2B0-BD15-44F9-9E61-A6F6E743FAC5}"/>
    <dgm:cxn modelId="{445EB857-EC49-43C5-A9FC-EA89A545FAA4}" type="presOf" srcId="{099F18AE-C136-4F28-983E-0E05C4F54030}" destId="{0302676C-6FC1-4BD8-BF0E-DE4D85FF1163}" srcOrd="0" destOrd="0" presId="urn:microsoft.com/office/officeart/2005/8/layout/vList2"/>
    <dgm:cxn modelId="{304B1783-967E-4BE8-92F4-C1272045A78A}" srcId="{09A5513F-9AAF-4FE5-9103-09F915C36C13}" destId="{C3ACAFF8-1A8C-4C40-99CE-CA64B38DBCF2}" srcOrd="1" destOrd="0" parTransId="{32D15EF0-7A50-4C1A-B2E8-28BE824DAB99}" sibTransId="{E55ADAB1-C17C-40E3-8E7D-8DF21F7F7A2D}"/>
    <dgm:cxn modelId="{7DB8F584-6FA2-4A46-A809-F479E0BF5555}" type="presOf" srcId="{09A5513F-9AAF-4FE5-9103-09F915C36C13}" destId="{FEB0AF46-09C4-4635-83D2-E1BDB7287BDD}" srcOrd="0" destOrd="0" presId="urn:microsoft.com/office/officeart/2005/8/layout/vList2"/>
    <dgm:cxn modelId="{7D9EDB93-D48C-471B-8720-C7E63E78503C}" srcId="{7ABD43F3-C7C6-4642-B4C5-753F9F81DF53}" destId="{DB8DF475-4BA6-4A05-9EF6-91DC5169268F}" srcOrd="0" destOrd="0" parTransId="{CD4061A2-42C4-4FF6-B123-80C1704A4B6F}" sibTransId="{961D0103-BF10-4846-8844-B944FF6A7AC3}"/>
    <dgm:cxn modelId="{23D9B695-4CF7-4C39-B20E-0C9094D50D3B}" type="presOf" srcId="{7ABD43F3-C7C6-4642-B4C5-753F9F81DF53}" destId="{7B799EED-D68C-4DC6-AE92-09432CBC280F}" srcOrd="0" destOrd="0" presId="urn:microsoft.com/office/officeart/2005/8/layout/vList2"/>
    <dgm:cxn modelId="{06D3BBE5-87E6-48FB-AB44-BC4929DB13F8}" type="presOf" srcId="{6091564D-36B8-4620-B6C4-4C66037D1956}" destId="{BDE04C84-6726-4F05-8F47-F04808C82510}" srcOrd="0" destOrd="0" presId="urn:microsoft.com/office/officeart/2005/8/layout/vList2"/>
    <dgm:cxn modelId="{1DBF05FC-64F5-4755-BF07-251ABCF24577}" type="presOf" srcId="{DB8DF475-4BA6-4A05-9EF6-91DC5169268F}" destId="{C2ECC80B-026A-4235-84A9-49E62C4264B4}" srcOrd="0" destOrd="0" presId="urn:microsoft.com/office/officeart/2005/8/layout/vList2"/>
    <dgm:cxn modelId="{E87F54F7-DF95-4EC3-B560-40CB694AD5D5}" type="presParOf" srcId="{7B799EED-D68C-4DC6-AE92-09432CBC280F}" destId="{C2ECC80B-026A-4235-84A9-49E62C4264B4}" srcOrd="0" destOrd="0" presId="urn:microsoft.com/office/officeart/2005/8/layout/vList2"/>
    <dgm:cxn modelId="{665C0481-E5DB-4F55-A605-7F78D9F6B70C}" type="presParOf" srcId="{7B799EED-D68C-4DC6-AE92-09432CBC280F}" destId="{28D100BA-7003-4B5F-8D9E-A649B0AF2761}" srcOrd="1" destOrd="0" presId="urn:microsoft.com/office/officeart/2005/8/layout/vList2"/>
    <dgm:cxn modelId="{7081C55F-4D03-4280-8966-54B2AE09A1FD}" type="presParOf" srcId="{7B799EED-D68C-4DC6-AE92-09432CBC280F}" destId="{0302676C-6FC1-4BD8-BF0E-DE4D85FF1163}" srcOrd="2" destOrd="0" presId="urn:microsoft.com/office/officeart/2005/8/layout/vList2"/>
    <dgm:cxn modelId="{379E263C-3869-4DB1-A29A-FE31FEBDCFF3}" type="presParOf" srcId="{7B799EED-D68C-4DC6-AE92-09432CBC280F}" destId="{F031346E-607B-48C7-8C87-398E4FDA00FE}" srcOrd="3" destOrd="0" presId="urn:microsoft.com/office/officeart/2005/8/layout/vList2"/>
    <dgm:cxn modelId="{2A04EB87-92A2-41F6-A127-6C47A932AB6E}" type="presParOf" srcId="{7B799EED-D68C-4DC6-AE92-09432CBC280F}" destId="{FEB0AF46-09C4-4635-83D2-E1BDB7287BDD}" srcOrd="4" destOrd="0" presId="urn:microsoft.com/office/officeart/2005/8/layout/vList2"/>
    <dgm:cxn modelId="{2410673F-9518-4A71-85D6-3AA2FE3B6601}" type="presParOf" srcId="{7B799EED-D68C-4DC6-AE92-09432CBC280F}" destId="{BDE04C84-6726-4F05-8F47-F04808C8251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ABD43F3-C7C6-4642-B4C5-753F9F81DF53}" type="doc">
      <dgm:prSet loTypeId="urn:microsoft.com/office/officeart/2005/8/layout/vList2" loCatId="list" qsTypeId="urn:microsoft.com/office/officeart/2005/8/quickstyle/simple2" qsCatId="simple" csTypeId="urn:microsoft.com/office/officeart/2005/8/colors/accent2_3" csCatId="accent2" phldr="1"/>
      <dgm:spPr/>
      <dgm:t>
        <a:bodyPr/>
        <a:lstStyle/>
        <a:p>
          <a:endParaRPr lang="en-US"/>
        </a:p>
      </dgm:t>
    </dgm:pt>
    <dgm:pt modelId="{DB8DF475-4BA6-4A05-9EF6-91DC5169268F}">
      <dgm:prSet phldrT="[Text]" custT="1"/>
      <dgm:spPr/>
      <dgm:t>
        <a:bodyPr/>
        <a:lstStyle/>
        <a:p>
          <a:pPr rtl="0"/>
          <a:r>
            <a:rPr lang="en-US" sz="2000" b="0" i="0"/>
            <a:t>A Hub is a hardware device that divides the network connection among multiple devices. When computer requests for some information from a network, it first sends the request to the Hub through cable. Hub will broadcast this request to the entire network. All the devices will check whether the request belongs to them or not. If not, the request will be dropped.</a:t>
          </a:r>
          <a:endParaRPr lang="en-US" sz="2000"/>
        </a:p>
      </dgm:t>
    </dgm:pt>
    <dgm:pt modelId="{CD4061A2-42C4-4FF6-B123-80C1704A4B6F}" type="parTrans" cxnId="{7D9EDB93-D48C-471B-8720-C7E63E78503C}">
      <dgm:prSet/>
      <dgm:spPr/>
      <dgm:t>
        <a:bodyPr/>
        <a:lstStyle/>
        <a:p>
          <a:endParaRPr lang="en-US" sz="2000"/>
        </a:p>
      </dgm:t>
    </dgm:pt>
    <dgm:pt modelId="{961D0103-BF10-4846-8844-B944FF6A7AC3}" type="sibTrans" cxnId="{7D9EDB93-D48C-471B-8720-C7E63E78503C}">
      <dgm:prSet/>
      <dgm:spPr/>
      <dgm:t>
        <a:bodyPr/>
        <a:lstStyle/>
        <a:p>
          <a:endParaRPr lang="en-US" sz="2000"/>
        </a:p>
      </dgm:t>
    </dgm:pt>
    <dgm:pt modelId="{2BF57476-EA9C-448F-B717-A89DBA657ECC}">
      <dgm:prSet custT="1"/>
      <dgm:spPr>
        <a:solidFill>
          <a:srgbClr val="0070C0"/>
        </a:solidFill>
      </dgm:spPr>
      <dgm:t>
        <a:bodyPr/>
        <a:lstStyle/>
        <a:p>
          <a:r>
            <a:rPr lang="en-US" sz="2000" b="0" i="0"/>
            <a:t>The process used by the Hub consumes more bandwidth and limits the amount of communication. Nowadays, the use of hub is obsolete, and it is replaced by more advanced computer network components such as Switches, Routers.</a:t>
          </a:r>
        </a:p>
      </dgm:t>
    </dgm:pt>
    <dgm:pt modelId="{7B3424A8-2811-4599-8460-4F6D2A98D4E2}" type="parTrans" cxnId="{D1915105-8C2F-4B69-BAA3-C5A1DAB922EC}">
      <dgm:prSet/>
      <dgm:spPr/>
      <dgm:t>
        <a:bodyPr/>
        <a:lstStyle/>
        <a:p>
          <a:endParaRPr lang="en-US" sz="2000"/>
        </a:p>
      </dgm:t>
    </dgm:pt>
    <dgm:pt modelId="{A8B3EE70-F493-4CA1-B04F-DF6A15ACC239}" type="sibTrans" cxnId="{D1915105-8C2F-4B69-BAA3-C5A1DAB922EC}">
      <dgm:prSet/>
      <dgm:spPr/>
      <dgm:t>
        <a:bodyPr/>
        <a:lstStyle/>
        <a:p>
          <a:endParaRPr lang="en-US" sz="2000"/>
        </a:p>
      </dgm:t>
    </dgm:pt>
    <dgm:pt modelId="{7B799EED-D68C-4DC6-AE92-09432CBC280F}" type="pres">
      <dgm:prSet presAssocID="{7ABD43F3-C7C6-4642-B4C5-753F9F81DF53}" presName="linear" presStyleCnt="0">
        <dgm:presLayoutVars>
          <dgm:animLvl val="lvl"/>
          <dgm:resizeHandles val="exact"/>
        </dgm:presLayoutVars>
      </dgm:prSet>
      <dgm:spPr/>
    </dgm:pt>
    <dgm:pt modelId="{C2ECC80B-026A-4235-84A9-49E62C4264B4}" type="pres">
      <dgm:prSet presAssocID="{DB8DF475-4BA6-4A05-9EF6-91DC5169268F}" presName="parentText" presStyleLbl="node1" presStyleIdx="0" presStyleCnt="2" custScaleY="143984" custLinFactNeighborY="-72015">
        <dgm:presLayoutVars>
          <dgm:chMax val="0"/>
          <dgm:bulletEnabled val="1"/>
        </dgm:presLayoutVars>
      </dgm:prSet>
      <dgm:spPr/>
    </dgm:pt>
    <dgm:pt modelId="{28D100BA-7003-4B5F-8D9E-A649B0AF2761}" type="pres">
      <dgm:prSet presAssocID="{961D0103-BF10-4846-8844-B944FF6A7AC3}" presName="spacer" presStyleCnt="0"/>
      <dgm:spPr/>
    </dgm:pt>
    <dgm:pt modelId="{EB0A2BD5-7C2B-4258-8110-7A92D5A996F4}" type="pres">
      <dgm:prSet presAssocID="{2BF57476-EA9C-448F-B717-A89DBA657ECC}" presName="parentText" presStyleLbl="node1" presStyleIdx="1" presStyleCnt="2">
        <dgm:presLayoutVars>
          <dgm:chMax val="0"/>
          <dgm:bulletEnabled val="1"/>
        </dgm:presLayoutVars>
      </dgm:prSet>
      <dgm:spPr/>
    </dgm:pt>
  </dgm:ptLst>
  <dgm:cxnLst>
    <dgm:cxn modelId="{D1915105-8C2F-4B69-BAA3-C5A1DAB922EC}" srcId="{7ABD43F3-C7C6-4642-B4C5-753F9F81DF53}" destId="{2BF57476-EA9C-448F-B717-A89DBA657ECC}" srcOrd="1" destOrd="0" parTransId="{7B3424A8-2811-4599-8460-4F6D2A98D4E2}" sibTransId="{A8B3EE70-F493-4CA1-B04F-DF6A15ACC239}"/>
    <dgm:cxn modelId="{0B7B7C08-C7C9-465A-9F92-09D29CA12CED}" type="presOf" srcId="{2BF57476-EA9C-448F-B717-A89DBA657ECC}" destId="{EB0A2BD5-7C2B-4258-8110-7A92D5A996F4}" srcOrd="0" destOrd="0" presId="urn:microsoft.com/office/officeart/2005/8/layout/vList2"/>
    <dgm:cxn modelId="{7D9EDB93-D48C-471B-8720-C7E63E78503C}" srcId="{7ABD43F3-C7C6-4642-B4C5-753F9F81DF53}" destId="{DB8DF475-4BA6-4A05-9EF6-91DC5169268F}" srcOrd="0" destOrd="0" parTransId="{CD4061A2-42C4-4FF6-B123-80C1704A4B6F}" sibTransId="{961D0103-BF10-4846-8844-B944FF6A7AC3}"/>
    <dgm:cxn modelId="{23D9B695-4CF7-4C39-B20E-0C9094D50D3B}" type="presOf" srcId="{7ABD43F3-C7C6-4642-B4C5-753F9F81DF53}" destId="{7B799EED-D68C-4DC6-AE92-09432CBC280F}" srcOrd="0" destOrd="0" presId="urn:microsoft.com/office/officeart/2005/8/layout/vList2"/>
    <dgm:cxn modelId="{1DBF05FC-64F5-4755-BF07-251ABCF24577}" type="presOf" srcId="{DB8DF475-4BA6-4A05-9EF6-91DC5169268F}" destId="{C2ECC80B-026A-4235-84A9-49E62C4264B4}" srcOrd="0" destOrd="0" presId="urn:microsoft.com/office/officeart/2005/8/layout/vList2"/>
    <dgm:cxn modelId="{E87F54F7-DF95-4EC3-B560-40CB694AD5D5}" type="presParOf" srcId="{7B799EED-D68C-4DC6-AE92-09432CBC280F}" destId="{C2ECC80B-026A-4235-84A9-49E62C4264B4}" srcOrd="0" destOrd="0" presId="urn:microsoft.com/office/officeart/2005/8/layout/vList2"/>
    <dgm:cxn modelId="{665C0481-E5DB-4F55-A605-7F78D9F6B70C}" type="presParOf" srcId="{7B799EED-D68C-4DC6-AE92-09432CBC280F}" destId="{28D100BA-7003-4B5F-8D9E-A649B0AF2761}" srcOrd="1" destOrd="0" presId="urn:microsoft.com/office/officeart/2005/8/layout/vList2"/>
    <dgm:cxn modelId="{58516C7D-088E-4FE3-AF88-E68D284F3F6A}" type="presParOf" srcId="{7B799EED-D68C-4DC6-AE92-09432CBC280F}" destId="{EB0A2BD5-7C2B-4258-8110-7A92D5A996F4}"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ABD43F3-C7C6-4642-B4C5-753F9F81DF53}" type="doc">
      <dgm:prSet loTypeId="urn:microsoft.com/office/officeart/2005/8/layout/default" loCatId="list" qsTypeId="urn:microsoft.com/office/officeart/2005/8/quickstyle/3d4" qsCatId="3D" csTypeId="urn:microsoft.com/office/officeart/2005/8/colors/accent2_3" csCatId="accent2" phldr="1"/>
      <dgm:spPr/>
      <dgm:t>
        <a:bodyPr/>
        <a:lstStyle/>
        <a:p>
          <a:endParaRPr lang="en-US"/>
        </a:p>
      </dgm:t>
    </dgm:pt>
    <dgm:pt modelId="{DB8DF475-4BA6-4A05-9EF6-91DC5169268F}">
      <dgm:prSet phldrT="[Text]" custT="1"/>
      <dgm:spPr>
        <a:solidFill>
          <a:schemeClr val="accent6"/>
        </a:solidFill>
      </dgm:spPr>
      <dgm:t>
        <a:bodyPr/>
        <a:lstStyle/>
        <a:p>
          <a:pPr rtl="0"/>
          <a:r>
            <a:rPr lang="en-US" sz="1600" b="0" i="0"/>
            <a:t>A switch is a hardware device that connects multiple devices on a computer network. </a:t>
          </a:r>
          <a:endParaRPr lang="en-US" sz="1600"/>
        </a:p>
      </dgm:t>
    </dgm:pt>
    <dgm:pt modelId="{CD4061A2-42C4-4FF6-B123-80C1704A4B6F}" type="parTrans" cxnId="{7D9EDB93-D48C-471B-8720-C7E63E78503C}">
      <dgm:prSet/>
      <dgm:spPr/>
      <dgm:t>
        <a:bodyPr/>
        <a:lstStyle/>
        <a:p>
          <a:endParaRPr lang="en-US" sz="1600"/>
        </a:p>
      </dgm:t>
    </dgm:pt>
    <dgm:pt modelId="{961D0103-BF10-4846-8844-B944FF6A7AC3}" type="sibTrans" cxnId="{7D9EDB93-D48C-471B-8720-C7E63E78503C}">
      <dgm:prSet/>
      <dgm:spPr/>
      <dgm:t>
        <a:bodyPr/>
        <a:lstStyle/>
        <a:p>
          <a:endParaRPr lang="en-US" sz="1600"/>
        </a:p>
      </dgm:t>
    </dgm:pt>
    <dgm:pt modelId="{7DD6F9F2-C6A7-4DC5-925F-D0FB6B59CB54}">
      <dgm:prSet phldrT="[Text]" custT="1"/>
      <dgm:spPr>
        <a:solidFill>
          <a:schemeClr val="accent6"/>
        </a:solidFill>
      </dgm:spPr>
      <dgm:t>
        <a:bodyPr/>
        <a:lstStyle/>
        <a:p>
          <a:pPr rtl="0"/>
          <a:r>
            <a:rPr lang="en-US" sz="1600" b="0" i="0"/>
            <a:t>A Switch contains more advanced features than Hub. The Switch contains the updated table that decides where the data is transmitted or not. </a:t>
          </a:r>
          <a:endParaRPr lang="en-US" sz="1600"/>
        </a:p>
      </dgm:t>
    </dgm:pt>
    <dgm:pt modelId="{3D180E9D-B4F9-49C7-9213-1136523381B3}" type="parTrans" cxnId="{1B246B86-99F8-4736-A407-5B12AC2E82B8}">
      <dgm:prSet/>
      <dgm:spPr/>
      <dgm:t>
        <a:bodyPr/>
        <a:lstStyle/>
        <a:p>
          <a:endParaRPr lang="en-US" sz="1200"/>
        </a:p>
      </dgm:t>
    </dgm:pt>
    <dgm:pt modelId="{76CA4A8D-086C-4794-A9F7-5E8EDB707FD3}" type="sibTrans" cxnId="{1B246B86-99F8-4736-A407-5B12AC2E82B8}">
      <dgm:prSet/>
      <dgm:spPr/>
      <dgm:t>
        <a:bodyPr/>
        <a:lstStyle/>
        <a:p>
          <a:endParaRPr lang="en-US" sz="1200"/>
        </a:p>
      </dgm:t>
    </dgm:pt>
    <dgm:pt modelId="{113FB814-D508-4260-BD88-7A90EACC2070}">
      <dgm:prSet phldrT="[Text]" custT="1"/>
      <dgm:spPr>
        <a:solidFill>
          <a:schemeClr val="accent6"/>
        </a:solidFill>
      </dgm:spPr>
      <dgm:t>
        <a:bodyPr/>
        <a:lstStyle/>
        <a:p>
          <a:pPr rtl="0"/>
          <a:r>
            <a:rPr lang="en-US" sz="1600" b="0" i="0"/>
            <a:t>Switch delivers the message to the correct destination based on the physical address present in the incoming message. </a:t>
          </a:r>
          <a:endParaRPr lang="en-US" sz="1600"/>
        </a:p>
      </dgm:t>
    </dgm:pt>
    <dgm:pt modelId="{B279C637-7E8A-45E7-908E-F5919362ACA1}" type="parTrans" cxnId="{3A495A1F-25C2-42FB-96D5-69EE63C1BB6B}">
      <dgm:prSet/>
      <dgm:spPr/>
      <dgm:t>
        <a:bodyPr/>
        <a:lstStyle/>
        <a:p>
          <a:endParaRPr lang="en-US" sz="1200"/>
        </a:p>
      </dgm:t>
    </dgm:pt>
    <dgm:pt modelId="{A214176A-76DA-4258-9B7E-2D8876BE23E4}" type="sibTrans" cxnId="{3A495A1F-25C2-42FB-96D5-69EE63C1BB6B}">
      <dgm:prSet/>
      <dgm:spPr/>
      <dgm:t>
        <a:bodyPr/>
        <a:lstStyle/>
        <a:p>
          <a:endParaRPr lang="en-US" sz="1200"/>
        </a:p>
      </dgm:t>
    </dgm:pt>
    <dgm:pt modelId="{060A8857-1446-4E59-BBB7-1BC68193CCBC}">
      <dgm:prSet phldrT="[Text]" custT="1"/>
      <dgm:spPr>
        <a:solidFill>
          <a:schemeClr val="accent6"/>
        </a:solidFill>
      </dgm:spPr>
      <dgm:t>
        <a:bodyPr/>
        <a:lstStyle/>
        <a:p>
          <a:pPr rtl="0"/>
          <a:r>
            <a:rPr lang="en-US" sz="1600" b="0" i="0"/>
            <a:t>A Switch does not broadcast the message to the entire network like the Hub. It determines the device to whom the message is to be transmitted. </a:t>
          </a:r>
          <a:endParaRPr lang="en-US" sz="1600"/>
        </a:p>
      </dgm:t>
    </dgm:pt>
    <dgm:pt modelId="{575DC779-7784-4E8A-AACD-1EB3078FA2A7}" type="parTrans" cxnId="{A10A8A45-55F5-4593-B15B-BC3A6019D67C}">
      <dgm:prSet/>
      <dgm:spPr/>
      <dgm:t>
        <a:bodyPr/>
        <a:lstStyle/>
        <a:p>
          <a:endParaRPr lang="en-US" sz="1200"/>
        </a:p>
      </dgm:t>
    </dgm:pt>
    <dgm:pt modelId="{7B22E1D3-5498-4F4D-967B-598E6E9263A9}" type="sibTrans" cxnId="{A10A8A45-55F5-4593-B15B-BC3A6019D67C}">
      <dgm:prSet/>
      <dgm:spPr/>
      <dgm:t>
        <a:bodyPr/>
        <a:lstStyle/>
        <a:p>
          <a:endParaRPr lang="en-US" sz="1200"/>
        </a:p>
      </dgm:t>
    </dgm:pt>
    <dgm:pt modelId="{CB6FFE83-4AB1-4344-9371-661A8BEF9C91}">
      <dgm:prSet phldrT="[Text]" custT="1"/>
      <dgm:spPr>
        <a:solidFill>
          <a:schemeClr val="accent6"/>
        </a:solidFill>
      </dgm:spPr>
      <dgm:t>
        <a:bodyPr/>
        <a:lstStyle/>
        <a:p>
          <a:pPr rtl="0"/>
          <a:r>
            <a:rPr lang="en-US" sz="1600" b="0" i="0"/>
            <a:t>Therefore, we can say that switch provides a direct connection between the source and destination. It increases the speed of the network.</a:t>
          </a:r>
          <a:endParaRPr lang="en-US" sz="1600"/>
        </a:p>
      </dgm:t>
    </dgm:pt>
    <dgm:pt modelId="{0FBFEF7E-1603-43E3-9B46-B8C705802E53}" type="parTrans" cxnId="{8E8A2E0C-AD0E-4DCA-ADAA-C99B68D46988}">
      <dgm:prSet/>
      <dgm:spPr/>
      <dgm:t>
        <a:bodyPr/>
        <a:lstStyle/>
        <a:p>
          <a:endParaRPr lang="en-US" sz="1200"/>
        </a:p>
      </dgm:t>
    </dgm:pt>
    <dgm:pt modelId="{8E715B8A-D98F-4327-B918-14D08333F959}" type="sibTrans" cxnId="{8E8A2E0C-AD0E-4DCA-ADAA-C99B68D46988}">
      <dgm:prSet/>
      <dgm:spPr/>
      <dgm:t>
        <a:bodyPr/>
        <a:lstStyle/>
        <a:p>
          <a:endParaRPr lang="en-US" sz="1200"/>
        </a:p>
      </dgm:t>
    </dgm:pt>
    <dgm:pt modelId="{29B80E7C-80F4-495D-A1B1-33F91B3E3796}" type="pres">
      <dgm:prSet presAssocID="{7ABD43F3-C7C6-4642-B4C5-753F9F81DF53}" presName="diagram" presStyleCnt="0">
        <dgm:presLayoutVars>
          <dgm:dir/>
          <dgm:resizeHandles val="exact"/>
        </dgm:presLayoutVars>
      </dgm:prSet>
      <dgm:spPr/>
    </dgm:pt>
    <dgm:pt modelId="{FA82A414-4BC6-4156-9BB8-C2F45ABD3A7F}" type="pres">
      <dgm:prSet presAssocID="{DB8DF475-4BA6-4A05-9EF6-91DC5169268F}" presName="node" presStyleLbl="node1" presStyleIdx="0" presStyleCnt="5">
        <dgm:presLayoutVars>
          <dgm:bulletEnabled val="1"/>
        </dgm:presLayoutVars>
      </dgm:prSet>
      <dgm:spPr/>
    </dgm:pt>
    <dgm:pt modelId="{F0EC4033-B447-412C-A8BC-3BE93EED0AD5}" type="pres">
      <dgm:prSet presAssocID="{961D0103-BF10-4846-8844-B944FF6A7AC3}" presName="sibTrans" presStyleCnt="0"/>
      <dgm:spPr/>
    </dgm:pt>
    <dgm:pt modelId="{149BE9DD-DF0D-4C97-AF5D-B2101BABFC4F}" type="pres">
      <dgm:prSet presAssocID="{7DD6F9F2-C6A7-4DC5-925F-D0FB6B59CB54}" presName="node" presStyleLbl="node1" presStyleIdx="1" presStyleCnt="5">
        <dgm:presLayoutVars>
          <dgm:bulletEnabled val="1"/>
        </dgm:presLayoutVars>
      </dgm:prSet>
      <dgm:spPr/>
    </dgm:pt>
    <dgm:pt modelId="{3CE9219B-A3A2-46AC-BFC6-8753A61C4B41}" type="pres">
      <dgm:prSet presAssocID="{76CA4A8D-086C-4794-A9F7-5E8EDB707FD3}" presName="sibTrans" presStyleCnt="0"/>
      <dgm:spPr/>
    </dgm:pt>
    <dgm:pt modelId="{EE0CB242-2162-486A-8368-B7DB061E31E8}" type="pres">
      <dgm:prSet presAssocID="{113FB814-D508-4260-BD88-7A90EACC2070}" presName="node" presStyleLbl="node1" presStyleIdx="2" presStyleCnt="5">
        <dgm:presLayoutVars>
          <dgm:bulletEnabled val="1"/>
        </dgm:presLayoutVars>
      </dgm:prSet>
      <dgm:spPr/>
    </dgm:pt>
    <dgm:pt modelId="{50F0DD40-0E49-4CA8-B2D7-1531A18AE1FC}" type="pres">
      <dgm:prSet presAssocID="{A214176A-76DA-4258-9B7E-2D8876BE23E4}" presName="sibTrans" presStyleCnt="0"/>
      <dgm:spPr/>
    </dgm:pt>
    <dgm:pt modelId="{8EFD9FAC-A193-46B4-B042-746A5A7D74B8}" type="pres">
      <dgm:prSet presAssocID="{060A8857-1446-4E59-BBB7-1BC68193CCBC}" presName="node" presStyleLbl="node1" presStyleIdx="3" presStyleCnt="5">
        <dgm:presLayoutVars>
          <dgm:bulletEnabled val="1"/>
        </dgm:presLayoutVars>
      </dgm:prSet>
      <dgm:spPr/>
    </dgm:pt>
    <dgm:pt modelId="{C3937D98-25D6-4520-81D2-314CB415A1F3}" type="pres">
      <dgm:prSet presAssocID="{7B22E1D3-5498-4F4D-967B-598E6E9263A9}" presName="sibTrans" presStyleCnt="0"/>
      <dgm:spPr/>
    </dgm:pt>
    <dgm:pt modelId="{7C59D03E-EFEA-4D66-85C9-744C1B29ECF7}" type="pres">
      <dgm:prSet presAssocID="{CB6FFE83-4AB1-4344-9371-661A8BEF9C91}" presName="node" presStyleLbl="node1" presStyleIdx="4" presStyleCnt="5">
        <dgm:presLayoutVars>
          <dgm:bulletEnabled val="1"/>
        </dgm:presLayoutVars>
      </dgm:prSet>
      <dgm:spPr/>
    </dgm:pt>
  </dgm:ptLst>
  <dgm:cxnLst>
    <dgm:cxn modelId="{AF32B600-802C-457E-B58C-221125BDA75C}" type="presOf" srcId="{113FB814-D508-4260-BD88-7A90EACC2070}" destId="{EE0CB242-2162-486A-8368-B7DB061E31E8}" srcOrd="0" destOrd="0" presId="urn:microsoft.com/office/officeart/2005/8/layout/default"/>
    <dgm:cxn modelId="{8E8A2E0C-AD0E-4DCA-ADAA-C99B68D46988}" srcId="{7ABD43F3-C7C6-4642-B4C5-753F9F81DF53}" destId="{CB6FFE83-4AB1-4344-9371-661A8BEF9C91}" srcOrd="4" destOrd="0" parTransId="{0FBFEF7E-1603-43E3-9B46-B8C705802E53}" sibTransId="{8E715B8A-D98F-4327-B918-14D08333F959}"/>
    <dgm:cxn modelId="{3A495A1F-25C2-42FB-96D5-69EE63C1BB6B}" srcId="{7ABD43F3-C7C6-4642-B4C5-753F9F81DF53}" destId="{113FB814-D508-4260-BD88-7A90EACC2070}" srcOrd="2" destOrd="0" parTransId="{B279C637-7E8A-45E7-908E-F5919362ACA1}" sibTransId="{A214176A-76DA-4258-9B7E-2D8876BE23E4}"/>
    <dgm:cxn modelId="{E0559F34-DC85-48FC-8D42-67AFD855E7C2}" type="presOf" srcId="{CB6FFE83-4AB1-4344-9371-661A8BEF9C91}" destId="{7C59D03E-EFEA-4D66-85C9-744C1B29ECF7}" srcOrd="0" destOrd="0" presId="urn:microsoft.com/office/officeart/2005/8/layout/default"/>
    <dgm:cxn modelId="{A124403D-3232-43B4-82E4-F2574FBEA630}" type="presOf" srcId="{DB8DF475-4BA6-4A05-9EF6-91DC5169268F}" destId="{FA82A414-4BC6-4156-9BB8-C2F45ABD3A7F}" srcOrd="0" destOrd="0" presId="urn:microsoft.com/office/officeart/2005/8/layout/default"/>
    <dgm:cxn modelId="{9C2FD362-06C0-4CF1-BE14-8B8E917F9DF1}" type="presOf" srcId="{060A8857-1446-4E59-BBB7-1BC68193CCBC}" destId="{8EFD9FAC-A193-46B4-B042-746A5A7D74B8}" srcOrd="0" destOrd="0" presId="urn:microsoft.com/office/officeart/2005/8/layout/default"/>
    <dgm:cxn modelId="{A10A8A45-55F5-4593-B15B-BC3A6019D67C}" srcId="{7ABD43F3-C7C6-4642-B4C5-753F9F81DF53}" destId="{060A8857-1446-4E59-BBB7-1BC68193CCBC}" srcOrd="3" destOrd="0" parTransId="{575DC779-7784-4E8A-AACD-1EB3078FA2A7}" sibTransId="{7B22E1D3-5498-4F4D-967B-598E6E9263A9}"/>
    <dgm:cxn modelId="{CDFFD184-D691-48D1-A565-8376421DE5CC}" type="presOf" srcId="{7DD6F9F2-C6A7-4DC5-925F-D0FB6B59CB54}" destId="{149BE9DD-DF0D-4C97-AF5D-B2101BABFC4F}" srcOrd="0" destOrd="0" presId="urn:microsoft.com/office/officeart/2005/8/layout/default"/>
    <dgm:cxn modelId="{1B246B86-99F8-4736-A407-5B12AC2E82B8}" srcId="{7ABD43F3-C7C6-4642-B4C5-753F9F81DF53}" destId="{7DD6F9F2-C6A7-4DC5-925F-D0FB6B59CB54}" srcOrd="1" destOrd="0" parTransId="{3D180E9D-B4F9-49C7-9213-1136523381B3}" sibTransId="{76CA4A8D-086C-4794-A9F7-5E8EDB707FD3}"/>
    <dgm:cxn modelId="{7D9EDB93-D48C-471B-8720-C7E63E78503C}" srcId="{7ABD43F3-C7C6-4642-B4C5-753F9F81DF53}" destId="{DB8DF475-4BA6-4A05-9EF6-91DC5169268F}" srcOrd="0" destOrd="0" parTransId="{CD4061A2-42C4-4FF6-B123-80C1704A4B6F}" sibTransId="{961D0103-BF10-4846-8844-B944FF6A7AC3}"/>
    <dgm:cxn modelId="{75AE8CA3-97AF-4502-97E8-F729835D7B09}" type="presOf" srcId="{7ABD43F3-C7C6-4642-B4C5-753F9F81DF53}" destId="{29B80E7C-80F4-495D-A1B1-33F91B3E3796}" srcOrd="0" destOrd="0" presId="urn:microsoft.com/office/officeart/2005/8/layout/default"/>
    <dgm:cxn modelId="{E6CCBF7A-B132-4503-93B8-5BBFD45D9EDA}" type="presParOf" srcId="{29B80E7C-80F4-495D-A1B1-33F91B3E3796}" destId="{FA82A414-4BC6-4156-9BB8-C2F45ABD3A7F}" srcOrd="0" destOrd="0" presId="urn:microsoft.com/office/officeart/2005/8/layout/default"/>
    <dgm:cxn modelId="{4499E736-A241-4C46-B059-34102B55F562}" type="presParOf" srcId="{29B80E7C-80F4-495D-A1B1-33F91B3E3796}" destId="{F0EC4033-B447-412C-A8BC-3BE93EED0AD5}" srcOrd="1" destOrd="0" presId="urn:microsoft.com/office/officeart/2005/8/layout/default"/>
    <dgm:cxn modelId="{3CF5594E-8857-4693-9DF8-4F647F55A035}" type="presParOf" srcId="{29B80E7C-80F4-495D-A1B1-33F91B3E3796}" destId="{149BE9DD-DF0D-4C97-AF5D-B2101BABFC4F}" srcOrd="2" destOrd="0" presId="urn:microsoft.com/office/officeart/2005/8/layout/default"/>
    <dgm:cxn modelId="{26079266-AFFF-442A-A998-65986667CD92}" type="presParOf" srcId="{29B80E7C-80F4-495D-A1B1-33F91B3E3796}" destId="{3CE9219B-A3A2-46AC-BFC6-8753A61C4B41}" srcOrd="3" destOrd="0" presId="urn:microsoft.com/office/officeart/2005/8/layout/default"/>
    <dgm:cxn modelId="{C46E58D5-224C-457A-9925-81736AD1978A}" type="presParOf" srcId="{29B80E7C-80F4-495D-A1B1-33F91B3E3796}" destId="{EE0CB242-2162-486A-8368-B7DB061E31E8}" srcOrd="4" destOrd="0" presId="urn:microsoft.com/office/officeart/2005/8/layout/default"/>
    <dgm:cxn modelId="{45591498-2790-46FD-AEED-260ED9696146}" type="presParOf" srcId="{29B80E7C-80F4-495D-A1B1-33F91B3E3796}" destId="{50F0DD40-0E49-4CA8-B2D7-1531A18AE1FC}" srcOrd="5" destOrd="0" presId="urn:microsoft.com/office/officeart/2005/8/layout/default"/>
    <dgm:cxn modelId="{1F1B3E15-FA4D-494B-AE26-16EA19BD36AE}" type="presParOf" srcId="{29B80E7C-80F4-495D-A1B1-33F91B3E3796}" destId="{8EFD9FAC-A193-46B4-B042-746A5A7D74B8}" srcOrd="6" destOrd="0" presId="urn:microsoft.com/office/officeart/2005/8/layout/default"/>
    <dgm:cxn modelId="{6F3F6C0B-1857-41DA-9F94-0384A36B14D1}" type="presParOf" srcId="{29B80E7C-80F4-495D-A1B1-33F91B3E3796}" destId="{C3937D98-25D6-4520-81D2-314CB415A1F3}" srcOrd="7" destOrd="0" presId="urn:microsoft.com/office/officeart/2005/8/layout/default"/>
    <dgm:cxn modelId="{10DD3049-B8B7-4827-B3DC-80A4FF29A59D}" type="presParOf" srcId="{29B80E7C-80F4-495D-A1B1-33F91B3E3796}" destId="{7C59D03E-EFEA-4D66-85C9-744C1B29ECF7}"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ABD43F3-C7C6-4642-B4C5-753F9F81DF53}" type="doc">
      <dgm:prSet loTypeId="urn:microsoft.com/office/officeart/2005/8/layout/vList2" loCatId="list" qsTypeId="urn:microsoft.com/office/officeart/2005/8/quickstyle/simple2" qsCatId="simple" csTypeId="urn:microsoft.com/office/officeart/2005/8/colors/accent2_3" csCatId="accent2" phldr="1"/>
      <dgm:spPr/>
      <dgm:t>
        <a:bodyPr/>
        <a:lstStyle/>
        <a:p>
          <a:endParaRPr lang="en-US"/>
        </a:p>
      </dgm:t>
    </dgm:pt>
    <dgm:pt modelId="{DB8DF475-4BA6-4A05-9EF6-91DC5169268F}">
      <dgm:prSet phldrT="[Text]" custT="1"/>
      <dgm:spPr/>
      <dgm:t>
        <a:bodyPr/>
        <a:lstStyle/>
        <a:p>
          <a:pPr rtl="0"/>
          <a:r>
            <a:rPr lang="en-US" sz="2000" b="0" i="0"/>
            <a:t>A router is a hardware device which is used to connect a LAN with an internet connection. It is used to receive, analyze and forward the incoming packets to another network. A router works in a </a:t>
          </a:r>
          <a:r>
            <a:rPr lang="en-US" sz="2000" b="1" i="0"/>
            <a:t>Layer 3 (Network layer)</a:t>
          </a:r>
          <a:r>
            <a:rPr lang="en-US" sz="2000" b="0" i="0"/>
            <a:t> of the Open System Interconnection (OSI) Reference model. A router forwards the packet based on the information available in the routing table. It determines the best path from the available paths for the transmission of the packet.</a:t>
          </a:r>
          <a:endParaRPr lang="en-US" sz="2000"/>
        </a:p>
      </dgm:t>
    </dgm:pt>
    <dgm:pt modelId="{CD4061A2-42C4-4FF6-B123-80C1704A4B6F}" type="parTrans" cxnId="{7D9EDB93-D48C-471B-8720-C7E63E78503C}">
      <dgm:prSet/>
      <dgm:spPr/>
      <dgm:t>
        <a:bodyPr/>
        <a:lstStyle/>
        <a:p>
          <a:endParaRPr lang="en-US" sz="1800"/>
        </a:p>
      </dgm:t>
    </dgm:pt>
    <dgm:pt modelId="{961D0103-BF10-4846-8844-B944FF6A7AC3}" type="sibTrans" cxnId="{7D9EDB93-D48C-471B-8720-C7E63E78503C}">
      <dgm:prSet/>
      <dgm:spPr/>
      <dgm:t>
        <a:bodyPr/>
        <a:lstStyle/>
        <a:p>
          <a:endParaRPr lang="en-US" sz="1800"/>
        </a:p>
      </dgm:t>
    </dgm:pt>
    <dgm:pt modelId="{456B0E6F-7C21-4B66-B810-112884C99FDE}">
      <dgm:prSet custT="1"/>
      <dgm:spPr/>
      <dgm:t>
        <a:bodyPr/>
        <a:lstStyle/>
        <a:p>
          <a:r>
            <a:rPr lang="en-US" sz="2000" b="0" i="0"/>
            <a:t>Advantages Of Router:</a:t>
          </a:r>
        </a:p>
      </dgm:t>
    </dgm:pt>
    <dgm:pt modelId="{1E9D30E8-4D3F-4974-ACDE-263FABECE37F}" type="parTrans" cxnId="{B2F87D98-728C-43EC-AEE0-673C88295296}">
      <dgm:prSet/>
      <dgm:spPr/>
      <dgm:t>
        <a:bodyPr/>
        <a:lstStyle/>
        <a:p>
          <a:endParaRPr lang="en-US" sz="1800"/>
        </a:p>
      </dgm:t>
    </dgm:pt>
    <dgm:pt modelId="{14BD1511-80D7-4530-AF0B-A4804E2C2E04}" type="sibTrans" cxnId="{B2F87D98-728C-43EC-AEE0-673C88295296}">
      <dgm:prSet/>
      <dgm:spPr/>
      <dgm:t>
        <a:bodyPr/>
        <a:lstStyle/>
        <a:p>
          <a:endParaRPr lang="en-US" sz="1800"/>
        </a:p>
      </dgm:t>
    </dgm:pt>
    <dgm:pt modelId="{CD374D14-98E7-4CF1-A935-500A40870CB0}">
      <dgm:prSet custT="1"/>
      <dgm:spPr/>
      <dgm:t>
        <a:bodyPr/>
        <a:lstStyle/>
        <a:p>
          <a:r>
            <a:rPr lang="en-US" sz="1700" b="1" i="0"/>
            <a:t>Security:</a:t>
          </a:r>
          <a:r>
            <a:rPr lang="en-US" sz="1700" b="0" i="0"/>
            <a:t> The information which is transmitted to the network will traverse the entire cable, but the only specified device which has been addressed can read the data.</a:t>
          </a:r>
        </a:p>
      </dgm:t>
    </dgm:pt>
    <dgm:pt modelId="{5FB1B9A5-A1DA-4B94-A3EE-A1767668D78B}" type="parTrans" cxnId="{0C888B0F-814F-48E8-99CD-7F534F084EA4}">
      <dgm:prSet/>
      <dgm:spPr/>
      <dgm:t>
        <a:bodyPr/>
        <a:lstStyle/>
        <a:p>
          <a:endParaRPr lang="en-US" sz="1800"/>
        </a:p>
      </dgm:t>
    </dgm:pt>
    <dgm:pt modelId="{0E866477-93D2-44DF-847E-0B8095099C65}" type="sibTrans" cxnId="{0C888B0F-814F-48E8-99CD-7F534F084EA4}">
      <dgm:prSet/>
      <dgm:spPr/>
      <dgm:t>
        <a:bodyPr/>
        <a:lstStyle/>
        <a:p>
          <a:endParaRPr lang="en-US" sz="1800"/>
        </a:p>
      </dgm:t>
    </dgm:pt>
    <dgm:pt modelId="{809A4D0F-FD0D-43E0-87EE-2BE1023C79E1}">
      <dgm:prSet custT="1"/>
      <dgm:spPr/>
      <dgm:t>
        <a:bodyPr/>
        <a:lstStyle/>
        <a:p>
          <a:r>
            <a:rPr lang="en-US" sz="1700" b="1" i="0"/>
            <a:t>Reliability:</a:t>
          </a:r>
          <a:r>
            <a:rPr lang="en-US" sz="1700" b="0" i="0"/>
            <a:t> If the server has stopped functioning, the network goes down, but no other networks are affected that are served by the router.</a:t>
          </a:r>
        </a:p>
      </dgm:t>
    </dgm:pt>
    <dgm:pt modelId="{B63C9979-59EB-4F22-853C-AD5D0FE9FE6F}" type="parTrans" cxnId="{C41506F0-9479-47AC-9857-9801A06A41B7}">
      <dgm:prSet/>
      <dgm:spPr/>
      <dgm:t>
        <a:bodyPr/>
        <a:lstStyle/>
        <a:p>
          <a:endParaRPr lang="en-US" sz="1800"/>
        </a:p>
      </dgm:t>
    </dgm:pt>
    <dgm:pt modelId="{6B9F57F5-4B5D-4BAE-90C9-453EA759C1ED}" type="sibTrans" cxnId="{C41506F0-9479-47AC-9857-9801A06A41B7}">
      <dgm:prSet/>
      <dgm:spPr/>
      <dgm:t>
        <a:bodyPr/>
        <a:lstStyle/>
        <a:p>
          <a:endParaRPr lang="en-US" sz="1800"/>
        </a:p>
      </dgm:t>
    </dgm:pt>
    <dgm:pt modelId="{9131E57C-56FC-48C6-B5DE-968C27E3CFDE}">
      <dgm:prSet custT="1"/>
      <dgm:spPr/>
      <dgm:t>
        <a:bodyPr/>
        <a:lstStyle/>
        <a:p>
          <a:r>
            <a:rPr lang="en-US" sz="1700" b="1" i="0"/>
            <a:t>Performance:</a:t>
          </a:r>
          <a:r>
            <a:rPr lang="en-US" sz="1700" b="0" i="0"/>
            <a:t> Router enhances the overall performance of the network. Suppose there are 24 workstations in a network generates a same amount of traffic. This increases the traffic load on the network. Router splits the single network into two networks of 12 workstations each, reduces the traffic load by half.</a:t>
          </a:r>
        </a:p>
      </dgm:t>
    </dgm:pt>
    <dgm:pt modelId="{7B8AD977-5516-4881-B3D5-1B6AC959AACB}" type="parTrans" cxnId="{BFD88E4A-4B35-4004-8CB6-A14CF871FCF8}">
      <dgm:prSet/>
      <dgm:spPr/>
      <dgm:t>
        <a:bodyPr/>
        <a:lstStyle/>
        <a:p>
          <a:endParaRPr lang="en-US" sz="1800"/>
        </a:p>
      </dgm:t>
    </dgm:pt>
    <dgm:pt modelId="{24BF5FC3-0471-435A-9F21-AC0487415BBF}" type="sibTrans" cxnId="{BFD88E4A-4B35-4004-8CB6-A14CF871FCF8}">
      <dgm:prSet/>
      <dgm:spPr/>
      <dgm:t>
        <a:bodyPr/>
        <a:lstStyle/>
        <a:p>
          <a:endParaRPr lang="en-US" sz="1800"/>
        </a:p>
      </dgm:t>
    </dgm:pt>
    <dgm:pt modelId="{7B799EED-D68C-4DC6-AE92-09432CBC280F}" type="pres">
      <dgm:prSet presAssocID="{7ABD43F3-C7C6-4642-B4C5-753F9F81DF53}" presName="linear" presStyleCnt="0">
        <dgm:presLayoutVars>
          <dgm:animLvl val="lvl"/>
          <dgm:resizeHandles val="exact"/>
        </dgm:presLayoutVars>
      </dgm:prSet>
      <dgm:spPr/>
    </dgm:pt>
    <dgm:pt modelId="{C2ECC80B-026A-4235-84A9-49E62C4264B4}" type="pres">
      <dgm:prSet presAssocID="{DB8DF475-4BA6-4A05-9EF6-91DC5169268F}" presName="parentText" presStyleLbl="node1" presStyleIdx="0" presStyleCnt="2" custScaleY="229984" custLinFactY="-14321" custLinFactNeighborY="-100000">
        <dgm:presLayoutVars>
          <dgm:chMax val="0"/>
          <dgm:bulletEnabled val="1"/>
        </dgm:presLayoutVars>
      </dgm:prSet>
      <dgm:spPr/>
    </dgm:pt>
    <dgm:pt modelId="{28D100BA-7003-4B5F-8D9E-A649B0AF2761}" type="pres">
      <dgm:prSet presAssocID="{961D0103-BF10-4846-8844-B944FF6A7AC3}" presName="spacer" presStyleCnt="0"/>
      <dgm:spPr/>
    </dgm:pt>
    <dgm:pt modelId="{2CF446BA-68B8-4806-8012-53790B5065EC}" type="pres">
      <dgm:prSet presAssocID="{456B0E6F-7C21-4B66-B810-112884C99FDE}" presName="parentText" presStyleLbl="node1" presStyleIdx="1" presStyleCnt="2" custScaleY="48580" custLinFactNeighborY="-3223">
        <dgm:presLayoutVars>
          <dgm:chMax val="0"/>
          <dgm:bulletEnabled val="1"/>
        </dgm:presLayoutVars>
      </dgm:prSet>
      <dgm:spPr/>
    </dgm:pt>
    <dgm:pt modelId="{BB5EA57D-2AC7-4ACE-9B8F-A0E9316D572A}" type="pres">
      <dgm:prSet presAssocID="{456B0E6F-7C21-4B66-B810-112884C99FDE}" presName="childText" presStyleLbl="revTx" presStyleIdx="0" presStyleCnt="1" custScaleY="98511" custLinFactNeighborY="63103">
        <dgm:presLayoutVars>
          <dgm:bulletEnabled val="1"/>
        </dgm:presLayoutVars>
      </dgm:prSet>
      <dgm:spPr/>
    </dgm:pt>
  </dgm:ptLst>
  <dgm:cxnLst>
    <dgm:cxn modelId="{0C888B0F-814F-48E8-99CD-7F534F084EA4}" srcId="{456B0E6F-7C21-4B66-B810-112884C99FDE}" destId="{CD374D14-98E7-4CF1-A935-500A40870CB0}" srcOrd="0" destOrd="0" parTransId="{5FB1B9A5-A1DA-4B94-A3EE-A1767668D78B}" sibTransId="{0E866477-93D2-44DF-847E-0B8095099C65}"/>
    <dgm:cxn modelId="{17C6E53E-8125-4376-9883-2AAD9D84757F}" type="presOf" srcId="{CD374D14-98E7-4CF1-A935-500A40870CB0}" destId="{BB5EA57D-2AC7-4ACE-9B8F-A0E9316D572A}" srcOrd="0" destOrd="0" presId="urn:microsoft.com/office/officeart/2005/8/layout/vList2"/>
    <dgm:cxn modelId="{BFD88E4A-4B35-4004-8CB6-A14CF871FCF8}" srcId="{456B0E6F-7C21-4B66-B810-112884C99FDE}" destId="{9131E57C-56FC-48C6-B5DE-968C27E3CFDE}" srcOrd="2" destOrd="0" parTransId="{7B8AD977-5516-4881-B3D5-1B6AC959AACB}" sibTransId="{24BF5FC3-0471-435A-9F21-AC0487415BBF}"/>
    <dgm:cxn modelId="{977D9F74-6BC0-4BF7-81C0-EE2CDD6A88DE}" type="presOf" srcId="{9131E57C-56FC-48C6-B5DE-968C27E3CFDE}" destId="{BB5EA57D-2AC7-4ACE-9B8F-A0E9316D572A}" srcOrd="0" destOrd="2" presId="urn:microsoft.com/office/officeart/2005/8/layout/vList2"/>
    <dgm:cxn modelId="{BF01B376-AA74-4AD1-982A-331893596EFB}" type="presOf" srcId="{DB8DF475-4BA6-4A05-9EF6-91DC5169268F}" destId="{C2ECC80B-026A-4235-84A9-49E62C4264B4}" srcOrd="0" destOrd="0" presId="urn:microsoft.com/office/officeart/2005/8/layout/vList2"/>
    <dgm:cxn modelId="{681C657C-C5E7-4D90-9FB3-AE4794A7AA99}" type="presOf" srcId="{809A4D0F-FD0D-43E0-87EE-2BE1023C79E1}" destId="{BB5EA57D-2AC7-4ACE-9B8F-A0E9316D572A}" srcOrd="0" destOrd="1" presId="urn:microsoft.com/office/officeart/2005/8/layout/vList2"/>
    <dgm:cxn modelId="{15003E7F-B4B8-4451-B2C6-7F015093833B}" type="presOf" srcId="{456B0E6F-7C21-4B66-B810-112884C99FDE}" destId="{2CF446BA-68B8-4806-8012-53790B5065EC}" srcOrd="0" destOrd="0" presId="urn:microsoft.com/office/officeart/2005/8/layout/vList2"/>
    <dgm:cxn modelId="{7D9EDB93-D48C-471B-8720-C7E63E78503C}" srcId="{7ABD43F3-C7C6-4642-B4C5-753F9F81DF53}" destId="{DB8DF475-4BA6-4A05-9EF6-91DC5169268F}" srcOrd="0" destOrd="0" parTransId="{CD4061A2-42C4-4FF6-B123-80C1704A4B6F}" sibTransId="{961D0103-BF10-4846-8844-B944FF6A7AC3}"/>
    <dgm:cxn modelId="{B2F87D98-728C-43EC-AEE0-673C88295296}" srcId="{7ABD43F3-C7C6-4642-B4C5-753F9F81DF53}" destId="{456B0E6F-7C21-4B66-B810-112884C99FDE}" srcOrd="1" destOrd="0" parTransId="{1E9D30E8-4D3F-4974-ACDE-263FABECE37F}" sibTransId="{14BD1511-80D7-4530-AF0B-A4804E2C2E04}"/>
    <dgm:cxn modelId="{D8401DC1-48C8-42CF-B5DF-016B3F10589D}" type="presOf" srcId="{7ABD43F3-C7C6-4642-B4C5-753F9F81DF53}" destId="{7B799EED-D68C-4DC6-AE92-09432CBC280F}" srcOrd="0" destOrd="0" presId="urn:microsoft.com/office/officeart/2005/8/layout/vList2"/>
    <dgm:cxn modelId="{C41506F0-9479-47AC-9857-9801A06A41B7}" srcId="{456B0E6F-7C21-4B66-B810-112884C99FDE}" destId="{809A4D0F-FD0D-43E0-87EE-2BE1023C79E1}" srcOrd="1" destOrd="0" parTransId="{B63C9979-59EB-4F22-853C-AD5D0FE9FE6F}" sibTransId="{6B9F57F5-4B5D-4BAE-90C9-453EA759C1ED}"/>
    <dgm:cxn modelId="{277BF451-15C1-4760-95F6-F9C393E9DFDD}" type="presParOf" srcId="{7B799EED-D68C-4DC6-AE92-09432CBC280F}" destId="{C2ECC80B-026A-4235-84A9-49E62C4264B4}" srcOrd="0" destOrd="0" presId="urn:microsoft.com/office/officeart/2005/8/layout/vList2"/>
    <dgm:cxn modelId="{6A2D228A-267D-4E02-B8B7-E58635E6F815}" type="presParOf" srcId="{7B799EED-D68C-4DC6-AE92-09432CBC280F}" destId="{28D100BA-7003-4B5F-8D9E-A649B0AF2761}" srcOrd="1" destOrd="0" presId="urn:microsoft.com/office/officeart/2005/8/layout/vList2"/>
    <dgm:cxn modelId="{35390F9C-23A2-4313-B8D4-72B67C2D3D05}" type="presParOf" srcId="{7B799EED-D68C-4DC6-AE92-09432CBC280F}" destId="{2CF446BA-68B8-4806-8012-53790B5065EC}" srcOrd="2" destOrd="0" presId="urn:microsoft.com/office/officeart/2005/8/layout/vList2"/>
    <dgm:cxn modelId="{C48A001B-328A-4A15-AC12-A9B13D6F35FA}" type="presParOf" srcId="{7B799EED-D68C-4DC6-AE92-09432CBC280F}" destId="{BB5EA57D-2AC7-4ACE-9B8F-A0E9316D572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ABD43F3-C7C6-4642-B4C5-753F9F81DF53}" type="doc">
      <dgm:prSet loTypeId="urn:microsoft.com/office/officeart/2005/8/layout/vList2" loCatId="list" qsTypeId="urn:microsoft.com/office/officeart/2005/8/quickstyle/simple2" qsCatId="simple" csTypeId="urn:microsoft.com/office/officeart/2005/8/colors/accent2_3" csCatId="accent2" phldr="1"/>
      <dgm:spPr/>
      <dgm:t>
        <a:bodyPr/>
        <a:lstStyle/>
        <a:p>
          <a:endParaRPr lang="en-US"/>
        </a:p>
      </dgm:t>
    </dgm:pt>
    <dgm:pt modelId="{DB8DF475-4BA6-4A05-9EF6-91DC5169268F}">
      <dgm:prSet phldrT="[Text]" custT="1"/>
      <dgm:spPr/>
      <dgm:t>
        <a:bodyPr/>
        <a:lstStyle/>
        <a:p>
          <a:pPr rtl="0"/>
          <a:r>
            <a:rPr lang="en-US" sz="2000" b="0" i="0"/>
            <a:t>It stands for Modulator/Demodulator. It converts the digital data into an analog signal over the telephone lines.</a:t>
          </a:r>
          <a:endParaRPr lang="en-US" sz="2000"/>
        </a:p>
      </dgm:t>
    </dgm:pt>
    <dgm:pt modelId="{CD4061A2-42C4-4FF6-B123-80C1704A4B6F}" type="parTrans" cxnId="{7D9EDB93-D48C-471B-8720-C7E63E78503C}">
      <dgm:prSet/>
      <dgm:spPr/>
      <dgm:t>
        <a:bodyPr/>
        <a:lstStyle/>
        <a:p>
          <a:endParaRPr lang="en-US" sz="2000"/>
        </a:p>
      </dgm:t>
    </dgm:pt>
    <dgm:pt modelId="{961D0103-BF10-4846-8844-B944FF6A7AC3}" type="sibTrans" cxnId="{7D9EDB93-D48C-471B-8720-C7E63E78503C}">
      <dgm:prSet/>
      <dgm:spPr/>
      <dgm:t>
        <a:bodyPr/>
        <a:lstStyle/>
        <a:p>
          <a:endParaRPr lang="en-US" sz="2000"/>
        </a:p>
      </dgm:t>
    </dgm:pt>
    <dgm:pt modelId="{3C8D6463-CDB4-42B9-BCC2-347A7EEABB62}">
      <dgm:prSet custT="1"/>
      <dgm:spPr/>
      <dgm:t>
        <a:bodyPr/>
        <a:lstStyle/>
        <a:p>
          <a:r>
            <a:rPr lang="en-US" sz="2000" b="0" i="0"/>
            <a:t>A modem is not integrated with the motherboard rather than it is installed on the PCI slot found on the motherboard.</a:t>
          </a:r>
        </a:p>
      </dgm:t>
    </dgm:pt>
    <dgm:pt modelId="{180807BB-1B8A-4D02-89CC-F4A2BFA313C2}" type="parTrans" cxnId="{ABEA6C0A-E436-4E37-8A4F-4FF7205313A1}">
      <dgm:prSet/>
      <dgm:spPr/>
      <dgm:t>
        <a:bodyPr/>
        <a:lstStyle/>
        <a:p>
          <a:endParaRPr lang="en-US" sz="2000"/>
        </a:p>
      </dgm:t>
    </dgm:pt>
    <dgm:pt modelId="{57962074-781F-4323-A3CA-0475F50703BA}" type="sibTrans" cxnId="{ABEA6C0A-E436-4E37-8A4F-4FF7205313A1}">
      <dgm:prSet/>
      <dgm:spPr/>
      <dgm:t>
        <a:bodyPr/>
        <a:lstStyle/>
        <a:p>
          <a:endParaRPr lang="en-US" sz="2000"/>
        </a:p>
      </dgm:t>
    </dgm:pt>
    <dgm:pt modelId="{A290544B-0723-43ED-AABE-4E70A4750792}">
      <dgm:prSet custT="1"/>
      <dgm:spPr/>
      <dgm:t>
        <a:bodyPr/>
        <a:lstStyle/>
        <a:p>
          <a:r>
            <a:rPr lang="en-US" sz="2000" b="0" i="0"/>
            <a:t>Based on the differences in speed and transmission rate, a modem can be classified in the following categories:</a:t>
          </a:r>
        </a:p>
      </dgm:t>
    </dgm:pt>
    <dgm:pt modelId="{F79EECFE-465C-47FC-962E-7BCC5A7673D0}" type="parTrans" cxnId="{1FB53548-F7C8-4604-8A5D-EACD32564BF2}">
      <dgm:prSet/>
      <dgm:spPr/>
      <dgm:t>
        <a:bodyPr/>
        <a:lstStyle/>
        <a:p>
          <a:endParaRPr lang="en-US" sz="2000"/>
        </a:p>
      </dgm:t>
    </dgm:pt>
    <dgm:pt modelId="{A8DCFEDD-E329-4516-B9FE-F6DB6B5C09A0}" type="sibTrans" cxnId="{1FB53548-F7C8-4604-8A5D-EACD32564BF2}">
      <dgm:prSet/>
      <dgm:spPr/>
      <dgm:t>
        <a:bodyPr/>
        <a:lstStyle/>
        <a:p>
          <a:endParaRPr lang="en-US" sz="2000"/>
        </a:p>
      </dgm:t>
    </dgm:pt>
    <dgm:pt modelId="{DCBBEFCC-6BDC-40AC-A971-BD7F83FE9A60}">
      <dgm:prSet custT="1"/>
      <dgm:spPr/>
      <dgm:t>
        <a:bodyPr/>
        <a:lstStyle/>
        <a:p>
          <a:r>
            <a:rPr lang="en-US" sz="2000" b="0" i="0"/>
            <a:t>Standard PC modem or Dial-up modem</a:t>
          </a:r>
        </a:p>
      </dgm:t>
    </dgm:pt>
    <dgm:pt modelId="{0C5E82A8-CB00-43A0-B668-00AA94F22B35}" type="parTrans" cxnId="{B8028CED-CA9B-4DCF-8EBC-A8BD7E40B313}">
      <dgm:prSet/>
      <dgm:spPr/>
      <dgm:t>
        <a:bodyPr/>
        <a:lstStyle/>
        <a:p>
          <a:endParaRPr lang="en-US" sz="2000"/>
        </a:p>
      </dgm:t>
    </dgm:pt>
    <dgm:pt modelId="{4573FD6B-F7FC-44E9-BCF2-A39881C86D52}" type="sibTrans" cxnId="{B8028CED-CA9B-4DCF-8EBC-A8BD7E40B313}">
      <dgm:prSet/>
      <dgm:spPr/>
      <dgm:t>
        <a:bodyPr/>
        <a:lstStyle/>
        <a:p>
          <a:endParaRPr lang="en-US" sz="2000"/>
        </a:p>
      </dgm:t>
    </dgm:pt>
    <dgm:pt modelId="{1B32C487-F949-4CE9-83C4-E310FFA3EE8E}">
      <dgm:prSet custT="1"/>
      <dgm:spPr/>
      <dgm:t>
        <a:bodyPr/>
        <a:lstStyle/>
        <a:p>
          <a:r>
            <a:rPr lang="en-US" sz="2000" b="0" i="0"/>
            <a:t>Cellular Modem</a:t>
          </a:r>
        </a:p>
      </dgm:t>
    </dgm:pt>
    <dgm:pt modelId="{8C59A30D-6A67-47A9-9D9B-33B291E2A936}" type="parTrans" cxnId="{842DEB02-33A8-4908-BAED-6B3EE292F30B}">
      <dgm:prSet/>
      <dgm:spPr/>
      <dgm:t>
        <a:bodyPr/>
        <a:lstStyle/>
        <a:p>
          <a:endParaRPr lang="en-US" sz="2000"/>
        </a:p>
      </dgm:t>
    </dgm:pt>
    <dgm:pt modelId="{32356EAF-54CF-4730-8F34-08F5ECBE44F5}" type="sibTrans" cxnId="{842DEB02-33A8-4908-BAED-6B3EE292F30B}">
      <dgm:prSet/>
      <dgm:spPr/>
      <dgm:t>
        <a:bodyPr/>
        <a:lstStyle/>
        <a:p>
          <a:endParaRPr lang="en-US" sz="2000"/>
        </a:p>
      </dgm:t>
    </dgm:pt>
    <dgm:pt modelId="{A8015489-4A96-4C7C-9946-DFFC70F13AB2}">
      <dgm:prSet custT="1"/>
      <dgm:spPr/>
      <dgm:t>
        <a:bodyPr/>
        <a:lstStyle/>
        <a:p>
          <a:r>
            <a:rPr lang="en-US" sz="2000" b="0" i="0"/>
            <a:t>Cable modem</a:t>
          </a:r>
        </a:p>
      </dgm:t>
    </dgm:pt>
    <dgm:pt modelId="{A307751A-72CC-4929-94CB-CF1841869C54}" type="parTrans" cxnId="{9AA876AE-8E41-4FD2-9745-93594DB2B6BB}">
      <dgm:prSet/>
      <dgm:spPr/>
      <dgm:t>
        <a:bodyPr/>
        <a:lstStyle/>
        <a:p>
          <a:endParaRPr lang="en-US" sz="2000"/>
        </a:p>
      </dgm:t>
    </dgm:pt>
    <dgm:pt modelId="{ADC652E6-9C51-4CE3-91CA-F71418610797}" type="sibTrans" cxnId="{9AA876AE-8E41-4FD2-9745-93594DB2B6BB}">
      <dgm:prSet/>
      <dgm:spPr/>
      <dgm:t>
        <a:bodyPr/>
        <a:lstStyle/>
        <a:p>
          <a:endParaRPr lang="en-US" sz="2000"/>
        </a:p>
      </dgm:t>
    </dgm:pt>
    <dgm:pt modelId="{93CADFE5-4C94-4342-9D6A-FE2453BE95D0}">
      <dgm:prSet phldrT="[Text]" custT="1"/>
      <dgm:spPr/>
      <dgm:t>
        <a:bodyPr/>
        <a:lstStyle/>
        <a:p>
          <a:pPr rtl="0"/>
          <a:r>
            <a:rPr lang="en-US" sz="2000" b="0" i="0"/>
            <a:t>A modem is a hardware device that allows the computer to connect to the internet over the existing telephone line.</a:t>
          </a:r>
          <a:endParaRPr lang="en-US" sz="2000"/>
        </a:p>
      </dgm:t>
    </dgm:pt>
    <dgm:pt modelId="{97AFE87B-E358-48D5-8FB0-376750BB1598}" type="parTrans" cxnId="{82EC9DDC-1103-48B0-B77B-DD9852801207}">
      <dgm:prSet/>
      <dgm:spPr/>
      <dgm:t>
        <a:bodyPr/>
        <a:lstStyle/>
        <a:p>
          <a:endParaRPr lang="en-US" sz="2000"/>
        </a:p>
      </dgm:t>
    </dgm:pt>
    <dgm:pt modelId="{AE7490D9-CA5A-4EA4-BEF9-5BCC5D7AF526}" type="sibTrans" cxnId="{82EC9DDC-1103-48B0-B77B-DD9852801207}">
      <dgm:prSet/>
      <dgm:spPr/>
      <dgm:t>
        <a:bodyPr/>
        <a:lstStyle/>
        <a:p>
          <a:endParaRPr lang="en-US" sz="2000"/>
        </a:p>
      </dgm:t>
    </dgm:pt>
    <dgm:pt modelId="{7B799EED-D68C-4DC6-AE92-09432CBC280F}" type="pres">
      <dgm:prSet presAssocID="{7ABD43F3-C7C6-4642-B4C5-753F9F81DF53}" presName="linear" presStyleCnt="0">
        <dgm:presLayoutVars>
          <dgm:animLvl val="lvl"/>
          <dgm:resizeHandles val="exact"/>
        </dgm:presLayoutVars>
      </dgm:prSet>
      <dgm:spPr/>
    </dgm:pt>
    <dgm:pt modelId="{C2ECC80B-026A-4235-84A9-49E62C4264B4}" type="pres">
      <dgm:prSet presAssocID="{DB8DF475-4BA6-4A05-9EF6-91DC5169268F}" presName="parentText" presStyleLbl="node1" presStyleIdx="0" presStyleCnt="4" custScaleY="156232" custLinFactY="-14321" custLinFactNeighborY="-100000">
        <dgm:presLayoutVars>
          <dgm:chMax val="0"/>
          <dgm:bulletEnabled val="1"/>
        </dgm:presLayoutVars>
      </dgm:prSet>
      <dgm:spPr/>
    </dgm:pt>
    <dgm:pt modelId="{28D100BA-7003-4B5F-8D9E-A649B0AF2761}" type="pres">
      <dgm:prSet presAssocID="{961D0103-BF10-4846-8844-B944FF6A7AC3}" presName="spacer" presStyleCnt="0"/>
      <dgm:spPr/>
    </dgm:pt>
    <dgm:pt modelId="{0F37E3E4-D304-4CB2-BB75-70C2D9769A44}" type="pres">
      <dgm:prSet presAssocID="{93CADFE5-4C94-4342-9D6A-FE2453BE95D0}" presName="parentText" presStyleLbl="node1" presStyleIdx="1" presStyleCnt="4" custLinFactNeighborY="-62450">
        <dgm:presLayoutVars>
          <dgm:chMax val="0"/>
          <dgm:bulletEnabled val="1"/>
        </dgm:presLayoutVars>
      </dgm:prSet>
      <dgm:spPr/>
    </dgm:pt>
    <dgm:pt modelId="{B89FBAA7-6C3A-482D-B64E-1E63F97AFAE5}" type="pres">
      <dgm:prSet presAssocID="{AE7490D9-CA5A-4EA4-BEF9-5BCC5D7AF526}" presName="spacer" presStyleCnt="0"/>
      <dgm:spPr/>
    </dgm:pt>
    <dgm:pt modelId="{00B251FE-0C0F-4B81-BFD2-7F10C5B31BE3}" type="pres">
      <dgm:prSet presAssocID="{3C8D6463-CDB4-42B9-BCC2-347A7EEABB62}" presName="parentText" presStyleLbl="node1" presStyleIdx="2" presStyleCnt="4" custLinFactNeighborY="-87430">
        <dgm:presLayoutVars>
          <dgm:chMax val="0"/>
          <dgm:bulletEnabled val="1"/>
        </dgm:presLayoutVars>
      </dgm:prSet>
      <dgm:spPr/>
    </dgm:pt>
    <dgm:pt modelId="{62E9C4A8-A0AF-4160-B21C-A2F5B9F1244A}" type="pres">
      <dgm:prSet presAssocID="{57962074-781F-4323-A3CA-0475F50703BA}" presName="spacer" presStyleCnt="0"/>
      <dgm:spPr/>
    </dgm:pt>
    <dgm:pt modelId="{6112D730-748A-4F21-AF60-55D98779CBA5}" type="pres">
      <dgm:prSet presAssocID="{A290544B-0723-43ED-AABE-4E70A4750792}" presName="parentText" presStyleLbl="node1" presStyleIdx="3" presStyleCnt="4" custLinFactNeighborY="-12088">
        <dgm:presLayoutVars>
          <dgm:chMax val="0"/>
          <dgm:bulletEnabled val="1"/>
        </dgm:presLayoutVars>
      </dgm:prSet>
      <dgm:spPr/>
    </dgm:pt>
    <dgm:pt modelId="{BF2EAB94-BEE9-401E-9BE6-F10A823A6BDF}" type="pres">
      <dgm:prSet presAssocID="{A290544B-0723-43ED-AABE-4E70A4750792}" presName="childText" presStyleLbl="revTx" presStyleIdx="0" presStyleCnt="1">
        <dgm:presLayoutVars>
          <dgm:bulletEnabled val="1"/>
        </dgm:presLayoutVars>
      </dgm:prSet>
      <dgm:spPr/>
    </dgm:pt>
  </dgm:ptLst>
  <dgm:cxnLst>
    <dgm:cxn modelId="{842DEB02-33A8-4908-BAED-6B3EE292F30B}" srcId="{A290544B-0723-43ED-AABE-4E70A4750792}" destId="{1B32C487-F949-4CE9-83C4-E310FFA3EE8E}" srcOrd="1" destOrd="0" parTransId="{8C59A30D-6A67-47A9-9D9B-33B291E2A936}" sibTransId="{32356EAF-54CF-4730-8F34-08F5ECBE44F5}"/>
    <dgm:cxn modelId="{39ADDE05-3942-42FC-BC9E-946A99A0FDA3}" type="presOf" srcId="{DCBBEFCC-6BDC-40AC-A971-BD7F83FE9A60}" destId="{BF2EAB94-BEE9-401E-9BE6-F10A823A6BDF}" srcOrd="0" destOrd="0" presId="urn:microsoft.com/office/officeart/2005/8/layout/vList2"/>
    <dgm:cxn modelId="{ABEA6C0A-E436-4E37-8A4F-4FF7205313A1}" srcId="{7ABD43F3-C7C6-4642-B4C5-753F9F81DF53}" destId="{3C8D6463-CDB4-42B9-BCC2-347A7EEABB62}" srcOrd="2" destOrd="0" parTransId="{180807BB-1B8A-4D02-89CC-F4A2BFA313C2}" sibTransId="{57962074-781F-4323-A3CA-0475F50703BA}"/>
    <dgm:cxn modelId="{B4009B14-EBDE-43AD-921D-B32166885E64}" type="presOf" srcId="{93CADFE5-4C94-4342-9D6A-FE2453BE95D0}" destId="{0F37E3E4-D304-4CB2-BB75-70C2D9769A44}" srcOrd="0" destOrd="0" presId="urn:microsoft.com/office/officeart/2005/8/layout/vList2"/>
    <dgm:cxn modelId="{1FB53548-F7C8-4604-8A5D-EACD32564BF2}" srcId="{7ABD43F3-C7C6-4642-B4C5-753F9F81DF53}" destId="{A290544B-0723-43ED-AABE-4E70A4750792}" srcOrd="3" destOrd="0" parTransId="{F79EECFE-465C-47FC-962E-7BCC5A7673D0}" sibTransId="{A8DCFEDD-E329-4516-B9FE-F6DB6B5C09A0}"/>
    <dgm:cxn modelId="{A3A3DA75-7751-45CE-8D39-A64250E2052C}" type="presOf" srcId="{A290544B-0723-43ED-AABE-4E70A4750792}" destId="{6112D730-748A-4F21-AF60-55D98779CBA5}" srcOrd="0" destOrd="0" presId="urn:microsoft.com/office/officeart/2005/8/layout/vList2"/>
    <dgm:cxn modelId="{BF01B376-AA74-4AD1-982A-331893596EFB}" type="presOf" srcId="{DB8DF475-4BA6-4A05-9EF6-91DC5169268F}" destId="{C2ECC80B-026A-4235-84A9-49E62C4264B4}" srcOrd="0" destOrd="0" presId="urn:microsoft.com/office/officeart/2005/8/layout/vList2"/>
    <dgm:cxn modelId="{7D9EDB93-D48C-471B-8720-C7E63E78503C}" srcId="{7ABD43F3-C7C6-4642-B4C5-753F9F81DF53}" destId="{DB8DF475-4BA6-4A05-9EF6-91DC5169268F}" srcOrd="0" destOrd="0" parTransId="{CD4061A2-42C4-4FF6-B123-80C1704A4B6F}" sibTransId="{961D0103-BF10-4846-8844-B944FF6A7AC3}"/>
    <dgm:cxn modelId="{A49ACB97-3514-4645-97D7-EBB4352AFF7D}" type="presOf" srcId="{A8015489-4A96-4C7C-9946-DFFC70F13AB2}" destId="{BF2EAB94-BEE9-401E-9BE6-F10A823A6BDF}" srcOrd="0" destOrd="2" presId="urn:microsoft.com/office/officeart/2005/8/layout/vList2"/>
    <dgm:cxn modelId="{8D9F6BA1-7BC2-400E-8008-6552FE9F8712}" type="presOf" srcId="{3C8D6463-CDB4-42B9-BCC2-347A7EEABB62}" destId="{00B251FE-0C0F-4B81-BFD2-7F10C5B31BE3}" srcOrd="0" destOrd="0" presId="urn:microsoft.com/office/officeart/2005/8/layout/vList2"/>
    <dgm:cxn modelId="{9AA876AE-8E41-4FD2-9745-93594DB2B6BB}" srcId="{A290544B-0723-43ED-AABE-4E70A4750792}" destId="{A8015489-4A96-4C7C-9946-DFFC70F13AB2}" srcOrd="2" destOrd="0" parTransId="{A307751A-72CC-4929-94CB-CF1841869C54}" sibTransId="{ADC652E6-9C51-4CE3-91CA-F71418610797}"/>
    <dgm:cxn modelId="{AAE2ECB2-C077-4FE2-807A-D53199C3D450}" type="presOf" srcId="{1B32C487-F949-4CE9-83C4-E310FFA3EE8E}" destId="{BF2EAB94-BEE9-401E-9BE6-F10A823A6BDF}" srcOrd="0" destOrd="1" presId="urn:microsoft.com/office/officeart/2005/8/layout/vList2"/>
    <dgm:cxn modelId="{D8401DC1-48C8-42CF-B5DF-016B3F10589D}" type="presOf" srcId="{7ABD43F3-C7C6-4642-B4C5-753F9F81DF53}" destId="{7B799EED-D68C-4DC6-AE92-09432CBC280F}" srcOrd="0" destOrd="0" presId="urn:microsoft.com/office/officeart/2005/8/layout/vList2"/>
    <dgm:cxn modelId="{82EC9DDC-1103-48B0-B77B-DD9852801207}" srcId="{7ABD43F3-C7C6-4642-B4C5-753F9F81DF53}" destId="{93CADFE5-4C94-4342-9D6A-FE2453BE95D0}" srcOrd="1" destOrd="0" parTransId="{97AFE87B-E358-48D5-8FB0-376750BB1598}" sibTransId="{AE7490D9-CA5A-4EA4-BEF9-5BCC5D7AF526}"/>
    <dgm:cxn modelId="{B8028CED-CA9B-4DCF-8EBC-A8BD7E40B313}" srcId="{A290544B-0723-43ED-AABE-4E70A4750792}" destId="{DCBBEFCC-6BDC-40AC-A971-BD7F83FE9A60}" srcOrd="0" destOrd="0" parTransId="{0C5E82A8-CB00-43A0-B668-00AA94F22B35}" sibTransId="{4573FD6B-F7FC-44E9-BCF2-A39881C86D52}"/>
    <dgm:cxn modelId="{277BF451-15C1-4760-95F6-F9C393E9DFDD}" type="presParOf" srcId="{7B799EED-D68C-4DC6-AE92-09432CBC280F}" destId="{C2ECC80B-026A-4235-84A9-49E62C4264B4}" srcOrd="0" destOrd="0" presId="urn:microsoft.com/office/officeart/2005/8/layout/vList2"/>
    <dgm:cxn modelId="{6A2D228A-267D-4E02-B8B7-E58635E6F815}" type="presParOf" srcId="{7B799EED-D68C-4DC6-AE92-09432CBC280F}" destId="{28D100BA-7003-4B5F-8D9E-A649B0AF2761}" srcOrd="1" destOrd="0" presId="urn:microsoft.com/office/officeart/2005/8/layout/vList2"/>
    <dgm:cxn modelId="{F7557D01-6F7D-4416-8AF5-E2BE6B6EB12A}" type="presParOf" srcId="{7B799EED-D68C-4DC6-AE92-09432CBC280F}" destId="{0F37E3E4-D304-4CB2-BB75-70C2D9769A44}" srcOrd="2" destOrd="0" presId="urn:microsoft.com/office/officeart/2005/8/layout/vList2"/>
    <dgm:cxn modelId="{F526591D-FAB0-4F70-B4B2-7682251126D4}" type="presParOf" srcId="{7B799EED-D68C-4DC6-AE92-09432CBC280F}" destId="{B89FBAA7-6C3A-482D-B64E-1E63F97AFAE5}" srcOrd="3" destOrd="0" presId="urn:microsoft.com/office/officeart/2005/8/layout/vList2"/>
    <dgm:cxn modelId="{0DCD98CE-37FA-43C7-99CB-2A076B1A377F}" type="presParOf" srcId="{7B799EED-D68C-4DC6-AE92-09432CBC280F}" destId="{00B251FE-0C0F-4B81-BFD2-7F10C5B31BE3}" srcOrd="4" destOrd="0" presId="urn:microsoft.com/office/officeart/2005/8/layout/vList2"/>
    <dgm:cxn modelId="{AAC09709-9E7D-4908-8E47-7BF2D2205FDD}" type="presParOf" srcId="{7B799EED-D68C-4DC6-AE92-09432CBC280F}" destId="{62E9C4A8-A0AF-4160-B21C-A2F5B9F1244A}" srcOrd="5" destOrd="0" presId="urn:microsoft.com/office/officeart/2005/8/layout/vList2"/>
    <dgm:cxn modelId="{45B84694-B7F2-4AB5-A47F-EC68D492317A}" type="presParOf" srcId="{7B799EED-D68C-4DC6-AE92-09432CBC280F}" destId="{6112D730-748A-4F21-AF60-55D98779CBA5}" srcOrd="6" destOrd="0" presId="urn:microsoft.com/office/officeart/2005/8/layout/vList2"/>
    <dgm:cxn modelId="{DE86A5F6-60ED-4910-90F3-0FF9BBED581C}" type="presParOf" srcId="{7B799EED-D68C-4DC6-AE92-09432CBC280F}" destId="{BF2EAB94-BEE9-401E-9BE6-F10A823A6BDF}"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C835D47-4726-4E31-9E72-0056EEC09A4C}"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5DDDBB54-6878-4C9B-B5E7-BEE6255EFD14}">
      <dgm:prSet phldrT="[Text]"/>
      <dgm:spPr/>
      <dgm:t>
        <a:bodyPr/>
        <a:lstStyle/>
        <a:p>
          <a:r>
            <a:rPr lang="en-US"/>
            <a:t>Personal Area Network (PAN)</a:t>
          </a:r>
        </a:p>
      </dgm:t>
    </dgm:pt>
    <dgm:pt modelId="{221750D1-70CC-481E-9A8D-B284AD0E6D33}" type="parTrans" cxnId="{D8D90890-31EB-42B4-A299-9A4F768CDA28}">
      <dgm:prSet/>
      <dgm:spPr/>
      <dgm:t>
        <a:bodyPr/>
        <a:lstStyle/>
        <a:p>
          <a:endParaRPr lang="en-US"/>
        </a:p>
      </dgm:t>
    </dgm:pt>
    <dgm:pt modelId="{62701A2F-44E9-47EA-AA46-5EB5AB874142}" type="sibTrans" cxnId="{D8D90890-31EB-42B4-A299-9A4F768CDA28}">
      <dgm:prSet/>
      <dgm:spPr/>
      <dgm:t>
        <a:bodyPr/>
        <a:lstStyle/>
        <a:p>
          <a:endParaRPr lang="en-US"/>
        </a:p>
      </dgm:t>
    </dgm:pt>
    <dgm:pt modelId="{3986F2B0-CA30-48D0-BF7F-46BE50E885C3}">
      <dgm:prSet phldrT="[Text]"/>
      <dgm:spPr/>
      <dgm:t>
        <a:bodyPr/>
        <a:lstStyle/>
        <a:p>
          <a:r>
            <a:rPr lang="en-US"/>
            <a:t>Metropolitan Area Network (MAN)</a:t>
          </a:r>
        </a:p>
      </dgm:t>
    </dgm:pt>
    <dgm:pt modelId="{A11217EE-03AF-4AA4-9C5E-31C7CA03197D}" type="parTrans" cxnId="{F14CCA58-BFDC-45E8-99F3-AD62BA03A155}">
      <dgm:prSet/>
      <dgm:spPr/>
      <dgm:t>
        <a:bodyPr/>
        <a:lstStyle/>
        <a:p>
          <a:endParaRPr lang="en-US"/>
        </a:p>
      </dgm:t>
    </dgm:pt>
    <dgm:pt modelId="{67DABFC8-7498-45FB-8273-C81179861B4D}" type="sibTrans" cxnId="{F14CCA58-BFDC-45E8-99F3-AD62BA03A155}">
      <dgm:prSet/>
      <dgm:spPr/>
      <dgm:t>
        <a:bodyPr/>
        <a:lstStyle/>
        <a:p>
          <a:endParaRPr lang="en-US"/>
        </a:p>
      </dgm:t>
    </dgm:pt>
    <dgm:pt modelId="{9B20117E-9D3B-4B1D-A6FE-CE1CCBAF9C26}">
      <dgm:prSet phldrT="[Text]"/>
      <dgm:spPr/>
      <dgm:t>
        <a:bodyPr/>
        <a:lstStyle/>
        <a:p>
          <a:r>
            <a:rPr lang="en-US"/>
            <a:t>Wide Area Network (WAN)</a:t>
          </a:r>
        </a:p>
      </dgm:t>
    </dgm:pt>
    <dgm:pt modelId="{7C2F8F73-5734-43D9-AFF6-D993ABB4D5F8}" type="parTrans" cxnId="{C6FBB95C-3231-4AF6-9A12-F92F94B91069}">
      <dgm:prSet/>
      <dgm:spPr/>
      <dgm:t>
        <a:bodyPr/>
        <a:lstStyle/>
        <a:p>
          <a:endParaRPr lang="en-US"/>
        </a:p>
      </dgm:t>
    </dgm:pt>
    <dgm:pt modelId="{4988CD69-77FB-4FDD-A676-16F2F46BA49C}" type="sibTrans" cxnId="{C6FBB95C-3231-4AF6-9A12-F92F94B91069}">
      <dgm:prSet/>
      <dgm:spPr/>
      <dgm:t>
        <a:bodyPr/>
        <a:lstStyle/>
        <a:p>
          <a:endParaRPr lang="en-US"/>
        </a:p>
      </dgm:t>
    </dgm:pt>
    <dgm:pt modelId="{E5B391D9-D98D-4891-967E-051F69F763F8}">
      <dgm:prSet phldrT="[Text]"/>
      <dgm:spPr/>
      <dgm:t>
        <a:bodyPr/>
        <a:lstStyle/>
        <a:p>
          <a:r>
            <a:rPr lang="en-US">
              <a:latin typeface="Arial"/>
            </a:rPr>
            <a:t>Campus</a:t>
          </a:r>
          <a:r>
            <a:rPr lang="en-US"/>
            <a:t> Area Network (</a:t>
          </a:r>
          <a:r>
            <a:rPr lang="en-US">
              <a:latin typeface="Arial"/>
            </a:rPr>
            <a:t>CAN</a:t>
          </a:r>
          <a:r>
            <a:rPr lang="en-US"/>
            <a:t>)</a:t>
          </a:r>
        </a:p>
      </dgm:t>
    </dgm:pt>
    <dgm:pt modelId="{94189578-E8B5-4E9F-B594-B6D9493E130A}" type="parTrans" cxnId="{A49A3BCA-1D2E-4331-9391-EAA6A99C5AD6}">
      <dgm:prSet/>
      <dgm:spPr/>
      <dgm:t>
        <a:bodyPr/>
        <a:lstStyle/>
        <a:p>
          <a:endParaRPr lang="en-US"/>
        </a:p>
      </dgm:t>
    </dgm:pt>
    <dgm:pt modelId="{90F67EEB-FF25-451B-8B74-6B39C5D4071C}" type="sibTrans" cxnId="{A49A3BCA-1D2E-4331-9391-EAA6A99C5AD6}">
      <dgm:prSet/>
      <dgm:spPr/>
      <dgm:t>
        <a:bodyPr/>
        <a:lstStyle/>
        <a:p>
          <a:endParaRPr lang="en-US"/>
        </a:p>
      </dgm:t>
    </dgm:pt>
    <dgm:pt modelId="{B7D3ACE5-1CAF-4395-B7AE-A1667E96B0AF}">
      <dgm:prSet phldrT="[Text]"/>
      <dgm:spPr/>
      <dgm:t>
        <a:bodyPr/>
        <a:lstStyle/>
        <a:p>
          <a:r>
            <a:rPr lang="en-US"/>
            <a:t>Wireless Local Area Network (WLAN)</a:t>
          </a:r>
        </a:p>
      </dgm:t>
    </dgm:pt>
    <dgm:pt modelId="{FC242CAA-E84A-4F3F-9C7A-5DADFE49BCB4}" type="parTrans" cxnId="{6BA275EB-A2DB-4583-B5FB-E26AC1DFB3BB}">
      <dgm:prSet/>
      <dgm:spPr/>
      <dgm:t>
        <a:bodyPr/>
        <a:lstStyle/>
        <a:p>
          <a:endParaRPr lang="en-US"/>
        </a:p>
      </dgm:t>
    </dgm:pt>
    <dgm:pt modelId="{C4063603-8161-42CD-97B3-F4340880AE20}" type="sibTrans" cxnId="{6BA275EB-A2DB-4583-B5FB-E26AC1DFB3BB}">
      <dgm:prSet/>
      <dgm:spPr/>
      <dgm:t>
        <a:bodyPr/>
        <a:lstStyle/>
        <a:p>
          <a:endParaRPr lang="en-US"/>
        </a:p>
      </dgm:t>
    </dgm:pt>
    <dgm:pt modelId="{0C302C33-6208-4FEA-8E4E-4FD790526AA4}">
      <dgm:prSet phldrT="[Text]"/>
      <dgm:spPr/>
      <dgm:t>
        <a:bodyPr/>
        <a:lstStyle/>
        <a:p>
          <a:r>
            <a:rPr lang="en-US"/>
            <a:t>Storage Area Network (SAN)</a:t>
          </a:r>
        </a:p>
      </dgm:t>
    </dgm:pt>
    <dgm:pt modelId="{2E055A3A-E2EA-4FB6-A65D-A90B65D79155}" type="parTrans" cxnId="{71805C38-009E-48C8-AC7F-03BC530912A0}">
      <dgm:prSet/>
      <dgm:spPr/>
      <dgm:t>
        <a:bodyPr/>
        <a:lstStyle/>
        <a:p>
          <a:endParaRPr lang="en-US"/>
        </a:p>
      </dgm:t>
    </dgm:pt>
    <dgm:pt modelId="{D2D6C9DC-8EC1-486D-950F-65779E0D246C}" type="sibTrans" cxnId="{71805C38-009E-48C8-AC7F-03BC530912A0}">
      <dgm:prSet/>
      <dgm:spPr/>
      <dgm:t>
        <a:bodyPr/>
        <a:lstStyle/>
        <a:p>
          <a:endParaRPr lang="en-US"/>
        </a:p>
      </dgm:t>
    </dgm:pt>
    <dgm:pt modelId="{0444336D-4EB0-42E7-9A22-2CA53476717B}">
      <dgm:prSet phldrT="[Text]"/>
      <dgm:spPr/>
      <dgm:t>
        <a:bodyPr/>
        <a:lstStyle/>
        <a:p>
          <a:r>
            <a:rPr lang="en-US"/>
            <a:t>Enterprise Private Area Network</a:t>
          </a:r>
        </a:p>
      </dgm:t>
    </dgm:pt>
    <dgm:pt modelId="{1727EFEC-A044-419B-898A-64B34AC76951}" type="parTrans" cxnId="{7EBA860A-09AA-4BC7-BD77-F5C7BA3B10CE}">
      <dgm:prSet/>
      <dgm:spPr/>
      <dgm:t>
        <a:bodyPr/>
        <a:lstStyle/>
        <a:p>
          <a:endParaRPr lang="en-US"/>
        </a:p>
      </dgm:t>
    </dgm:pt>
    <dgm:pt modelId="{2375DFB4-E952-4E09-8CE3-647BAC817CA6}" type="sibTrans" cxnId="{7EBA860A-09AA-4BC7-BD77-F5C7BA3B10CE}">
      <dgm:prSet/>
      <dgm:spPr/>
      <dgm:t>
        <a:bodyPr/>
        <a:lstStyle/>
        <a:p>
          <a:endParaRPr lang="en-US"/>
        </a:p>
      </dgm:t>
    </dgm:pt>
    <dgm:pt modelId="{B6FE7981-5367-4AD4-92ED-3D1D8C974842}">
      <dgm:prSet phldrT="[Text]"/>
      <dgm:spPr/>
      <dgm:t>
        <a:bodyPr/>
        <a:lstStyle/>
        <a:p>
          <a:r>
            <a:rPr lang="en-US"/>
            <a:t>Local Area Network (LAN)</a:t>
          </a:r>
        </a:p>
      </dgm:t>
    </dgm:pt>
    <dgm:pt modelId="{355783B9-6845-4726-A161-B55CB149372E}" type="parTrans" cxnId="{40358E62-BB3C-46B0-9BE2-25B8D567464E}">
      <dgm:prSet/>
      <dgm:spPr/>
      <dgm:t>
        <a:bodyPr/>
        <a:lstStyle/>
        <a:p>
          <a:endParaRPr lang="en-US"/>
        </a:p>
      </dgm:t>
    </dgm:pt>
    <dgm:pt modelId="{9CB803DC-AAC5-4A11-8BC8-1249F5904CA3}" type="sibTrans" cxnId="{40358E62-BB3C-46B0-9BE2-25B8D567464E}">
      <dgm:prSet/>
      <dgm:spPr/>
      <dgm:t>
        <a:bodyPr/>
        <a:lstStyle/>
        <a:p>
          <a:endParaRPr lang="en-US"/>
        </a:p>
      </dgm:t>
    </dgm:pt>
    <dgm:pt modelId="{CB79CA53-9857-4803-B0E3-BA34A3E5CC64}">
      <dgm:prSet phldrT="[Text]"/>
      <dgm:spPr/>
      <dgm:t>
        <a:bodyPr/>
        <a:lstStyle/>
        <a:p>
          <a:r>
            <a:rPr lang="en-US"/>
            <a:t>Virtual Private Network (VPN)</a:t>
          </a:r>
        </a:p>
      </dgm:t>
    </dgm:pt>
    <dgm:pt modelId="{10E02120-FDC7-4D7C-B514-9703F8D9ABEE}" type="parTrans" cxnId="{B8C8A1CA-A276-4339-BB37-447976BA50BB}">
      <dgm:prSet/>
      <dgm:spPr/>
    </dgm:pt>
    <dgm:pt modelId="{0325D85A-7675-4E7C-A908-D904D9D913F8}" type="sibTrans" cxnId="{B8C8A1CA-A276-4339-BB37-447976BA50BB}">
      <dgm:prSet/>
      <dgm:spPr/>
    </dgm:pt>
    <dgm:pt modelId="{AB613508-84B6-4876-B4EF-87C7C0F0959D}" type="pres">
      <dgm:prSet presAssocID="{3C835D47-4726-4E31-9E72-0056EEC09A4C}" presName="Name0" presStyleCnt="0">
        <dgm:presLayoutVars>
          <dgm:dir/>
          <dgm:resizeHandles/>
        </dgm:presLayoutVars>
      </dgm:prSet>
      <dgm:spPr/>
    </dgm:pt>
    <dgm:pt modelId="{415AC193-8EE6-4BF9-B622-90830BA64247}" type="pres">
      <dgm:prSet presAssocID="{5DDDBB54-6878-4C9B-B5E7-BEE6255EFD14}" presName="compNode" presStyleCnt="0"/>
      <dgm:spPr/>
    </dgm:pt>
    <dgm:pt modelId="{C748063D-ED5A-4AA6-B781-39F0E48EC991}" type="pres">
      <dgm:prSet presAssocID="{5DDDBB54-6878-4C9B-B5E7-BEE6255EFD14}" presName="dummyConnPt" presStyleCnt="0"/>
      <dgm:spPr/>
    </dgm:pt>
    <dgm:pt modelId="{C7784466-795B-47DE-B5C4-274066299DDF}" type="pres">
      <dgm:prSet presAssocID="{5DDDBB54-6878-4C9B-B5E7-BEE6255EFD14}" presName="node" presStyleLbl="node1" presStyleIdx="0" presStyleCnt="9" custScaleX="102762">
        <dgm:presLayoutVars>
          <dgm:bulletEnabled val="1"/>
        </dgm:presLayoutVars>
      </dgm:prSet>
      <dgm:spPr/>
    </dgm:pt>
    <dgm:pt modelId="{BA2FD484-27C0-450A-9013-4DB64A4440D9}" type="pres">
      <dgm:prSet presAssocID="{62701A2F-44E9-47EA-AA46-5EB5AB874142}" presName="sibTrans" presStyleLbl="bgSibTrans2D1" presStyleIdx="0" presStyleCnt="8"/>
      <dgm:spPr/>
    </dgm:pt>
    <dgm:pt modelId="{D41D1C4C-0C7D-41AD-A492-04DE6DC6561F}" type="pres">
      <dgm:prSet presAssocID="{B6FE7981-5367-4AD4-92ED-3D1D8C974842}" presName="compNode" presStyleCnt="0"/>
      <dgm:spPr/>
    </dgm:pt>
    <dgm:pt modelId="{56DD5323-E7F6-4C54-A9B9-E18C5A47F7FA}" type="pres">
      <dgm:prSet presAssocID="{B6FE7981-5367-4AD4-92ED-3D1D8C974842}" presName="dummyConnPt" presStyleCnt="0"/>
      <dgm:spPr/>
    </dgm:pt>
    <dgm:pt modelId="{9BACE281-B65C-4A97-B39F-05CFCC5E9947}" type="pres">
      <dgm:prSet presAssocID="{B6FE7981-5367-4AD4-92ED-3D1D8C974842}" presName="node" presStyleLbl="node1" presStyleIdx="1" presStyleCnt="9">
        <dgm:presLayoutVars>
          <dgm:bulletEnabled val="1"/>
        </dgm:presLayoutVars>
      </dgm:prSet>
      <dgm:spPr/>
    </dgm:pt>
    <dgm:pt modelId="{19A00452-C3EE-43C5-A537-35AC0AB45172}" type="pres">
      <dgm:prSet presAssocID="{9CB803DC-AAC5-4A11-8BC8-1249F5904CA3}" presName="sibTrans" presStyleLbl="bgSibTrans2D1" presStyleIdx="1" presStyleCnt="8"/>
      <dgm:spPr/>
    </dgm:pt>
    <dgm:pt modelId="{1AA6D0D3-ABDE-4C63-B831-BCDC66BD9CD2}" type="pres">
      <dgm:prSet presAssocID="{3986F2B0-CA30-48D0-BF7F-46BE50E885C3}" presName="compNode" presStyleCnt="0"/>
      <dgm:spPr/>
    </dgm:pt>
    <dgm:pt modelId="{7D8AC430-A7F0-4EED-AF25-20C39F254E75}" type="pres">
      <dgm:prSet presAssocID="{3986F2B0-CA30-48D0-BF7F-46BE50E885C3}" presName="dummyConnPt" presStyleCnt="0"/>
      <dgm:spPr/>
    </dgm:pt>
    <dgm:pt modelId="{196685CB-5312-4896-955A-94BCD5125E39}" type="pres">
      <dgm:prSet presAssocID="{3986F2B0-CA30-48D0-BF7F-46BE50E885C3}" presName="node" presStyleLbl="node1" presStyleIdx="2" presStyleCnt="9" custScaleX="102762">
        <dgm:presLayoutVars>
          <dgm:bulletEnabled val="1"/>
        </dgm:presLayoutVars>
      </dgm:prSet>
      <dgm:spPr/>
    </dgm:pt>
    <dgm:pt modelId="{E11B9CA4-6F01-48A9-AFFB-0EEA9CF34DE0}" type="pres">
      <dgm:prSet presAssocID="{67DABFC8-7498-45FB-8273-C81179861B4D}" presName="sibTrans" presStyleLbl="bgSibTrans2D1" presStyleIdx="2" presStyleCnt="8"/>
      <dgm:spPr/>
    </dgm:pt>
    <dgm:pt modelId="{9ACDF2F1-9DA2-41E1-A30D-CF0E58EC45AC}" type="pres">
      <dgm:prSet presAssocID="{9B20117E-9D3B-4B1D-A6FE-CE1CCBAF9C26}" presName="compNode" presStyleCnt="0"/>
      <dgm:spPr/>
    </dgm:pt>
    <dgm:pt modelId="{1ABF0A8C-FA7F-4793-9AFA-6E86E64FFECC}" type="pres">
      <dgm:prSet presAssocID="{9B20117E-9D3B-4B1D-A6FE-CE1CCBAF9C26}" presName="dummyConnPt" presStyleCnt="0"/>
      <dgm:spPr/>
    </dgm:pt>
    <dgm:pt modelId="{C9E3D5B5-25B8-4773-8742-6202D80399EA}" type="pres">
      <dgm:prSet presAssocID="{9B20117E-9D3B-4B1D-A6FE-CE1CCBAF9C26}" presName="node" presStyleLbl="node1" presStyleIdx="3" presStyleCnt="9" custScaleX="102762">
        <dgm:presLayoutVars>
          <dgm:bulletEnabled val="1"/>
        </dgm:presLayoutVars>
      </dgm:prSet>
      <dgm:spPr/>
    </dgm:pt>
    <dgm:pt modelId="{6D2953E7-9D48-4994-AFFC-973798604AF5}" type="pres">
      <dgm:prSet presAssocID="{4988CD69-77FB-4FDD-A676-16F2F46BA49C}" presName="sibTrans" presStyleLbl="bgSibTrans2D1" presStyleIdx="3" presStyleCnt="8"/>
      <dgm:spPr/>
    </dgm:pt>
    <dgm:pt modelId="{4D77DC33-9D53-49A3-8205-19EA538D98C8}" type="pres">
      <dgm:prSet presAssocID="{E5B391D9-D98D-4891-967E-051F69F763F8}" presName="compNode" presStyleCnt="0"/>
      <dgm:spPr/>
    </dgm:pt>
    <dgm:pt modelId="{948D35A0-6F16-48B4-A080-1CD528B28290}" type="pres">
      <dgm:prSet presAssocID="{E5B391D9-D98D-4891-967E-051F69F763F8}" presName="dummyConnPt" presStyleCnt="0"/>
      <dgm:spPr/>
    </dgm:pt>
    <dgm:pt modelId="{AFFBA548-EF92-4C0E-A3BC-F082163F9F9F}" type="pres">
      <dgm:prSet presAssocID="{E5B391D9-D98D-4891-967E-051F69F763F8}" presName="node" presStyleLbl="node1" presStyleIdx="4" presStyleCnt="9" custScaleX="105919">
        <dgm:presLayoutVars>
          <dgm:bulletEnabled val="1"/>
        </dgm:presLayoutVars>
      </dgm:prSet>
      <dgm:spPr/>
    </dgm:pt>
    <dgm:pt modelId="{E6C60DED-0BE9-420F-AE21-0CBE29973C33}" type="pres">
      <dgm:prSet presAssocID="{90F67EEB-FF25-451B-8B74-6B39C5D4071C}" presName="sibTrans" presStyleLbl="bgSibTrans2D1" presStyleIdx="4" presStyleCnt="8"/>
      <dgm:spPr/>
    </dgm:pt>
    <dgm:pt modelId="{5FFAE89E-19FF-4AAF-B5C4-437159E79790}" type="pres">
      <dgm:prSet presAssocID="{B7D3ACE5-1CAF-4395-B7AE-A1667E96B0AF}" presName="compNode" presStyleCnt="0"/>
      <dgm:spPr/>
    </dgm:pt>
    <dgm:pt modelId="{C57C1803-2AAF-455F-A749-1E03EC04A8B1}" type="pres">
      <dgm:prSet presAssocID="{B7D3ACE5-1CAF-4395-B7AE-A1667E96B0AF}" presName="dummyConnPt" presStyleCnt="0"/>
      <dgm:spPr/>
    </dgm:pt>
    <dgm:pt modelId="{496494BE-00CD-4F7F-A89B-0E72C3E18564}" type="pres">
      <dgm:prSet presAssocID="{B7D3ACE5-1CAF-4395-B7AE-A1667E96B0AF}" presName="node" presStyleLbl="node1" presStyleIdx="5" presStyleCnt="9">
        <dgm:presLayoutVars>
          <dgm:bulletEnabled val="1"/>
        </dgm:presLayoutVars>
      </dgm:prSet>
      <dgm:spPr/>
    </dgm:pt>
    <dgm:pt modelId="{85D6E1DE-F045-4EEC-8DD4-9D25637D61B4}" type="pres">
      <dgm:prSet presAssocID="{C4063603-8161-42CD-97B3-F4340880AE20}" presName="sibTrans" presStyleLbl="bgSibTrans2D1" presStyleIdx="5" presStyleCnt="8"/>
      <dgm:spPr/>
    </dgm:pt>
    <dgm:pt modelId="{DBDFB4C5-DB95-4AF4-8349-C0D6A7812B1D}" type="pres">
      <dgm:prSet presAssocID="{0C302C33-6208-4FEA-8E4E-4FD790526AA4}" presName="compNode" presStyleCnt="0"/>
      <dgm:spPr/>
    </dgm:pt>
    <dgm:pt modelId="{2654894F-6D83-4116-A424-1E17FF7D2A33}" type="pres">
      <dgm:prSet presAssocID="{0C302C33-6208-4FEA-8E4E-4FD790526AA4}" presName="dummyConnPt" presStyleCnt="0"/>
      <dgm:spPr/>
    </dgm:pt>
    <dgm:pt modelId="{78159167-E4BD-4CF7-89AD-B2CB1BE0FBAC}" type="pres">
      <dgm:prSet presAssocID="{0C302C33-6208-4FEA-8E4E-4FD790526AA4}" presName="node" presStyleLbl="node1" presStyleIdx="6" presStyleCnt="9">
        <dgm:presLayoutVars>
          <dgm:bulletEnabled val="1"/>
        </dgm:presLayoutVars>
      </dgm:prSet>
      <dgm:spPr/>
    </dgm:pt>
    <dgm:pt modelId="{AF53D0F2-AFBF-4576-9BB7-380C441F9B4E}" type="pres">
      <dgm:prSet presAssocID="{D2D6C9DC-8EC1-486D-950F-65779E0D246C}" presName="sibTrans" presStyleLbl="bgSibTrans2D1" presStyleIdx="6" presStyleCnt="8"/>
      <dgm:spPr/>
    </dgm:pt>
    <dgm:pt modelId="{2DF1674C-1337-4EBD-9A52-96C308F0EEDC}" type="pres">
      <dgm:prSet presAssocID="{0444336D-4EB0-42E7-9A22-2CA53476717B}" presName="compNode" presStyleCnt="0"/>
      <dgm:spPr/>
    </dgm:pt>
    <dgm:pt modelId="{3FE1B2DB-50CF-4C5A-B341-A6A2FE0D8136}" type="pres">
      <dgm:prSet presAssocID="{0444336D-4EB0-42E7-9A22-2CA53476717B}" presName="dummyConnPt" presStyleCnt="0"/>
      <dgm:spPr/>
    </dgm:pt>
    <dgm:pt modelId="{1625ED07-82F7-4AFD-A57B-29470B1D9CA9}" type="pres">
      <dgm:prSet presAssocID="{0444336D-4EB0-42E7-9A22-2CA53476717B}" presName="node" presStyleLbl="node1" presStyleIdx="7" presStyleCnt="9">
        <dgm:presLayoutVars>
          <dgm:bulletEnabled val="1"/>
        </dgm:presLayoutVars>
      </dgm:prSet>
      <dgm:spPr/>
    </dgm:pt>
    <dgm:pt modelId="{9300FA56-388E-4003-8500-0BE306C87010}" type="pres">
      <dgm:prSet presAssocID="{2375DFB4-E952-4E09-8CE3-647BAC817CA6}" presName="sibTrans" presStyleLbl="bgSibTrans2D1" presStyleIdx="7" presStyleCnt="8"/>
      <dgm:spPr/>
    </dgm:pt>
    <dgm:pt modelId="{E0F44FEB-1425-43DA-AF32-D94523DA8013}" type="pres">
      <dgm:prSet presAssocID="{CB79CA53-9857-4803-B0E3-BA34A3E5CC64}" presName="compNode" presStyleCnt="0"/>
      <dgm:spPr/>
    </dgm:pt>
    <dgm:pt modelId="{48FE63DA-6DB7-4F22-B2DB-8A28DBACC8ED}" type="pres">
      <dgm:prSet presAssocID="{CB79CA53-9857-4803-B0E3-BA34A3E5CC64}" presName="dummyConnPt" presStyleCnt="0"/>
      <dgm:spPr/>
    </dgm:pt>
    <dgm:pt modelId="{51EAED39-4B07-4C80-843B-3A363D69B60C}" type="pres">
      <dgm:prSet presAssocID="{CB79CA53-9857-4803-B0E3-BA34A3E5CC64}" presName="node" presStyleLbl="node1" presStyleIdx="8" presStyleCnt="9">
        <dgm:presLayoutVars>
          <dgm:bulletEnabled val="1"/>
        </dgm:presLayoutVars>
      </dgm:prSet>
      <dgm:spPr/>
    </dgm:pt>
  </dgm:ptLst>
  <dgm:cxnLst>
    <dgm:cxn modelId="{7EBA860A-09AA-4BC7-BD77-F5C7BA3B10CE}" srcId="{3C835D47-4726-4E31-9E72-0056EEC09A4C}" destId="{0444336D-4EB0-42E7-9A22-2CA53476717B}" srcOrd="7" destOrd="0" parTransId="{1727EFEC-A044-419B-898A-64B34AC76951}" sibTransId="{2375DFB4-E952-4E09-8CE3-647BAC817CA6}"/>
    <dgm:cxn modelId="{978F6F0D-726F-4C80-AE42-04A3987337C2}" type="presOf" srcId="{C4063603-8161-42CD-97B3-F4340880AE20}" destId="{85D6E1DE-F045-4EEC-8DD4-9D25637D61B4}" srcOrd="0" destOrd="0" presId="urn:microsoft.com/office/officeart/2005/8/layout/bProcess4"/>
    <dgm:cxn modelId="{A2F31316-D045-4300-A0AF-EFADDDFEC4DE}" type="presOf" srcId="{E5B391D9-D98D-4891-967E-051F69F763F8}" destId="{AFFBA548-EF92-4C0E-A3BC-F082163F9F9F}" srcOrd="0" destOrd="0" presId="urn:microsoft.com/office/officeart/2005/8/layout/bProcess4"/>
    <dgm:cxn modelId="{E70C491F-BB83-45BB-91EC-671CA004F976}" type="presOf" srcId="{CB79CA53-9857-4803-B0E3-BA34A3E5CC64}" destId="{51EAED39-4B07-4C80-843B-3A363D69B60C}" srcOrd="0" destOrd="0" presId="urn:microsoft.com/office/officeart/2005/8/layout/bProcess4"/>
    <dgm:cxn modelId="{9DB1F920-CAD6-4A23-9211-D806A2ABF32A}" type="presOf" srcId="{9CB803DC-AAC5-4A11-8BC8-1249F5904CA3}" destId="{19A00452-C3EE-43C5-A537-35AC0AB45172}" srcOrd="0" destOrd="0" presId="urn:microsoft.com/office/officeart/2005/8/layout/bProcess4"/>
    <dgm:cxn modelId="{2E58532A-B852-4B9E-AD02-45CD52578C9E}" type="presOf" srcId="{4988CD69-77FB-4FDD-A676-16F2F46BA49C}" destId="{6D2953E7-9D48-4994-AFFC-973798604AF5}" srcOrd="0" destOrd="0" presId="urn:microsoft.com/office/officeart/2005/8/layout/bProcess4"/>
    <dgm:cxn modelId="{71805C38-009E-48C8-AC7F-03BC530912A0}" srcId="{3C835D47-4726-4E31-9E72-0056EEC09A4C}" destId="{0C302C33-6208-4FEA-8E4E-4FD790526AA4}" srcOrd="6" destOrd="0" parTransId="{2E055A3A-E2EA-4FB6-A65D-A90B65D79155}" sibTransId="{D2D6C9DC-8EC1-486D-950F-65779E0D246C}"/>
    <dgm:cxn modelId="{C6FBB95C-3231-4AF6-9A12-F92F94B91069}" srcId="{3C835D47-4726-4E31-9E72-0056EEC09A4C}" destId="{9B20117E-9D3B-4B1D-A6FE-CE1CCBAF9C26}" srcOrd="3" destOrd="0" parTransId="{7C2F8F73-5734-43D9-AFF6-D993ABB4D5F8}" sibTransId="{4988CD69-77FB-4FDD-A676-16F2F46BA49C}"/>
    <dgm:cxn modelId="{C732C960-533B-4C6D-BE87-21C35D2AF689}" type="presOf" srcId="{0C302C33-6208-4FEA-8E4E-4FD790526AA4}" destId="{78159167-E4BD-4CF7-89AD-B2CB1BE0FBAC}" srcOrd="0" destOrd="0" presId="urn:microsoft.com/office/officeart/2005/8/layout/bProcess4"/>
    <dgm:cxn modelId="{2584ED60-55F2-4F8E-B880-731861FA7D19}" type="presOf" srcId="{3C835D47-4726-4E31-9E72-0056EEC09A4C}" destId="{AB613508-84B6-4876-B4EF-87C7C0F0959D}" srcOrd="0" destOrd="0" presId="urn:microsoft.com/office/officeart/2005/8/layout/bProcess4"/>
    <dgm:cxn modelId="{40358E62-BB3C-46B0-9BE2-25B8D567464E}" srcId="{3C835D47-4726-4E31-9E72-0056EEC09A4C}" destId="{B6FE7981-5367-4AD4-92ED-3D1D8C974842}" srcOrd="1" destOrd="0" parTransId="{355783B9-6845-4726-A161-B55CB149372E}" sibTransId="{9CB803DC-AAC5-4A11-8BC8-1249F5904CA3}"/>
    <dgm:cxn modelId="{358BF445-AF66-4A0A-9431-9B319210FDC2}" type="presOf" srcId="{67DABFC8-7498-45FB-8273-C81179861B4D}" destId="{E11B9CA4-6F01-48A9-AFFB-0EEA9CF34DE0}" srcOrd="0" destOrd="0" presId="urn:microsoft.com/office/officeart/2005/8/layout/bProcess4"/>
    <dgm:cxn modelId="{DB68C76D-C80B-463C-B410-8ACE35D2C290}" type="presOf" srcId="{62701A2F-44E9-47EA-AA46-5EB5AB874142}" destId="{BA2FD484-27C0-450A-9013-4DB64A4440D9}" srcOrd="0" destOrd="0" presId="urn:microsoft.com/office/officeart/2005/8/layout/bProcess4"/>
    <dgm:cxn modelId="{83FCD655-9F52-407D-8C94-F7F3C30CAE41}" type="presOf" srcId="{2375DFB4-E952-4E09-8CE3-647BAC817CA6}" destId="{9300FA56-388E-4003-8500-0BE306C87010}" srcOrd="0" destOrd="0" presId="urn:microsoft.com/office/officeart/2005/8/layout/bProcess4"/>
    <dgm:cxn modelId="{F14CCA58-BFDC-45E8-99F3-AD62BA03A155}" srcId="{3C835D47-4726-4E31-9E72-0056EEC09A4C}" destId="{3986F2B0-CA30-48D0-BF7F-46BE50E885C3}" srcOrd="2" destOrd="0" parTransId="{A11217EE-03AF-4AA4-9C5E-31C7CA03197D}" sibTransId="{67DABFC8-7498-45FB-8273-C81179861B4D}"/>
    <dgm:cxn modelId="{D8D90890-31EB-42B4-A299-9A4F768CDA28}" srcId="{3C835D47-4726-4E31-9E72-0056EEC09A4C}" destId="{5DDDBB54-6878-4C9B-B5E7-BEE6255EFD14}" srcOrd="0" destOrd="0" parTransId="{221750D1-70CC-481E-9A8D-B284AD0E6D33}" sibTransId="{62701A2F-44E9-47EA-AA46-5EB5AB874142}"/>
    <dgm:cxn modelId="{A3E20F90-31E6-42AA-B540-2F84340697C4}" type="presOf" srcId="{D2D6C9DC-8EC1-486D-950F-65779E0D246C}" destId="{AF53D0F2-AFBF-4576-9BB7-380C441F9B4E}" srcOrd="0" destOrd="0" presId="urn:microsoft.com/office/officeart/2005/8/layout/bProcess4"/>
    <dgm:cxn modelId="{4BE216A3-FAEB-45D7-8A64-44CAAA748F43}" type="presOf" srcId="{90F67EEB-FF25-451B-8B74-6B39C5D4071C}" destId="{E6C60DED-0BE9-420F-AE21-0CBE29973C33}" srcOrd="0" destOrd="0" presId="urn:microsoft.com/office/officeart/2005/8/layout/bProcess4"/>
    <dgm:cxn modelId="{FCE0E7A4-CAB2-4994-8E1B-5ED95997922C}" type="presOf" srcId="{3986F2B0-CA30-48D0-BF7F-46BE50E885C3}" destId="{196685CB-5312-4896-955A-94BCD5125E39}" srcOrd="0" destOrd="0" presId="urn:microsoft.com/office/officeart/2005/8/layout/bProcess4"/>
    <dgm:cxn modelId="{ADC7E8AE-2F78-41D3-9396-0C1F737F5C8D}" type="presOf" srcId="{5DDDBB54-6878-4C9B-B5E7-BEE6255EFD14}" destId="{C7784466-795B-47DE-B5C4-274066299DDF}" srcOrd="0" destOrd="0" presId="urn:microsoft.com/office/officeart/2005/8/layout/bProcess4"/>
    <dgm:cxn modelId="{53A45FB4-E2C3-42F4-A6B7-16902C670777}" type="presOf" srcId="{B6FE7981-5367-4AD4-92ED-3D1D8C974842}" destId="{9BACE281-B65C-4A97-B39F-05CFCC5E9947}" srcOrd="0" destOrd="0" presId="urn:microsoft.com/office/officeart/2005/8/layout/bProcess4"/>
    <dgm:cxn modelId="{BB7BFCB8-0172-421A-BFAD-E07A6C3ED2D1}" type="presOf" srcId="{0444336D-4EB0-42E7-9A22-2CA53476717B}" destId="{1625ED07-82F7-4AFD-A57B-29470B1D9CA9}" srcOrd="0" destOrd="0" presId="urn:microsoft.com/office/officeart/2005/8/layout/bProcess4"/>
    <dgm:cxn modelId="{37F008BC-E1D2-49D9-9736-55E6B330EA02}" type="presOf" srcId="{9B20117E-9D3B-4B1D-A6FE-CE1CCBAF9C26}" destId="{C9E3D5B5-25B8-4773-8742-6202D80399EA}" srcOrd="0" destOrd="0" presId="urn:microsoft.com/office/officeart/2005/8/layout/bProcess4"/>
    <dgm:cxn modelId="{A49A3BCA-1D2E-4331-9391-EAA6A99C5AD6}" srcId="{3C835D47-4726-4E31-9E72-0056EEC09A4C}" destId="{E5B391D9-D98D-4891-967E-051F69F763F8}" srcOrd="4" destOrd="0" parTransId="{94189578-E8B5-4E9F-B594-B6D9493E130A}" sibTransId="{90F67EEB-FF25-451B-8B74-6B39C5D4071C}"/>
    <dgm:cxn modelId="{B8C8A1CA-A276-4339-BB37-447976BA50BB}" srcId="{3C835D47-4726-4E31-9E72-0056EEC09A4C}" destId="{CB79CA53-9857-4803-B0E3-BA34A3E5CC64}" srcOrd="8" destOrd="0" parTransId="{10E02120-FDC7-4D7C-B514-9703F8D9ABEE}" sibTransId="{0325D85A-7675-4E7C-A908-D904D9D913F8}"/>
    <dgm:cxn modelId="{900AA9D6-C372-4CA3-A424-DEB4FDC72917}" type="presOf" srcId="{B7D3ACE5-1CAF-4395-B7AE-A1667E96B0AF}" destId="{496494BE-00CD-4F7F-A89B-0E72C3E18564}" srcOrd="0" destOrd="0" presId="urn:microsoft.com/office/officeart/2005/8/layout/bProcess4"/>
    <dgm:cxn modelId="{6BA275EB-A2DB-4583-B5FB-E26AC1DFB3BB}" srcId="{3C835D47-4726-4E31-9E72-0056EEC09A4C}" destId="{B7D3ACE5-1CAF-4395-B7AE-A1667E96B0AF}" srcOrd="5" destOrd="0" parTransId="{FC242CAA-E84A-4F3F-9C7A-5DADFE49BCB4}" sibTransId="{C4063603-8161-42CD-97B3-F4340880AE20}"/>
    <dgm:cxn modelId="{972ABAEB-F5D4-4BBE-94DC-B9A9921DF458}" type="presParOf" srcId="{AB613508-84B6-4876-B4EF-87C7C0F0959D}" destId="{415AC193-8EE6-4BF9-B622-90830BA64247}" srcOrd="0" destOrd="0" presId="urn:microsoft.com/office/officeart/2005/8/layout/bProcess4"/>
    <dgm:cxn modelId="{7616C267-94AA-467C-9441-8062743D5798}" type="presParOf" srcId="{415AC193-8EE6-4BF9-B622-90830BA64247}" destId="{C748063D-ED5A-4AA6-B781-39F0E48EC991}" srcOrd="0" destOrd="0" presId="urn:microsoft.com/office/officeart/2005/8/layout/bProcess4"/>
    <dgm:cxn modelId="{D686582B-8C41-4246-B361-6D0AAC18141E}" type="presParOf" srcId="{415AC193-8EE6-4BF9-B622-90830BA64247}" destId="{C7784466-795B-47DE-B5C4-274066299DDF}" srcOrd="1" destOrd="0" presId="urn:microsoft.com/office/officeart/2005/8/layout/bProcess4"/>
    <dgm:cxn modelId="{01208D4C-1AC2-45CA-8DC4-E43CF0F449B2}" type="presParOf" srcId="{AB613508-84B6-4876-B4EF-87C7C0F0959D}" destId="{BA2FD484-27C0-450A-9013-4DB64A4440D9}" srcOrd="1" destOrd="0" presId="urn:microsoft.com/office/officeart/2005/8/layout/bProcess4"/>
    <dgm:cxn modelId="{308DEA82-E1E7-4442-AA03-F401C13F23AA}" type="presParOf" srcId="{AB613508-84B6-4876-B4EF-87C7C0F0959D}" destId="{D41D1C4C-0C7D-41AD-A492-04DE6DC6561F}" srcOrd="2" destOrd="0" presId="urn:microsoft.com/office/officeart/2005/8/layout/bProcess4"/>
    <dgm:cxn modelId="{44495A17-0C15-4840-8CD2-8D8CDA208860}" type="presParOf" srcId="{D41D1C4C-0C7D-41AD-A492-04DE6DC6561F}" destId="{56DD5323-E7F6-4C54-A9B9-E18C5A47F7FA}" srcOrd="0" destOrd="0" presId="urn:microsoft.com/office/officeart/2005/8/layout/bProcess4"/>
    <dgm:cxn modelId="{60F4ADC5-B894-41E8-B308-767597AD7A79}" type="presParOf" srcId="{D41D1C4C-0C7D-41AD-A492-04DE6DC6561F}" destId="{9BACE281-B65C-4A97-B39F-05CFCC5E9947}" srcOrd="1" destOrd="0" presId="urn:microsoft.com/office/officeart/2005/8/layout/bProcess4"/>
    <dgm:cxn modelId="{5BF4CC26-D298-4DF6-8890-D6A4AE6D576F}" type="presParOf" srcId="{AB613508-84B6-4876-B4EF-87C7C0F0959D}" destId="{19A00452-C3EE-43C5-A537-35AC0AB45172}" srcOrd="3" destOrd="0" presId="urn:microsoft.com/office/officeart/2005/8/layout/bProcess4"/>
    <dgm:cxn modelId="{D59D20E2-2B09-44B6-BAB6-6AF3DD3AD660}" type="presParOf" srcId="{AB613508-84B6-4876-B4EF-87C7C0F0959D}" destId="{1AA6D0D3-ABDE-4C63-B831-BCDC66BD9CD2}" srcOrd="4" destOrd="0" presId="urn:microsoft.com/office/officeart/2005/8/layout/bProcess4"/>
    <dgm:cxn modelId="{686491F6-1641-4651-9165-B07EA0DE8318}" type="presParOf" srcId="{1AA6D0D3-ABDE-4C63-B831-BCDC66BD9CD2}" destId="{7D8AC430-A7F0-4EED-AF25-20C39F254E75}" srcOrd="0" destOrd="0" presId="urn:microsoft.com/office/officeart/2005/8/layout/bProcess4"/>
    <dgm:cxn modelId="{3FB5E3A0-6B61-4E0B-BD85-8EE08DAE818F}" type="presParOf" srcId="{1AA6D0D3-ABDE-4C63-B831-BCDC66BD9CD2}" destId="{196685CB-5312-4896-955A-94BCD5125E39}" srcOrd="1" destOrd="0" presId="urn:microsoft.com/office/officeart/2005/8/layout/bProcess4"/>
    <dgm:cxn modelId="{DD2F6B31-1772-477D-B43B-8AC3CBD5DF68}" type="presParOf" srcId="{AB613508-84B6-4876-B4EF-87C7C0F0959D}" destId="{E11B9CA4-6F01-48A9-AFFB-0EEA9CF34DE0}" srcOrd="5" destOrd="0" presId="urn:microsoft.com/office/officeart/2005/8/layout/bProcess4"/>
    <dgm:cxn modelId="{E886E22E-2242-42E1-8F79-56E1BED1EE28}" type="presParOf" srcId="{AB613508-84B6-4876-B4EF-87C7C0F0959D}" destId="{9ACDF2F1-9DA2-41E1-A30D-CF0E58EC45AC}" srcOrd="6" destOrd="0" presId="urn:microsoft.com/office/officeart/2005/8/layout/bProcess4"/>
    <dgm:cxn modelId="{B290350B-3C98-4985-8C31-23BBC0A1A62D}" type="presParOf" srcId="{9ACDF2F1-9DA2-41E1-A30D-CF0E58EC45AC}" destId="{1ABF0A8C-FA7F-4793-9AFA-6E86E64FFECC}" srcOrd="0" destOrd="0" presId="urn:microsoft.com/office/officeart/2005/8/layout/bProcess4"/>
    <dgm:cxn modelId="{5C6F685D-9D28-44E8-B874-3FD76A8135CB}" type="presParOf" srcId="{9ACDF2F1-9DA2-41E1-A30D-CF0E58EC45AC}" destId="{C9E3D5B5-25B8-4773-8742-6202D80399EA}" srcOrd="1" destOrd="0" presId="urn:microsoft.com/office/officeart/2005/8/layout/bProcess4"/>
    <dgm:cxn modelId="{95B0DDFD-2246-4D86-8F0B-711B1609C035}" type="presParOf" srcId="{AB613508-84B6-4876-B4EF-87C7C0F0959D}" destId="{6D2953E7-9D48-4994-AFFC-973798604AF5}" srcOrd="7" destOrd="0" presId="urn:microsoft.com/office/officeart/2005/8/layout/bProcess4"/>
    <dgm:cxn modelId="{E45F5881-F506-4F27-B9D9-D0FB6866F2B1}" type="presParOf" srcId="{AB613508-84B6-4876-B4EF-87C7C0F0959D}" destId="{4D77DC33-9D53-49A3-8205-19EA538D98C8}" srcOrd="8" destOrd="0" presId="urn:microsoft.com/office/officeart/2005/8/layout/bProcess4"/>
    <dgm:cxn modelId="{2366A109-78EB-4478-86E7-32818DA5365C}" type="presParOf" srcId="{4D77DC33-9D53-49A3-8205-19EA538D98C8}" destId="{948D35A0-6F16-48B4-A080-1CD528B28290}" srcOrd="0" destOrd="0" presId="urn:microsoft.com/office/officeart/2005/8/layout/bProcess4"/>
    <dgm:cxn modelId="{112C181B-EA11-4CB4-83D7-7F6749ACCF11}" type="presParOf" srcId="{4D77DC33-9D53-49A3-8205-19EA538D98C8}" destId="{AFFBA548-EF92-4C0E-A3BC-F082163F9F9F}" srcOrd="1" destOrd="0" presId="urn:microsoft.com/office/officeart/2005/8/layout/bProcess4"/>
    <dgm:cxn modelId="{72DBF515-44BD-4910-8F12-5D47CE18833B}" type="presParOf" srcId="{AB613508-84B6-4876-B4EF-87C7C0F0959D}" destId="{E6C60DED-0BE9-420F-AE21-0CBE29973C33}" srcOrd="9" destOrd="0" presId="urn:microsoft.com/office/officeart/2005/8/layout/bProcess4"/>
    <dgm:cxn modelId="{B5CF6D4D-567A-40B3-B41B-4B2A8BB99B60}" type="presParOf" srcId="{AB613508-84B6-4876-B4EF-87C7C0F0959D}" destId="{5FFAE89E-19FF-4AAF-B5C4-437159E79790}" srcOrd="10" destOrd="0" presId="urn:microsoft.com/office/officeart/2005/8/layout/bProcess4"/>
    <dgm:cxn modelId="{7ECBC568-C962-4FAA-B33D-49FEA2D88EA3}" type="presParOf" srcId="{5FFAE89E-19FF-4AAF-B5C4-437159E79790}" destId="{C57C1803-2AAF-455F-A749-1E03EC04A8B1}" srcOrd="0" destOrd="0" presId="urn:microsoft.com/office/officeart/2005/8/layout/bProcess4"/>
    <dgm:cxn modelId="{2B9DC120-2066-4B83-A18B-B046183EE984}" type="presParOf" srcId="{5FFAE89E-19FF-4AAF-B5C4-437159E79790}" destId="{496494BE-00CD-4F7F-A89B-0E72C3E18564}" srcOrd="1" destOrd="0" presId="urn:microsoft.com/office/officeart/2005/8/layout/bProcess4"/>
    <dgm:cxn modelId="{8E3F88D9-9EFC-4497-AC6C-BD331800103E}" type="presParOf" srcId="{AB613508-84B6-4876-B4EF-87C7C0F0959D}" destId="{85D6E1DE-F045-4EEC-8DD4-9D25637D61B4}" srcOrd="11" destOrd="0" presId="urn:microsoft.com/office/officeart/2005/8/layout/bProcess4"/>
    <dgm:cxn modelId="{0502BF50-9BAA-4F67-B6A2-7E46CA217D97}" type="presParOf" srcId="{AB613508-84B6-4876-B4EF-87C7C0F0959D}" destId="{DBDFB4C5-DB95-4AF4-8349-C0D6A7812B1D}" srcOrd="12" destOrd="0" presId="urn:microsoft.com/office/officeart/2005/8/layout/bProcess4"/>
    <dgm:cxn modelId="{4D9D31C5-1E6F-4A65-8D76-5AC16EACABAB}" type="presParOf" srcId="{DBDFB4C5-DB95-4AF4-8349-C0D6A7812B1D}" destId="{2654894F-6D83-4116-A424-1E17FF7D2A33}" srcOrd="0" destOrd="0" presId="urn:microsoft.com/office/officeart/2005/8/layout/bProcess4"/>
    <dgm:cxn modelId="{7D290BD3-F00E-40FB-961F-41AFD0091CD1}" type="presParOf" srcId="{DBDFB4C5-DB95-4AF4-8349-C0D6A7812B1D}" destId="{78159167-E4BD-4CF7-89AD-B2CB1BE0FBAC}" srcOrd="1" destOrd="0" presId="urn:microsoft.com/office/officeart/2005/8/layout/bProcess4"/>
    <dgm:cxn modelId="{E2CFAAA9-2171-4FB1-85FF-42B022DBABC7}" type="presParOf" srcId="{AB613508-84B6-4876-B4EF-87C7C0F0959D}" destId="{AF53D0F2-AFBF-4576-9BB7-380C441F9B4E}" srcOrd="13" destOrd="0" presId="urn:microsoft.com/office/officeart/2005/8/layout/bProcess4"/>
    <dgm:cxn modelId="{05970062-54D7-43F5-BACB-438DFF1EF792}" type="presParOf" srcId="{AB613508-84B6-4876-B4EF-87C7C0F0959D}" destId="{2DF1674C-1337-4EBD-9A52-96C308F0EEDC}" srcOrd="14" destOrd="0" presId="urn:microsoft.com/office/officeart/2005/8/layout/bProcess4"/>
    <dgm:cxn modelId="{A495BBC0-914A-4E30-A789-B1E0A4EEC534}" type="presParOf" srcId="{2DF1674C-1337-4EBD-9A52-96C308F0EEDC}" destId="{3FE1B2DB-50CF-4C5A-B341-A6A2FE0D8136}" srcOrd="0" destOrd="0" presId="urn:microsoft.com/office/officeart/2005/8/layout/bProcess4"/>
    <dgm:cxn modelId="{FF8C29ED-4FCA-4A71-99A9-8CB59D803A08}" type="presParOf" srcId="{2DF1674C-1337-4EBD-9A52-96C308F0EEDC}" destId="{1625ED07-82F7-4AFD-A57B-29470B1D9CA9}" srcOrd="1" destOrd="0" presId="urn:microsoft.com/office/officeart/2005/8/layout/bProcess4"/>
    <dgm:cxn modelId="{F1DD90C4-65D7-4E09-87E9-32C2D40D697A}" type="presParOf" srcId="{AB613508-84B6-4876-B4EF-87C7C0F0959D}" destId="{9300FA56-388E-4003-8500-0BE306C87010}" srcOrd="15" destOrd="0" presId="urn:microsoft.com/office/officeart/2005/8/layout/bProcess4"/>
    <dgm:cxn modelId="{86B4FC92-178E-447B-8FE2-AFC8166C8275}" type="presParOf" srcId="{AB613508-84B6-4876-B4EF-87C7C0F0959D}" destId="{E0F44FEB-1425-43DA-AF32-D94523DA8013}" srcOrd="16" destOrd="0" presId="urn:microsoft.com/office/officeart/2005/8/layout/bProcess4"/>
    <dgm:cxn modelId="{70774458-6333-42B3-97CD-8E96CE9F2FE9}" type="presParOf" srcId="{E0F44FEB-1425-43DA-AF32-D94523DA8013}" destId="{48FE63DA-6DB7-4F22-B2DB-8A28DBACC8ED}" srcOrd="0" destOrd="0" presId="urn:microsoft.com/office/officeart/2005/8/layout/bProcess4"/>
    <dgm:cxn modelId="{E57F7D40-B7DA-428D-BEEC-AF350EB4E671}" type="presParOf" srcId="{E0F44FEB-1425-43DA-AF32-D94523DA8013}" destId="{51EAED39-4B07-4C80-843B-3A363D69B60C}"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97516F2-0EDE-4546-A41D-6743C51CF4AF}"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A589641-6A8F-4610-8FCF-630326D40966}">
      <dgm:prSet phldrT="[Text]"/>
      <dgm:spPr/>
      <dgm:t>
        <a:bodyPr/>
        <a:lstStyle/>
        <a:p>
          <a:r>
            <a:rPr lang="en-US" b="0" i="0"/>
            <a:t>PAN is the most basic type of computer network. </a:t>
          </a:r>
          <a:endParaRPr lang="en-US"/>
        </a:p>
      </dgm:t>
    </dgm:pt>
    <dgm:pt modelId="{DA1470B4-F399-4D21-AF1A-64E587280F83}" type="parTrans" cxnId="{43D3538F-2965-40B3-8999-85F9C95E804B}">
      <dgm:prSet/>
      <dgm:spPr/>
      <dgm:t>
        <a:bodyPr/>
        <a:lstStyle/>
        <a:p>
          <a:endParaRPr lang="en-US"/>
        </a:p>
      </dgm:t>
    </dgm:pt>
    <dgm:pt modelId="{CBFA0081-F8B1-4DF0-81E0-6886CA0D3A35}" type="sibTrans" cxnId="{43D3538F-2965-40B3-8999-85F9C95E804B}">
      <dgm:prSet/>
      <dgm:spPr/>
      <dgm:t>
        <a:bodyPr/>
        <a:lstStyle/>
        <a:p>
          <a:endParaRPr lang="en-US"/>
        </a:p>
      </dgm:t>
    </dgm:pt>
    <dgm:pt modelId="{F4785495-E9B6-4818-8DF0-F28AF942CA04}">
      <dgm:prSet phldrT="[Text]"/>
      <dgm:spPr/>
      <dgm:t>
        <a:bodyPr/>
        <a:lstStyle/>
        <a:p>
          <a:r>
            <a:rPr lang="en-US" b="0" i="0"/>
            <a:t>This network is restrained to a single person, that is, communication between the computer devices is </a:t>
          </a:r>
          <a:r>
            <a:rPr lang="en-US" b="0" i="0" err="1"/>
            <a:t>centred</a:t>
          </a:r>
          <a:r>
            <a:rPr lang="en-US" b="0" i="0"/>
            <a:t> only to an individual’s work space. </a:t>
          </a:r>
          <a:endParaRPr lang="en-US"/>
        </a:p>
      </dgm:t>
    </dgm:pt>
    <dgm:pt modelId="{79043902-4878-470E-AE29-E780CD6C25C9}" type="parTrans" cxnId="{BE6B624A-7F7E-4FC9-AC02-76E5683D9205}">
      <dgm:prSet/>
      <dgm:spPr/>
      <dgm:t>
        <a:bodyPr/>
        <a:lstStyle/>
        <a:p>
          <a:endParaRPr lang="en-US"/>
        </a:p>
      </dgm:t>
    </dgm:pt>
    <dgm:pt modelId="{A7660921-B36A-480D-85CA-912A2D167401}" type="sibTrans" cxnId="{BE6B624A-7F7E-4FC9-AC02-76E5683D9205}">
      <dgm:prSet/>
      <dgm:spPr/>
      <dgm:t>
        <a:bodyPr/>
        <a:lstStyle/>
        <a:p>
          <a:endParaRPr lang="en-US"/>
        </a:p>
      </dgm:t>
    </dgm:pt>
    <dgm:pt modelId="{9F697B24-A80E-4EB6-9EE9-33E1798F4889}">
      <dgm:prSet phldrT="[Text]"/>
      <dgm:spPr/>
      <dgm:t>
        <a:bodyPr/>
        <a:lstStyle/>
        <a:p>
          <a:r>
            <a:rPr lang="en-US" b="0" i="0"/>
            <a:t>PAN offers a network range of 10 meters from a person to the device providing communication.</a:t>
          </a:r>
          <a:endParaRPr lang="en-US"/>
        </a:p>
      </dgm:t>
    </dgm:pt>
    <dgm:pt modelId="{1E6F70BE-93B0-42C2-AACE-D63D97D9FEDA}" type="parTrans" cxnId="{3CA99BBB-2EF2-408A-8732-401D453F4F32}">
      <dgm:prSet/>
      <dgm:spPr/>
      <dgm:t>
        <a:bodyPr/>
        <a:lstStyle/>
        <a:p>
          <a:endParaRPr lang="en-US"/>
        </a:p>
      </dgm:t>
    </dgm:pt>
    <dgm:pt modelId="{C7B0D6F6-CDF6-4B21-91A2-0AA510A03BD4}" type="sibTrans" cxnId="{3CA99BBB-2EF2-408A-8732-401D453F4F32}">
      <dgm:prSet/>
      <dgm:spPr/>
      <dgm:t>
        <a:bodyPr/>
        <a:lstStyle/>
        <a:p>
          <a:endParaRPr lang="en-US"/>
        </a:p>
      </dgm:t>
    </dgm:pt>
    <dgm:pt modelId="{38E40473-24DD-452D-9298-058C4208D2A6}">
      <dgm:prSet phldrT="[Text]"/>
      <dgm:spPr/>
      <dgm:t>
        <a:bodyPr/>
        <a:lstStyle/>
        <a:p>
          <a:r>
            <a:rPr lang="en-US" b="0" i="0"/>
            <a:t>Examples of PAN are USB, computer, phone, tablet, printer, PDA, etc.</a:t>
          </a:r>
          <a:endParaRPr lang="en-US"/>
        </a:p>
      </dgm:t>
    </dgm:pt>
    <dgm:pt modelId="{BCB6E689-5900-47A6-9A4B-84B8E4DCEF29}" type="parTrans" cxnId="{45CE6CE4-0D55-4759-9BBD-5D8A8936729F}">
      <dgm:prSet/>
      <dgm:spPr/>
      <dgm:t>
        <a:bodyPr/>
        <a:lstStyle/>
        <a:p>
          <a:endParaRPr lang="en-US"/>
        </a:p>
      </dgm:t>
    </dgm:pt>
    <dgm:pt modelId="{C236B0DA-CBC3-402C-9535-EED13E258656}" type="sibTrans" cxnId="{45CE6CE4-0D55-4759-9BBD-5D8A8936729F}">
      <dgm:prSet/>
      <dgm:spPr/>
      <dgm:t>
        <a:bodyPr/>
        <a:lstStyle/>
        <a:p>
          <a:endParaRPr lang="en-US"/>
        </a:p>
      </dgm:t>
    </dgm:pt>
    <dgm:pt modelId="{F8AF3179-B71F-4DAD-8D02-1018DEBE8DCB}" type="pres">
      <dgm:prSet presAssocID="{297516F2-0EDE-4546-A41D-6743C51CF4AF}" presName="linear" presStyleCnt="0">
        <dgm:presLayoutVars>
          <dgm:dir/>
          <dgm:resizeHandles val="exact"/>
        </dgm:presLayoutVars>
      </dgm:prSet>
      <dgm:spPr/>
    </dgm:pt>
    <dgm:pt modelId="{8AC31757-4A80-4BBC-A23D-A66744BE1B1B}" type="pres">
      <dgm:prSet presAssocID="{3A589641-6A8F-4610-8FCF-630326D40966}" presName="comp" presStyleCnt="0"/>
      <dgm:spPr/>
    </dgm:pt>
    <dgm:pt modelId="{1B404FF8-91BA-4CE2-AE39-AF45CBC5050A}" type="pres">
      <dgm:prSet presAssocID="{3A589641-6A8F-4610-8FCF-630326D40966}" presName="box" presStyleLbl="node1" presStyleIdx="0" presStyleCnt="4"/>
      <dgm:spPr/>
    </dgm:pt>
    <dgm:pt modelId="{8C21A660-7084-439C-8C10-2B14FA1EF1F1}" type="pres">
      <dgm:prSet presAssocID="{3A589641-6A8F-4610-8FCF-630326D40966}" presName="img" presStyleLbl="fgImgPlace1" presStyleIdx="0" presStyleCnt="4"/>
      <dgm:spPr/>
    </dgm:pt>
    <dgm:pt modelId="{A314A72E-B22E-4C80-9592-06CBEA674DFC}" type="pres">
      <dgm:prSet presAssocID="{3A589641-6A8F-4610-8FCF-630326D40966}" presName="text" presStyleLbl="node1" presStyleIdx="0" presStyleCnt="4">
        <dgm:presLayoutVars>
          <dgm:bulletEnabled val="1"/>
        </dgm:presLayoutVars>
      </dgm:prSet>
      <dgm:spPr/>
    </dgm:pt>
    <dgm:pt modelId="{6DE32421-1F24-42E9-B49D-2E9B44185984}" type="pres">
      <dgm:prSet presAssocID="{CBFA0081-F8B1-4DF0-81E0-6886CA0D3A35}" presName="spacer" presStyleCnt="0"/>
      <dgm:spPr/>
    </dgm:pt>
    <dgm:pt modelId="{1C07E613-B422-4273-B254-A03742393347}" type="pres">
      <dgm:prSet presAssocID="{F4785495-E9B6-4818-8DF0-F28AF942CA04}" presName="comp" presStyleCnt="0"/>
      <dgm:spPr/>
    </dgm:pt>
    <dgm:pt modelId="{B8E09FC1-6D3B-4965-B57A-D22B8963473A}" type="pres">
      <dgm:prSet presAssocID="{F4785495-E9B6-4818-8DF0-F28AF942CA04}" presName="box" presStyleLbl="node1" presStyleIdx="1" presStyleCnt="4"/>
      <dgm:spPr/>
    </dgm:pt>
    <dgm:pt modelId="{AC13AE23-2F14-40AC-BF56-73C65257E269}" type="pres">
      <dgm:prSet presAssocID="{F4785495-E9B6-4818-8DF0-F28AF942CA04}" presName="img" presStyleLbl="fgImgPlace1" presStyleIdx="1" presStyleCnt="4"/>
      <dgm:spPr/>
    </dgm:pt>
    <dgm:pt modelId="{63935C9B-73E3-4C05-B1F4-8103E541EDF0}" type="pres">
      <dgm:prSet presAssocID="{F4785495-E9B6-4818-8DF0-F28AF942CA04}" presName="text" presStyleLbl="node1" presStyleIdx="1" presStyleCnt="4">
        <dgm:presLayoutVars>
          <dgm:bulletEnabled val="1"/>
        </dgm:presLayoutVars>
      </dgm:prSet>
      <dgm:spPr/>
    </dgm:pt>
    <dgm:pt modelId="{907BBBB2-190F-42E4-A6D2-9CA96A971053}" type="pres">
      <dgm:prSet presAssocID="{A7660921-B36A-480D-85CA-912A2D167401}" presName="spacer" presStyleCnt="0"/>
      <dgm:spPr/>
    </dgm:pt>
    <dgm:pt modelId="{1E4BDB64-8111-44D2-9133-FCE6FE0CF2B5}" type="pres">
      <dgm:prSet presAssocID="{9F697B24-A80E-4EB6-9EE9-33E1798F4889}" presName="comp" presStyleCnt="0"/>
      <dgm:spPr/>
    </dgm:pt>
    <dgm:pt modelId="{DFEA2346-DC2A-427C-ABD1-42EA0E6720D3}" type="pres">
      <dgm:prSet presAssocID="{9F697B24-A80E-4EB6-9EE9-33E1798F4889}" presName="box" presStyleLbl="node1" presStyleIdx="2" presStyleCnt="4"/>
      <dgm:spPr/>
    </dgm:pt>
    <dgm:pt modelId="{3F3901BA-EAA7-4E2D-BCF3-88D6D7F9E453}" type="pres">
      <dgm:prSet presAssocID="{9F697B24-A80E-4EB6-9EE9-33E1798F4889}" presName="img" presStyleLbl="fgImgPlace1" presStyleIdx="2" presStyleCnt="4"/>
      <dgm:spPr/>
    </dgm:pt>
    <dgm:pt modelId="{36F2A04D-644A-4CE7-A1A3-16768621DE3D}" type="pres">
      <dgm:prSet presAssocID="{9F697B24-A80E-4EB6-9EE9-33E1798F4889}" presName="text" presStyleLbl="node1" presStyleIdx="2" presStyleCnt="4">
        <dgm:presLayoutVars>
          <dgm:bulletEnabled val="1"/>
        </dgm:presLayoutVars>
      </dgm:prSet>
      <dgm:spPr/>
    </dgm:pt>
    <dgm:pt modelId="{38B90C2B-E97F-446E-AD3E-51E6C97560C2}" type="pres">
      <dgm:prSet presAssocID="{C7B0D6F6-CDF6-4B21-91A2-0AA510A03BD4}" presName="spacer" presStyleCnt="0"/>
      <dgm:spPr/>
    </dgm:pt>
    <dgm:pt modelId="{CB126336-8605-40FE-9466-5ED2D60AD43F}" type="pres">
      <dgm:prSet presAssocID="{38E40473-24DD-452D-9298-058C4208D2A6}" presName="comp" presStyleCnt="0"/>
      <dgm:spPr/>
    </dgm:pt>
    <dgm:pt modelId="{BB8A1A8F-436A-4048-B589-DA95FDA8C76B}" type="pres">
      <dgm:prSet presAssocID="{38E40473-24DD-452D-9298-058C4208D2A6}" presName="box" presStyleLbl="node1" presStyleIdx="3" presStyleCnt="4"/>
      <dgm:spPr/>
    </dgm:pt>
    <dgm:pt modelId="{0E9BDB36-DCE4-4618-8097-1115C53891EA}" type="pres">
      <dgm:prSet presAssocID="{38E40473-24DD-452D-9298-058C4208D2A6}" presName="img" presStyleLbl="fgImgPlace1" presStyleIdx="3" presStyleCnt="4"/>
      <dgm:spPr/>
    </dgm:pt>
    <dgm:pt modelId="{01DCF462-DAB7-4F75-9FE7-9D95DAB4F853}" type="pres">
      <dgm:prSet presAssocID="{38E40473-24DD-452D-9298-058C4208D2A6}" presName="text" presStyleLbl="node1" presStyleIdx="3" presStyleCnt="4">
        <dgm:presLayoutVars>
          <dgm:bulletEnabled val="1"/>
        </dgm:presLayoutVars>
      </dgm:prSet>
      <dgm:spPr/>
    </dgm:pt>
  </dgm:ptLst>
  <dgm:cxnLst>
    <dgm:cxn modelId="{A6E5EB28-181D-481A-944A-ACE47C66B016}" type="presOf" srcId="{3A589641-6A8F-4610-8FCF-630326D40966}" destId="{A314A72E-B22E-4C80-9592-06CBEA674DFC}" srcOrd="1" destOrd="0" presId="urn:microsoft.com/office/officeart/2005/8/layout/vList4"/>
    <dgm:cxn modelId="{BA0EA541-C1F6-4531-8491-627921F6556D}" type="presOf" srcId="{297516F2-0EDE-4546-A41D-6743C51CF4AF}" destId="{F8AF3179-B71F-4DAD-8D02-1018DEBE8DCB}" srcOrd="0" destOrd="0" presId="urn:microsoft.com/office/officeart/2005/8/layout/vList4"/>
    <dgm:cxn modelId="{9F55356A-EAE1-4BAF-AFFA-CB8DC6241BC9}" type="presOf" srcId="{F4785495-E9B6-4818-8DF0-F28AF942CA04}" destId="{63935C9B-73E3-4C05-B1F4-8103E541EDF0}" srcOrd="1" destOrd="0" presId="urn:microsoft.com/office/officeart/2005/8/layout/vList4"/>
    <dgm:cxn modelId="{BE6B624A-7F7E-4FC9-AC02-76E5683D9205}" srcId="{297516F2-0EDE-4546-A41D-6743C51CF4AF}" destId="{F4785495-E9B6-4818-8DF0-F28AF942CA04}" srcOrd="1" destOrd="0" parTransId="{79043902-4878-470E-AE29-E780CD6C25C9}" sibTransId="{A7660921-B36A-480D-85CA-912A2D167401}"/>
    <dgm:cxn modelId="{BC72E472-7464-4971-B727-DC93A810DF00}" type="presOf" srcId="{38E40473-24DD-452D-9298-058C4208D2A6}" destId="{BB8A1A8F-436A-4048-B589-DA95FDA8C76B}" srcOrd="0" destOrd="0" presId="urn:microsoft.com/office/officeart/2005/8/layout/vList4"/>
    <dgm:cxn modelId="{0F91EC8A-6868-4E07-BF9B-20E4A16B416E}" type="presOf" srcId="{9F697B24-A80E-4EB6-9EE9-33E1798F4889}" destId="{36F2A04D-644A-4CE7-A1A3-16768621DE3D}" srcOrd="1" destOrd="0" presId="urn:microsoft.com/office/officeart/2005/8/layout/vList4"/>
    <dgm:cxn modelId="{43D3538F-2965-40B3-8999-85F9C95E804B}" srcId="{297516F2-0EDE-4546-A41D-6743C51CF4AF}" destId="{3A589641-6A8F-4610-8FCF-630326D40966}" srcOrd="0" destOrd="0" parTransId="{DA1470B4-F399-4D21-AF1A-64E587280F83}" sibTransId="{CBFA0081-F8B1-4DF0-81E0-6886CA0D3A35}"/>
    <dgm:cxn modelId="{333C7A9F-EC14-409F-9334-D46E6F59EBF4}" type="presOf" srcId="{3A589641-6A8F-4610-8FCF-630326D40966}" destId="{1B404FF8-91BA-4CE2-AE39-AF45CBC5050A}" srcOrd="0" destOrd="0" presId="urn:microsoft.com/office/officeart/2005/8/layout/vList4"/>
    <dgm:cxn modelId="{7B3793A2-9823-4F22-A0EB-199D6BD16029}" type="presOf" srcId="{F4785495-E9B6-4818-8DF0-F28AF942CA04}" destId="{B8E09FC1-6D3B-4965-B57A-D22B8963473A}" srcOrd="0" destOrd="0" presId="urn:microsoft.com/office/officeart/2005/8/layout/vList4"/>
    <dgm:cxn modelId="{DA8298A3-EFB3-42A4-8F69-BFAC68E3C92E}" type="presOf" srcId="{38E40473-24DD-452D-9298-058C4208D2A6}" destId="{01DCF462-DAB7-4F75-9FE7-9D95DAB4F853}" srcOrd="1" destOrd="0" presId="urn:microsoft.com/office/officeart/2005/8/layout/vList4"/>
    <dgm:cxn modelId="{66841DB6-D9A2-4617-80BA-3432E5D7F69B}" type="presOf" srcId="{9F697B24-A80E-4EB6-9EE9-33E1798F4889}" destId="{DFEA2346-DC2A-427C-ABD1-42EA0E6720D3}" srcOrd="0" destOrd="0" presId="urn:microsoft.com/office/officeart/2005/8/layout/vList4"/>
    <dgm:cxn modelId="{3CA99BBB-2EF2-408A-8732-401D453F4F32}" srcId="{297516F2-0EDE-4546-A41D-6743C51CF4AF}" destId="{9F697B24-A80E-4EB6-9EE9-33E1798F4889}" srcOrd="2" destOrd="0" parTransId="{1E6F70BE-93B0-42C2-AACE-D63D97D9FEDA}" sibTransId="{C7B0D6F6-CDF6-4B21-91A2-0AA510A03BD4}"/>
    <dgm:cxn modelId="{45CE6CE4-0D55-4759-9BBD-5D8A8936729F}" srcId="{297516F2-0EDE-4546-A41D-6743C51CF4AF}" destId="{38E40473-24DD-452D-9298-058C4208D2A6}" srcOrd="3" destOrd="0" parTransId="{BCB6E689-5900-47A6-9A4B-84B8E4DCEF29}" sibTransId="{C236B0DA-CBC3-402C-9535-EED13E258656}"/>
    <dgm:cxn modelId="{5B7EF484-FF90-4AD7-B9A6-A1E6B5ECDB15}" type="presParOf" srcId="{F8AF3179-B71F-4DAD-8D02-1018DEBE8DCB}" destId="{8AC31757-4A80-4BBC-A23D-A66744BE1B1B}" srcOrd="0" destOrd="0" presId="urn:microsoft.com/office/officeart/2005/8/layout/vList4"/>
    <dgm:cxn modelId="{EE4A675C-3368-46E3-B627-28AE299B710E}" type="presParOf" srcId="{8AC31757-4A80-4BBC-A23D-A66744BE1B1B}" destId="{1B404FF8-91BA-4CE2-AE39-AF45CBC5050A}" srcOrd="0" destOrd="0" presId="urn:microsoft.com/office/officeart/2005/8/layout/vList4"/>
    <dgm:cxn modelId="{4EC42E86-E043-4BD5-AFF5-F838E20540D9}" type="presParOf" srcId="{8AC31757-4A80-4BBC-A23D-A66744BE1B1B}" destId="{8C21A660-7084-439C-8C10-2B14FA1EF1F1}" srcOrd="1" destOrd="0" presId="urn:microsoft.com/office/officeart/2005/8/layout/vList4"/>
    <dgm:cxn modelId="{9A0E7A4A-151E-4CF8-ACA6-4F0203162F8A}" type="presParOf" srcId="{8AC31757-4A80-4BBC-A23D-A66744BE1B1B}" destId="{A314A72E-B22E-4C80-9592-06CBEA674DFC}" srcOrd="2" destOrd="0" presId="urn:microsoft.com/office/officeart/2005/8/layout/vList4"/>
    <dgm:cxn modelId="{F04831DA-B2C0-4B12-AB69-7EB4DBEDE710}" type="presParOf" srcId="{F8AF3179-B71F-4DAD-8D02-1018DEBE8DCB}" destId="{6DE32421-1F24-42E9-B49D-2E9B44185984}" srcOrd="1" destOrd="0" presId="urn:microsoft.com/office/officeart/2005/8/layout/vList4"/>
    <dgm:cxn modelId="{3BC498D9-C96D-499A-861B-350853C3B45E}" type="presParOf" srcId="{F8AF3179-B71F-4DAD-8D02-1018DEBE8DCB}" destId="{1C07E613-B422-4273-B254-A03742393347}" srcOrd="2" destOrd="0" presId="urn:microsoft.com/office/officeart/2005/8/layout/vList4"/>
    <dgm:cxn modelId="{EC2E7478-4270-4EFB-B701-A4D138DEA5A7}" type="presParOf" srcId="{1C07E613-B422-4273-B254-A03742393347}" destId="{B8E09FC1-6D3B-4965-B57A-D22B8963473A}" srcOrd="0" destOrd="0" presId="urn:microsoft.com/office/officeart/2005/8/layout/vList4"/>
    <dgm:cxn modelId="{3691BE8E-A127-4600-B56C-E3288C5B6B62}" type="presParOf" srcId="{1C07E613-B422-4273-B254-A03742393347}" destId="{AC13AE23-2F14-40AC-BF56-73C65257E269}" srcOrd="1" destOrd="0" presId="urn:microsoft.com/office/officeart/2005/8/layout/vList4"/>
    <dgm:cxn modelId="{87033AF4-C2DD-475B-BB30-CC3934DDA400}" type="presParOf" srcId="{1C07E613-B422-4273-B254-A03742393347}" destId="{63935C9B-73E3-4C05-B1F4-8103E541EDF0}" srcOrd="2" destOrd="0" presId="urn:microsoft.com/office/officeart/2005/8/layout/vList4"/>
    <dgm:cxn modelId="{E4523280-6191-489F-94FE-E8D0CF21BA85}" type="presParOf" srcId="{F8AF3179-B71F-4DAD-8D02-1018DEBE8DCB}" destId="{907BBBB2-190F-42E4-A6D2-9CA96A971053}" srcOrd="3" destOrd="0" presId="urn:microsoft.com/office/officeart/2005/8/layout/vList4"/>
    <dgm:cxn modelId="{BC745223-23A3-409B-A9A5-9A4F02EEDE5B}" type="presParOf" srcId="{F8AF3179-B71F-4DAD-8D02-1018DEBE8DCB}" destId="{1E4BDB64-8111-44D2-9133-FCE6FE0CF2B5}" srcOrd="4" destOrd="0" presId="urn:microsoft.com/office/officeart/2005/8/layout/vList4"/>
    <dgm:cxn modelId="{E9DE8FAD-CCC9-464E-B0FC-8DAE5B2C8A4D}" type="presParOf" srcId="{1E4BDB64-8111-44D2-9133-FCE6FE0CF2B5}" destId="{DFEA2346-DC2A-427C-ABD1-42EA0E6720D3}" srcOrd="0" destOrd="0" presId="urn:microsoft.com/office/officeart/2005/8/layout/vList4"/>
    <dgm:cxn modelId="{ABC0D705-10B5-44A4-A9BC-4182A18E5B4E}" type="presParOf" srcId="{1E4BDB64-8111-44D2-9133-FCE6FE0CF2B5}" destId="{3F3901BA-EAA7-4E2D-BCF3-88D6D7F9E453}" srcOrd="1" destOrd="0" presId="urn:microsoft.com/office/officeart/2005/8/layout/vList4"/>
    <dgm:cxn modelId="{8B042348-34D6-4B19-8F3A-EE0BFCBF3C23}" type="presParOf" srcId="{1E4BDB64-8111-44D2-9133-FCE6FE0CF2B5}" destId="{36F2A04D-644A-4CE7-A1A3-16768621DE3D}" srcOrd="2" destOrd="0" presId="urn:microsoft.com/office/officeart/2005/8/layout/vList4"/>
    <dgm:cxn modelId="{CC734329-853D-4299-83E3-0FC9F674E51D}" type="presParOf" srcId="{F8AF3179-B71F-4DAD-8D02-1018DEBE8DCB}" destId="{38B90C2B-E97F-446E-AD3E-51E6C97560C2}" srcOrd="5" destOrd="0" presId="urn:microsoft.com/office/officeart/2005/8/layout/vList4"/>
    <dgm:cxn modelId="{7147FB80-D1B7-434A-A45A-820EB910ABD5}" type="presParOf" srcId="{F8AF3179-B71F-4DAD-8D02-1018DEBE8DCB}" destId="{CB126336-8605-40FE-9466-5ED2D60AD43F}" srcOrd="6" destOrd="0" presId="urn:microsoft.com/office/officeart/2005/8/layout/vList4"/>
    <dgm:cxn modelId="{A7C18355-5742-44A1-89B8-6A526DFAEFF7}" type="presParOf" srcId="{CB126336-8605-40FE-9466-5ED2D60AD43F}" destId="{BB8A1A8F-436A-4048-B589-DA95FDA8C76B}" srcOrd="0" destOrd="0" presId="urn:microsoft.com/office/officeart/2005/8/layout/vList4"/>
    <dgm:cxn modelId="{811508A6-CB70-4CB0-831D-6BF28204512F}" type="presParOf" srcId="{CB126336-8605-40FE-9466-5ED2D60AD43F}" destId="{0E9BDB36-DCE4-4618-8097-1115C53891EA}" srcOrd="1" destOrd="0" presId="urn:microsoft.com/office/officeart/2005/8/layout/vList4"/>
    <dgm:cxn modelId="{97113824-A8D8-475A-931A-9361F03CEF8A}" type="presParOf" srcId="{CB126336-8605-40FE-9466-5ED2D60AD43F}" destId="{01DCF462-DAB7-4F75-9FE7-9D95DAB4F853}"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B4316C0-DBEF-4FBC-85AC-38DD4B575C7A}" type="doc">
      <dgm:prSet loTypeId="urn:microsoft.com/office/officeart/2005/8/layout/target3" loCatId="list" qsTypeId="urn:microsoft.com/office/officeart/2005/8/quickstyle/simple1" qsCatId="simple" csTypeId="urn:microsoft.com/office/officeart/2005/8/colors/accent1_2" csCatId="accent1" phldr="1"/>
      <dgm:spPr/>
      <dgm:t>
        <a:bodyPr/>
        <a:lstStyle/>
        <a:p>
          <a:endParaRPr lang="en-US"/>
        </a:p>
      </dgm:t>
    </dgm:pt>
    <dgm:pt modelId="{78A93A66-4E9F-4FEE-89C2-3B82A4509BCA}">
      <dgm:prSet phldrT="[Text]" custT="1"/>
      <dgm:spPr/>
      <dgm:t>
        <a:bodyPr/>
        <a:lstStyle/>
        <a:p>
          <a:r>
            <a:rPr lang="en-US" sz="1600" b="0" i="0"/>
            <a:t>LAN is the most frequently used network. </a:t>
          </a:r>
          <a:endParaRPr lang="en-US" sz="1600"/>
        </a:p>
      </dgm:t>
    </dgm:pt>
    <dgm:pt modelId="{B5F4B397-ECDA-43D1-9F66-1DB600D6BB2B}" type="parTrans" cxnId="{5C0A74B2-2869-4355-AED9-6F8ED55F19BF}">
      <dgm:prSet/>
      <dgm:spPr/>
      <dgm:t>
        <a:bodyPr/>
        <a:lstStyle/>
        <a:p>
          <a:endParaRPr lang="en-US" sz="2000"/>
        </a:p>
      </dgm:t>
    </dgm:pt>
    <dgm:pt modelId="{EDC14EB4-32DA-46C7-940E-7C8AD750322B}" type="sibTrans" cxnId="{5C0A74B2-2869-4355-AED9-6F8ED55F19BF}">
      <dgm:prSet/>
      <dgm:spPr/>
      <dgm:t>
        <a:bodyPr/>
        <a:lstStyle/>
        <a:p>
          <a:endParaRPr lang="en-US" sz="2000"/>
        </a:p>
      </dgm:t>
    </dgm:pt>
    <dgm:pt modelId="{9C77B805-F4F3-427F-8A5B-A68B3256BFD6}">
      <dgm:prSet custT="1"/>
      <dgm:spPr/>
      <dgm:t>
        <a:bodyPr/>
        <a:lstStyle/>
        <a:p>
          <a:r>
            <a:rPr lang="en-US" sz="1600" b="0" i="0"/>
            <a:t>Examples of LAN are networking in a home, school, library, laboratory, college, office, etc.</a:t>
          </a:r>
        </a:p>
      </dgm:t>
    </dgm:pt>
    <dgm:pt modelId="{EA952481-9384-434E-A165-E174B0123790}" type="parTrans" cxnId="{FC2DAB38-BF7E-44E8-85E7-9B5ECCFFAB59}">
      <dgm:prSet/>
      <dgm:spPr/>
      <dgm:t>
        <a:bodyPr/>
        <a:lstStyle/>
        <a:p>
          <a:endParaRPr lang="en-US" sz="2000"/>
        </a:p>
      </dgm:t>
    </dgm:pt>
    <dgm:pt modelId="{287F45C7-28E6-4FFC-A834-6410B2360BAB}" type="sibTrans" cxnId="{FC2DAB38-BF7E-44E8-85E7-9B5ECCFFAB59}">
      <dgm:prSet/>
      <dgm:spPr/>
      <dgm:t>
        <a:bodyPr/>
        <a:lstStyle/>
        <a:p>
          <a:endParaRPr lang="en-US" sz="2000"/>
        </a:p>
      </dgm:t>
    </dgm:pt>
    <dgm:pt modelId="{6B5FC21B-25A2-4B01-A45B-E69BAC467EBE}">
      <dgm:prSet phldrT="[Text]" custT="1"/>
      <dgm:spPr/>
      <dgm:t>
        <a:bodyPr/>
        <a:lstStyle/>
        <a:p>
          <a:r>
            <a:rPr lang="en-US" sz="1600" b="0" i="0"/>
            <a:t>A LAN is a computer network that connects computers together through a common communication path, contained within a limited area, that is, locally. </a:t>
          </a:r>
          <a:endParaRPr lang="en-US" sz="1600"/>
        </a:p>
      </dgm:t>
    </dgm:pt>
    <dgm:pt modelId="{0806E22F-90B6-4268-852E-1BBCFA6109A7}" type="parTrans" cxnId="{1F05AB4C-178C-4CA5-8EAC-8FB5351C9C18}">
      <dgm:prSet/>
      <dgm:spPr/>
      <dgm:t>
        <a:bodyPr/>
        <a:lstStyle/>
        <a:p>
          <a:endParaRPr lang="en-US" sz="2000"/>
        </a:p>
      </dgm:t>
    </dgm:pt>
    <dgm:pt modelId="{2535F5FB-823C-4F1D-A54E-F1A1C908A078}" type="sibTrans" cxnId="{1F05AB4C-178C-4CA5-8EAC-8FB5351C9C18}">
      <dgm:prSet/>
      <dgm:spPr/>
      <dgm:t>
        <a:bodyPr/>
        <a:lstStyle/>
        <a:p>
          <a:endParaRPr lang="en-US" sz="2000"/>
        </a:p>
      </dgm:t>
    </dgm:pt>
    <dgm:pt modelId="{773AB7C4-068A-4336-80B9-99827FEC47BA}">
      <dgm:prSet phldrT="[Text]" custT="1"/>
      <dgm:spPr/>
      <dgm:t>
        <a:bodyPr/>
        <a:lstStyle/>
        <a:p>
          <a:r>
            <a:rPr lang="en-US" sz="1600" b="0" i="0"/>
            <a:t>A LAN encompasses two or more computers connected over a server. The two important technologies involved in this network are Ethernet and </a:t>
          </a:r>
          <a:r>
            <a:rPr lang="en-US" sz="1600" b="0" i="0" err="1"/>
            <a:t>Wi-fi</a:t>
          </a:r>
          <a:r>
            <a:rPr lang="en-US" sz="1600" b="0" i="0"/>
            <a:t>. </a:t>
          </a:r>
          <a:endParaRPr lang="en-US" sz="1600"/>
        </a:p>
      </dgm:t>
    </dgm:pt>
    <dgm:pt modelId="{F2B88940-3A69-4D2D-ADF6-9275685E8AAE}" type="parTrans" cxnId="{E3E029C9-C604-44D9-8CFB-ABD686153427}">
      <dgm:prSet/>
      <dgm:spPr/>
      <dgm:t>
        <a:bodyPr/>
        <a:lstStyle/>
        <a:p>
          <a:endParaRPr lang="en-US" sz="2000"/>
        </a:p>
      </dgm:t>
    </dgm:pt>
    <dgm:pt modelId="{F0DDF7E0-2CCF-4365-A54C-5329B794B869}" type="sibTrans" cxnId="{E3E029C9-C604-44D9-8CFB-ABD686153427}">
      <dgm:prSet/>
      <dgm:spPr/>
      <dgm:t>
        <a:bodyPr/>
        <a:lstStyle/>
        <a:p>
          <a:endParaRPr lang="en-US" sz="2000"/>
        </a:p>
      </dgm:t>
    </dgm:pt>
    <dgm:pt modelId="{338B04D5-0F53-4B73-9628-030B34950F59}" type="pres">
      <dgm:prSet presAssocID="{4B4316C0-DBEF-4FBC-85AC-38DD4B575C7A}" presName="Name0" presStyleCnt="0">
        <dgm:presLayoutVars>
          <dgm:chMax val="7"/>
          <dgm:dir/>
          <dgm:animLvl val="lvl"/>
          <dgm:resizeHandles val="exact"/>
        </dgm:presLayoutVars>
      </dgm:prSet>
      <dgm:spPr/>
    </dgm:pt>
    <dgm:pt modelId="{873A525E-212E-4390-BC11-53936B9E484F}" type="pres">
      <dgm:prSet presAssocID="{78A93A66-4E9F-4FEE-89C2-3B82A4509BCA}" presName="circle1" presStyleLbl="node1" presStyleIdx="0" presStyleCnt="4"/>
      <dgm:spPr/>
    </dgm:pt>
    <dgm:pt modelId="{3F9EA43D-D12C-4662-ADC1-B8C1E642030A}" type="pres">
      <dgm:prSet presAssocID="{78A93A66-4E9F-4FEE-89C2-3B82A4509BCA}" presName="space" presStyleCnt="0"/>
      <dgm:spPr/>
    </dgm:pt>
    <dgm:pt modelId="{ED80E087-B1E6-4C0F-A37D-817FD21C1C5C}" type="pres">
      <dgm:prSet presAssocID="{78A93A66-4E9F-4FEE-89C2-3B82A4509BCA}" presName="rect1" presStyleLbl="alignAcc1" presStyleIdx="0" presStyleCnt="4" custLinFactNeighborY="-360"/>
      <dgm:spPr/>
    </dgm:pt>
    <dgm:pt modelId="{0F22F032-1760-4712-BDC7-87DE59B5E1ED}" type="pres">
      <dgm:prSet presAssocID="{6B5FC21B-25A2-4B01-A45B-E69BAC467EBE}" presName="vertSpace2" presStyleLbl="node1" presStyleIdx="0" presStyleCnt="4"/>
      <dgm:spPr/>
    </dgm:pt>
    <dgm:pt modelId="{D6FB0B9B-3E93-468F-BBC0-20C819B43109}" type="pres">
      <dgm:prSet presAssocID="{6B5FC21B-25A2-4B01-A45B-E69BAC467EBE}" presName="circle2" presStyleLbl="node1" presStyleIdx="1" presStyleCnt="4"/>
      <dgm:spPr/>
    </dgm:pt>
    <dgm:pt modelId="{E02B810D-BF2B-4E5C-8487-D8742320C970}" type="pres">
      <dgm:prSet presAssocID="{6B5FC21B-25A2-4B01-A45B-E69BAC467EBE}" presName="rect2" presStyleLbl="alignAcc1" presStyleIdx="1" presStyleCnt="4"/>
      <dgm:spPr/>
    </dgm:pt>
    <dgm:pt modelId="{D0A7BD93-7A6A-449F-AD4E-7B103B5379A9}" type="pres">
      <dgm:prSet presAssocID="{773AB7C4-068A-4336-80B9-99827FEC47BA}" presName="vertSpace3" presStyleLbl="node1" presStyleIdx="1" presStyleCnt="4"/>
      <dgm:spPr/>
    </dgm:pt>
    <dgm:pt modelId="{A03DD8E8-5B57-41E9-A06E-493F9FB12A40}" type="pres">
      <dgm:prSet presAssocID="{773AB7C4-068A-4336-80B9-99827FEC47BA}" presName="circle3" presStyleLbl="node1" presStyleIdx="2" presStyleCnt="4"/>
      <dgm:spPr/>
    </dgm:pt>
    <dgm:pt modelId="{61AF973A-E432-4762-90D8-A3B4230D9360}" type="pres">
      <dgm:prSet presAssocID="{773AB7C4-068A-4336-80B9-99827FEC47BA}" presName="rect3" presStyleLbl="alignAcc1" presStyleIdx="2" presStyleCnt="4"/>
      <dgm:spPr/>
    </dgm:pt>
    <dgm:pt modelId="{66FD784F-FE56-4B2B-B784-0E986064D14F}" type="pres">
      <dgm:prSet presAssocID="{9C77B805-F4F3-427F-8A5B-A68B3256BFD6}" presName="vertSpace4" presStyleLbl="node1" presStyleIdx="2" presStyleCnt="4"/>
      <dgm:spPr/>
    </dgm:pt>
    <dgm:pt modelId="{D56F4807-0A91-4893-AD42-FE3E562776F7}" type="pres">
      <dgm:prSet presAssocID="{9C77B805-F4F3-427F-8A5B-A68B3256BFD6}" presName="circle4" presStyleLbl="node1" presStyleIdx="3" presStyleCnt="4"/>
      <dgm:spPr/>
    </dgm:pt>
    <dgm:pt modelId="{9143437C-F324-4004-B551-061A54E4038A}" type="pres">
      <dgm:prSet presAssocID="{9C77B805-F4F3-427F-8A5B-A68B3256BFD6}" presName="rect4" presStyleLbl="alignAcc1" presStyleIdx="3" presStyleCnt="4"/>
      <dgm:spPr/>
    </dgm:pt>
    <dgm:pt modelId="{B3CE3361-6E94-4AD7-9F2D-7873FDE60610}" type="pres">
      <dgm:prSet presAssocID="{78A93A66-4E9F-4FEE-89C2-3B82A4509BCA}" presName="rect1ParTxNoCh" presStyleLbl="alignAcc1" presStyleIdx="3" presStyleCnt="4">
        <dgm:presLayoutVars>
          <dgm:chMax val="1"/>
          <dgm:bulletEnabled val="1"/>
        </dgm:presLayoutVars>
      </dgm:prSet>
      <dgm:spPr/>
    </dgm:pt>
    <dgm:pt modelId="{5BD26538-9892-4A5A-AF21-F44AD754FEB2}" type="pres">
      <dgm:prSet presAssocID="{6B5FC21B-25A2-4B01-A45B-E69BAC467EBE}" presName="rect2ParTxNoCh" presStyleLbl="alignAcc1" presStyleIdx="3" presStyleCnt="4">
        <dgm:presLayoutVars>
          <dgm:chMax val="1"/>
          <dgm:bulletEnabled val="1"/>
        </dgm:presLayoutVars>
      </dgm:prSet>
      <dgm:spPr/>
    </dgm:pt>
    <dgm:pt modelId="{BE70A9C3-0179-4D29-BD04-7A199943FF7A}" type="pres">
      <dgm:prSet presAssocID="{773AB7C4-068A-4336-80B9-99827FEC47BA}" presName="rect3ParTxNoCh" presStyleLbl="alignAcc1" presStyleIdx="3" presStyleCnt="4">
        <dgm:presLayoutVars>
          <dgm:chMax val="1"/>
          <dgm:bulletEnabled val="1"/>
        </dgm:presLayoutVars>
      </dgm:prSet>
      <dgm:spPr/>
    </dgm:pt>
    <dgm:pt modelId="{CD717CA5-36B2-41F8-9B4D-749160003AB4}" type="pres">
      <dgm:prSet presAssocID="{9C77B805-F4F3-427F-8A5B-A68B3256BFD6}" presName="rect4ParTxNoCh" presStyleLbl="alignAcc1" presStyleIdx="3" presStyleCnt="4">
        <dgm:presLayoutVars>
          <dgm:chMax val="1"/>
          <dgm:bulletEnabled val="1"/>
        </dgm:presLayoutVars>
      </dgm:prSet>
      <dgm:spPr/>
    </dgm:pt>
  </dgm:ptLst>
  <dgm:cxnLst>
    <dgm:cxn modelId="{B7A19007-6CD0-4B7D-B0D6-43F5D6DC2313}" type="presOf" srcId="{4B4316C0-DBEF-4FBC-85AC-38DD4B575C7A}" destId="{338B04D5-0F53-4B73-9628-030B34950F59}" srcOrd="0" destOrd="0" presId="urn:microsoft.com/office/officeart/2005/8/layout/target3"/>
    <dgm:cxn modelId="{9BE6581A-6387-4AF7-8947-3C9F6F0451CA}" type="presOf" srcId="{9C77B805-F4F3-427F-8A5B-A68B3256BFD6}" destId="{9143437C-F324-4004-B551-061A54E4038A}" srcOrd="0" destOrd="0" presId="urn:microsoft.com/office/officeart/2005/8/layout/target3"/>
    <dgm:cxn modelId="{FCCB6F36-A684-4C9E-86B4-95123AF9EB12}" type="presOf" srcId="{6B5FC21B-25A2-4B01-A45B-E69BAC467EBE}" destId="{5BD26538-9892-4A5A-AF21-F44AD754FEB2}" srcOrd="1" destOrd="0" presId="urn:microsoft.com/office/officeart/2005/8/layout/target3"/>
    <dgm:cxn modelId="{FC2DAB38-BF7E-44E8-85E7-9B5ECCFFAB59}" srcId="{4B4316C0-DBEF-4FBC-85AC-38DD4B575C7A}" destId="{9C77B805-F4F3-427F-8A5B-A68B3256BFD6}" srcOrd="3" destOrd="0" parTransId="{EA952481-9384-434E-A165-E174B0123790}" sibTransId="{287F45C7-28E6-4FFC-A834-6410B2360BAB}"/>
    <dgm:cxn modelId="{C34F123F-EE79-4A00-80B2-5695FCFA7870}" type="presOf" srcId="{773AB7C4-068A-4336-80B9-99827FEC47BA}" destId="{61AF973A-E432-4762-90D8-A3B4230D9360}" srcOrd="0" destOrd="0" presId="urn:microsoft.com/office/officeart/2005/8/layout/target3"/>
    <dgm:cxn modelId="{3098B341-1B26-48A3-8A10-510C1CA13517}" type="presOf" srcId="{6B5FC21B-25A2-4B01-A45B-E69BAC467EBE}" destId="{E02B810D-BF2B-4E5C-8487-D8742320C970}" srcOrd="0" destOrd="0" presId="urn:microsoft.com/office/officeart/2005/8/layout/target3"/>
    <dgm:cxn modelId="{1F05AB4C-178C-4CA5-8EAC-8FB5351C9C18}" srcId="{4B4316C0-DBEF-4FBC-85AC-38DD4B575C7A}" destId="{6B5FC21B-25A2-4B01-A45B-E69BAC467EBE}" srcOrd="1" destOrd="0" parTransId="{0806E22F-90B6-4268-852E-1BBCFA6109A7}" sibTransId="{2535F5FB-823C-4F1D-A54E-F1A1C908A078}"/>
    <dgm:cxn modelId="{8AE82C52-7B4D-445E-A1B6-84D246A57836}" type="presOf" srcId="{773AB7C4-068A-4336-80B9-99827FEC47BA}" destId="{BE70A9C3-0179-4D29-BD04-7A199943FF7A}" srcOrd="1" destOrd="0" presId="urn:microsoft.com/office/officeart/2005/8/layout/target3"/>
    <dgm:cxn modelId="{5F129798-DA7F-4ACD-9B1C-7FBEEB5AB97C}" type="presOf" srcId="{78A93A66-4E9F-4FEE-89C2-3B82A4509BCA}" destId="{B3CE3361-6E94-4AD7-9F2D-7873FDE60610}" srcOrd="1" destOrd="0" presId="urn:microsoft.com/office/officeart/2005/8/layout/target3"/>
    <dgm:cxn modelId="{5DEC48A8-E1DB-4743-A200-D6EBC2E36D52}" type="presOf" srcId="{78A93A66-4E9F-4FEE-89C2-3B82A4509BCA}" destId="{ED80E087-B1E6-4C0F-A37D-817FD21C1C5C}" srcOrd="0" destOrd="0" presId="urn:microsoft.com/office/officeart/2005/8/layout/target3"/>
    <dgm:cxn modelId="{5C0A74B2-2869-4355-AED9-6F8ED55F19BF}" srcId="{4B4316C0-DBEF-4FBC-85AC-38DD4B575C7A}" destId="{78A93A66-4E9F-4FEE-89C2-3B82A4509BCA}" srcOrd="0" destOrd="0" parTransId="{B5F4B397-ECDA-43D1-9F66-1DB600D6BB2B}" sibTransId="{EDC14EB4-32DA-46C7-940E-7C8AD750322B}"/>
    <dgm:cxn modelId="{3BF4B0C0-36ED-4A67-B5CC-656656C40F86}" type="presOf" srcId="{9C77B805-F4F3-427F-8A5B-A68B3256BFD6}" destId="{CD717CA5-36B2-41F8-9B4D-749160003AB4}" srcOrd="1" destOrd="0" presId="urn:microsoft.com/office/officeart/2005/8/layout/target3"/>
    <dgm:cxn modelId="{E3E029C9-C604-44D9-8CFB-ABD686153427}" srcId="{4B4316C0-DBEF-4FBC-85AC-38DD4B575C7A}" destId="{773AB7C4-068A-4336-80B9-99827FEC47BA}" srcOrd="2" destOrd="0" parTransId="{F2B88940-3A69-4D2D-ADF6-9275685E8AAE}" sibTransId="{F0DDF7E0-2CCF-4365-A54C-5329B794B869}"/>
    <dgm:cxn modelId="{CC0886A3-950B-41E6-A186-E7F1EC6CACBC}" type="presParOf" srcId="{338B04D5-0F53-4B73-9628-030B34950F59}" destId="{873A525E-212E-4390-BC11-53936B9E484F}" srcOrd="0" destOrd="0" presId="urn:microsoft.com/office/officeart/2005/8/layout/target3"/>
    <dgm:cxn modelId="{A54B7FD3-9D7A-48A9-8D73-1F84F320F2A1}" type="presParOf" srcId="{338B04D5-0F53-4B73-9628-030B34950F59}" destId="{3F9EA43D-D12C-4662-ADC1-B8C1E642030A}" srcOrd="1" destOrd="0" presId="urn:microsoft.com/office/officeart/2005/8/layout/target3"/>
    <dgm:cxn modelId="{B492540C-2EFD-4A69-9360-ED86892B9EFB}" type="presParOf" srcId="{338B04D5-0F53-4B73-9628-030B34950F59}" destId="{ED80E087-B1E6-4C0F-A37D-817FD21C1C5C}" srcOrd="2" destOrd="0" presId="urn:microsoft.com/office/officeart/2005/8/layout/target3"/>
    <dgm:cxn modelId="{27B7DAE0-2E53-4FFE-8D5C-25794F44CDA1}" type="presParOf" srcId="{338B04D5-0F53-4B73-9628-030B34950F59}" destId="{0F22F032-1760-4712-BDC7-87DE59B5E1ED}" srcOrd="3" destOrd="0" presId="urn:microsoft.com/office/officeart/2005/8/layout/target3"/>
    <dgm:cxn modelId="{55D3934F-493B-444A-BC7A-D8F3DBE522EB}" type="presParOf" srcId="{338B04D5-0F53-4B73-9628-030B34950F59}" destId="{D6FB0B9B-3E93-468F-BBC0-20C819B43109}" srcOrd="4" destOrd="0" presId="urn:microsoft.com/office/officeart/2005/8/layout/target3"/>
    <dgm:cxn modelId="{5FFB8708-574F-4BC4-8BBE-17A5B582732C}" type="presParOf" srcId="{338B04D5-0F53-4B73-9628-030B34950F59}" destId="{E02B810D-BF2B-4E5C-8487-D8742320C970}" srcOrd="5" destOrd="0" presId="urn:microsoft.com/office/officeart/2005/8/layout/target3"/>
    <dgm:cxn modelId="{F8CBE911-2712-4F94-A6D8-2E9850A64A90}" type="presParOf" srcId="{338B04D5-0F53-4B73-9628-030B34950F59}" destId="{D0A7BD93-7A6A-449F-AD4E-7B103B5379A9}" srcOrd="6" destOrd="0" presId="urn:microsoft.com/office/officeart/2005/8/layout/target3"/>
    <dgm:cxn modelId="{1828ADA2-FCC1-4BE9-8A92-F00D5602CABD}" type="presParOf" srcId="{338B04D5-0F53-4B73-9628-030B34950F59}" destId="{A03DD8E8-5B57-41E9-A06E-493F9FB12A40}" srcOrd="7" destOrd="0" presId="urn:microsoft.com/office/officeart/2005/8/layout/target3"/>
    <dgm:cxn modelId="{44EE57BB-8A0D-4AC7-A4FF-88F6814E3479}" type="presParOf" srcId="{338B04D5-0F53-4B73-9628-030B34950F59}" destId="{61AF973A-E432-4762-90D8-A3B4230D9360}" srcOrd="8" destOrd="0" presId="urn:microsoft.com/office/officeart/2005/8/layout/target3"/>
    <dgm:cxn modelId="{89A831AB-DB2D-4B72-9D4A-7DEB0A2CBF11}" type="presParOf" srcId="{338B04D5-0F53-4B73-9628-030B34950F59}" destId="{66FD784F-FE56-4B2B-B784-0E986064D14F}" srcOrd="9" destOrd="0" presId="urn:microsoft.com/office/officeart/2005/8/layout/target3"/>
    <dgm:cxn modelId="{77350E5B-A1DA-4BDC-B727-AA699390AD18}" type="presParOf" srcId="{338B04D5-0F53-4B73-9628-030B34950F59}" destId="{D56F4807-0A91-4893-AD42-FE3E562776F7}" srcOrd="10" destOrd="0" presId="urn:microsoft.com/office/officeart/2005/8/layout/target3"/>
    <dgm:cxn modelId="{808A3AFB-B110-48F5-8D0F-7104325CED67}" type="presParOf" srcId="{338B04D5-0F53-4B73-9628-030B34950F59}" destId="{9143437C-F324-4004-B551-061A54E4038A}" srcOrd="11" destOrd="0" presId="urn:microsoft.com/office/officeart/2005/8/layout/target3"/>
    <dgm:cxn modelId="{3189C405-C87D-44F1-B7C5-1FE3585335AE}" type="presParOf" srcId="{338B04D5-0F53-4B73-9628-030B34950F59}" destId="{B3CE3361-6E94-4AD7-9F2D-7873FDE60610}" srcOrd="12" destOrd="0" presId="urn:microsoft.com/office/officeart/2005/8/layout/target3"/>
    <dgm:cxn modelId="{7A6F3C6D-C568-4156-95FD-9E025A2D5A01}" type="presParOf" srcId="{338B04D5-0F53-4B73-9628-030B34950F59}" destId="{5BD26538-9892-4A5A-AF21-F44AD754FEB2}" srcOrd="13" destOrd="0" presId="urn:microsoft.com/office/officeart/2005/8/layout/target3"/>
    <dgm:cxn modelId="{990F75AD-46DD-4C62-A57E-F249565D7A9F}" type="presParOf" srcId="{338B04D5-0F53-4B73-9628-030B34950F59}" destId="{BE70A9C3-0179-4D29-BD04-7A199943FF7A}" srcOrd="14" destOrd="0" presId="urn:microsoft.com/office/officeart/2005/8/layout/target3"/>
    <dgm:cxn modelId="{7DD2A0D9-904C-426A-8EE8-84F597376208}" type="presParOf" srcId="{338B04D5-0F53-4B73-9628-030B34950F59}" destId="{CD717CA5-36B2-41F8-9B4D-749160003AB4}" srcOrd="15"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BADB8B9-5C38-4D75-A3E0-4668D754EE19}"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9DA1689C-E4CB-4C9C-8844-3D3B881B2EAB}">
      <dgm:prSet phldrT="[Text]" custT="1"/>
      <dgm:spPr/>
      <dgm:t>
        <a:bodyPr/>
        <a:lstStyle/>
        <a:p>
          <a:r>
            <a:rPr lang="en-US" sz="1800" b="0" i="0"/>
            <a:t>WAN is a type of computer network that connects computers over a large geographical distance through a shared </a:t>
          </a:r>
          <a:r>
            <a:rPr lang="en-US" sz="1800" b="0" i="0">
              <a:latin typeface="Arial"/>
            </a:rPr>
            <a:t>communn</a:t>
          </a:r>
          <a:r>
            <a:rPr lang="en-US" sz="1800" b="0" i="0"/>
            <a:t> path. </a:t>
          </a:r>
          <a:endParaRPr lang="en-US" sz="1800"/>
        </a:p>
      </dgm:t>
    </dgm:pt>
    <dgm:pt modelId="{E4C1AFD5-2195-402E-B981-D24E4B84C703}" type="parTrans" cxnId="{8995CB13-95C1-4AEC-B3CD-C397F8898C6D}">
      <dgm:prSet/>
      <dgm:spPr/>
      <dgm:t>
        <a:bodyPr/>
        <a:lstStyle/>
        <a:p>
          <a:endParaRPr lang="en-US" sz="2400"/>
        </a:p>
      </dgm:t>
    </dgm:pt>
    <dgm:pt modelId="{0ABE6233-C2E5-4272-AF41-AD039BB32408}" type="sibTrans" cxnId="{8995CB13-95C1-4AEC-B3CD-C397F8898C6D}">
      <dgm:prSet custT="1"/>
      <dgm:spPr/>
      <dgm:t>
        <a:bodyPr/>
        <a:lstStyle/>
        <a:p>
          <a:endParaRPr lang="en-US" sz="3200"/>
        </a:p>
      </dgm:t>
    </dgm:pt>
    <dgm:pt modelId="{11AEBA66-01B9-43AE-8489-5A4DA316F3BF}">
      <dgm:prSet custT="1"/>
      <dgm:spPr/>
      <dgm:t>
        <a:bodyPr/>
        <a:lstStyle/>
        <a:p>
          <a:r>
            <a:rPr lang="en-US" sz="1800" b="0" i="0"/>
            <a:t>The most common example of WAN is the Internet.</a:t>
          </a:r>
        </a:p>
      </dgm:t>
    </dgm:pt>
    <dgm:pt modelId="{AC13F90C-5466-48A1-9182-5B28BC5E536A}" type="parTrans" cxnId="{9B15B57D-0C17-4641-9B4E-7D967619CE8A}">
      <dgm:prSet/>
      <dgm:spPr/>
      <dgm:t>
        <a:bodyPr/>
        <a:lstStyle/>
        <a:p>
          <a:endParaRPr lang="en-US" sz="2400"/>
        </a:p>
      </dgm:t>
    </dgm:pt>
    <dgm:pt modelId="{1D9881DC-9308-4F0A-9B6D-423E6940F482}" type="sibTrans" cxnId="{9B15B57D-0C17-4641-9B4E-7D967619CE8A}">
      <dgm:prSet/>
      <dgm:spPr/>
      <dgm:t>
        <a:bodyPr/>
        <a:lstStyle/>
        <a:p>
          <a:endParaRPr lang="en-US" sz="2400"/>
        </a:p>
      </dgm:t>
    </dgm:pt>
    <dgm:pt modelId="{8B24B630-09AC-461F-8D47-B830285CEEE5}">
      <dgm:prSet phldrT="[Text]" custT="1"/>
      <dgm:spPr/>
      <dgm:t>
        <a:bodyPr/>
        <a:lstStyle/>
        <a:p>
          <a:r>
            <a:rPr lang="en-US" sz="1800" b="0" i="0"/>
            <a:t>It is not restrained to a single location but extends over many locations. </a:t>
          </a:r>
          <a:endParaRPr lang="en-US" sz="1800"/>
        </a:p>
      </dgm:t>
    </dgm:pt>
    <dgm:pt modelId="{2F764AE3-215A-4727-9C12-3E7108DB1E53}" type="parTrans" cxnId="{F3667EA8-C12D-47C2-99FF-FD4431A08A13}">
      <dgm:prSet/>
      <dgm:spPr/>
      <dgm:t>
        <a:bodyPr/>
        <a:lstStyle/>
        <a:p>
          <a:endParaRPr lang="en-US" sz="2400"/>
        </a:p>
      </dgm:t>
    </dgm:pt>
    <dgm:pt modelId="{9C48A87B-DBE9-4434-95BC-5350FA03CF92}" type="sibTrans" cxnId="{F3667EA8-C12D-47C2-99FF-FD4431A08A13}">
      <dgm:prSet custT="1"/>
      <dgm:spPr/>
      <dgm:t>
        <a:bodyPr/>
        <a:lstStyle/>
        <a:p>
          <a:endParaRPr lang="en-US" sz="3200"/>
        </a:p>
      </dgm:t>
    </dgm:pt>
    <dgm:pt modelId="{6E4ACFDC-2289-4B63-AFFB-68DE3162745B}">
      <dgm:prSet phldrT="[Text]" custT="1"/>
      <dgm:spPr/>
      <dgm:t>
        <a:bodyPr/>
        <a:lstStyle/>
        <a:p>
          <a:r>
            <a:rPr lang="en-US" sz="1800" b="0" i="0"/>
            <a:t>WAN can also be defined as a group of local area networks that communicate with each other. </a:t>
          </a:r>
          <a:endParaRPr lang="en-US" sz="1800"/>
        </a:p>
      </dgm:t>
    </dgm:pt>
    <dgm:pt modelId="{133E731F-AB27-4041-B144-8DFD961D345D}" type="parTrans" cxnId="{9B3438D6-7E40-4B27-BD9E-78316D749E82}">
      <dgm:prSet/>
      <dgm:spPr/>
      <dgm:t>
        <a:bodyPr/>
        <a:lstStyle/>
        <a:p>
          <a:endParaRPr lang="en-US" sz="2400"/>
        </a:p>
      </dgm:t>
    </dgm:pt>
    <dgm:pt modelId="{041772DB-F792-4187-AB0F-831018AC5403}" type="sibTrans" cxnId="{9B3438D6-7E40-4B27-BD9E-78316D749E82}">
      <dgm:prSet custT="1"/>
      <dgm:spPr/>
      <dgm:t>
        <a:bodyPr/>
        <a:lstStyle/>
        <a:p>
          <a:endParaRPr lang="en-US" sz="3200"/>
        </a:p>
      </dgm:t>
    </dgm:pt>
    <dgm:pt modelId="{D8CE886F-F359-4A45-AD94-E7B09047016C}" type="pres">
      <dgm:prSet presAssocID="{FBADB8B9-5C38-4D75-A3E0-4668D754EE19}" presName="linear" presStyleCnt="0">
        <dgm:presLayoutVars>
          <dgm:dir/>
          <dgm:resizeHandles val="exact"/>
        </dgm:presLayoutVars>
      </dgm:prSet>
      <dgm:spPr/>
    </dgm:pt>
    <dgm:pt modelId="{D48FCC3F-DA3D-4ED3-8565-AEA9E5BB89D8}" type="pres">
      <dgm:prSet presAssocID="{9DA1689C-E4CB-4C9C-8844-3D3B881B2EAB}" presName="comp" presStyleCnt="0"/>
      <dgm:spPr/>
    </dgm:pt>
    <dgm:pt modelId="{B2625DF5-CACA-48F6-8A4C-3D60C01D7F74}" type="pres">
      <dgm:prSet presAssocID="{9DA1689C-E4CB-4C9C-8844-3D3B881B2EAB}" presName="box" presStyleLbl="node1" presStyleIdx="0" presStyleCnt="4"/>
      <dgm:spPr/>
    </dgm:pt>
    <dgm:pt modelId="{53BC7082-6BB6-4D3A-A059-648ECAB32AFA}" type="pres">
      <dgm:prSet presAssocID="{9DA1689C-E4CB-4C9C-8844-3D3B881B2EAB}" presName="img" presStyleLbl="fgImgPlace1" presStyleIdx="0" presStyleCnt="4"/>
      <dgm:spPr/>
    </dgm:pt>
    <dgm:pt modelId="{CC504068-3DA4-4718-86AF-614F1036457F}" type="pres">
      <dgm:prSet presAssocID="{9DA1689C-E4CB-4C9C-8844-3D3B881B2EAB}" presName="text" presStyleLbl="node1" presStyleIdx="0" presStyleCnt="4">
        <dgm:presLayoutVars>
          <dgm:bulletEnabled val="1"/>
        </dgm:presLayoutVars>
      </dgm:prSet>
      <dgm:spPr/>
    </dgm:pt>
    <dgm:pt modelId="{357F34AD-AD00-47C2-993C-3FACF929EE0E}" type="pres">
      <dgm:prSet presAssocID="{0ABE6233-C2E5-4272-AF41-AD039BB32408}" presName="spacer" presStyleCnt="0"/>
      <dgm:spPr/>
    </dgm:pt>
    <dgm:pt modelId="{CA049092-56EA-45C3-B297-91119184091F}" type="pres">
      <dgm:prSet presAssocID="{8B24B630-09AC-461F-8D47-B830285CEEE5}" presName="comp" presStyleCnt="0"/>
      <dgm:spPr/>
    </dgm:pt>
    <dgm:pt modelId="{3255D98B-7A0F-4E22-BAD1-4B1EBFA0749D}" type="pres">
      <dgm:prSet presAssocID="{8B24B630-09AC-461F-8D47-B830285CEEE5}" presName="box" presStyleLbl="node1" presStyleIdx="1" presStyleCnt="4"/>
      <dgm:spPr/>
    </dgm:pt>
    <dgm:pt modelId="{F4A7ACEC-3F7A-4BC3-AB00-884382BEBA26}" type="pres">
      <dgm:prSet presAssocID="{8B24B630-09AC-461F-8D47-B830285CEEE5}" presName="img" presStyleLbl="fgImgPlace1" presStyleIdx="1" presStyleCnt="4"/>
      <dgm:spPr/>
    </dgm:pt>
    <dgm:pt modelId="{77C7E98E-C04B-43A0-9BCB-30CF81B7A0D1}" type="pres">
      <dgm:prSet presAssocID="{8B24B630-09AC-461F-8D47-B830285CEEE5}" presName="text" presStyleLbl="node1" presStyleIdx="1" presStyleCnt="4">
        <dgm:presLayoutVars>
          <dgm:bulletEnabled val="1"/>
        </dgm:presLayoutVars>
      </dgm:prSet>
      <dgm:spPr/>
    </dgm:pt>
    <dgm:pt modelId="{2017F57D-7D3F-4DF8-85CF-A24DB5479363}" type="pres">
      <dgm:prSet presAssocID="{9C48A87B-DBE9-4434-95BC-5350FA03CF92}" presName="spacer" presStyleCnt="0"/>
      <dgm:spPr/>
    </dgm:pt>
    <dgm:pt modelId="{590DC1DE-31A8-499B-918E-0479C32D6C70}" type="pres">
      <dgm:prSet presAssocID="{6E4ACFDC-2289-4B63-AFFB-68DE3162745B}" presName="comp" presStyleCnt="0"/>
      <dgm:spPr/>
    </dgm:pt>
    <dgm:pt modelId="{CFD1A90A-143C-41DE-BE23-7ABB2B5A28EE}" type="pres">
      <dgm:prSet presAssocID="{6E4ACFDC-2289-4B63-AFFB-68DE3162745B}" presName="box" presStyleLbl="node1" presStyleIdx="2" presStyleCnt="4"/>
      <dgm:spPr/>
    </dgm:pt>
    <dgm:pt modelId="{8FDA14FC-1AB8-48B2-8BFA-B480546DF4AA}" type="pres">
      <dgm:prSet presAssocID="{6E4ACFDC-2289-4B63-AFFB-68DE3162745B}" presName="img" presStyleLbl="fgImgPlace1" presStyleIdx="2" presStyleCnt="4"/>
      <dgm:spPr/>
    </dgm:pt>
    <dgm:pt modelId="{8E2D578A-B3F9-4144-B1BB-0A59B40DE196}" type="pres">
      <dgm:prSet presAssocID="{6E4ACFDC-2289-4B63-AFFB-68DE3162745B}" presName="text" presStyleLbl="node1" presStyleIdx="2" presStyleCnt="4">
        <dgm:presLayoutVars>
          <dgm:bulletEnabled val="1"/>
        </dgm:presLayoutVars>
      </dgm:prSet>
      <dgm:spPr/>
    </dgm:pt>
    <dgm:pt modelId="{33AAECC3-B085-48B3-9622-D86487242E7D}" type="pres">
      <dgm:prSet presAssocID="{041772DB-F792-4187-AB0F-831018AC5403}" presName="spacer" presStyleCnt="0"/>
      <dgm:spPr/>
    </dgm:pt>
    <dgm:pt modelId="{B9BF34C9-E15B-40CF-A107-EE5273460502}" type="pres">
      <dgm:prSet presAssocID="{11AEBA66-01B9-43AE-8489-5A4DA316F3BF}" presName="comp" presStyleCnt="0"/>
      <dgm:spPr/>
    </dgm:pt>
    <dgm:pt modelId="{42D2E799-16B7-4163-BBB1-78311137B284}" type="pres">
      <dgm:prSet presAssocID="{11AEBA66-01B9-43AE-8489-5A4DA316F3BF}" presName="box" presStyleLbl="node1" presStyleIdx="3" presStyleCnt="4"/>
      <dgm:spPr/>
    </dgm:pt>
    <dgm:pt modelId="{57EDF0DC-4B9B-431D-A286-768490A0822E}" type="pres">
      <dgm:prSet presAssocID="{11AEBA66-01B9-43AE-8489-5A4DA316F3BF}" presName="img" presStyleLbl="fgImgPlace1" presStyleIdx="3" presStyleCnt="4"/>
      <dgm:spPr/>
    </dgm:pt>
    <dgm:pt modelId="{34984824-5F42-47D1-A877-3FACD97C5A2A}" type="pres">
      <dgm:prSet presAssocID="{11AEBA66-01B9-43AE-8489-5A4DA316F3BF}" presName="text" presStyleLbl="node1" presStyleIdx="3" presStyleCnt="4">
        <dgm:presLayoutVars>
          <dgm:bulletEnabled val="1"/>
        </dgm:presLayoutVars>
      </dgm:prSet>
      <dgm:spPr/>
    </dgm:pt>
  </dgm:ptLst>
  <dgm:cxnLst>
    <dgm:cxn modelId="{A8C30003-7F3C-4B31-96C3-74E7E1B1E93C}" type="presOf" srcId="{9DA1689C-E4CB-4C9C-8844-3D3B881B2EAB}" destId="{CC504068-3DA4-4718-86AF-614F1036457F}" srcOrd="1" destOrd="0" presId="urn:microsoft.com/office/officeart/2005/8/layout/vList4"/>
    <dgm:cxn modelId="{20BAAB10-1CE3-4CE3-9894-F79194843C5D}" type="presOf" srcId="{FBADB8B9-5C38-4D75-A3E0-4668D754EE19}" destId="{D8CE886F-F359-4A45-AD94-E7B09047016C}" srcOrd="0" destOrd="0" presId="urn:microsoft.com/office/officeart/2005/8/layout/vList4"/>
    <dgm:cxn modelId="{8995CB13-95C1-4AEC-B3CD-C397F8898C6D}" srcId="{FBADB8B9-5C38-4D75-A3E0-4668D754EE19}" destId="{9DA1689C-E4CB-4C9C-8844-3D3B881B2EAB}" srcOrd="0" destOrd="0" parTransId="{E4C1AFD5-2195-402E-B981-D24E4B84C703}" sibTransId="{0ABE6233-C2E5-4272-AF41-AD039BB32408}"/>
    <dgm:cxn modelId="{C4BC7C3A-03EF-4E1B-BC3F-9EAE05A148F4}" type="presOf" srcId="{11AEBA66-01B9-43AE-8489-5A4DA316F3BF}" destId="{34984824-5F42-47D1-A877-3FACD97C5A2A}" srcOrd="1" destOrd="0" presId="urn:microsoft.com/office/officeart/2005/8/layout/vList4"/>
    <dgm:cxn modelId="{A116773E-FC59-4F7B-B363-1A4966259627}" type="presOf" srcId="{11AEBA66-01B9-43AE-8489-5A4DA316F3BF}" destId="{42D2E799-16B7-4163-BBB1-78311137B284}" srcOrd="0" destOrd="0" presId="urn:microsoft.com/office/officeart/2005/8/layout/vList4"/>
    <dgm:cxn modelId="{98F86A4A-ED6E-42A5-8808-87DBDE0F582E}" type="presOf" srcId="{8B24B630-09AC-461F-8D47-B830285CEEE5}" destId="{77C7E98E-C04B-43A0-9BCB-30CF81B7A0D1}" srcOrd="1" destOrd="0" presId="urn:microsoft.com/office/officeart/2005/8/layout/vList4"/>
    <dgm:cxn modelId="{9B15B57D-0C17-4641-9B4E-7D967619CE8A}" srcId="{FBADB8B9-5C38-4D75-A3E0-4668D754EE19}" destId="{11AEBA66-01B9-43AE-8489-5A4DA316F3BF}" srcOrd="3" destOrd="0" parTransId="{AC13F90C-5466-48A1-9182-5B28BC5E536A}" sibTransId="{1D9881DC-9308-4F0A-9B6D-423E6940F482}"/>
    <dgm:cxn modelId="{B5556F89-59EF-42D5-885C-E82265DDB4D5}" type="presOf" srcId="{6E4ACFDC-2289-4B63-AFFB-68DE3162745B}" destId="{8E2D578A-B3F9-4144-B1BB-0A59B40DE196}" srcOrd="1" destOrd="0" presId="urn:microsoft.com/office/officeart/2005/8/layout/vList4"/>
    <dgm:cxn modelId="{4FC1398A-3A59-4129-8B28-949886BC3C38}" type="presOf" srcId="{9DA1689C-E4CB-4C9C-8844-3D3B881B2EAB}" destId="{B2625DF5-CACA-48F6-8A4C-3D60C01D7F74}" srcOrd="0" destOrd="0" presId="urn:microsoft.com/office/officeart/2005/8/layout/vList4"/>
    <dgm:cxn modelId="{F3667EA8-C12D-47C2-99FF-FD4431A08A13}" srcId="{FBADB8B9-5C38-4D75-A3E0-4668D754EE19}" destId="{8B24B630-09AC-461F-8D47-B830285CEEE5}" srcOrd="1" destOrd="0" parTransId="{2F764AE3-215A-4727-9C12-3E7108DB1E53}" sibTransId="{9C48A87B-DBE9-4434-95BC-5350FA03CF92}"/>
    <dgm:cxn modelId="{A3B0A7BA-A801-4CCD-AB71-197F8303033F}" type="presOf" srcId="{6E4ACFDC-2289-4B63-AFFB-68DE3162745B}" destId="{CFD1A90A-143C-41DE-BE23-7ABB2B5A28EE}" srcOrd="0" destOrd="0" presId="urn:microsoft.com/office/officeart/2005/8/layout/vList4"/>
    <dgm:cxn modelId="{9B3438D6-7E40-4B27-BD9E-78316D749E82}" srcId="{FBADB8B9-5C38-4D75-A3E0-4668D754EE19}" destId="{6E4ACFDC-2289-4B63-AFFB-68DE3162745B}" srcOrd="2" destOrd="0" parTransId="{133E731F-AB27-4041-B144-8DFD961D345D}" sibTransId="{041772DB-F792-4187-AB0F-831018AC5403}"/>
    <dgm:cxn modelId="{F7CEBAF5-CAB7-49EA-B498-FBA9356DA121}" type="presOf" srcId="{8B24B630-09AC-461F-8D47-B830285CEEE5}" destId="{3255D98B-7A0F-4E22-BAD1-4B1EBFA0749D}" srcOrd="0" destOrd="0" presId="urn:microsoft.com/office/officeart/2005/8/layout/vList4"/>
    <dgm:cxn modelId="{B6978A49-B4F5-4903-B55F-9F0216335980}" type="presParOf" srcId="{D8CE886F-F359-4A45-AD94-E7B09047016C}" destId="{D48FCC3F-DA3D-4ED3-8565-AEA9E5BB89D8}" srcOrd="0" destOrd="0" presId="urn:microsoft.com/office/officeart/2005/8/layout/vList4"/>
    <dgm:cxn modelId="{93518AFD-C650-464B-BC55-0BB5A75623B0}" type="presParOf" srcId="{D48FCC3F-DA3D-4ED3-8565-AEA9E5BB89D8}" destId="{B2625DF5-CACA-48F6-8A4C-3D60C01D7F74}" srcOrd="0" destOrd="0" presId="urn:microsoft.com/office/officeart/2005/8/layout/vList4"/>
    <dgm:cxn modelId="{70F29802-F90D-4228-8641-541C513CC0DF}" type="presParOf" srcId="{D48FCC3F-DA3D-4ED3-8565-AEA9E5BB89D8}" destId="{53BC7082-6BB6-4D3A-A059-648ECAB32AFA}" srcOrd="1" destOrd="0" presId="urn:microsoft.com/office/officeart/2005/8/layout/vList4"/>
    <dgm:cxn modelId="{342158D0-B503-47D3-9018-A7EBCFF2D1B5}" type="presParOf" srcId="{D48FCC3F-DA3D-4ED3-8565-AEA9E5BB89D8}" destId="{CC504068-3DA4-4718-86AF-614F1036457F}" srcOrd="2" destOrd="0" presId="urn:microsoft.com/office/officeart/2005/8/layout/vList4"/>
    <dgm:cxn modelId="{4AF26AA2-03B6-4273-A7F1-D0C842592CEA}" type="presParOf" srcId="{D8CE886F-F359-4A45-AD94-E7B09047016C}" destId="{357F34AD-AD00-47C2-993C-3FACF929EE0E}" srcOrd="1" destOrd="0" presId="urn:microsoft.com/office/officeart/2005/8/layout/vList4"/>
    <dgm:cxn modelId="{6496B752-74B2-41CD-9CC0-800C0C28CF96}" type="presParOf" srcId="{D8CE886F-F359-4A45-AD94-E7B09047016C}" destId="{CA049092-56EA-45C3-B297-91119184091F}" srcOrd="2" destOrd="0" presId="urn:microsoft.com/office/officeart/2005/8/layout/vList4"/>
    <dgm:cxn modelId="{0189336A-3A62-49CD-9930-1FDD819235F0}" type="presParOf" srcId="{CA049092-56EA-45C3-B297-91119184091F}" destId="{3255D98B-7A0F-4E22-BAD1-4B1EBFA0749D}" srcOrd="0" destOrd="0" presId="urn:microsoft.com/office/officeart/2005/8/layout/vList4"/>
    <dgm:cxn modelId="{BC74F922-3EFB-4E9C-AD93-9AE00EBAB390}" type="presParOf" srcId="{CA049092-56EA-45C3-B297-91119184091F}" destId="{F4A7ACEC-3F7A-4BC3-AB00-884382BEBA26}" srcOrd="1" destOrd="0" presId="urn:microsoft.com/office/officeart/2005/8/layout/vList4"/>
    <dgm:cxn modelId="{5E697C31-3DD9-428B-9149-ABFF63DA2DAD}" type="presParOf" srcId="{CA049092-56EA-45C3-B297-91119184091F}" destId="{77C7E98E-C04B-43A0-9BCB-30CF81B7A0D1}" srcOrd="2" destOrd="0" presId="urn:microsoft.com/office/officeart/2005/8/layout/vList4"/>
    <dgm:cxn modelId="{A2287604-BE6F-4304-BE31-B376A843C801}" type="presParOf" srcId="{D8CE886F-F359-4A45-AD94-E7B09047016C}" destId="{2017F57D-7D3F-4DF8-85CF-A24DB5479363}" srcOrd="3" destOrd="0" presId="urn:microsoft.com/office/officeart/2005/8/layout/vList4"/>
    <dgm:cxn modelId="{795562AB-DA79-4DB3-91D4-0DCE3CF7733F}" type="presParOf" srcId="{D8CE886F-F359-4A45-AD94-E7B09047016C}" destId="{590DC1DE-31A8-499B-918E-0479C32D6C70}" srcOrd="4" destOrd="0" presId="urn:microsoft.com/office/officeart/2005/8/layout/vList4"/>
    <dgm:cxn modelId="{3B41C842-E434-4F95-AF62-C19DE329BE75}" type="presParOf" srcId="{590DC1DE-31A8-499B-918E-0479C32D6C70}" destId="{CFD1A90A-143C-41DE-BE23-7ABB2B5A28EE}" srcOrd="0" destOrd="0" presId="urn:microsoft.com/office/officeart/2005/8/layout/vList4"/>
    <dgm:cxn modelId="{1C753A91-9CB4-4F75-B5C4-8DFEAA950D69}" type="presParOf" srcId="{590DC1DE-31A8-499B-918E-0479C32D6C70}" destId="{8FDA14FC-1AB8-48B2-8BFA-B480546DF4AA}" srcOrd="1" destOrd="0" presId="urn:microsoft.com/office/officeart/2005/8/layout/vList4"/>
    <dgm:cxn modelId="{E217679E-9FF5-404D-A0AE-7CAE4B92C2EC}" type="presParOf" srcId="{590DC1DE-31A8-499B-918E-0479C32D6C70}" destId="{8E2D578A-B3F9-4144-B1BB-0A59B40DE196}" srcOrd="2" destOrd="0" presId="urn:microsoft.com/office/officeart/2005/8/layout/vList4"/>
    <dgm:cxn modelId="{3D10485C-B76B-4FA7-9214-94E8D46A88BA}" type="presParOf" srcId="{D8CE886F-F359-4A45-AD94-E7B09047016C}" destId="{33AAECC3-B085-48B3-9622-D86487242E7D}" srcOrd="5" destOrd="0" presId="urn:microsoft.com/office/officeart/2005/8/layout/vList4"/>
    <dgm:cxn modelId="{BAB82D5A-6DD1-4A8A-8C49-64BCFADA67F2}" type="presParOf" srcId="{D8CE886F-F359-4A45-AD94-E7B09047016C}" destId="{B9BF34C9-E15B-40CF-A107-EE5273460502}" srcOrd="6" destOrd="0" presId="urn:microsoft.com/office/officeart/2005/8/layout/vList4"/>
    <dgm:cxn modelId="{0B7BE9DD-A23A-4610-BD63-3949BF68600F}" type="presParOf" srcId="{B9BF34C9-E15B-40CF-A107-EE5273460502}" destId="{42D2E799-16B7-4163-BBB1-78311137B284}" srcOrd="0" destOrd="0" presId="urn:microsoft.com/office/officeart/2005/8/layout/vList4"/>
    <dgm:cxn modelId="{8765E647-CE06-4E90-8DCE-B5B6B4CCA780}" type="presParOf" srcId="{B9BF34C9-E15B-40CF-A107-EE5273460502}" destId="{57EDF0DC-4B9B-431D-A286-768490A0822E}" srcOrd="1" destOrd="0" presId="urn:microsoft.com/office/officeart/2005/8/layout/vList4"/>
    <dgm:cxn modelId="{373FC749-FDA5-4EF4-B1F7-EF06376B7F87}" type="presParOf" srcId="{B9BF34C9-E15B-40CF-A107-EE5273460502}" destId="{34984824-5F42-47D1-A877-3FACD97C5A2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E5FF08A-5D8B-4834-ACD8-716DFFFA920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B66126B-CEB8-4742-B6D9-8A2EC5F09C6F}">
      <dgm:prSet phldrT="[Text]"/>
      <dgm:spPr/>
      <dgm:t>
        <a:bodyPr/>
        <a:lstStyle/>
        <a:p>
          <a:r>
            <a:rPr lang="en-US" b="0" i="0"/>
            <a:t>WLAN is a type of computer network that acts as a local area network but makes use of wireless network technology.</a:t>
          </a:r>
          <a:endParaRPr lang="en-US"/>
        </a:p>
      </dgm:t>
    </dgm:pt>
    <dgm:pt modelId="{83FFA877-8F1F-4513-BCB5-99E52812CBFA}" type="parTrans" cxnId="{0BAF444E-627C-4C07-88D5-A4762F599F2F}">
      <dgm:prSet/>
      <dgm:spPr/>
      <dgm:t>
        <a:bodyPr/>
        <a:lstStyle/>
        <a:p>
          <a:endParaRPr lang="en-US"/>
        </a:p>
      </dgm:t>
    </dgm:pt>
    <dgm:pt modelId="{84FE8C1A-98B1-4AEF-A21C-7908A54E6ED8}" type="sibTrans" cxnId="{0BAF444E-627C-4C07-88D5-A4762F599F2F}">
      <dgm:prSet/>
      <dgm:spPr/>
      <dgm:t>
        <a:bodyPr/>
        <a:lstStyle/>
        <a:p>
          <a:endParaRPr lang="en-US"/>
        </a:p>
      </dgm:t>
    </dgm:pt>
    <dgm:pt modelId="{3429908C-0F7E-4397-AA3B-2A827CDB706C}">
      <dgm:prSet/>
      <dgm:spPr/>
      <dgm:t>
        <a:bodyPr/>
        <a:lstStyle/>
        <a:p>
          <a:r>
            <a:rPr lang="en-US" b="0" i="0"/>
            <a:t>The most common example of WLAN is Wi-Fi.</a:t>
          </a:r>
        </a:p>
      </dgm:t>
    </dgm:pt>
    <dgm:pt modelId="{374AB8AB-539C-4D2B-95EC-0E5F54CE1640}" type="parTrans" cxnId="{68DA68DD-A34D-4525-8CBA-F95865DC9F1C}">
      <dgm:prSet/>
      <dgm:spPr/>
      <dgm:t>
        <a:bodyPr/>
        <a:lstStyle/>
        <a:p>
          <a:endParaRPr lang="en-US"/>
        </a:p>
      </dgm:t>
    </dgm:pt>
    <dgm:pt modelId="{26D574D7-2C53-43BC-A11A-E019D50F5430}" type="sibTrans" cxnId="{68DA68DD-A34D-4525-8CBA-F95865DC9F1C}">
      <dgm:prSet/>
      <dgm:spPr/>
      <dgm:t>
        <a:bodyPr/>
        <a:lstStyle/>
        <a:p>
          <a:endParaRPr lang="en-US"/>
        </a:p>
      </dgm:t>
    </dgm:pt>
    <dgm:pt modelId="{F92D3FBE-7AB2-4DE3-8F74-2C1D03AD9AC0}">
      <dgm:prSet phldrT="[Text]"/>
      <dgm:spPr/>
      <dgm:t>
        <a:bodyPr/>
        <a:lstStyle/>
        <a:p>
          <a:r>
            <a:rPr lang="en-US" b="0" i="0"/>
            <a:t>This network doesn’t allow devices communicating over physical cables like in LAN, but allows devices to communicate wirelessly. </a:t>
          </a:r>
          <a:endParaRPr lang="en-US"/>
        </a:p>
      </dgm:t>
    </dgm:pt>
    <dgm:pt modelId="{9FE9CA10-91A4-4978-AAE4-ADEB9683F05D}" type="parTrans" cxnId="{1D83615C-17A5-4CE3-B514-D0E6D5DB873E}">
      <dgm:prSet/>
      <dgm:spPr/>
      <dgm:t>
        <a:bodyPr/>
        <a:lstStyle/>
        <a:p>
          <a:endParaRPr lang="en-US"/>
        </a:p>
      </dgm:t>
    </dgm:pt>
    <dgm:pt modelId="{A364B435-B874-4FB5-892C-CF5C75E7D9D4}" type="sibTrans" cxnId="{1D83615C-17A5-4CE3-B514-D0E6D5DB873E}">
      <dgm:prSet/>
      <dgm:spPr/>
      <dgm:t>
        <a:bodyPr/>
        <a:lstStyle/>
        <a:p>
          <a:endParaRPr lang="en-US"/>
        </a:p>
      </dgm:t>
    </dgm:pt>
    <dgm:pt modelId="{C2611747-7851-4C37-825E-9509DDDF2D8D}" type="pres">
      <dgm:prSet presAssocID="{FE5FF08A-5D8B-4834-ACD8-716DFFFA9204}" presName="linear" presStyleCnt="0">
        <dgm:presLayoutVars>
          <dgm:animLvl val="lvl"/>
          <dgm:resizeHandles val="exact"/>
        </dgm:presLayoutVars>
      </dgm:prSet>
      <dgm:spPr/>
    </dgm:pt>
    <dgm:pt modelId="{6A43FE28-D7AB-4EA2-A403-B82B8DB1085A}" type="pres">
      <dgm:prSet presAssocID="{CB66126B-CEB8-4742-B6D9-8A2EC5F09C6F}" presName="parentText" presStyleLbl="node1" presStyleIdx="0" presStyleCnt="3">
        <dgm:presLayoutVars>
          <dgm:chMax val="0"/>
          <dgm:bulletEnabled val="1"/>
        </dgm:presLayoutVars>
      </dgm:prSet>
      <dgm:spPr/>
    </dgm:pt>
    <dgm:pt modelId="{DA3561EC-3394-4067-AFAC-C9E87690D46F}" type="pres">
      <dgm:prSet presAssocID="{84FE8C1A-98B1-4AEF-A21C-7908A54E6ED8}" presName="spacer" presStyleCnt="0"/>
      <dgm:spPr/>
    </dgm:pt>
    <dgm:pt modelId="{CC85A00F-5EFB-4B3A-9F07-3DE28D9FF441}" type="pres">
      <dgm:prSet presAssocID="{F92D3FBE-7AB2-4DE3-8F74-2C1D03AD9AC0}" presName="parentText" presStyleLbl="node1" presStyleIdx="1" presStyleCnt="3">
        <dgm:presLayoutVars>
          <dgm:chMax val="0"/>
          <dgm:bulletEnabled val="1"/>
        </dgm:presLayoutVars>
      </dgm:prSet>
      <dgm:spPr/>
    </dgm:pt>
    <dgm:pt modelId="{BA1197D2-F491-4914-958B-A2D0B73DFFD0}" type="pres">
      <dgm:prSet presAssocID="{A364B435-B874-4FB5-892C-CF5C75E7D9D4}" presName="spacer" presStyleCnt="0"/>
      <dgm:spPr/>
    </dgm:pt>
    <dgm:pt modelId="{D795F90C-8563-4978-B893-40A6FBC3C5DC}" type="pres">
      <dgm:prSet presAssocID="{3429908C-0F7E-4397-AA3B-2A827CDB706C}" presName="parentText" presStyleLbl="node1" presStyleIdx="2" presStyleCnt="3">
        <dgm:presLayoutVars>
          <dgm:chMax val="0"/>
          <dgm:bulletEnabled val="1"/>
        </dgm:presLayoutVars>
      </dgm:prSet>
      <dgm:spPr/>
    </dgm:pt>
  </dgm:ptLst>
  <dgm:cxnLst>
    <dgm:cxn modelId="{1D83615C-17A5-4CE3-B514-D0E6D5DB873E}" srcId="{FE5FF08A-5D8B-4834-ACD8-716DFFFA9204}" destId="{F92D3FBE-7AB2-4DE3-8F74-2C1D03AD9AC0}" srcOrd="1" destOrd="0" parTransId="{9FE9CA10-91A4-4978-AAE4-ADEB9683F05D}" sibTransId="{A364B435-B874-4FB5-892C-CF5C75E7D9D4}"/>
    <dgm:cxn modelId="{4D1EF96B-80B0-4D39-8DBF-D11399F27AAC}" type="presOf" srcId="{CB66126B-CEB8-4742-B6D9-8A2EC5F09C6F}" destId="{6A43FE28-D7AB-4EA2-A403-B82B8DB1085A}" srcOrd="0" destOrd="0" presId="urn:microsoft.com/office/officeart/2005/8/layout/vList2"/>
    <dgm:cxn modelId="{0BAF444E-627C-4C07-88D5-A4762F599F2F}" srcId="{FE5FF08A-5D8B-4834-ACD8-716DFFFA9204}" destId="{CB66126B-CEB8-4742-B6D9-8A2EC5F09C6F}" srcOrd="0" destOrd="0" parTransId="{83FFA877-8F1F-4513-BCB5-99E52812CBFA}" sibTransId="{84FE8C1A-98B1-4AEF-A21C-7908A54E6ED8}"/>
    <dgm:cxn modelId="{9E5A408F-3C10-4E17-87B5-D5BB593CB4AE}" type="presOf" srcId="{3429908C-0F7E-4397-AA3B-2A827CDB706C}" destId="{D795F90C-8563-4978-B893-40A6FBC3C5DC}" srcOrd="0" destOrd="0" presId="urn:microsoft.com/office/officeart/2005/8/layout/vList2"/>
    <dgm:cxn modelId="{68DA68DD-A34D-4525-8CBA-F95865DC9F1C}" srcId="{FE5FF08A-5D8B-4834-ACD8-716DFFFA9204}" destId="{3429908C-0F7E-4397-AA3B-2A827CDB706C}" srcOrd="2" destOrd="0" parTransId="{374AB8AB-539C-4D2B-95EC-0E5F54CE1640}" sibTransId="{26D574D7-2C53-43BC-A11A-E019D50F5430}"/>
    <dgm:cxn modelId="{CDA0E5F1-7C6C-405A-8A35-B18C3964DF24}" type="presOf" srcId="{FE5FF08A-5D8B-4834-ACD8-716DFFFA9204}" destId="{C2611747-7851-4C37-825E-9509DDDF2D8D}" srcOrd="0" destOrd="0" presId="urn:microsoft.com/office/officeart/2005/8/layout/vList2"/>
    <dgm:cxn modelId="{DF8896FF-73B8-4BFC-9D0E-ABF6132DDB3D}" type="presOf" srcId="{F92D3FBE-7AB2-4DE3-8F74-2C1D03AD9AC0}" destId="{CC85A00F-5EFB-4B3A-9F07-3DE28D9FF441}" srcOrd="0" destOrd="0" presId="urn:microsoft.com/office/officeart/2005/8/layout/vList2"/>
    <dgm:cxn modelId="{FDBE31F2-6583-402D-BBE2-A452EBE8328F}" type="presParOf" srcId="{C2611747-7851-4C37-825E-9509DDDF2D8D}" destId="{6A43FE28-D7AB-4EA2-A403-B82B8DB1085A}" srcOrd="0" destOrd="0" presId="urn:microsoft.com/office/officeart/2005/8/layout/vList2"/>
    <dgm:cxn modelId="{EA077322-D8C7-4C9B-A51B-669BD4CE5E90}" type="presParOf" srcId="{C2611747-7851-4C37-825E-9509DDDF2D8D}" destId="{DA3561EC-3394-4067-AFAC-C9E87690D46F}" srcOrd="1" destOrd="0" presId="urn:microsoft.com/office/officeart/2005/8/layout/vList2"/>
    <dgm:cxn modelId="{9E9B0F8E-B2EA-4815-8F96-50B48BD90C19}" type="presParOf" srcId="{C2611747-7851-4C37-825E-9509DDDF2D8D}" destId="{CC85A00F-5EFB-4B3A-9F07-3DE28D9FF441}" srcOrd="2" destOrd="0" presId="urn:microsoft.com/office/officeart/2005/8/layout/vList2"/>
    <dgm:cxn modelId="{CA76B4FD-DCCC-490D-8A29-A74816B615CC}" type="presParOf" srcId="{C2611747-7851-4C37-825E-9509DDDF2D8D}" destId="{BA1197D2-F491-4914-958B-A2D0B73DFFD0}" srcOrd="3" destOrd="0" presId="urn:microsoft.com/office/officeart/2005/8/layout/vList2"/>
    <dgm:cxn modelId="{D0E8CB91-E535-4E89-895D-8C9999ABC4A1}" type="presParOf" srcId="{C2611747-7851-4C37-825E-9509DDDF2D8D}" destId="{D795F90C-8563-4978-B893-40A6FBC3C5DC}"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FE2854D-D1B1-4AE2-AFF6-FA5E70A9503B}"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US"/>
        </a:p>
      </dgm:t>
    </dgm:pt>
    <dgm:pt modelId="{63E7D521-4BBA-478F-B8E6-D8F170BE24BF}">
      <dgm:prSet phldrT="[Text]"/>
      <dgm:spPr/>
      <dgm:t>
        <a:bodyPr/>
        <a:lstStyle/>
        <a:p>
          <a:r>
            <a:rPr lang="en-US" b="0" i="0"/>
            <a:t>A MAN is larger than a LAN but smaller than a WAN. </a:t>
          </a:r>
          <a:endParaRPr lang="en-US"/>
        </a:p>
      </dgm:t>
    </dgm:pt>
    <dgm:pt modelId="{C1904CF5-34BD-4C3C-93A4-941EB1C019F4}" type="parTrans" cxnId="{7EACC533-6ED1-423E-A4BC-5970F0391C42}">
      <dgm:prSet/>
      <dgm:spPr/>
      <dgm:t>
        <a:bodyPr/>
        <a:lstStyle/>
        <a:p>
          <a:endParaRPr lang="en-US"/>
        </a:p>
      </dgm:t>
    </dgm:pt>
    <dgm:pt modelId="{8BD8FC48-1BF2-414B-A0E4-EC902F073342}" type="sibTrans" cxnId="{7EACC533-6ED1-423E-A4BC-5970F0391C42}">
      <dgm:prSet/>
      <dgm:spPr/>
      <dgm:t>
        <a:bodyPr/>
        <a:lstStyle/>
        <a:p>
          <a:endParaRPr lang="en-US"/>
        </a:p>
      </dgm:t>
    </dgm:pt>
    <dgm:pt modelId="{1FA629A3-D13F-4AA1-83FE-8AC152830C88}">
      <dgm:prSet/>
      <dgm:spPr/>
      <dgm:t>
        <a:bodyPr/>
        <a:lstStyle/>
        <a:p>
          <a:r>
            <a:rPr lang="en-US" b="0" i="0"/>
            <a:t>Examples of MAN are networking in towns, cities, a single large city, large area within multiple buildings, etc.</a:t>
          </a:r>
        </a:p>
      </dgm:t>
    </dgm:pt>
    <dgm:pt modelId="{F4DA0EF9-F07C-485D-8553-EF343199467A}" type="parTrans" cxnId="{CD955E00-BBC2-4E6D-AC78-8E9DACBCAF94}">
      <dgm:prSet/>
      <dgm:spPr/>
      <dgm:t>
        <a:bodyPr/>
        <a:lstStyle/>
        <a:p>
          <a:endParaRPr lang="en-US"/>
        </a:p>
      </dgm:t>
    </dgm:pt>
    <dgm:pt modelId="{BCD0A396-7F42-4A6C-B9B0-1B6A52E8A042}" type="sibTrans" cxnId="{CD955E00-BBC2-4E6D-AC78-8E9DACBCAF94}">
      <dgm:prSet/>
      <dgm:spPr/>
      <dgm:t>
        <a:bodyPr/>
        <a:lstStyle/>
        <a:p>
          <a:endParaRPr lang="en-US"/>
        </a:p>
      </dgm:t>
    </dgm:pt>
    <dgm:pt modelId="{6BF38096-A883-41AC-94E8-46A698FD12EB}">
      <dgm:prSet phldrT="[Text]"/>
      <dgm:spPr/>
      <dgm:t>
        <a:bodyPr/>
        <a:lstStyle/>
        <a:p>
          <a:r>
            <a:rPr lang="en-US" b="0" i="0"/>
            <a:t>This is the type of computer network that connects computers over a geographical distance through a shared communication path over a city, town or metropolitan area. </a:t>
          </a:r>
          <a:endParaRPr lang="en-US"/>
        </a:p>
      </dgm:t>
    </dgm:pt>
    <dgm:pt modelId="{4F4E683D-72DC-4919-BA2B-7A5328DF3ED9}" type="parTrans" cxnId="{8D2B44A7-48D8-4308-927F-8566F551D078}">
      <dgm:prSet/>
      <dgm:spPr/>
      <dgm:t>
        <a:bodyPr/>
        <a:lstStyle/>
        <a:p>
          <a:endParaRPr lang="en-US"/>
        </a:p>
      </dgm:t>
    </dgm:pt>
    <dgm:pt modelId="{817D64C1-6CF5-4A2E-9AB0-EFC46871B5D3}" type="sibTrans" cxnId="{8D2B44A7-48D8-4308-927F-8566F551D078}">
      <dgm:prSet/>
      <dgm:spPr/>
      <dgm:t>
        <a:bodyPr/>
        <a:lstStyle/>
        <a:p>
          <a:endParaRPr lang="en-US"/>
        </a:p>
      </dgm:t>
    </dgm:pt>
    <dgm:pt modelId="{72CA941B-9628-4A17-A726-D18A9855A206}" type="pres">
      <dgm:prSet presAssocID="{AFE2854D-D1B1-4AE2-AFF6-FA5E70A9503B}" presName="Name0" presStyleCnt="0">
        <dgm:presLayoutVars>
          <dgm:dir/>
          <dgm:resizeHandles val="exact"/>
        </dgm:presLayoutVars>
      </dgm:prSet>
      <dgm:spPr/>
    </dgm:pt>
    <dgm:pt modelId="{65612DFE-B576-493A-848A-0B324D58797B}" type="pres">
      <dgm:prSet presAssocID="{63E7D521-4BBA-478F-B8E6-D8F170BE24BF}" presName="composite" presStyleCnt="0"/>
      <dgm:spPr/>
    </dgm:pt>
    <dgm:pt modelId="{FE98F690-E1E0-41F3-8F77-916E00078B89}" type="pres">
      <dgm:prSet presAssocID="{63E7D521-4BBA-478F-B8E6-D8F170BE24BF}" presName="rect1" presStyleLbl="trAlignAcc1" presStyleIdx="0" presStyleCnt="3" custScaleY="153308">
        <dgm:presLayoutVars>
          <dgm:bulletEnabled val="1"/>
        </dgm:presLayoutVars>
      </dgm:prSet>
      <dgm:spPr/>
    </dgm:pt>
    <dgm:pt modelId="{903C770C-7344-4DFE-835F-552682D70150}" type="pres">
      <dgm:prSet presAssocID="{63E7D521-4BBA-478F-B8E6-D8F170BE24BF}" presName="rect2" presStyleLbl="fgImgPlace1" presStyleIdx="0" presStyleCnt="3"/>
      <dgm:spPr/>
    </dgm:pt>
    <dgm:pt modelId="{5853BA87-4A9E-42A8-B01A-3A57C4A32D27}" type="pres">
      <dgm:prSet presAssocID="{8BD8FC48-1BF2-414B-A0E4-EC902F073342}" presName="sibTrans" presStyleCnt="0"/>
      <dgm:spPr/>
    </dgm:pt>
    <dgm:pt modelId="{EC27B65C-606F-4021-B6E5-03DD11D08FB1}" type="pres">
      <dgm:prSet presAssocID="{6BF38096-A883-41AC-94E8-46A698FD12EB}" presName="composite" presStyleCnt="0"/>
      <dgm:spPr/>
    </dgm:pt>
    <dgm:pt modelId="{AE973397-4427-4C31-9F10-426FB552F0A2}" type="pres">
      <dgm:prSet presAssocID="{6BF38096-A883-41AC-94E8-46A698FD12EB}" presName="rect1" presStyleLbl="trAlignAcc1" presStyleIdx="1" presStyleCnt="3" custScaleY="153308">
        <dgm:presLayoutVars>
          <dgm:bulletEnabled val="1"/>
        </dgm:presLayoutVars>
      </dgm:prSet>
      <dgm:spPr/>
    </dgm:pt>
    <dgm:pt modelId="{C161EE73-3D83-47B6-98F9-B22FB1B98D85}" type="pres">
      <dgm:prSet presAssocID="{6BF38096-A883-41AC-94E8-46A698FD12EB}" presName="rect2" presStyleLbl="fgImgPlace1" presStyleIdx="1" presStyleCnt="3"/>
      <dgm:spPr/>
    </dgm:pt>
    <dgm:pt modelId="{E62AE75A-20EF-4317-855D-77236AA80D24}" type="pres">
      <dgm:prSet presAssocID="{817D64C1-6CF5-4A2E-9AB0-EFC46871B5D3}" presName="sibTrans" presStyleCnt="0"/>
      <dgm:spPr/>
    </dgm:pt>
    <dgm:pt modelId="{10E45D51-675B-40D3-9AC2-C4BE9EA5CAD1}" type="pres">
      <dgm:prSet presAssocID="{1FA629A3-D13F-4AA1-83FE-8AC152830C88}" presName="composite" presStyleCnt="0"/>
      <dgm:spPr/>
    </dgm:pt>
    <dgm:pt modelId="{8F50F961-F53A-41A6-8339-9B3F4FD0AAB6}" type="pres">
      <dgm:prSet presAssocID="{1FA629A3-D13F-4AA1-83FE-8AC152830C88}" presName="rect1" presStyleLbl="trAlignAcc1" presStyleIdx="2" presStyleCnt="3" custScaleY="153308">
        <dgm:presLayoutVars>
          <dgm:bulletEnabled val="1"/>
        </dgm:presLayoutVars>
      </dgm:prSet>
      <dgm:spPr/>
    </dgm:pt>
    <dgm:pt modelId="{6248687B-00A0-4AB9-9A8B-DD48C91188CA}" type="pres">
      <dgm:prSet presAssocID="{1FA629A3-D13F-4AA1-83FE-8AC152830C88}" presName="rect2" presStyleLbl="fgImgPlace1" presStyleIdx="2" presStyleCnt="3"/>
      <dgm:spPr/>
    </dgm:pt>
  </dgm:ptLst>
  <dgm:cxnLst>
    <dgm:cxn modelId="{CD955E00-BBC2-4E6D-AC78-8E9DACBCAF94}" srcId="{AFE2854D-D1B1-4AE2-AFF6-FA5E70A9503B}" destId="{1FA629A3-D13F-4AA1-83FE-8AC152830C88}" srcOrd="2" destOrd="0" parTransId="{F4DA0EF9-F07C-485D-8553-EF343199467A}" sibTransId="{BCD0A396-7F42-4A6C-B9B0-1B6A52E8A042}"/>
    <dgm:cxn modelId="{5865EA2D-6113-4BD6-9FEF-8D0496B2FB42}" type="presOf" srcId="{63E7D521-4BBA-478F-B8E6-D8F170BE24BF}" destId="{FE98F690-E1E0-41F3-8F77-916E00078B89}" srcOrd="0" destOrd="0" presId="urn:microsoft.com/office/officeart/2008/layout/PictureStrips"/>
    <dgm:cxn modelId="{7EACC533-6ED1-423E-A4BC-5970F0391C42}" srcId="{AFE2854D-D1B1-4AE2-AFF6-FA5E70A9503B}" destId="{63E7D521-4BBA-478F-B8E6-D8F170BE24BF}" srcOrd="0" destOrd="0" parTransId="{C1904CF5-34BD-4C3C-93A4-941EB1C019F4}" sibTransId="{8BD8FC48-1BF2-414B-A0E4-EC902F073342}"/>
    <dgm:cxn modelId="{F3470A54-55A9-4643-BAC7-AAB22A3351BA}" type="presOf" srcId="{1FA629A3-D13F-4AA1-83FE-8AC152830C88}" destId="{8F50F961-F53A-41A6-8339-9B3F4FD0AAB6}" srcOrd="0" destOrd="0" presId="urn:microsoft.com/office/officeart/2008/layout/PictureStrips"/>
    <dgm:cxn modelId="{F7720C59-F092-4B3F-BDB2-79AA29F1F947}" type="presOf" srcId="{6BF38096-A883-41AC-94E8-46A698FD12EB}" destId="{AE973397-4427-4C31-9F10-426FB552F0A2}" srcOrd="0" destOrd="0" presId="urn:microsoft.com/office/officeart/2008/layout/PictureStrips"/>
    <dgm:cxn modelId="{8D2B44A7-48D8-4308-927F-8566F551D078}" srcId="{AFE2854D-D1B1-4AE2-AFF6-FA5E70A9503B}" destId="{6BF38096-A883-41AC-94E8-46A698FD12EB}" srcOrd="1" destOrd="0" parTransId="{4F4E683D-72DC-4919-BA2B-7A5328DF3ED9}" sibTransId="{817D64C1-6CF5-4A2E-9AB0-EFC46871B5D3}"/>
    <dgm:cxn modelId="{9C48C7B1-B0AC-42DA-BF56-1F01FC78659D}" type="presOf" srcId="{AFE2854D-D1B1-4AE2-AFF6-FA5E70A9503B}" destId="{72CA941B-9628-4A17-A726-D18A9855A206}" srcOrd="0" destOrd="0" presId="urn:microsoft.com/office/officeart/2008/layout/PictureStrips"/>
    <dgm:cxn modelId="{EC60A94C-51CE-498C-8948-72E326A185BE}" type="presParOf" srcId="{72CA941B-9628-4A17-A726-D18A9855A206}" destId="{65612DFE-B576-493A-848A-0B324D58797B}" srcOrd="0" destOrd="0" presId="urn:microsoft.com/office/officeart/2008/layout/PictureStrips"/>
    <dgm:cxn modelId="{54D90E3B-748F-4653-8CE4-1332001AE3CC}" type="presParOf" srcId="{65612DFE-B576-493A-848A-0B324D58797B}" destId="{FE98F690-E1E0-41F3-8F77-916E00078B89}" srcOrd="0" destOrd="0" presId="urn:microsoft.com/office/officeart/2008/layout/PictureStrips"/>
    <dgm:cxn modelId="{E534C6C8-F047-450E-920B-CFC560B4325D}" type="presParOf" srcId="{65612DFE-B576-493A-848A-0B324D58797B}" destId="{903C770C-7344-4DFE-835F-552682D70150}" srcOrd="1" destOrd="0" presId="urn:microsoft.com/office/officeart/2008/layout/PictureStrips"/>
    <dgm:cxn modelId="{E819D76E-DA72-43B2-A6FB-E828E87A952F}" type="presParOf" srcId="{72CA941B-9628-4A17-A726-D18A9855A206}" destId="{5853BA87-4A9E-42A8-B01A-3A57C4A32D27}" srcOrd="1" destOrd="0" presId="urn:microsoft.com/office/officeart/2008/layout/PictureStrips"/>
    <dgm:cxn modelId="{76B9B8D7-BAB1-4948-82F1-B0E6B55FB6CD}" type="presParOf" srcId="{72CA941B-9628-4A17-A726-D18A9855A206}" destId="{EC27B65C-606F-4021-B6E5-03DD11D08FB1}" srcOrd="2" destOrd="0" presId="urn:microsoft.com/office/officeart/2008/layout/PictureStrips"/>
    <dgm:cxn modelId="{417E1305-0204-4D31-8BD9-CF5E5CCBE6DA}" type="presParOf" srcId="{EC27B65C-606F-4021-B6E5-03DD11D08FB1}" destId="{AE973397-4427-4C31-9F10-426FB552F0A2}" srcOrd="0" destOrd="0" presId="urn:microsoft.com/office/officeart/2008/layout/PictureStrips"/>
    <dgm:cxn modelId="{387CE154-4C94-4AD5-98B6-1942BA3A9924}" type="presParOf" srcId="{EC27B65C-606F-4021-B6E5-03DD11D08FB1}" destId="{C161EE73-3D83-47B6-98F9-B22FB1B98D85}" srcOrd="1" destOrd="0" presId="urn:microsoft.com/office/officeart/2008/layout/PictureStrips"/>
    <dgm:cxn modelId="{57531ED0-F6B9-4AD4-A133-21A710B66404}" type="presParOf" srcId="{72CA941B-9628-4A17-A726-D18A9855A206}" destId="{E62AE75A-20EF-4317-855D-77236AA80D24}" srcOrd="3" destOrd="0" presId="urn:microsoft.com/office/officeart/2008/layout/PictureStrips"/>
    <dgm:cxn modelId="{FB7082E5-DB3E-4CD7-A04F-F856CDB5AD1F}" type="presParOf" srcId="{72CA941B-9628-4A17-A726-D18A9855A206}" destId="{10E45D51-675B-40D3-9AC2-C4BE9EA5CAD1}" srcOrd="4" destOrd="0" presId="urn:microsoft.com/office/officeart/2008/layout/PictureStrips"/>
    <dgm:cxn modelId="{028D1050-3A06-4923-A6FA-A4129B2F3D99}" type="presParOf" srcId="{10E45D51-675B-40D3-9AC2-C4BE9EA5CAD1}" destId="{8F50F961-F53A-41A6-8339-9B3F4FD0AAB6}" srcOrd="0" destOrd="0" presId="urn:microsoft.com/office/officeart/2008/layout/PictureStrips"/>
    <dgm:cxn modelId="{A7A75D02-EFA3-4DA1-B5DA-840317D1AA83}" type="presParOf" srcId="{10E45D51-675B-40D3-9AC2-C4BE9EA5CAD1}" destId="{6248687B-00A0-4AB9-9A8B-DD48C91188CA}"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367B9F8-4F9E-4851-B6E3-F29A0DFFAE6A}"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2DC0C725-0570-4236-9A4E-3F9E634A82EE}">
      <dgm:prSet phldrT="[Text]"/>
      <dgm:spPr/>
      <dgm:t>
        <a:bodyPr/>
        <a:lstStyle/>
        <a:p>
          <a:r>
            <a:rPr lang="en-US" b="0" i="0"/>
            <a:t>CAN is bigger than a LAN but smaller than a MAN. </a:t>
          </a:r>
          <a:endParaRPr lang="en-US"/>
        </a:p>
      </dgm:t>
    </dgm:pt>
    <dgm:pt modelId="{8C50FE41-BC48-464F-AA99-008588E64180}" type="parTrans" cxnId="{3F92CD84-7FCA-48CD-98BA-1927057393C9}">
      <dgm:prSet/>
      <dgm:spPr/>
      <dgm:t>
        <a:bodyPr/>
        <a:lstStyle/>
        <a:p>
          <a:endParaRPr lang="en-US"/>
        </a:p>
      </dgm:t>
    </dgm:pt>
    <dgm:pt modelId="{93680974-9DE6-4DAF-BA09-4549CF500FED}" type="sibTrans" cxnId="{3F92CD84-7FCA-48CD-98BA-1927057393C9}">
      <dgm:prSet/>
      <dgm:spPr/>
      <dgm:t>
        <a:bodyPr/>
        <a:lstStyle/>
        <a:p>
          <a:endParaRPr lang="en-US"/>
        </a:p>
      </dgm:t>
    </dgm:pt>
    <dgm:pt modelId="{39DD99C6-77BE-447C-ADE1-6DDBE2368AFD}">
      <dgm:prSet/>
      <dgm:spPr/>
      <dgm:t>
        <a:bodyPr/>
        <a:lstStyle/>
        <a:p>
          <a:r>
            <a:rPr lang="en-US" b="0" i="0"/>
            <a:t>Examples of CAN are networks that cover schools, colleges, buildings, etc.</a:t>
          </a:r>
        </a:p>
      </dgm:t>
    </dgm:pt>
    <dgm:pt modelId="{40840D56-CCE6-48F7-872E-8454E1A531F5}" type="parTrans" cxnId="{6E853FEB-9D28-42F4-9AF4-3F7683BE37A0}">
      <dgm:prSet/>
      <dgm:spPr/>
      <dgm:t>
        <a:bodyPr/>
        <a:lstStyle/>
        <a:p>
          <a:endParaRPr lang="en-US"/>
        </a:p>
      </dgm:t>
    </dgm:pt>
    <dgm:pt modelId="{07B0BE93-862E-4C54-BE82-D2DED9F118B2}" type="sibTrans" cxnId="{6E853FEB-9D28-42F4-9AF4-3F7683BE37A0}">
      <dgm:prSet/>
      <dgm:spPr/>
      <dgm:t>
        <a:bodyPr/>
        <a:lstStyle/>
        <a:p>
          <a:endParaRPr lang="en-US"/>
        </a:p>
      </dgm:t>
    </dgm:pt>
    <dgm:pt modelId="{0C913437-3CE9-4823-B7AE-1C1156EB7953}">
      <dgm:prSet phldrT="[Text]"/>
      <dgm:spPr/>
      <dgm:t>
        <a:bodyPr/>
        <a:lstStyle/>
        <a:p>
          <a:r>
            <a:rPr lang="en-US" b="0" i="0"/>
            <a:t>This is a type of computer network which is usually used in places like a school or college. </a:t>
          </a:r>
          <a:endParaRPr lang="en-US"/>
        </a:p>
      </dgm:t>
    </dgm:pt>
    <dgm:pt modelId="{BA980F01-E2CF-41B9-8B0F-CAC31BAC8F1C}" type="parTrans" cxnId="{DF92D8CA-30E3-4059-A4CF-4E7B5C131BD1}">
      <dgm:prSet/>
      <dgm:spPr/>
      <dgm:t>
        <a:bodyPr/>
        <a:lstStyle/>
        <a:p>
          <a:endParaRPr lang="en-US"/>
        </a:p>
      </dgm:t>
    </dgm:pt>
    <dgm:pt modelId="{1B9E4A68-9911-41F3-9574-EFDE3CC3F174}" type="sibTrans" cxnId="{DF92D8CA-30E3-4059-A4CF-4E7B5C131BD1}">
      <dgm:prSet/>
      <dgm:spPr/>
      <dgm:t>
        <a:bodyPr/>
        <a:lstStyle/>
        <a:p>
          <a:endParaRPr lang="en-US"/>
        </a:p>
      </dgm:t>
    </dgm:pt>
    <dgm:pt modelId="{4AFBF4BF-AA94-444B-AE8E-DE96BBECA411}">
      <dgm:prSet phldrT="[Text]"/>
      <dgm:spPr/>
      <dgm:t>
        <a:bodyPr/>
        <a:lstStyle/>
        <a:p>
          <a:r>
            <a:rPr lang="en-US" b="0" i="0"/>
            <a:t>This network covers a limited geographical area that is, it spreads across several buildings within the campus.</a:t>
          </a:r>
          <a:endParaRPr lang="en-US"/>
        </a:p>
      </dgm:t>
    </dgm:pt>
    <dgm:pt modelId="{C05B9350-49D2-427C-9B56-9B6146E44DEA}" type="parTrans" cxnId="{9F6D0D4E-A284-448C-9DCB-84A1539D5442}">
      <dgm:prSet/>
      <dgm:spPr/>
      <dgm:t>
        <a:bodyPr/>
        <a:lstStyle/>
        <a:p>
          <a:endParaRPr lang="en-US"/>
        </a:p>
      </dgm:t>
    </dgm:pt>
    <dgm:pt modelId="{556D4676-1D53-40DE-94CF-9AF61599531A}" type="sibTrans" cxnId="{9F6D0D4E-A284-448C-9DCB-84A1539D5442}">
      <dgm:prSet/>
      <dgm:spPr/>
      <dgm:t>
        <a:bodyPr/>
        <a:lstStyle/>
        <a:p>
          <a:endParaRPr lang="en-US"/>
        </a:p>
      </dgm:t>
    </dgm:pt>
    <dgm:pt modelId="{345DC23C-AFA6-4273-9A81-1760CAC6040F}" type="pres">
      <dgm:prSet presAssocID="{B367B9F8-4F9E-4851-B6E3-F29A0DFFAE6A}" presName="Name0" presStyleCnt="0">
        <dgm:presLayoutVars>
          <dgm:dir/>
          <dgm:resizeHandles val="exact"/>
        </dgm:presLayoutVars>
      </dgm:prSet>
      <dgm:spPr/>
    </dgm:pt>
    <dgm:pt modelId="{1070958D-AA97-4906-812A-7082332D0E79}" type="pres">
      <dgm:prSet presAssocID="{2DC0C725-0570-4236-9A4E-3F9E634A82EE}" presName="node" presStyleLbl="node1" presStyleIdx="0" presStyleCnt="4">
        <dgm:presLayoutVars>
          <dgm:bulletEnabled val="1"/>
        </dgm:presLayoutVars>
      </dgm:prSet>
      <dgm:spPr/>
    </dgm:pt>
    <dgm:pt modelId="{E715C5F9-D08E-4B40-A49D-1B12BE5B2779}" type="pres">
      <dgm:prSet presAssocID="{93680974-9DE6-4DAF-BA09-4549CF500FED}" presName="sibTrans" presStyleCnt="0"/>
      <dgm:spPr/>
    </dgm:pt>
    <dgm:pt modelId="{9482EBB7-BFCA-43F4-963C-38C4B9BC6CE2}" type="pres">
      <dgm:prSet presAssocID="{0C913437-3CE9-4823-B7AE-1C1156EB7953}" presName="node" presStyleLbl="node1" presStyleIdx="1" presStyleCnt="4">
        <dgm:presLayoutVars>
          <dgm:bulletEnabled val="1"/>
        </dgm:presLayoutVars>
      </dgm:prSet>
      <dgm:spPr/>
    </dgm:pt>
    <dgm:pt modelId="{FCEE6E5F-81A5-4478-B796-5F27C5420DC4}" type="pres">
      <dgm:prSet presAssocID="{1B9E4A68-9911-41F3-9574-EFDE3CC3F174}" presName="sibTrans" presStyleCnt="0"/>
      <dgm:spPr/>
    </dgm:pt>
    <dgm:pt modelId="{F79D7FDB-BA47-4152-A710-98A20219F58D}" type="pres">
      <dgm:prSet presAssocID="{4AFBF4BF-AA94-444B-AE8E-DE96BBECA411}" presName="node" presStyleLbl="node1" presStyleIdx="2" presStyleCnt="4">
        <dgm:presLayoutVars>
          <dgm:bulletEnabled val="1"/>
        </dgm:presLayoutVars>
      </dgm:prSet>
      <dgm:spPr/>
    </dgm:pt>
    <dgm:pt modelId="{85B2E96E-95AE-4264-B60A-5814DA1922E1}" type="pres">
      <dgm:prSet presAssocID="{556D4676-1D53-40DE-94CF-9AF61599531A}" presName="sibTrans" presStyleCnt="0"/>
      <dgm:spPr/>
    </dgm:pt>
    <dgm:pt modelId="{E636F5A3-15DA-426C-80DA-D253A30F985D}" type="pres">
      <dgm:prSet presAssocID="{39DD99C6-77BE-447C-ADE1-6DDBE2368AFD}" presName="node" presStyleLbl="node1" presStyleIdx="3" presStyleCnt="4">
        <dgm:presLayoutVars>
          <dgm:bulletEnabled val="1"/>
        </dgm:presLayoutVars>
      </dgm:prSet>
      <dgm:spPr/>
    </dgm:pt>
  </dgm:ptLst>
  <dgm:cxnLst>
    <dgm:cxn modelId="{FF5CAB20-2DC7-49B6-9FAC-44EE53CF060A}" type="presOf" srcId="{2DC0C725-0570-4236-9A4E-3F9E634A82EE}" destId="{1070958D-AA97-4906-812A-7082332D0E79}" srcOrd="0" destOrd="0" presId="urn:microsoft.com/office/officeart/2005/8/layout/hList6"/>
    <dgm:cxn modelId="{DFE79465-0B8E-4D67-BD0C-6BFF4162161A}" type="presOf" srcId="{4AFBF4BF-AA94-444B-AE8E-DE96BBECA411}" destId="{F79D7FDB-BA47-4152-A710-98A20219F58D}" srcOrd="0" destOrd="0" presId="urn:microsoft.com/office/officeart/2005/8/layout/hList6"/>
    <dgm:cxn modelId="{9F6D0D4E-A284-448C-9DCB-84A1539D5442}" srcId="{B367B9F8-4F9E-4851-B6E3-F29A0DFFAE6A}" destId="{4AFBF4BF-AA94-444B-AE8E-DE96BBECA411}" srcOrd="2" destOrd="0" parTransId="{C05B9350-49D2-427C-9B56-9B6146E44DEA}" sibTransId="{556D4676-1D53-40DE-94CF-9AF61599531A}"/>
    <dgm:cxn modelId="{3F92CD84-7FCA-48CD-98BA-1927057393C9}" srcId="{B367B9F8-4F9E-4851-B6E3-F29A0DFFAE6A}" destId="{2DC0C725-0570-4236-9A4E-3F9E634A82EE}" srcOrd="0" destOrd="0" parTransId="{8C50FE41-BC48-464F-AA99-008588E64180}" sibTransId="{93680974-9DE6-4DAF-BA09-4549CF500FED}"/>
    <dgm:cxn modelId="{DF92D8CA-30E3-4059-A4CF-4E7B5C131BD1}" srcId="{B367B9F8-4F9E-4851-B6E3-F29A0DFFAE6A}" destId="{0C913437-3CE9-4823-B7AE-1C1156EB7953}" srcOrd="1" destOrd="0" parTransId="{BA980F01-E2CF-41B9-8B0F-CAC31BAC8F1C}" sibTransId="{1B9E4A68-9911-41F3-9574-EFDE3CC3F174}"/>
    <dgm:cxn modelId="{6B36E7E1-FD2C-41B2-9EF2-7F237D595D00}" type="presOf" srcId="{39DD99C6-77BE-447C-ADE1-6DDBE2368AFD}" destId="{E636F5A3-15DA-426C-80DA-D253A30F985D}" srcOrd="0" destOrd="0" presId="urn:microsoft.com/office/officeart/2005/8/layout/hList6"/>
    <dgm:cxn modelId="{A66061E7-4DE1-4378-8DEF-A58DF10B9708}" type="presOf" srcId="{B367B9F8-4F9E-4851-B6E3-F29A0DFFAE6A}" destId="{345DC23C-AFA6-4273-9A81-1760CAC6040F}" srcOrd="0" destOrd="0" presId="urn:microsoft.com/office/officeart/2005/8/layout/hList6"/>
    <dgm:cxn modelId="{6E853FEB-9D28-42F4-9AF4-3F7683BE37A0}" srcId="{B367B9F8-4F9E-4851-B6E3-F29A0DFFAE6A}" destId="{39DD99C6-77BE-447C-ADE1-6DDBE2368AFD}" srcOrd="3" destOrd="0" parTransId="{40840D56-CCE6-48F7-872E-8454E1A531F5}" sibTransId="{07B0BE93-862E-4C54-BE82-D2DED9F118B2}"/>
    <dgm:cxn modelId="{3BEF99FD-FFE7-4831-9C37-32633CFDD91B}" type="presOf" srcId="{0C913437-3CE9-4823-B7AE-1C1156EB7953}" destId="{9482EBB7-BFCA-43F4-963C-38C4B9BC6CE2}" srcOrd="0" destOrd="0" presId="urn:microsoft.com/office/officeart/2005/8/layout/hList6"/>
    <dgm:cxn modelId="{E967D684-FCC8-4598-9DB1-F900CFC30AD5}" type="presParOf" srcId="{345DC23C-AFA6-4273-9A81-1760CAC6040F}" destId="{1070958D-AA97-4906-812A-7082332D0E79}" srcOrd="0" destOrd="0" presId="urn:microsoft.com/office/officeart/2005/8/layout/hList6"/>
    <dgm:cxn modelId="{3E4D1604-4061-44F3-8017-44FA286AB7DE}" type="presParOf" srcId="{345DC23C-AFA6-4273-9A81-1760CAC6040F}" destId="{E715C5F9-D08E-4B40-A49D-1B12BE5B2779}" srcOrd="1" destOrd="0" presId="urn:microsoft.com/office/officeart/2005/8/layout/hList6"/>
    <dgm:cxn modelId="{006F08E5-9296-4BED-B8BA-A351A1EDE193}" type="presParOf" srcId="{345DC23C-AFA6-4273-9A81-1760CAC6040F}" destId="{9482EBB7-BFCA-43F4-963C-38C4B9BC6CE2}" srcOrd="2" destOrd="0" presId="urn:microsoft.com/office/officeart/2005/8/layout/hList6"/>
    <dgm:cxn modelId="{674DEA70-EF1D-4CF7-AF9F-7EDD1AF1495D}" type="presParOf" srcId="{345DC23C-AFA6-4273-9A81-1760CAC6040F}" destId="{FCEE6E5F-81A5-4478-B796-5F27C5420DC4}" srcOrd="3" destOrd="0" presId="urn:microsoft.com/office/officeart/2005/8/layout/hList6"/>
    <dgm:cxn modelId="{53A6A79C-EE6A-40B9-B3E3-904671EA8B39}" type="presParOf" srcId="{345DC23C-AFA6-4273-9A81-1760CAC6040F}" destId="{F79D7FDB-BA47-4152-A710-98A20219F58D}" srcOrd="4" destOrd="0" presId="urn:microsoft.com/office/officeart/2005/8/layout/hList6"/>
    <dgm:cxn modelId="{6C0E40FA-1603-4067-B7D8-08DF0467915C}" type="presParOf" srcId="{345DC23C-AFA6-4273-9A81-1760CAC6040F}" destId="{85B2E96E-95AE-4264-B60A-5814DA1922E1}" srcOrd="5" destOrd="0" presId="urn:microsoft.com/office/officeart/2005/8/layout/hList6"/>
    <dgm:cxn modelId="{697503B1-236A-46E8-A4EB-87D4DFC80970}" type="presParOf" srcId="{345DC23C-AFA6-4273-9A81-1760CAC6040F}" destId="{E636F5A3-15DA-426C-80DA-D253A30F985D}"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501A701-0D50-4132-831C-025B829BCC96}"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DA833FC9-3482-485F-AE23-06ED587BEF50}">
      <dgm:prSet phldrT="[Text]"/>
      <dgm:spPr/>
      <dgm:t>
        <a:bodyPr/>
        <a:lstStyle/>
        <a:p>
          <a:r>
            <a:rPr lang="en-US" b="0" i="0"/>
            <a:t>SAN is a type of computer network that is high speed and connects groups of storage devices to several servers. </a:t>
          </a:r>
          <a:endParaRPr lang="en-US"/>
        </a:p>
      </dgm:t>
    </dgm:pt>
    <dgm:pt modelId="{94752BC9-B4FE-4439-9615-3D8C208AE83B}" type="parTrans" cxnId="{F45A52E2-AE28-4B74-89A7-8E7AC4704850}">
      <dgm:prSet/>
      <dgm:spPr/>
      <dgm:t>
        <a:bodyPr/>
        <a:lstStyle/>
        <a:p>
          <a:endParaRPr lang="en-US"/>
        </a:p>
      </dgm:t>
    </dgm:pt>
    <dgm:pt modelId="{DEAD30C8-8354-4B41-B24D-E416DE6DCCC5}" type="sibTrans" cxnId="{F45A52E2-AE28-4B74-89A7-8E7AC4704850}">
      <dgm:prSet/>
      <dgm:spPr/>
      <dgm:t>
        <a:bodyPr/>
        <a:lstStyle/>
        <a:p>
          <a:endParaRPr lang="en-US"/>
        </a:p>
      </dgm:t>
    </dgm:pt>
    <dgm:pt modelId="{3200FBA7-77DC-4087-B907-FB4AFA0142A9}">
      <dgm:prSet/>
      <dgm:spPr/>
      <dgm:t>
        <a:bodyPr/>
        <a:lstStyle/>
        <a:p>
          <a:r>
            <a:rPr lang="en-US" b="0" i="0"/>
            <a:t>Examples of SAN are a network of disks accessed by a network of servers.</a:t>
          </a:r>
        </a:p>
      </dgm:t>
    </dgm:pt>
    <dgm:pt modelId="{7DD8DA40-0286-4381-B7B3-D256396C984E}" type="parTrans" cxnId="{B711067F-C382-4CA6-A7B0-9A63CF628748}">
      <dgm:prSet/>
      <dgm:spPr/>
      <dgm:t>
        <a:bodyPr/>
        <a:lstStyle/>
        <a:p>
          <a:endParaRPr lang="en-US"/>
        </a:p>
      </dgm:t>
    </dgm:pt>
    <dgm:pt modelId="{C4A39EEC-10DB-43D7-8A7B-292DFFC073FA}" type="sibTrans" cxnId="{B711067F-C382-4CA6-A7B0-9A63CF628748}">
      <dgm:prSet/>
      <dgm:spPr/>
      <dgm:t>
        <a:bodyPr/>
        <a:lstStyle/>
        <a:p>
          <a:endParaRPr lang="en-US"/>
        </a:p>
      </dgm:t>
    </dgm:pt>
    <dgm:pt modelId="{984B0C5A-CD89-49C0-B9B6-5F114AFF0269}">
      <dgm:prSet phldrT="[Text]"/>
      <dgm:spPr/>
      <dgm:t>
        <a:bodyPr/>
        <a:lstStyle/>
        <a:p>
          <a:r>
            <a:rPr lang="en-US" b="0" i="0"/>
            <a:t>This network does not depend on LAN or WAN. Instead, a SAN moves the storage resources from the network to its own high-powered network. </a:t>
          </a:r>
          <a:endParaRPr lang="en-US"/>
        </a:p>
      </dgm:t>
    </dgm:pt>
    <dgm:pt modelId="{0A79E95A-9913-486E-AB12-57AA6A5522CB}" type="parTrans" cxnId="{FDCE879E-69EF-4364-8122-E72B4467F3D9}">
      <dgm:prSet/>
      <dgm:spPr/>
      <dgm:t>
        <a:bodyPr/>
        <a:lstStyle/>
        <a:p>
          <a:endParaRPr lang="en-US"/>
        </a:p>
      </dgm:t>
    </dgm:pt>
    <dgm:pt modelId="{CDEBE9DE-C972-471D-B524-490E46D59D7C}" type="sibTrans" cxnId="{FDCE879E-69EF-4364-8122-E72B4467F3D9}">
      <dgm:prSet/>
      <dgm:spPr/>
      <dgm:t>
        <a:bodyPr/>
        <a:lstStyle/>
        <a:p>
          <a:endParaRPr lang="en-US"/>
        </a:p>
      </dgm:t>
    </dgm:pt>
    <dgm:pt modelId="{B83C36FD-3A15-4576-B1CC-3D3CA95BFEE1}">
      <dgm:prSet phldrT="[Text]"/>
      <dgm:spPr/>
      <dgm:t>
        <a:bodyPr/>
        <a:lstStyle/>
        <a:p>
          <a:r>
            <a:rPr lang="en-US" b="0" i="0"/>
            <a:t>A SAN provides access to block-level data storage.</a:t>
          </a:r>
          <a:endParaRPr lang="en-US"/>
        </a:p>
      </dgm:t>
    </dgm:pt>
    <dgm:pt modelId="{12233E82-F8EE-492F-9CD5-12EE1620CECA}" type="parTrans" cxnId="{986B08F8-2DAA-4934-80DE-71F17358884D}">
      <dgm:prSet/>
      <dgm:spPr/>
      <dgm:t>
        <a:bodyPr/>
        <a:lstStyle/>
        <a:p>
          <a:endParaRPr lang="en-US"/>
        </a:p>
      </dgm:t>
    </dgm:pt>
    <dgm:pt modelId="{39E1A914-7BE2-4B13-AFC1-3D22B4491433}" type="sibTrans" cxnId="{986B08F8-2DAA-4934-80DE-71F17358884D}">
      <dgm:prSet/>
      <dgm:spPr/>
      <dgm:t>
        <a:bodyPr/>
        <a:lstStyle/>
        <a:p>
          <a:endParaRPr lang="en-US"/>
        </a:p>
      </dgm:t>
    </dgm:pt>
    <dgm:pt modelId="{63AA29A8-0534-4975-A0F2-014997D9CA53}" type="pres">
      <dgm:prSet presAssocID="{B501A701-0D50-4132-831C-025B829BCC96}" presName="linear" presStyleCnt="0">
        <dgm:presLayoutVars>
          <dgm:dir/>
          <dgm:resizeHandles val="exact"/>
        </dgm:presLayoutVars>
      </dgm:prSet>
      <dgm:spPr/>
    </dgm:pt>
    <dgm:pt modelId="{36DD300E-6DEB-458E-87C1-01C3CB6F703E}" type="pres">
      <dgm:prSet presAssocID="{DA833FC9-3482-485F-AE23-06ED587BEF50}" presName="comp" presStyleCnt="0"/>
      <dgm:spPr/>
    </dgm:pt>
    <dgm:pt modelId="{23A53920-F540-4979-9647-952E29532622}" type="pres">
      <dgm:prSet presAssocID="{DA833FC9-3482-485F-AE23-06ED587BEF50}" presName="box" presStyleLbl="node1" presStyleIdx="0" presStyleCnt="4" custLinFactNeighborX="-5010" custLinFactNeighborY="-6865"/>
      <dgm:spPr/>
    </dgm:pt>
    <dgm:pt modelId="{9C50E497-78C5-4EA2-8DAA-781829D765B1}" type="pres">
      <dgm:prSet presAssocID="{DA833FC9-3482-485F-AE23-06ED587BEF50}" presName="img" presStyleLbl="fgImgPlace1" presStyleIdx="0" presStyleCnt="4"/>
      <dgm:spPr/>
    </dgm:pt>
    <dgm:pt modelId="{C9A1938D-0AB0-4BE5-AC90-540D155EDC06}" type="pres">
      <dgm:prSet presAssocID="{DA833FC9-3482-485F-AE23-06ED587BEF50}" presName="text" presStyleLbl="node1" presStyleIdx="0" presStyleCnt="4">
        <dgm:presLayoutVars>
          <dgm:bulletEnabled val="1"/>
        </dgm:presLayoutVars>
      </dgm:prSet>
      <dgm:spPr/>
    </dgm:pt>
    <dgm:pt modelId="{C0B1C05E-4895-48FD-BFE7-4AF1FA55F05E}" type="pres">
      <dgm:prSet presAssocID="{DEAD30C8-8354-4B41-B24D-E416DE6DCCC5}" presName="spacer" presStyleCnt="0"/>
      <dgm:spPr/>
    </dgm:pt>
    <dgm:pt modelId="{EE2B22EC-7051-42A7-9761-DFD1B32B6917}" type="pres">
      <dgm:prSet presAssocID="{984B0C5A-CD89-49C0-B9B6-5F114AFF0269}" presName="comp" presStyleCnt="0"/>
      <dgm:spPr/>
    </dgm:pt>
    <dgm:pt modelId="{EB74E51C-B462-45C0-BB51-50BAAB23B767}" type="pres">
      <dgm:prSet presAssocID="{984B0C5A-CD89-49C0-B9B6-5F114AFF0269}" presName="box" presStyleLbl="node1" presStyleIdx="1" presStyleCnt="4"/>
      <dgm:spPr/>
    </dgm:pt>
    <dgm:pt modelId="{4CAA8EB2-B81C-4A65-8673-B593402DCA2E}" type="pres">
      <dgm:prSet presAssocID="{984B0C5A-CD89-49C0-B9B6-5F114AFF0269}" presName="img" presStyleLbl="fgImgPlace1" presStyleIdx="1" presStyleCnt="4"/>
      <dgm:spPr/>
    </dgm:pt>
    <dgm:pt modelId="{B92F53A1-BCA0-4386-93CB-EB86912AC713}" type="pres">
      <dgm:prSet presAssocID="{984B0C5A-CD89-49C0-B9B6-5F114AFF0269}" presName="text" presStyleLbl="node1" presStyleIdx="1" presStyleCnt="4">
        <dgm:presLayoutVars>
          <dgm:bulletEnabled val="1"/>
        </dgm:presLayoutVars>
      </dgm:prSet>
      <dgm:spPr/>
    </dgm:pt>
    <dgm:pt modelId="{6BC02DE1-96F9-47C4-95EF-03BAB0BF015B}" type="pres">
      <dgm:prSet presAssocID="{CDEBE9DE-C972-471D-B524-490E46D59D7C}" presName="spacer" presStyleCnt="0"/>
      <dgm:spPr/>
    </dgm:pt>
    <dgm:pt modelId="{DA07CF47-2B97-4292-9449-17042E8451A1}" type="pres">
      <dgm:prSet presAssocID="{B83C36FD-3A15-4576-B1CC-3D3CA95BFEE1}" presName="comp" presStyleCnt="0"/>
      <dgm:spPr/>
    </dgm:pt>
    <dgm:pt modelId="{399F2875-1533-441A-977A-5AEF7505BEE8}" type="pres">
      <dgm:prSet presAssocID="{B83C36FD-3A15-4576-B1CC-3D3CA95BFEE1}" presName="box" presStyleLbl="node1" presStyleIdx="2" presStyleCnt="4"/>
      <dgm:spPr/>
    </dgm:pt>
    <dgm:pt modelId="{E40793F6-62C0-4C7A-B7E9-80999C75E00B}" type="pres">
      <dgm:prSet presAssocID="{B83C36FD-3A15-4576-B1CC-3D3CA95BFEE1}" presName="img" presStyleLbl="fgImgPlace1" presStyleIdx="2" presStyleCnt="4"/>
      <dgm:spPr/>
    </dgm:pt>
    <dgm:pt modelId="{321DC57E-D5AD-46C3-959D-5F3BDF759C37}" type="pres">
      <dgm:prSet presAssocID="{B83C36FD-3A15-4576-B1CC-3D3CA95BFEE1}" presName="text" presStyleLbl="node1" presStyleIdx="2" presStyleCnt="4">
        <dgm:presLayoutVars>
          <dgm:bulletEnabled val="1"/>
        </dgm:presLayoutVars>
      </dgm:prSet>
      <dgm:spPr/>
    </dgm:pt>
    <dgm:pt modelId="{46C8F524-78A4-48FC-9B53-E43D49348DBE}" type="pres">
      <dgm:prSet presAssocID="{39E1A914-7BE2-4B13-AFC1-3D22B4491433}" presName="spacer" presStyleCnt="0"/>
      <dgm:spPr/>
    </dgm:pt>
    <dgm:pt modelId="{57797FB3-46A7-42AC-A9CC-5F7C79CD3222}" type="pres">
      <dgm:prSet presAssocID="{3200FBA7-77DC-4087-B907-FB4AFA0142A9}" presName="comp" presStyleCnt="0"/>
      <dgm:spPr/>
    </dgm:pt>
    <dgm:pt modelId="{1A737D12-09AE-49F1-B29C-F501BD66BFCE}" type="pres">
      <dgm:prSet presAssocID="{3200FBA7-77DC-4087-B907-FB4AFA0142A9}" presName="box" presStyleLbl="node1" presStyleIdx="3" presStyleCnt="4"/>
      <dgm:spPr/>
    </dgm:pt>
    <dgm:pt modelId="{C97AD3C6-C4AF-46D7-9D77-DAFBC2B36484}" type="pres">
      <dgm:prSet presAssocID="{3200FBA7-77DC-4087-B907-FB4AFA0142A9}" presName="img" presStyleLbl="fgImgPlace1" presStyleIdx="3" presStyleCnt="4"/>
      <dgm:spPr/>
    </dgm:pt>
    <dgm:pt modelId="{BB5BCDBA-B24E-4E95-AEB7-EEB5F07A38E3}" type="pres">
      <dgm:prSet presAssocID="{3200FBA7-77DC-4087-B907-FB4AFA0142A9}" presName="text" presStyleLbl="node1" presStyleIdx="3" presStyleCnt="4">
        <dgm:presLayoutVars>
          <dgm:bulletEnabled val="1"/>
        </dgm:presLayoutVars>
      </dgm:prSet>
      <dgm:spPr/>
    </dgm:pt>
  </dgm:ptLst>
  <dgm:cxnLst>
    <dgm:cxn modelId="{6A0F2401-0853-40C7-80AB-E4AC00F6C813}" type="presOf" srcId="{DA833FC9-3482-485F-AE23-06ED587BEF50}" destId="{C9A1938D-0AB0-4BE5-AC90-540D155EDC06}" srcOrd="1" destOrd="0" presId="urn:microsoft.com/office/officeart/2005/8/layout/vList4"/>
    <dgm:cxn modelId="{6045C133-A871-4E23-A6E8-881A9B902348}" type="presOf" srcId="{984B0C5A-CD89-49C0-B9B6-5F114AFF0269}" destId="{B92F53A1-BCA0-4386-93CB-EB86912AC713}" srcOrd="1" destOrd="0" presId="urn:microsoft.com/office/officeart/2005/8/layout/vList4"/>
    <dgm:cxn modelId="{F6D3A640-B99D-4C65-A0BC-DC0705ADCB42}" type="presOf" srcId="{984B0C5A-CD89-49C0-B9B6-5F114AFF0269}" destId="{EB74E51C-B462-45C0-BB51-50BAAB23B767}" srcOrd="0" destOrd="0" presId="urn:microsoft.com/office/officeart/2005/8/layout/vList4"/>
    <dgm:cxn modelId="{767CA447-B31F-4148-A853-BA558E9F2A33}" type="presOf" srcId="{DA833FC9-3482-485F-AE23-06ED587BEF50}" destId="{23A53920-F540-4979-9647-952E29532622}" srcOrd="0" destOrd="0" presId="urn:microsoft.com/office/officeart/2005/8/layout/vList4"/>
    <dgm:cxn modelId="{76E8BF69-7D32-4854-AD7B-8087B7E8EDBB}" type="presOf" srcId="{B501A701-0D50-4132-831C-025B829BCC96}" destId="{63AA29A8-0534-4975-A0F2-014997D9CA53}" srcOrd="0" destOrd="0" presId="urn:microsoft.com/office/officeart/2005/8/layout/vList4"/>
    <dgm:cxn modelId="{B711067F-C382-4CA6-A7B0-9A63CF628748}" srcId="{B501A701-0D50-4132-831C-025B829BCC96}" destId="{3200FBA7-77DC-4087-B907-FB4AFA0142A9}" srcOrd="3" destOrd="0" parTransId="{7DD8DA40-0286-4381-B7B3-D256396C984E}" sibTransId="{C4A39EEC-10DB-43D7-8A7B-292DFFC073FA}"/>
    <dgm:cxn modelId="{1E198096-58DC-4E2F-BDD5-02B1F26BAADF}" type="presOf" srcId="{B83C36FD-3A15-4576-B1CC-3D3CA95BFEE1}" destId="{321DC57E-D5AD-46C3-959D-5F3BDF759C37}" srcOrd="1" destOrd="0" presId="urn:microsoft.com/office/officeart/2005/8/layout/vList4"/>
    <dgm:cxn modelId="{FDCE879E-69EF-4364-8122-E72B4467F3D9}" srcId="{B501A701-0D50-4132-831C-025B829BCC96}" destId="{984B0C5A-CD89-49C0-B9B6-5F114AFF0269}" srcOrd="1" destOrd="0" parTransId="{0A79E95A-9913-486E-AB12-57AA6A5522CB}" sibTransId="{CDEBE9DE-C972-471D-B524-490E46D59D7C}"/>
    <dgm:cxn modelId="{EA8777B1-0BB3-41D5-B354-A5E06D3AC374}" type="presOf" srcId="{3200FBA7-77DC-4087-B907-FB4AFA0142A9}" destId="{BB5BCDBA-B24E-4E95-AEB7-EEB5F07A38E3}" srcOrd="1" destOrd="0" presId="urn:microsoft.com/office/officeart/2005/8/layout/vList4"/>
    <dgm:cxn modelId="{144BB4DE-936A-4713-A691-73B460753EF9}" type="presOf" srcId="{B83C36FD-3A15-4576-B1CC-3D3CA95BFEE1}" destId="{399F2875-1533-441A-977A-5AEF7505BEE8}" srcOrd="0" destOrd="0" presId="urn:microsoft.com/office/officeart/2005/8/layout/vList4"/>
    <dgm:cxn modelId="{F45A52E2-AE28-4B74-89A7-8E7AC4704850}" srcId="{B501A701-0D50-4132-831C-025B829BCC96}" destId="{DA833FC9-3482-485F-AE23-06ED587BEF50}" srcOrd="0" destOrd="0" parTransId="{94752BC9-B4FE-4439-9615-3D8C208AE83B}" sibTransId="{DEAD30C8-8354-4B41-B24D-E416DE6DCCC5}"/>
    <dgm:cxn modelId="{C99D04F4-0130-4F33-B49B-E061056B9EB6}" type="presOf" srcId="{3200FBA7-77DC-4087-B907-FB4AFA0142A9}" destId="{1A737D12-09AE-49F1-B29C-F501BD66BFCE}" srcOrd="0" destOrd="0" presId="urn:microsoft.com/office/officeart/2005/8/layout/vList4"/>
    <dgm:cxn modelId="{986B08F8-2DAA-4934-80DE-71F17358884D}" srcId="{B501A701-0D50-4132-831C-025B829BCC96}" destId="{B83C36FD-3A15-4576-B1CC-3D3CA95BFEE1}" srcOrd="2" destOrd="0" parTransId="{12233E82-F8EE-492F-9CD5-12EE1620CECA}" sibTransId="{39E1A914-7BE2-4B13-AFC1-3D22B4491433}"/>
    <dgm:cxn modelId="{6610FDEB-2127-4FC2-B4DC-EB9FB783BAF0}" type="presParOf" srcId="{63AA29A8-0534-4975-A0F2-014997D9CA53}" destId="{36DD300E-6DEB-458E-87C1-01C3CB6F703E}" srcOrd="0" destOrd="0" presId="urn:microsoft.com/office/officeart/2005/8/layout/vList4"/>
    <dgm:cxn modelId="{5DF27299-44F8-46FD-BA01-C4814FEBCA42}" type="presParOf" srcId="{36DD300E-6DEB-458E-87C1-01C3CB6F703E}" destId="{23A53920-F540-4979-9647-952E29532622}" srcOrd="0" destOrd="0" presId="urn:microsoft.com/office/officeart/2005/8/layout/vList4"/>
    <dgm:cxn modelId="{203F68A3-C50D-4730-8953-2808F34C1D4C}" type="presParOf" srcId="{36DD300E-6DEB-458E-87C1-01C3CB6F703E}" destId="{9C50E497-78C5-4EA2-8DAA-781829D765B1}" srcOrd="1" destOrd="0" presId="urn:microsoft.com/office/officeart/2005/8/layout/vList4"/>
    <dgm:cxn modelId="{467F19A7-8C2E-4C8E-88F9-74E9591D078F}" type="presParOf" srcId="{36DD300E-6DEB-458E-87C1-01C3CB6F703E}" destId="{C9A1938D-0AB0-4BE5-AC90-540D155EDC06}" srcOrd="2" destOrd="0" presId="urn:microsoft.com/office/officeart/2005/8/layout/vList4"/>
    <dgm:cxn modelId="{03461DC1-0893-43AF-BC2C-801FEDBA4915}" type="presParOf" srcId="{63AA29A8-0534-4975-A0F2-014997D9CA53}" destId="{C0B1C05E-4895-48FD-BFE7-4AF1FA55F05E}" srcOrd="1" destOrd="0" presId="urn:microsoft.com/office/officeart/2005/8/layout/vList4"/>
    <dgm:cxn modelId="{EACD1EE4-A386-469D-B4D6-1EFF6ECE7F27}" type="presParOf" srcId="{63AA29A8-0534-4975-A0F2-014997D9CA53}" destId="{EE2B22EC-7051-42A7-9761-DFD1B32B6917}" srcOrd="2" destOrd="0" presId="urn:microsoft.com/office/officeart/2005/8/layout/vList4"/>
    <dgm:cxn modelId="{8347EF29-7118-4207-832B-8B0CFF92F78A}" type="presParOf" srcId="{EE2B22EC-7051-42A7-9761-DFD1B32B6917}" destId="{EB74E51C-B462-45C0-BB51-50BAAB23B767}" srcOrd="0" destOrd="0" presId="urn:microsoft.com/office/officeart/2005/8/layout/vList4"/>
    <dgm:cxn modelId="{E5FFE574-2F82-4D05-8767-4AD5BE18948A}" type="presParOf" srcId="{EE2B22EC-7051-42A7-9761-DFD1B32B6917}" destId="{4CAA8EB2-B81C-4A65-8673-B593402DCA2E}" srcOrd="1" destOrd="0" presId="urn:microsoft.com/office/officeart/2005/8/layout/vList4"/>
    <dgm:cxn modelId="{D66BADBC-A276-41DA-9A5C-D1E1ADD487B0}" type="presParOf" srcId="{EE2B22EC-7051-42A7-9761-DFD1B32B6917}" destId="{B92F53A1-BCA0-4386-93CB-EB86912AC713}" srcOrd="2" destOrd="0" presId="urn:microsoft.com/office/officeart/2005/8/layout/vList4"/>
    <dgm:cxn modelId="{C7317FFB-E06C-4808-9616-A24E8233E9E9}" type="presParOf" srcId="{63AA29A8-0534-4975-A0F2-014997D9CA53}" destId="{6BC02DE1-96F9-47C4-95EF-03BAB0BF015B}" srcOrd="3" destOrd="0" presId="urn:microsoft.com/office/officeart/2005/8/layout/vList4"/>
    <dgm:cxn modelId="{C09F6496-6BBD-4C91-A144-E7611F283F21}" type="presParOf" srcId="{63AA29A8-0534-4975-A0F2-014997D9CA53}" destId="{DA07CF47-2B97-4292-9449-17042E8451A1}" srcOrd="4" destOrd="0" presId="urn:microsoft.com/office/officeart/2005/8/layout/vList4"/>
    <dgm:cxn modelId="{F6B394A0-2D99-41C3-8106-7AF7EB81B554}" type="presParOf" srcId="{DA07CF47-2B97-4292-9449-17042E8451A1}" destId="{399F2875-1533-441A-977A-5AEF7505BEE8}" srcOrd="0" destOrd="0" presId="urn:microsoft.com/office/officeart/2005/8/layout/vList4"/>
    <dgm:cxn modelId="{87624D46-06A3-4A3A-AD53-7E025A23FC25}" type="presParOf" srcId="{DA07CF47-2B97-4292-9449-17042E8451A1}" destId="{E40793F6-62C0-4C7A-B7E9-80999C75E00B}" srcOrd="1" destOrd="0" presId="urn:microsoft.com/office/officeart/2005/8/layout/vList4"/>
    <dgm:cxn modelId="{39581A6B-F2A7-4B96-8871-C32F333CA3E9}" type="presParOf" srcId="{DA07CF47-2B97-4292-9449-17042E8451A1}" destId="{321DC57E-D5AD-46C3-959D-5F3BDF759C37}" srcOrd="2" destOrd="0" presId="urn:microsoft.com/office/officeart/2005/8/layout/vList4"/>
    <dgm:cxn modelId="{C6FEEECA-6840-4760-B88A-2D98BB3108AE}" type="presParOf" srcId="{63AA29A8-0534-4975-A0F2-014997D9CA53}" destId="{46C8F524-78A4-48FC-9B53-E43D49348DBE}" srcOrd="5" destOrd="0" presId="urn:microsoft.com/office/officeart/2005/8/layout/vList4"/>
    <dgm:cxn modelId="{704A707B-31AB-4CC6-A00D-D5D171138113}" type="presParOf" srcId="{63AA29A8-0534-4975-A0F2-014997D9CA53}" destId="{57797FB3-46A7-42AC-A9CC-5F7C79CD3222}" srcOrd="6" destOrd="0" presId="urn:microsoft.com/office/officeart/2005/8/layout/vList4"/>
    <dgm:cxn modelId="{4E45770A-B1D6-4034-A295-C8C086CAED0A}" type="presParOf" srcId="{57797FB3-46A7-42AC-A9CC-5F7C79CD3222}" destId="{1A737D12-09AE-49F1-B29C-F501BD66BFCE}" srcOrd="0" destOrd="0" presId="urn:microsoft.com/office/officeart/2005/8/layout/vList4"/>
    <dgm:cxn modelId="{FD75FF3C-3418-419D-ACBC-F45DA1172F20}" type="presParOf" srcId="{57797FB3-46A7-42AC-A9CC-5F7C79CD3222}" destId="{C97AD3C6-C4AF-46D7-9D77-DAFBC2B36484}" srcOrd="1" destOrd="0" presId="urn:microsoft.com/office/officeart/2005/8/layout/vList4"/>
    <dgm:cxn modelId="{398C2136-C52C-4229-A440-BC9915F9A139}" type="presParOf" srcId="{57797FB3-46A7-42AC-A9CC-5F7C79CD3222}" destId="{BB5BCDBA-B24E-4E95-AEB7-EEB5F07A38E3}"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75F252B-E5FC-4D85-A039-4D1BEE46CEC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C4A885CC-D197-4B89-AAB0-DD75D42336EA}">
      <dgm:prSet phldrT="[Text]" custT="1"/>
      <dgm:spPr/>
      <dgm:t>
        <a:bodyPr/>
        <a:lstStyle/>
        <a:p>
          <a:r>
            <a:rPr lang="en-US" sz="2000" b="0" i="0"/>
            <a:t>An enterprise private network is mainly set up to share computer resources.</a:t>
          </a:r>
          <a:endParaRPr lang="en-US" sz="2000"/>
        </a:p>
      </dgm:t>
    </dgm:pt>
    <dgm:pt modelId="{1EF3C8A1-B1C0-4112-BD6B-9830A13CEF7C}" type="parTrans" cxnId="{98583EFE-FFCF-4DD5-88B2-20DB7B16E3B3}">
      <dgm:prSet/>
      <dgm:spPr/>
      <dgm:t>
        <a:bodyPr/>
        <a:lstStyle/>
        <a:p>
          <a:endParaRPr lang="en-US" sz="1600"/>
        </a:p>
      </dgm:t>
    </dgm:pt>
    <dgm:pt modelId="{A256EBA0-BEB0-44E9-AF27-DEB2F0BE91E1}" type="sibTrans" cxnId="{98583EFE-FFCF-4DD5-88B2-20DB7B16E3B3}">
      <dgm:prSet/>
      <dgm:spPr/>
      <dgm:t>
        <a:bodyPr/>
        <a:lstStyle/>
        <a:p>
          <a:endParaRPr lang="en-US" sz="1600"/>
        </a:p>
      </dgm:t>
    </dgm:pt>
    <dgm:pt modelId="{58CE1DA8-9222-4285-BA5E-A9F32880B17B}">
      <dgm:prSet phldrT="[Text]" custT="1"/>
      <dgm:spPr/>
      <dgm:t>
        <a:bodyPr/>
        <a:lstStyle/>
        <a:p>
          <a:r>
            <a:rPr lang="en-US" sz="2000" b="0" i="0"/>
            <a:t>An EPN helps enterprise companies with a number of disparate offices connect those offices to each in a secure way over a network.</a:t>
          </a:r>
          <a:endParaRPr lang="en-US" sz="2000"/>
        </a:p>
      </dgm:t>
    </dgm:pt>
    <dgm:pt modelId="{B9DF12F1-1F5D-46AA-96B9-E77F2DF6D844}" type="parTrans" cxnId="{A544D65E-A4FC-4790-AE3D-2F4CC30F5276}">
      <dgm:prSet/>
      <dgm:spPr/>
      <dgm:t>
        <a:bodyPr/>
        <a:lstStyle/>
        <a:p>
          <a:endParaRPr lang="en-US" sz="1600"/>
        </a:p>
      </dgm:t>
    </dgm:pt>
    <dgm:pt modelId="{A74AD7C2-ADB3-4D94-89BA-0E79BF0C7CDA}" type="sibTrans" cxnId="{A544D65E-A4FC-4790-AE3D-2F4CC30F5276}">
      <dgm:prSet/>
      <dgm:spPr/>
      <dgm:t>
        <a:bodyPr/>
        <a:lstStyle/>
        <a:p>
          <a:endParaRPr lang="en-US" sz="1600"/>
        </a:p>
      </dgm:t>
    </dgm:pt>
    <dgm:pt modelId="{86BEEB31-0277-4632-8838-FCD587926CAE}">
      <dgm:prSet phldrT="[Text]" custT="1"/>
      <dgm:spPr/>
      <dgm:t>
        <a:bodyPr/>
        <a:lstStyle/>
        <a:p>
          <a:r>
            <a:rPr lang="en-US" sz="2000" b="0" i="0"/>
            <a:t>EPN is a type of computer network mostly used by businesses that want a secure connection over various locations to share computer resources. </a:t>
          </a:r>
          <a:endParaRPr lang="en-US" sz="2000"/>
        </a:p>
      </dgm:t>
    </dgm:pt>
    <dgm:pt modelId="{88EA9816-E49C-437E-9AA8-8262BB77FD2F}" type="parTrans" cxnId="{10AFC58D-D6C1-4B20-B417-E6DA95FA3615}">
      <dgm:prSet/>
      <dgm:spPr/>
      <dgm:t>
        <a:bodyPr/>
        <a:lstStyle/>
        <a:p>
          <a:endParaRPr lang="en-US" sz="1600"/>
        </a:p>
      </dgm:t>
    </dgm:pt>
    <dgm:pt modelId="{67DEC716-859C-4C5C-BC85-B9224AF5BEE4}" type="sibTrans" cxnId="{10AFC58D-D6C1-4B20-B417-E6DA95FA3615}">
      <dgm:prSet/>
      <dgm:spPr/>
      <dgm:t>
        <a:bodyPr/>
        <a:lstStyle/>
        <a:p>
          <a:endParaRPr lang="en-US" sz="1600"/>
        </a:p>
      </dgm:t>
    </dgm:pt>
    <dgm:pt modelId="{345C4D20-2F14-4B30-81AE-E9183F99BDE4}" type="pres">
      <dgm:prSet presAssocID="{A75F252B-E5FC-4D85-A039-4D1BEE46CEC6}" presName="diagram" presStyleCnt="0">
        <dgm:presLayoutVars>
          <dgm:dir/>
          <dgm:resizeHandles val="exact"/>
        </dgm:presLayoutVars>
      </dgm:prSet>
      <dgm:spPr/>
    </dgm:pt>
    <dgm:pt modelId="{5B7BF3ED-FED2-410B-9D84-D9A03E529D0D}" type="pres">
      <dgm:prSet presAssocID="{C4A885CC-D197-4B89-AAB0-DD75D42336EA}" presName="node" presStyleLbl="node1" presStyleIdx="0" presStyleCnt="3" custScaleX="113182">
        <dgm:presLayoutVars>
          <dgm:bulletEnabled val="1"/>
        </dgm:presLayoutVars>
      </dgm:prSet>
      <dgm:spPr/>
    </dgm:pt>
    <dgm:pt modelId="{94AAABFE-A936-429F-BB9C-2642F765F1A9}" type="pres">
      <dgm:prSet presAssocID="{A256EBA0-BEB0-44E9-AF27-DEB2F0BE91E1}" presName="sibTrans" presStyleCnt="0"/>
      <dgm:spPr/>
    </dgm:pt>
    <dgm:pt modelId="{2E59E62D-272B-4868-84C7-96D38238C489}" type="pres">
      <dgm:prSet presAssocID="{86BEEB31-0277-4632-8838-FCD587926CAE}" presName="node" presStyleLbl="node1" presStyleIdx="1" presStyleCnt="3" custScaleX="141966">
        <dgm:presLayoutVars>
          <dgm:bulletEnabled val="1"/>
        </dgm:presLayoutVars>
      </dgm:prSet>
      <dgm:spPr/>
    </dgm:pt>
    <dgm:pt modelId="{B99EA5CC-9B22-42C6-A4E4-68E2C0F5B4D2}" type="pres">
      <dgm:prSet presAssocID="{67DEC716-859C-4C5C-BC85-B9224AF5BEE4}" presName="sibTrans" presStyleCnt="0"/>
      <dgm:spPr/>
    </dgm:pt>
    <dgm:pt modelId="{1CB74E58-74D1-425B-A9F4-B38917EAECA1}" type="pres">
      <dgm:prSet presAssocID="{58CE1DA8-9222-4285-BA5E-A9F32880B17B}" presName="node" presStyleLbl="node1" presStyleIdx="2" presStyleCnt="3" custScaleX="141158">
        <dgm:presLayoutVars>
          <dgm:bulletEnabled val="1"/>
        </dgm:presLayoutVars>
      </dgm:prSet>
      <dgm:spPr/>
    </dgm:pt>
  </dgm:ptLst>
  <dgm:cxnLst>
    <dgm:cxn modelId="{A544D65E-A4FC-4790-AE3D-2F4CC30F5276}" srcId="{A75F252B-E5FC-4D85-A039-4D1BEE46CEC6}" destId="{58CE1DA8-9222-4285-BA5E-A9F32880B17B}" srcOrd="2" destOrd="0" parTransId="{B9DF12F1-1F5D-46AA-96B9-E77F2DF6D844}" sibTransId="{A74AD7C2-ADB3-4D94-89BA-0E79BF0C7CDA}"/>
    <dgm:cxn modelId="{6404B566-CEC6-4090-8B95-AF3D73094B66}" type="presOf" srcId="{86BEEB31-0277-4632-8838-FCD587926CAE}" destId="{2E59E62D-272B-4868-84C7-96D38238C489}" srcOrd="0" destOrd="0" presId="urn:microsoft.com/office/officeart/2005/8/layout/default"/>
    <dgm:cxn modelId="{593C6E76-4F53-4F50-9392-FFA6AAF4E7D4}" type="presOf" srcId="{C4A885CC-D197-4B89-AAB0-DD75D42336EA}" destId="{5B7BF3ED-FED2-410B-9D84-D9A03E529D0D}" srcOrd="0" destOrd="0" presId="urn:microsoft.com/office/officeart/2005/8/layout/default"/>
    <dgm:cxn modelId="{10AFC58D-D6C1-4B20-B417-E6DA95FA3615}" srcId="{A75F252B-E5FC-4D85-A039-4D1BEE46CEC6}" destId="{86BEEB31-0277-4632-8838-FCD587926CAE}" srcOrd="1" destOrd="0" parTransId="{88EA9816-E49C-437E-9AA8-8262BB77FD2F}" sibTransId="{67DEC716-859C-4C5C-BC85-B9224AF5BEE4}"/>
    <dgm:cxn modelId="{371E48E9-2E99-4588-9FE9-E7F219F8140D}" type="presOf" srcId="{A75F252B-E5FC-4D85-A039-4D1BEE46CEC6}" destId="{345C4D20-2F14-4B30-81AE-E9183F99BDE4}" srcOrd="0" destOrd="0" presId="urn:microsoft.com/office/officeart/2005/8/layout/default"/>
    <dgm:cxn modelId="{EC2F7AF5-70C5-45B2-8C7F-9E26EF75CAA0}" type="presOf" srcId="{58CE1DA8-9222-4285-BA5E-A9F32880B17B}" destId="{1CB74E58-74D1-425B-A9F4-B38917EAECA1}" srcOrd="0" destOrd="0" presId="urn:microsoft.com/office/officeart/2005/8/layout/default"/>
    <dgm:cxn modelId="{98583EFE-FFCF-4DD5-88B2-20DB7B16E3B3}" srcId="{A75F252B-E5FC-4D85-A039-4D1BEE46CEC6}" destId="{C4A885CC-D197-4B89-AAB0-DD75D42336EA}" srcOrd="0" destOrd="0" parTransId="{1EF3C8A1-B1C0-4112-BD6B-9830A13CEF7C}" sibTransId="{A256EBA0-BEB0-44E9-AF27-DEB2F0BE91E1}"/>
    <dgm:cxn modelId="{7C373FD3-31DD-4A5A-999A-85C1437FD24B}" type="presParOf" srcId="{345C4D20-2F14-4B30-81AE-E9183F99BDE4}" destId="{5B7BF3ED-FED2-410B-9D84-D9A03E529D0D}" srcOrd="0" destOrd="0" presId="urn:microsoft.com/office/officeart/2005/8/layout/default"/>
    <dgm:cxn modelId="{0AA87B93-89D9-4744-A026-6E8B6F20486F}" type="presParOf" srcId="{345C4D20-2F14-4B30-81AE-E9183F99BDE4}" destId="{94AAABFE-A936-429F-BB9C-2642F765F1A9}" srcOrd="1" destOrd="0" presId="urn:microsoft.com/office/officeart/2005/8/layout/default"/>
    <dgm:cxn modelId="{DF397C65-25E2-4801-8B59-2D5911A0361D}" type="presParOf" srcId="{345C4D20-2F14-4B30-81AE-E9183F99BDE4}" destId="{2E59E62D-272B-4868-84C7-96D38238C489}" srcOrd="2" destOrd="0" presId="urn:microsoft.com/office/officeart/2005/8/layout/default"/>
    <dgm:cxn modelId="{128DD020-B3AB-4D08-99A9-5494DA3EC0DA}" type="presParOf" srcId="{345C4D20-2F14-4B30-81AE-E9183F99BDE4}" destId="{B99EA5CC-9B22-42C6-A4E4-68E2C0F5B4D2}" srcOrd="3" destOrd="0" presId="urn:microsoft.com/office/officeart/2005/8/layout/default"/>
    <dgm:cxn modelId="{2E816D51-5D0E-43FF-9777-DF1A1BFCF400}" type="presParOf" srcId="{345C4D20-2F14-4B30-81AE-E9183F99BDE4}" destId="{1CB74E58-74D1-425B-A9F4-B38917EAECA1}"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4B233A6-3EE3-466C-9719-D286D2D2364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12697E9-F091-40BF-891F-811DF16C5DC5}">
      <dgm:prSet phldrT="[Text]" custT="1"/>
      <dgm:spPr/>
      <dgm:t>
        <a:bodyPr/>
        <a:lstStyle/>
        <a:p>
          <a:r>
            <a:rPr lang="en-US" sz="1800" b="0" i="0"/>
            <a:t>A VPN is a type of computer network that extends a private network across the internet and lets the user send and receive data as if they were connected to a private network even though they are not. </a:t>
          </a:r>
          <a:endParaRPr lang="en-US" sz="1800"/>
        </a:p>
      </dgm:t>
    </dgm:pt>
    <dgm:pt modelId="{A42D6948-9A4F-48FE-9941-505D7CE4236A}" type="parTrans" cxnId="{6DCCFB46-591F-4A91-AC97-8A6FEB34FEAD}">
      <dgm:prSet/>
      <dgm:spPr/>
      <dgm:t>
        <a:bodyPr/>
        <a:lstStyle/>
        <a:p>
          <a:endParaRPr lang="en-US" sz="1800"/>
        </a:p>
      </dgm:t>
    </dgm:pt>
    <dgm:pt modelId="{2C12C415-4C31-4940-B2C9-B4616178626F}" type="sibTrans" cxnId="{6DCCFB46-591F-4A91-AC97-8A6FEB34FEAD}">
      <dgm:prSet/>
      <dgm:spPr/>
      <dgm:t>
        <a:bodyPr/>
        <a:lstStyle/>
        <a:p>
          <a:endParaRPr lang="en-US" sz="1800"/>
        </a:p>
      </dgm:t>
    </dgm:pt>
    <dgm:pt modelId="{9D607D07-E037-49AE-A9C6-9F33EE354FC3}">
      <dgm:prSet phldrT="[Text]" custT="1"/>
      <dgm:spPr/>
      <dgm:t>
        <a:bodyPr/>
        <a:lstStyle/>
        <a:p>
          <a:r>
            <a:rPr lang="en-US" sz="1800" b="0" i="0"/>
            <a:t>Through a virtual point to point connection users can access a private network remotely. </a:t>
          </a:r>
          <a:endParaRPr lang="en-US" sz="1800"/>
        </a:p>
      </dgm:t>
    </dgm:pt>
    <dgm:pt modelId="{A4B21522-E943-4849-9276-584ECE128831}" type="parTrans" cxnId="{2A8B1114-6815-4E1A-BDAA-B71657274029}">
      <dgm:prSet/>
      <dgm:spPr/>
      <dgm:t>
        <a:bodyPr/>
        <a:lstStyle/>
        <a:p>
          <a:endParaRPr lang="en-US" sz="1800"/>
        </a:p>
      </dgm:t>
    </dgm:pt>
    <dgm:pt modelId="{BD145EB2-46F3-46C9-9696-92C662D707C9}" type="sibTrans" cxnId="{2A8B1114-6815-4E1A-BDAA-B71657274029}">
      <dgm:prSet/>
      <dgm:spPr/>
      <dgm:t>
        <a:bodyPr/>
        <a:lstStyle/>
        <a:p>
          <a:endParaRPr lang="en-US" sz="1800"/>
        </a:p>
      </dgm:t>
    </dgm:pt>
    <dgm:pt modelId="{9BD8A736-3BA7-4A4D-9316-B2AB68824FFE}">
      <dgm:prSet phldrT="[Text]" custT="1"/>
      <dgm:spPr/>
      <dgm:t>
        <a:bodyPr/>
        <a:lstStyle/>
        <a:p>
          <a:r>
            <a:rPr lang="en-US" sz="1800" b="0" i="0"/>
            <a:t>VPN protects you from malicious sources by operating as a medium that gives you protected network connection. </a:t>
          </a:r>
          <a:endParaRPr lang="en-US" sz="1800"/>
        </a:p>
      </dgm:t>
    </dgm:pt>
    <dgm:pt modelId="{5EF9858F-9D91-4F56-AF6F-703B8DADACDB}" type="parTrans" cxnId="{40D099DB-3AA4-4F0A-9793-7BC12CC3EBC0}">
      <dgm:prSet/>
      <dgm:spPr/>
      <dgm:t>
        <a:bodyPr/>
        <a:lstStyle/>
        <a:p>
          <a:endParaRPr lang="en-US" sz="1800"/>
        </a:p>
      </dgm:t>
    </dgm:pt>
    <dgm:pt modelId="{9DCF2A0A-0076-4FF0-A448-6D12F49E580A}" type="sibTrans" cxnId="{40D099DB-3AA4-4F0A-9793-7BC12CC3EBC0}">
      <dgm:prSet/>
      <dgm:spPr/>
      <dgm:t>
        <a:bodyPr/>
        <a:lstStyle/>
        <a:p>
          <a:endParaRPr lang="en-US" sz="1800"/>
        </a:p>
      </dgm:t>
    </dgm:pt>
    <dgm:pt modelId="{D0A2B68A-4FCA-4C18-8349-C401ACC65273}" type="pres">
      <dgm:prSet presAssocID="{24B233A6-3EE3-466C-9719-D286D2D23648}" presName="linear" presStyleCnt="0">
        <dgm:presLayoutVars>
          <dgm:animLvl val="lvl"/>
          <dgm:resizeHandles val="exact"/>
        </dgm:presLayoutVars>
      </dgm:prSet>
      <dgm:spPr/>
    </dgm:pt>
    <dgm:pt modelId="{32D8014C-9F0D-4738-91A5-5826368566F2}" type="pres">
      <dgm:prSet presAssocID="{B12697E9-F091-40BF-891F-811DF16C5DC5}" presName="parentText" presStyleLbl="node1" presStyleIdx="0" presStyleCnt="3" custLinFactY="-4631" custLinFactNeighborX="-11014" custLinFactNeighborY="-100000">
        <dgm:presLayoutVars>
          <dgm:chMax val="0"/>
          <dgm:bulletEnabled val="1"/>
        </dgm:presLayoutVars>
      </dgm:prSet>
      <dgm:spPr/>
    </dgm:pt>
    <dgm:pt modelId="{E7AADF86-040E-4628-9952-625D00D367CF}" type="pres">
      <dgm:prSet presAssocID="{2C12C415-4C31-4940-B2C9-B4616178626F}" presName="spacer" presStyleCnt="0"/>
      <dgm:spPr/>
    </dgm:pt>
    <dgm:pt modelId="{9925A395-D2E9-4E67-94A1-186ABBE0CD28}" type="pres">
      <dgm:prSet presAssocID="{9D607D07-E037-49AE-A9C6-9F33EE354FC3}" presName="parentText" presStyleLbl="node1" presStyleIdx="1" presStyleCnt="3">
        <dgm:presLayoutVars>
          <dgm:chMax val="0"/>
          <dgm:bulletEnabled val="1"/>
        </dgm:presLayoutVars>
      </dgm:prSet>
      <dgm:spPr/>
    </dgm:pt>
    <dgm:pt modelId="{B892A51B-BCA0-4C4B-B967-B41492E97706}" type="pres">
      <dgm:prSet presAssocID="{BD145EB2-46F3-46C9-9696-92C662D707C9}" presName="spacer" presStyleCnt="0"/>
      <dgm:spPr/>
    </dgm:pt>
    <dgm:pt modelId="{5B2E0AA0-F8C4-47F9-80D4-D69A42470E16}" type="pres">
      <dgm:prSet presAssocID="{9BD8A736-3BA7-4A4D-9316-B2AB68824FFE}" presName="parentText" presStyleLbl="node1" presStyleIdx="2" presStyleCnt="3">
        <dgm:presLayoutVars>
          <dgm:chMax val="0"/>
          <dgm:bulletEnabled val="1"/>
        </dgm:presLayoutVars>
      </dgm:prSet>
      <dgm:spPr/>
    </dgm:pt>
  </dgm:ptLst>
  <dgm:cxnLst>
    <dgm:cxn modelId="{46687E05-CB6E-42ED-985A-935F51308AD2}" type="presOf" srcId="{24B233A6-3EE3-466C-9719-D286D2D23648}" destId="{D0A2B68A-4FCA-4C18-8349-C401ACC65273}" srcOrd="0" destOrd="0" presId="urn:microsoft.com/office/officeart/2005/8/layout/vList2"/>
    <dgm:cxn modelId="{236B9B12-81D7-4E22-A2A4-070F05940CBF}" type="presOf" srcId="{B12697E9-F091-40BF-891F-811DF16C5DC5}" destId="{32D8014C-9F0D-4738-91A5-5826368566F2}" srcOrd="0" destOrd="0" presId="urn:microsoft.com/office/officeart/2005/8/layout/vList2"/>
    <dgm:cxn modelId="{2A8B1114-6815-4E1A-BDAA-B71657274029}" srcId="{24B233A6-3EE3-466C-9719-D286D2D23648}" destId="{9D607D07-E037-49AE-A9C6-9F33EE354FC3}" srcOrd="1" destOrd="0" parTransId="{A4B21522-E943-4849-9276-584ECE128831}" sibTransId="{BD145EB2-46F3-46C9-9696-92C662D707C9}"/>
    <dgm:cxn modelId="{CFCFBF1B-231F-434A-A5B8-8CF3FD1FC381}" type="presOf" srcId="{9D607D07-E037-49AE-A9C6-9F33EE354FC3}" destId="{9925A395-D2E9-4E67-94A1-186ABBE0CD28}" srcOrd="0" destOrd="0" presId="urn:microsoft.com/office/officeart/2005/8/layout/vList2"/>
    <dgm:cxn modelId="{52C7F336-772F-47EF-97CA-BD32C5ED31EC}" type="presOf" srcId="{9BD8A736-3BA7-4A4D-9316-B2AB68824FFE}" destId="{5B2E0AA0-F8C4-47F9-80D4-D69A42470E16}" srcOrd="0" destOrd="0" presId="urn:microsoft.com/office/officeart/2005/8/layout/vList2"/>
    <dgm:cxn modelId="{6DCCFB46-591F-4A91-AC97-8A6FEB34FEAD}" srcId="{24B233A6-3EE3-466C-9719-D286D2D23648}" destId="{B12697E9-F091-40BF-891F-811DF16C5DC5}" srcOrd="0" destOrd="0" parTransId="{A42D6948-9A4F-48FE-9941-505D7CE4236A}" sibTransId="{2C12C415-4C31-4940-B2C9-B4616178626F}"/>
    <dgm:cxn modelId="{40D099DB-3AA4-4F0A-9793-7BC12CC3EBC0}" srcId="{24B233A6-3EE3-466C-9719-D286D2D23648}" destId="{9BD8A736-3BA7-4A4D-9316-B2AB68824FFE}" srcOrd="2" destOrd="0" parTransId="{5EF9858F-9D91-4F56-AF6F-703B8DADACDB}" sibTransId="{9DCF2A0A-0076-4FF0-A448-6D12F49E580A}"/>
    <dgm:cxn modelId="{C7BBE9F0-B336-4ABF-9C1F-316F4A4616EE}" type="presParOf" srcId="{D0A2B68A-4FCA-4C18-8349-C401ACC65273}" destId="{32D8014C-9F0D-4738-91A5-5826368566F2}" srcOrd="0" destOrd="0" presId="urn:microsoft.com/office/officeart/2005/8/layout/vList2"/>
    <dgm:cxn modelId="{F2BEB20B-AEA6-436A-8836-A9517BE1861B}" type="presParOf" srcId="{D0A2B68A-4FCA-4C18-8349-C401ACC65273}" destId="{E7AADF86-040E-4628-9952-625D00D367CF}" srcOrd="1" destOrd="0" presId="urn:microsoft.com/office/officeart/2005/8/layout/vList2"/>
    <dgm:cxn modelId="{F92DB621-9D00-47B9-8B2B-7A635A422C61}" type="presParOf" srcId="{D0A2B68A-4FCA-4C18-8349-C401ACC65273}" destId="{9925A395-D2E9-4E67-94A1-186ABBE0CD28}" srcOrd="2" destOrd="0" presId="urn:microsoft.com/office/officeart/2005/8/layout/vList2"/>
    <dgm:cxn modelId="{7DD88EE6-1E0D-4673-A474-33CCA7894827}" type="presParOf" srcId="{D0A2B68A-4FCA-4C18-8349-C401ACC65273}" destId="{B892A51B-BCA0-4C4B-B967-B41492E97706}" srcOrd="3" destOrd="0" presId="urn:microsoft.com/office/officeart/2005/8/layout/vList2"/>
    <dgm:cxn modelId="{5D928E61-9253-4871-A2DD-26A770C47F6A}" type="presParOf" srcId="{D0A2B68A-4FCA-4C18-8349-C401ACC65273}" destId="{5B2E0AA0-F8C4-47F9-80D4-D69A42470E16}"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4B233A6-3EE3-466C-9719-D286D2D2364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12697E9-F091-40BF-891F-811DF16C5DC5}">
      <dgm:prSet phldrT="[Text]" custT="1"/>
      <dgm:spPr/>
      <dgm:t>
        <a:bodyPr/>
        <a:lstStyle/>
        <a:p>
          <a:r>
            <a:rPr lang="en-US" sz="1600" b="1" i="0"/>
            <a:t>Transmission Control Protocol/Internet Protocol (TCP/IP):</a:t>
          </a:r>
          <a:r>
            <a:rPr lang="en-US" sz="1600" b="0" i="0"/>
            <a:t> </a:t>
          </a:r>
          <a:endParaRPr lang="en-US" sz="1600"/>
        </a:p>
      </dgm:t>
    </dgm:pt>
    <dgm:pt modelId="{A42D6948-9A4F-48FE-9941-505D7CE4236A}" type="parTrans" cxnId="{6DCCFB46-591F-4A91-AC97-8A6FEB34FEAD}">
      <dgm:prSet/>
      <dgm:spPr/>
      <dgm:t>
        <a:bodyPr/>
        <a:lstStyle/>
        <a:p>
          <a:endParaRPr lang="en-US" sz="1600"/>
        </a:p>
      </dgm:t>
    </dgm:pt>
    <dgm:pt modelId="{2C12C415-4C31-4940-B2C9-B4616178626F}" type="sibTrans" cxnId="{6DCCFB46-591F-4A91-AC97-8A6FEB34FEAD}">
      <dgm:prSet/>
      <dgm:spPr/>
      <dgm:t>
        <a:bodyPr/>
        <a:lstStyle/>
        <a:p>
          <a:endParaRPr lang="en-US" sz="1600"/>
        </a:p>
      </dgm:t>
    </dgm:pt>
    <dgm:pt modelId="{3BE6B67F-64FC-4054-BFBD-39851081E61B}">
      <dgm:prSet custT="1"/>
      <dgm:spPr/>
      <dgm:t>
        <a:bodyPr/>
        <a:lstStyle/>
        <a:p>
          <a:pPr>
            <a:buFont typeface="Arial" panose="020B0604020202020204" pitchFamily="34" charset="0"/>
            <a:buChar char="•"/>
          </a:pPr>
          <a:r>
            <a:rPr lang="en-US" sz="1600" b="1" i="0"/>
            <a:t>Hypertext Transfer Protocol (HTTP) and HTTPS:</a:t>
          </a:r>
          <a:r>
            <a:rPr lang="en-US" sz="1600" b="0" i="0"/>
            <a:t> </a:t>
          </a:r>
        </a:p>
      </dgm:t>
    </dgm:pt>
    <dgm:pt modelId="{518C31B7-64F2-4B49-935F-06D00107260E}" type="parTrans" cxnId="{36D4EB08-819E-4C5D-8604-A9E79EC12CD7}">
      <dgm:prSet/>
      <dgm:spPr/>
      <dgm:t>
        <a:bodyPr/>
        <a:lstStyle/>
        <a:p>
          <a:endParaRPr lang="en-US" sz="1600"/>
        </a:p>
      </dgm:t>
    </dgm:pt>
    <dgm:pt modelId="{D15CAB7B-AEB1-4126-AF16-FB2163AACBBC}" type="sibTrans" cxnId="{36D4EB08-819E-4C5D-8604-A9E79EC12CD7}">
      <dgm:prSet/>
      <dgm:spPr/>
      <dgm:t>
        <a:bodyPr/>
        <a:lstStyle/>
        <a:p>
          <a:endParaRPr lang="en-US" sz="1600"/>
        </a:p>
      </dgm:t>
    </dgm:pt>
    <dgm:pt modelId="{EC84F6F0-8959-45AD-A97C-7CA5ABA2CF8C}">
      <dgm:prSet custT="1"/>
      <dgm:spPr/>
      <dgm:t>
        <a:bodyPr/>
        <a:lstStyle/>
        <a:p>
          <a:pPr>
            <a:buFont typeface="Arial" panose="020B0604020202020204" pitchFamily="34" charset="0"/>
            <a:buChar char="•"/>
          </a:pPr>
          <a:r>
            <a:rPr lang="en-US" sz="1600" b="1" i="0"/>
            <a:t>Simple Mail Transfer Protocol (SMTP):</a:t>
          </a:r>
          <a:r>
            <a:rPr lang="en-US" sz="1600" b="0" i="0"/>
            <a:t> </a:t>
          </a:r>
        </a:p>
      </dgm:t>
    </dgm:pt>
    <dgm:pt modelId="{05518B8D-C7CF-4E8B-B162-CEC62F22B5AE}" type="parTrans" cxnId="{F42FA1F5-11FB-4193-BF90-0925D11776D2}">
      <dgm:prSet/>
      <dgm:spPr/>
      <dgm:t>
        <a:bodyPr/>
        <a:lstStyle/>
        <a:p>
          <a:endParaRPr lang="en-US" sz="1600"/>
        </a:p>
      </dgm:t>
    </dgm:pt>
    <dgm:pt modelId="{CDDD0524-4951-4D91-8708-6EA525CC348E}" type="sibTrans" cxnId="{F42FA1F5-11FB-4193-BF90-0925D11776D2}">
      <dgm:prSet/>
      <dgm:spPr/>
      <dgm:t>
        <a:bodyPr/>
        <a:lstStyle/>
        <a:p>
          <a:endParaRPr lang="en-US" sz="1600"/>
        </a:p>
      </dgm:t>
    </dgm:pt>
    <dgm:pt modelId="{D94A648E-FE08-480E-A135-F857E0624D26}">
      <dgm:prSet custT="1"/>
      <dgm:spPr/>
      <dgm:t>
        <a:bodyPr/>
        <a:lstStyle/>
        <a:p>
          <a:pPr>
            <a:buFont typeface="Arial" panose="020B0604020202020204" pitchFamily="34" charset="0"/>
            <a:buChar char="•"/>
          </a:pPr>
          <a:r>
            <a:rPr lang="en-US" sz="1600" b="1" i="0"/>
            <a:t>File Transfer Protocol (FTP):</a:t>
          </a:r>
          <a:r>
            <a:rPr lang="en-US" sz="1600" b="0" i="0"/>
            <a:t> </a:t>
          </a:r>
        </a:p>
      </dgm:t>
    </dgm:pt>
    <dgm:pt modelId="{703D6A8E-69A1-4813-A293-59FF19DE7595}" type="parTrans" cxnId="{4A422AA4-4535-4C1D-AAB8-34AEA786E716}">
      <dgm:prSet/>
      <dgm:spPr/>
      <dgm:t>
        <a:bodyPr/>
        <a:lstStyle/>
        <a:p>
          <a:endParaRPr lang="en-US" sz="1600"/>
        </a:p>
      </dgm:t>
    </dgm:pt>
    <dgm:pt modelId="{352D27A8-5977-45ED-800E-FBFD2AD759DA}" type="sibTrans" cxnId="{4A422AA4-4535-4C1D-AAB8-34AEA786E716}">
      <dgm:prSet/>
      <dgm:spPr/>
      <dgm:t>
        <a:bodyPr/>
        <a:lstStyle/>
        <a:p>
          <a:endParaRPr lang="en-US" sz="1600"/>
        </a:p>
      </dgm:t>
    </dgm:pt>
    <dgm:pt modelId="{26A11DE1-B509-450B-8AF6-17DB67263F0E}">
      <dgm:prSet phldrT="[Text]" custT="1"/>
      <dgm:spPr/>
      <dgm:t>
        <a:bodyPr/>
        <a:lstStyle/>
        <a:p>
          <a:r>
            <a:rPr lang="en-US" sz="1600" b="0" i="0"/>
            <a:t>TCP/IP is the foundational protocol suite of the internet, enabling reliable communication. It ensures data is delivered reliably and in order and IP routes data packets to their destination based on IP addresses.</a:t>
          </a:r>
          <a:endParaRPr lang="en-US" sz="1600"/>
        </a:p>
      </dgm:t>
    </dgm:pt>
    <dgm:pt modelId="{0612F177-F984-4CC8-93C4-DFA906D05634}" type="parTrans" cxnId="{612962E9-A195-43AE-A014-291BAF69DF8B}">
      <dgm:prSet/>
      <dgm:spPr/>
      <dgm:t>
        <a:bodyPr/>
        <a:lstStyle/>
        <a:p>
          <a:endParaRPr lang="en-US" sz="1600"/>
        </a:p>
      </dgm:t>
    </dgm:pt>
    <dgm:pt modelId="{56B340E0-377F-4EA8-9855-247F7F523054}" type="sibTrans" cxnId="{612962E9-A195-43AE-A014-291BAF69DF8B}">
      <dgm:prSet/>
      <dgm:spPr/>
      <dgm:t>
        <a:bodyPr/>
        <a:lstStyle/>
        <a:p>
          <a:endParaRPr lang="en-US" sz="1600"/>
        </a:p>
      </dgm:t>
    </dgm:pt>
    <dgm:pt modelId="{7384F955-F45D-43BB-AEFC-6467111EF3EE}">
      <dgm:prSet custT="1"/>
      <dgm:spPr/>
      <dgm:t>
        <a:bodyPr/>
        <a:lstStyle/>
        <a:p>
          <a:pPr>
            <a:buFont typeface="Arial" panose="020B0604020202020204" pitchFamily="34" charset="0"/>
            <a:buChar char="•"/>
          </a:pPr>
          <a:r>
            <a:rPr lang="en-US" sz="1600" b="0" i="0"/>
            <a:t>HTTP and HTTPS protocols used for transmitting web pages.</a:t>
          </a:r>
          <a:r>
            <a:rPr lang="en-US" sz="1600" b="1" i="0"/>
            <a:t> In HTTP</a:t>
          </a:r>
          <a:r>
            <a:rPr lang="en-US" sz="1600" b="0" i="0"/>
            <a:t> communication is unsecured and in</a:t>
          </a:r>
          <a:r>
            <a:rPr lang="en-US" sz="1600" b="1" i="0"/>
            <a:t> HTTPS</a:t>
          </a:r>
          <a:r>
            <a:rPr lang="en-US" sz="1600" b="0" i="0"/>
            <a:t> secured communication using SSL/TLS encryption.</a:t>
          </a:r>
        </a:p>
      </dgm:t>
    </dgm:pt>
    <dgm:pt modelId="{5CB4C391-867A-409E-9892-9AD8662BE587}" type="parTrans" cxnId="{09D49A85-B2C5-4786-AE1C-A63D474B4E52}">
      <dgm:prSet/>
      <dgm:spPr/>
      <dgm:t>
        <a:bodyPr/>
        <a:lstStyle/>
        <a:p>
          <a:endParaRPr lang="en-US" sz="1600"/>
        </a:p>
      </dgm:t>
    </dgm:pt>
    <dgm:pt modelId="{F8B68505-95E8-4348-9F9B-C6FA86325336}" type="sibTrans" cxnId="{09D49A85-B2C5-4786-AE1C-A63D474B4E52}">
      <dgm:prSet/>
      <dgm:spPr/>
      <dgm:t>
        <a:bodyPr/>
        <a:lstStyle/>
        <a:p>
          <a:endParaRPr lang="en-US" sz="1600"/>
        </a:p>
      </dgm:t>
    </dgm:pt>
    <dgm:pt modelId="{DFB3583B-6014-4B2C-A804-18241C566D68}">
      <dgm:prSet custT="1"/>
      <dgm:spPr/>
      <dgm:t>
        <a:bodyPr/>
        <a:lstStyle/>
        <a:p>
          <a:pPr>
            <a:buFont typeface="Arial" panose="020B0604020202020204" pitchFamily="34" charset="0"/>
            <a:buChar char="•"/>
          </a:pPr>
          <a:r>
            <a:rPr lang="en-US" sz="1600" b="0" i="0"/>
            <a:t>SMTP protocol is used to send email. SMTP protocol works with other protocols like POP3 and IMAP for email retrieval.</a:t>
          </a:r>
        </a:p>
      </dgm:t>
    </dgm:pt>
    <dgm:pt modelId="{FD08B527-319E-4A6F-B9C3-88E0A834D0BD}" type="parTrans" cxnId="{715202CC-9E80-4660-BAD6-53E91DBB53A5}">
      <dgm:prSet/>
      <dgm:spPr/>
      <dgm:t>
        <a:bodyPr/>
        <a:lstStyle/>
        <a:p>
          <a:endParaRPr lang="en-US" sz="1600"/>
        </a:p>
      </dgm:t>
    </dgm:pt>
    <dgm:pt modelId="{95C2FDF9-1E4E-42FF-9B4A-E7714373796C}" type="sibTrans" cxnId="{715202CC-9E80-4660-BAD6-53E91DBB53A5}">
      <dgm:prSet/>
      <dgm:spPr/>
      <dgm:t>
        <a:bodyPr/>
        <a:lstStyle/>
        <a:p>
          <a:endParaRPr lang="en-US" sz="1600"/>
        </a:p>
      </dgm:t>
    </dgm:pt>
    <dgm:pt modelId="{7CA224D9-2CC0-47E4-ABA3-CE76E9549057}">
      <dgm:prSet custT="1"/>
      <dgm:spPr/>
      <dgm:t>
        <a:bodyPr/>
        <a:lstStyle/>
        <a:p>
          <a:pPr>
            <a:buFont typeface="Arial" panose="020B0604020202020204" pitchFamily="34" charset="0"/>
            <a:buChar char="•"/>
          </a:pPr>
          <a:r>
            <a:rPr lang="en-US" sz="1600" b="0" i="0"/>
            <a:t>FTP protocol used for transferring files between computers. Includes commands for uploading, downloading, and managing files on a remote server.</a:t>
          </a:r>
        </a:p>
      </dgm:t>
    </dgm:pt>
    <dgm:pt modelId="{26981841-EB60-43AA-9CEB-B11DE4E174A9}" type="parTrans" cxnId="{37F6FD46-E1A1-44A6-A8C6-F3CB4E2A253C}">
      <dgm:prSet/>
      <dgm:spPr/>
      <dgm:t>
        <a:bodyPr/>
        <a:lstStyle/>
        <a:p>
          <a:endParaRPr lang="en-US" sz="1600"/>
        </a:p>
      </dgm:t>
    </dgm:pt>
    <dgm:pt modelId="{C2104FF8-69B3-46A1-983C-A68A8172500D}" type="sibTrans" cxnId="{37F6FD46-E1A1-44A6-A8C6-F3CB4E2A253C}">
      <dgm:prSet/>
      <dgm:spPr/>
      <dgm:t>
        <a:bodyPr/>
        <a:lstStyle/>
        <a:p>
          <a:endParaRPr lang="en-US" sz="1600"/>
        </a:p>
      </dgm:t>
    </dgm:pt>
    <dgm:pt modelId="{D0A2B68A-4FCA-4C18-8349-C401ACC65273}" type="pres">
      <dgm:prSet presAssocID="{24B233A6-3EE3-466C-9719-D286D2D23648}" presName="linear" presStyleCnt="0">
        <dgm:presLayoutVars>
          <dgm:animLvl val="lvl"/>
          <dgm:resizeHandles val="exact"/>
        </dgm:presLayoutVars>
      </dgm:prSet>
      <dgm:spPr/>
    </dgm:pt>
    <dgm:pt modelId="{32D8014C-9F0D-4738-91A5-5826368566F2}" type="pres">
      <dgm:prSet presAssocID="{B12697E9-F091-40BF-891F-811DF16C5DC5}" presName="parentText" presStyleLbl="node1" presStyleIdx="0" presStyleCnt="4" custLinFactNeighborX="-3000" custLinFactNeighborY="-8233">
        <dgm:presLayoutVars>
          <dgm:chMax val="0"/>
          <dgm:bulletEnabled val="1"/>
        </dgm:presLayoutVars>
      </dgm:prSet>
      <dgm:spPr/>
    </dgm:pt>
    <dgm:pt modelId="{4972E72F-7EB3-4BC5-8B4F-9B04EE5BB9F9}" type="pres">
      <dgm:prSet presAssocID="{B12697E9-F091-40BF-891F-811DF16C5DC5}" presName="childText" presStyleLbl="revTx" presStyleIdx="0" presStyleCnt="4">
        <dgm:presLayoutVars>
          <dgm:bulletEnabled val="1"/>
        </dgm:presLayoutVars>
      </dgm:prSet>
      <dgm:spPr/>
    </dgm:pt>
    <dgm:pt modelId="{21817B0A-63E3-4401-83C7-4F78FDC63255}" type="pres">
      <dgm:prSet presAssocID="{3BE6B67F-64FC-4054-BFBD-39851081E61B}" presName="parentText" presStyleLbl="node1" presStyleIdx="1" presStyleCnt="4">
        <dgm:presLayoutVars>
          <dgm:chMax val="0"/>
          <dgm:bulletEnabled val="1"/>
        </dgm:presLayoutVars>
      </dgm:prSet>
      <dgm:spPr/>
    </dgm:pt>
    <dgm:pt modelId="{6C47C13F-C23F-489C-9A81-9207C8B6ADE7}" type="pres">
      <dgm:prSet presAssocID="{3BE6B67F-64FC-4054-BFBD-39851081E61B}" presName="childText" presStyleLbl="revTx" presStyleIdx="1" presStyleCnt="4">
        <dgm:presLayoutVars>
          <dgm:bulletEnabled val="1"/>
        </dgm:presLayoutVars>
      </dgm:prSet>
      <dgm:spPr/>
    </dgm:pt>
    <dgm:pt modelId="{0AEADAE0-D6E7-48AA-B44C-67C31DE7F81C}" type="pres">
      <dgm:prSet presAssocID="{EC84F6F0-8959-45AD-A97C-7CA5ABA2CF8C}" presName="parentText" presStyleLbl="node1" presStyleIdx="2" presStyleCnt="4">
        <dgm:presLayoutVars>
          <dgm:chMax val="0"/>
          <dgm:bulletEnabled val="1"/>
        </dgm:presLayoutVars>
      </dgm:prSet>
      <dgm:spPr/>
    </dgm:pt>
    <dgm:pt modelId="{CA9B7466-AC4B-4365-B028-27F9DA0A1DED}" type="pres">
      <dgm:prSet presAssocID="{EC84F6F0-8959-45AD-A97C-7CA5ABA2CF8C}" presName="childText" presStyleLbl="revTx" presStyleIdx="2" presStyleCnt="4">
        <dgm:presLayoutVars>
          <dgm:bulletEnabled val="1"/>
        </dgm:presLayoutVars>
      </dgm:prSet>
      <dgm:spPr/>
    </dgm:pt>
    <dgm:pt modelId="{46E582F2-A5CE-43DD-87B0-B1A4F4120E4D}" type="pres">
      <dgm:prSet presAssocID="{D94A648E-FE08-480E-A135-F857E0624D26}" presName="parentText" presStyleLbl="node1" presStyleIdx="3" presStyleCnt="4">
        <dgm:presLayoutVars>
          <dgm:chMax val="0"/>
          <dgm:bulletEnabled val="1"/>
        </dgm:presLayoutVars>
      </dgm:prSet>
      <dgm:spPr/>
    </dgm:pt>
    <dgm:pt modelId="{973D6A87-6B2B-42E1-B499-A21494D5E416}" type="pres">
      <dgm:prSet presAssocID="{D94A648E-FE08-480E-A135-F857E0624D26}" presName="childText" presStyleLbl="revTx" presStyleIdx="3" presStyleCnt="4">
        <dgm:presLayoutVars>
          <dgm:bulletEnabled val="1"/>
        </dgm:presLayoutVars>
      </dgm:prSet>
      <dgm:spPr/>
    </dgm:pt>
  </dgm:ptLst>
  <dgm:cxnLst>
    <dgm:cxn modelId="{46687E05-CB6E-42ED-985A-935F51308AD2}" type="presOf" srcId="{24B233A6-3EE3-466C-9719-D286D2D23648}" destId="{D0A2B68A-4FCA-4C18-8349-C401ACC65273}" srcOrd="0" destOrd="0" presId="urn:microsoft.com/office/officeart/2005/8/layout/vList2"/>
    <dgm:cxn modelId="{36D4EB08-819E-4C5D-8604-A9E79EC12CD7}" srcId="{24B233A6-3EE3-466C-9719-D286D2D23648}" destId="{3BE6B67F-64FC-4054-BFBD-39851081E61B}" srcOrd="1" destOrd="0" parTransId="{518C31B7-64F2-4B49-935F-06D00107260E}" sibTransId="{D15CAB7B-AEB1-4126-AF16-FB2163AACBBC}"/>
    <dgm:cxn modelId="{236B9B12-81D7-4E22-A2A4-070F05940CBF}" type="presOf" srcId="{B12697E9-F091-40BF-891F-811DF16C5DC5}" destId="{32D8014C-9F0D-4738-91A5-5826368566F2}" srcOrd="0" destOrd="0" presId="urn:microsoft.com/office/officeart/2005/8/layout/vList2"/>
    <dgm:cxn modelId="{A3917B33-AD27-4F63-8B42-8BCD2BA04133}" type="presOf" srcId="{D94A648E-FE08-480E-A135-F857E0624D26}" destId="{46E582F2-A5CE-43DD-87B0-B1A4F4120E4D}" srcOrd="0" destOrd="0" presId="urn:microsoft.com/office/officeart/2005/8/layout/vList2"/>
    <dgm:cxn modelId="{6DCCFB46-591F-4A91-AC97-8A6FEB34FEAD}" srcId="{24B233A6-3EE3-466C-9719-D286D2D23648}" destId="{B12697E9-F091-40BF-891F-811DF16C5DC5}" srcOrd="0" destOrd="0" parTransId="{A42D6948-9A4F-48FE-9941-505D7CE4236A}" sibTransId="{2C12C415-4C31-4940-B2C9-B4616178626F}"/>
    <dgm:cxn modelId="{37F6FD46-E1A1-44A6-A8C6-F3CB4E2A253C}" srcId="{D94A648E-FE08-480E-A135-F857E0624D26}" destId="{7CA224D9-2CC0-47E4-ABA3-CE76E9549057}" srcOrd="0" destOrd="0" parTransId="{26981841-EB60-43AA-9CEB-B11DE4E174A9}" sibTransId="{C2104FF8-69B3-46A1-983C-A68A8172500D}"/>
    <dgm:cxn modelId="{BD78686A-A7DE-42B7-9315-9A31355E4954}" type="presOf" srcId="{7384F955-F45D-43BB-AEFC-6467111EF3EE}" destId="{6C47C13F-C23F-489C-9A81-9207C8B6ADE7}" srcOrd="0" destOrd="0" presId="urn:microsoft.com/office/officeart/2005/8/layout/vList2"/>
    <dgm:cxn modelId="{AE606451-390C-4519-A645-F64DA86EEC7C}" type="presOf" srcId="{DFB3583B-6014-4B2C-A804-18241C566D68}" destId="{CA9B7466-AC4B-4365-B028-27F9DA0A1DED}" srcOrd="0" destOrd="0" presId="urn:microsoft.com/office/officeart/2005/8/layout/vList2"/>
    <dgm:cxn modelId="{4D616F56-4E36-481A-9DA8-E592E5656E8A}" type="presOf" srcId="{7CA224D9-2CC0-47E4-ABA3-CE76E9549057}" destId="{973D6A87-6B2B-42E1-B499-A21494D5E416}" srcOrd="0" destOrd="0" presId="urn:microsoft.com/office/officeart/2005/8/layout/vList2"/>
    <dgm:cxn modelId="{B18C8882-9260-4B5A-9AE8-D6334D6DAA7C}" type="presOf" srcId="{3BE6B67F-64FC-4054-BFBD-39851081E61B}" destId="{21817B0A-63E3-4401-83C7-4F78FDC63255}" srcOrd="0" destOrd="0" presId="urn:microsoft.com/office/officeart/2005/8/layout/vList2"/>
    <dgm:cxn modelId="{09D49A85-B2C5-4786-AE1C-A63D474B4E52}" srcId="{3BE6B67F-64FC-4054-BFBD-39851081E61B}" destId="{7384F955-F45D-43BB-AEFC-6467111EF3EE}" srcOrd="0" destOrd="0" parTransId="{5CB4C391-867A-409E-9892-9AD8662BE587}" sibTransId="{F8B68505-95E8-4348-9F9B-C6FA86325336}"/>
    <dgm:cxn modelId="{4A422AA4-4535-4C1D-AAB8-34AEA786E716}" srcId="{24B233A6-3EE3-466C-9719-D286D2D23648}" destId="{D94A648E-FE08-480E-A135-F857E0624D26}" srcOrd="3" destOrd="0" parTransId="{703D6A8E-69A1-4813-A293-59FF19DE7595}" sibTransId="{352D27A8-5977-45ED-800E-FBFD2AD759DA}"/>
    <dgm:cxn modelId="{A215BBC0-9F8A-4536-B1C8-E7BD80F549EF}" type="presOf" srcId="{26A11DE1-B509-450B-8AF6-17DB67263F0E}" destId="{4972E72F-7EB3-4BC5-8B4F-9B04EE5BB9F9}" srcOrd="0" destOrd="0" presId="urn:microsoft.com/office/officeart/2005/8/layout/vList2"/>
    <dgm:cxn modelId="{715202CC-9E80-4660-BAD6-53E91DBB53A5}" srcId="{EC84F6F0-8959-45AD-A97C-7CA5ABA2CF8C}" destId="{DFB3583B-6014-4B2C-A804-18241C566D68}" srcOrd="0" destOrd="0" parTransId="{FD08B527-319E-4A6F-B9C3-88E0A834D0BD}" sibTransId="{95C2FDF9-1E4E-42FF-9B4A-E7714373796C}"/>
    <dgm:cxn modelId="{612962E9-A195-43AE-A014-291BAF69DF8B}" srcId="{B12697E9-F091-40BF-891F-811DF16C5DC5}" destId="{26A11DE1-B509-450B-8AF6-17DB67263F0E}" srcOrd="0" destOrd="0" parTransId="{0612F177-F984-4CC8-93C4-DFA906D05634}" sibTransId="{56B340E0-377F-4EA8-9855-247F7F523054}"/>
    <dgm:cxn modelId="{F42FA1F5-11FB-4193-BF90-0925D11776D2}" srcId="{24B233A6-3EE3-466C-9719-D286D2D23648}" destId="{EC84F6F0-8959-45AD-A97C-7CA5ABA2CF8C}" srcOrd="2" destOrd="0" parTransId="{05518B8D-C7CF-4E8B-B162-CEC62F22B5AE}" sibTransId="{CDDD0524-4951-4D91-8708-6EA525CC348E}"/>
    <dgm:cxn modelId="{FCF66BFF-6A36-4141-A3CB-1B1F26FCC431}" type="presOf" srcId="{EC84F6F0-8959-45AD-A97C-7CA5ABA2CF8C}" destId="{0AEADAE0-D6E7-48AA-B44C-67C31DE7F81C}" srcOrd="0" destOrd="0" presId="urn:microsoft.com/office/officeart/2005/8/layout/vList2"/>
    <dgm:cxn modelId="{C7BBE9F0-B336-4ABF-9C1F-316F4A4616EE}" type="presParOf" srcId="{D0A2B68A-4FCA-4C18-8349-C401ACC65273}" destId="{32D8014C-9F0D-4738-91A5-5826368566F2}" srcOrd="0" destOrd="0" presId="urn:microsoft.com/office/officeart/2005/8/layout/vList2"/>
    <dgm:cxn modelId="{80E7D0B5-5481-4B93-A6FA-C87DEA3989E1}" type="presParOf" srcId="{D0A2B68A-4FCA-4C18-8349-C401ACC65273}" destId="{4972E72F-7EB3-4BC5-8B4F-9B04EE5BB9F9}" srcOrd="1" destOrd="0" presId="urn:microsoft.com/office/officeart/2005/8/layout/vList2"/>
    <dgm:cxn modelId="{DA530D43-4F57-41E4-AAD0-230DC8E3F4DE}" type="presParOf" srcId="{D0A2B68A-4FCA-4C18-8349-C401ACC65273}" destId="{21817B0A-63E3-4401-83C7-4F78FDC63255}" srcOrd="2" destOrd="0" presId="urn:microsoft.com/office/officeart/2005/8/layout/vList2"/>
    <dgm:cxn modelId="{F181F701-054B-49A4-B722-1CFA623FD146}" type="presParOf" srcId="{D0A2B68A-4FCA-4C18-8349-C401ACC65273}" destId="{6C47C13F-C23F-489C-9A81-9207C8B6ADE7}" srcOrd="3" destOrd="0" presId="urn:microsoft.com/office/officeart/2005/8/layout/vList2"/>
    <dgm:cxn modelId="{BB90F1A7-6D1F-43EA-9D93-C4B1FE3754AA}" type="presParOf" srcId="{D0A2B68A-4FCA-4C18-8349-C401ACC65273}" destId="{0AEADAE0-D6E7-48AA-B44C-67C31DE7F81C}" srcOrd="4" destOrd="0" presId="urn:microsoft.com/office/officeart/2005/8/layout/vList2"/>
    <dgm:cxn modelId="{BB4A137F-B41C-4B5D-AE96-4EE632B193E1}" type="presParOf" srcId="{D0A2B68A-4FCA-4C18-8349-C401ACC65273}" destId="{CA9B7466-AC4B-4365-B028-27F9DA0A1DED}" srcOrd="5" destOrd="0" presId="urn:microsoft.com/office/officeart/2005/8/layout/vList2"/>
    <dgm:cxn modelId="{C19EF82C-55F8-40D0-AB64-7D6B7E620772}" type="presParOf" srcId="{D0A2B68A-4FCA-4C18-8349-C401ACC65273}" destId="{46E582F2-A5CE-43DD-87B0-B1A4F4120E4D}" srcOrd="6" destOrd="0" presId="urn:microsoft.com/office/officeart/2005/8/layout/vList2"/>
    <dgm:cxn modelId="{CA91EA21-5584-49E2-906E-656626784DAC}" type="presParOf" srcId="{D0A2B68A-4FCA-4C18-8349-C401ACC65273}" destId="{973D6A87-6B2B-42E1-B499-A21494D5E416}"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16463016-61CF-4C30-A777-8D923E0F434E}" type="doc">
      <dgm:prSet loTypeId="urn:microsoft.com/office/officeart/2005/8/layout/equation1" loCatId="relationship" qsTypeId="urn:microsoft.com/office/officeart/2005/8/quickstyle/simple1" qsCatId="simple" csTypeId="urn:microsoft.com/office/officeart/2005/8/colors/accent1_2" csCatId="accent1" phldr="1"/>
      <dgm:spPr/>
      <dgm:t>
        <a:bodyPr/>
        <a:lstStyle/>
        <a:p>
          <a:endParaRPr lang="en-US"/>
        </a:p>
      </dgm:t>
    </dgm:pt>
    <dgm:pt modelId="{1294C51E-028A-48F0-BD8F-6214DDD731B2}">
      <dgm:prSet phldrT="[Text]"/>
      <dgm:spPr/>
      <dgm:t>
        <a:bodyPr/>
        <a:lstStyle/>
        <a:p>
          <a:r>
            <a:rPr lang="en-US"/>
            <a:t>Internet</a:t>
          </a:r>
        </a:p>
      </dgm:t>
    </dgm:pt>
    <dgm:pt modelId="{E5C98818-70B9-48BE-969C-212D5C7C01BE}" type="parTrans" cxnId="{680BE9BA-075F-4081-BDE3-FBC6FEDB8E0B}">
      <dgm:prSet/>
      <dgm:spPr/>
      <dgm:t>
        <a:bodyPr/>
        <a:lstStyle/>
        <a:p>
          <a:endParaRPr lang="en-US"/>
        </a:p>
      </dgm:t>
    </dgm:pt>
    <dgm:pt modelId="{D5935E5D-9B86-4629-818B-4370B4A155AE}" type="sibTrans" cxnId="{680BE9BA-075F-4081-BDE3-FBC6FEDB8E0B}">
      <dgm:prSet/>
      <dgm:spPr/>
      <dgm:t>
        <a:bodyPr/>
        <a:lstStyle/>
        <a:p>
          <a:endParaRPr lang="en-US"/>
        </a:p>
      </dgm:t>
    </dgm:pt>
    <dgm:pt modelId="{FEA8C5B7-6C63-4079-A7CB-AB5120718591}">
      <dgm:prSet phldrT="[Text]"/>
      <dgm:spPr/>
      <dgm:t>
        <a:bodyPr/>
        <a:lstStyle/>
        <a:p>
          <a:r>
            <a:rPr lang="en-US"/>
            <a:t>internet</a:t>
          </a:r>
        </a:p>
      </dgm:t>
    </dgm:pt>
    <dgm:pt modelId="{E96BE92C-D637-4112-AC68-5AD31E49288C}" type="parTrans" cxnId="{0D93D34C-278F-483A-8F86-80B3A95D61D3}">
      <dgm:prSet/>
      <dgm:spPr/>
      <dgm:t>
        <a:bodyPr/>
        <a:lstStyle/>
        <a:p>
          <a:endParaRPr lang="en-US"/>
        </a:p>
      </dgm:t>
    </dgm:pt>
    <dgm:pt modelId="{F4717681-887A-408B-A2F9-F68C9712EAC0}" type="sibTrans" cxnId="{0D93D34C-278F-483A-8F86-80B3A95D61D3}">
      <dgm:prSet/>
      <dgm:spPr/>
      <dgm:t>
        <a:bodyPr/>
        <a:lstStyle/>
        <a:p>
          <a:endParaRPr lang="en-US"/>
        </a:p>
      </dgm:t>
    </dgm:pt>
    <dgm:pt modelId="{D824615E-072D-4996-BCB4-287AE24E8882}" type="pres">
      <dgm:prSet presAssocID="{16463016-61CF-4C30-A777-8D923E0F434E}" presName="linearFlow" presStyleCnt="0">
        <dgm:presLayoutVars>
          <dgm:dir/>
          <dgm:resizeHandles val="exact"/>
        </dgm:presLayoutVars>
      </dgm:prSet>
      <dgm:spPr/>
    </dgm:pt>
    <dgm:pt modelId="{82903D65-2307-4628-9011-B23354E38AB3}" type="pres">
      <dgm:prSet presAssocID="{1294C51E-028A-48F0-BD8F-6214DDD731B2}" presName="node" presStyleLbl="node1" presStyleIdx="0" presStyleCnt="2">
        <dgm:presLayoutVars>
          <dgm:bulletEnabled val="1"/>
        </dgm:presLayoutVars>
      </dgm:prSet>
      <dgm:spPr/>
    </dgm:pt>
    <dgm:pt modelId="{56E5C413-02CE-4EDE-B61B-03DBB0755E94}" type="pres">
      <dgm:prSet presAssocID="{D5935E5D-9B86-4629-818B-4370B4A155AE}" presName="spacerL" presStyleCnt="0"/>
      <dgm:spPr/>
    </dgm:pt>
    <dgm:pt modelId="{1558AB88-044A-4FF4-B06B-E33E9F7B7C92}" type="pres">
      <dgm:prSet presAssocID="{D5935E5D-9B86-4629-818B-4370B4A155AE}" presName="sibTrans" presStyleLbl="sibTrans2D1" presStyleIdx="0" presStyleCnt="1"/>
      <dgm:spPr/>
    </dgm:pt>
    <dgm:pt modelId="{5129F91A-63E5-470C-822B-C9B8AB62BD63}" type="pres">
      <dgm:prSet presAssocID="{D5935E5D-9B86-4629-818B-4370B4A155AE}" presName="spacerR" presStyleCnt="0"/>
      <dgm:spPr/>
    </dgm:pt>
    <dgm:pt modelId="{953C8258-3946-4E5D-AE00-17D62986A078}" type="pres">
      <dgm:prSet presAssocID="{FEA8C5B7-6C63-4079-A7CB-AB5120718591}" presName="node" presStyleLbl="node1" presStyleIdx="1" presStyleCnt="2">
        <dgm:presLayoutVars>
          <dgm:bulletEnabled val="1"/>
        </dgm:presLayoutVars>
      </dgm:prSet>
      <dgm:spPr/>
    </dgm:pt>
  </dgm:ptLst>
  <dgm:cxnLst>
    <dgm:cxn modelId="{1A801F60-0895-4960-8EDC-DCEC011A1E3F}" type="presOf" srcId="{16463016-61CF-4C30-A777-8D923E0F434E}" destId="{D824615E-072D-4996-BCB4-287AE24E8882}" srcOrd="0" destOrd="0" presId="urn:microsoft.com/office/officeart/2005/8/layout/equation1"/>
    <dgm:cxn modelId="{36845E44-A131-4E07-961E-4A82F13493A4}" type="presOf" srcId="{D5935E5D-9B86-4629-818B-4370B4A155AE}" destId="{1558AB88-044A-4FF4-B06B-E33E9F7B7C92}" srcOrd="0" destOrd="0" presId="urn:microsoft.com/office/officeart/2005/8/layout/equation1"/>
    <dgm:cxn modelId="{AFFCE246-422B-46F0-92F5-90FAB2AE8FE3}" type="presOf" srcId="{FEA8C5B7-6C63-4079-A7CB-AB5120718591}" destId="{953C8258-3946-4E5D-AE00-17D62986A078}" srcOrd="0" destOrd="0" presId="urn:microsoft.com/office/officeart/2005/8/layout/equation1"/>
    <dgm:cxn modelId="{0D93D34C-278F-483A-8F86-80B3A95D61D3}" srcId="{16463016-61CF-4C30-A777-8D923E0F434E}" destId="{FEA8C5B7-6C63-4079-A7CB-AB5120718591}" srcOrd="1" destOrd="0" parTransId="{E96BE92C-D637-4112-AC68-5AD31E49288C}" sibTransId="{F4717681-887A-408B-A2F9-F68C9712EAC0}"/>
    <dgm:cxn modelId="{C8F07095-65E3-4121-87D6-426B7673CB89}" type="presOf" srcId="{1294C51E-028A-48F0-BD8F-6214DDD731B2}" destId="{82903D65-2307-4628-9011-B23354E38AB3}" srcOrd="0" destOrd="0" presId="urn:microsoft.com/office/officeart/2005/8/layout/equation1"/>
    <dgm:cxn modelId="{680BE9BA-075F-4081-BDE3-FBC6FEDB8E0B}" srcId="{16463016-61CF-4C30-A777-8D923E0F434E}" destId="{1294C51E-028A-48F0-BD8F-6214DDD731B2}" srcOrd="0" destOrd="0" parTransId="{E5C98818-70B9-48BE-969C-212D5C7C01BE}" sibTransId="{D5935E5D-9B86-4629-818B-4370B4A155AE}"/>
    <dgm:cxn modelId="{96A999D3-4E38-45D8-A8B4-9D60746FC92D}" type="presParOf" srcId="{D824615E-072D-4996-BCB4-287AE24E8882}" destId="{82903D65-2307-4628-9011-B23354E38AB3}" srcOrd="0" destOrd="0" presId="urn:microsoft.com/office/officeart/2005/8/layout/equation1"/>
    <dgm:cxn modelId="{2266AEC2-40F6-4DDC-80E6-4451C7CA4842}" type="presParOf" srcId="{D824615E-072D-4996-BCB4-287AE24E8882}" destId="{56E5C413-02CE-4EDE-B61B-03DBB0755E94}" srcOrd="1" destOrd="0" presId="urn:microsoft.com/office/officeart/2005/8/layout/equation1"/>
    <dgm:cxn modelId="{DCC11635-28E8-4480-BD60-79C4E2FDE023}" type="presParOf" srcId="{D824615E-072D-4996-BCB4-287AE24E8882}" destId="{1558AB88-044A-4FF4-B06B-E33E9F7B7C92}" srcOrd="2" destOrd="0" presId="urn:microsoft.com/office/officeart/2005/8/layout/equation1"/>
    <dgm:cxn modelId="{B02F0BF6-2D78-4BC2-869F-6A6F4AC39B34}" type="presParOf" srcId="{D824615E-072D-4996-BCB4-287AE24E8882}" destId="{5129F91A-63E5-470C-822B-C9B8AB62BD63}" srcOrd="3" destOrd="0" presId="urn:microsoft.com/office/officeart/2005/8/layout/equation1"/>
    <dgm:cxn modelId="{468400D2-3885-4E75-B0E0-497656D02393}" type="presParOf" srcId="{D824615E-072D-4996-BCB4-287AE24E8882}" destId="{953C8258-3946-4E5D-AE00-17D62986A078}" srcOrd="4"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53B269A0-586A-44E5-AD5C-60A6EBE7ECDC}"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AF45AC29-431A-4B64-A4C7-12A4F00F62FA}">
      <dgm:prSet custT="1"/>
      <dgm:spPr/>
      <dgm:t>
        <a:bodyPr/>
        <a:lstStyle/>
        <a:p>
          <a:r>
            <a:rPr lang="en-US" sz="2800"/>
            <a:t>The Internet is the largest computer network ever created by mankind. It interconnects thousands of millions of computing devices including PCs, Laptops, Workstations, Server, Smartphones, tablets, TVs, Webcams, Environmental devices, Automobiles, Security cameras and many mores. </a:t>
          </a:r>
        </a:p>
      </dgm:t>
    </dgm:pt>
    <dgm:pt modelId="{5C38AE6F-F97C-4237-8216-EB40CE4A8358}" type="parTrans" cxnId="{AD3811CA-9D86-407C-936C-40F39644F9AE}">
      <dgm:prSet/>
      <dgm:spPr/>
      <dgm:t>
        <a:bodyPr/>
        <a:lstStyle/>
        <a:p>
          <a:endParaRPr lang="en-US" sz="2800"/>
        </a:p>
      </dgm:t>
    </dgm:pt>
    <dgm:pt modelId="{D7CD2A68-D27A-460E-BAEF-3493E19A6019}" type="sibTrans" cxnId="{AD3811CA-9D86-407C-936C-40F39644F9AE}">
      <dgm:prSet/>
      <dgm:spPr/>
      <dgm:t>
        <a:bodyPr/>
        <a:lstStyle/>
        <a:p>
          <a:endParaRPr lang="en-US" sz="2800"/>
        </a:p>
      </dgm:t>
    </dgm:pt>
    <dgm:pt modelId="{CC282182-F3C6-4FF4-9793-AF3562991FF8}" type="pres">
      <dgm:prSet presAssocID="{53B269A0-586A-44E5-AD5C-60A6EBE7ECDC}" presName="diagram" presStyleCnt="0">
        <dgm:presLayoutVars>
          <dgm:dir/>
          <dgm:resizeHandles val="exact"/>
        </dgm:presLayoutVars>
      </dgm:prSet>
      <dgm:spPr/>
    </dgm:pt>
    <dgm:pt modelId="{60922C63-021B-42C7-ADA0-A532E8902F7D}" type="pres">
      <dgm:prSet presAssocID="{AF45AC29-431A-4B64-A4C7-12A4F00F62FA}" presName="node" presStyleLbl="node1" presStyleIdx="0" presStyleCnt="1">
        <dgm:presLayoutVars>
          <dgm:bulletEnabled val="1"/>
        </dgm:presLayoutVars>
      </dgm:prSet>
      <dgm:spPr/>
    </dgm:pt>
  </dgm:ptLst>
  <dgm:cxnLst>
    <dgm:cxn modelId="{74006C31-90B5-4BEE-9C2E-FCBF46E28029}" type="presOf" srcId="{53B269A0-586A-44E5-AD5C-60A6EBE7ECDC}" destId="{CC282182-F3C6-4FF4-9793-AF3562991FF8}" srcOrd="0" destOrd="0" presId="urn:microsoft.com/office/officeart/2005/8/layout/default"/>
    <dgm:cxn modelId="{702B8455-FD8A-4071-B677-CB517805830E}" type="presOf" srcId="{AF45AC29-431A-4B64-A4C7-12A4F00F62FA}" destId="{60922C63-021B-42C7-ADA0-A532E8902F7D}" srcOrd="0" destOrd="0" presId="urn:microsoft.com/office/officeart/2005/8/layout/default"/>
    <dgm:cxn modelId="{AD3811CA-9D86-407C-936C-40F39644F9AE}" srcId="{53B269A0-586A-44E5-AD5C-60A6EBE7ECDC}" destId="{AF45AC29-431A-4B64-A4C7-12A4F00F62FA}" srcOrd="0" destOrd="0" parTransId="{5C38AE6F-F97C-4237-8216-EB40CE4A8358}" sibTransId="{D7CD2A68-D27A-460E-BAEF-3493E19A6019}"/>
    <dgm:cxn modelId="{704640C5-7AF5-487D-8C2A-48F223B80A3D}" type="presParOf" srcId="{CC282182-F3C6-4FF4-9793-AF3562991FF8}" destId="{60922C63-021B-42C7-ADA0-A532E8902F7D}"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6463016-61CF-4C30-A777-8D923E0F434E}"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en-US"/>
        </a:p>
      </dgm:t>
    </dgm:pt>
    <dgm:pt modelId="{1294C51E-028A-48F0-BD8F-6214DDD731B2}">
      <dgm:prSet phldrT="[Text]"/>
      <dgm:spPr/>
      <dgm:t>
        <a:bodyPr/>
        <a:lstStyle/>
        <a:p>
          <a:r>
            <a:rPr lang="en-US"/>
            <a:t>Intranet</a:t>
          </a:r>
        </a:p>
      </dgm:t>
    </dgm:pt>
    <dgm:pt modelId="{E5C98818-70B9-48BE-969C-212D5C7C01BE}" type="parTrans" cxnId="{680BE9BA-075F-4081-BDE3-FBC6FEDB8E0B}">
      <dgm:prSet/>
      <dgm:spPr/>
      <dgm:t>
        <a:bodyPr/>
        <a:lstStyle/>
        <a:p>
          <a:endParaRPr lang="en-US"/>
        </a:p>
      </dgm:t>
    </dgm:pt>
    <dgm:pt modelId="{D5935E5D-9B86-4629-818B-4370B4A155AE}" type="sibTrans" cxnId="{680BE9BA-075F-4081-BDE3-FBC6FEDB8E0B}">
      <dgm:prSet/>
      <dgm:spPr/>
      <dgm:t>
        <a:bodyPr/>
        <a:lstStyle/>
        <a:p>
          <a:endParaRPr lang="en-US"/>
        </a:p>
      </dgm:t>
    </dgm:pt>
    <dgm:pt modelId="{FEA8C5B7-6C63-4079-A7CB-AB5120718591}">
      <dgm:prSet phldrT="[Text]"/>
      <dgm:spPr/>
      <dgm:t>
        <a:bodyPr/>
        <a:lstStyle/>
        <a:p>
          <a:r>
            <a:rPr lang="en-US"/>
            <a:t>Extranet</a:t>
          </a:r>
        </a:p>
      </dgm:t>
    </dgm:pt>
    <dgm:pt modelId="{E96BE92C-D637-4112-AC68-5AD31E49288C}" type="parTrans" cxnId="{0D93D34C-278F-483A-8F86-80B3A95D61D3}">
      <dgm:prSet/>
      <dgm:spPr/>
      <dgm:t>
        <a:bodyPr/>
        <a:lstStyle/>
        <a:p>
          <a:endParaRPr lang="en-US"/>
        </a:p>
      </dgm:t>
    </dgm:pt>
    <dgm:pt modelId="{F4717681-887A-408B-A2F9-F68C9712EAC0}" type="sibTrans" cxnId="{0D93D34C-278F-483A-8F86-80B3A95D61D3}">
      <dgm:prSet/>
      <dgm:spPr/>
      <dgm:t>
        <a:bodyPr/>
        <a:lstStyle/>
        <a:p>
          <a:endParaRPr lang="en-US"/>
        </a:p>
      </dgm:t>
    </dgm:pt>
    <dgm:pt modelId="{1279741C-D7E3-4329-A62C-E937453BEBF2}" type="pres">
      <dgm:prSet presAssocID="{16463016-61CF-4C30-A777-8D923E0F434E}" presName="compositeShape" presStyleCnt="0">
        <dgm:presLayoutVars>
          <dgm:chMax val="2"/>
          <dgm:dir/>
          <dgm:resizeHandles val="exact"/>
        </dgm:presLayoutVars>
      </dgm:prSet>
      <dgm:spPr/>
    </dgm:pt>
    <dgm:pt modelId="{4E76B4F5-2673-4E92-AA1E-35BF6B1BCD40}" type="pres">
      <dgm:prSet presAssocID="{16463016-61CF-4C30-A777-8D923E0F434E}" presName="divider" presStyleLbl="fgShp" presStyleIdx="0" presStyleCnt="1"/>
      <dgm:spPr/>
    </dgm:pt>
    <dgm:pt modelId="{95D26877-8555-4478-A81F-6F746BFC8F08}" type="pres">
      <dgm:prSet presAssocID="{1294C51E-028A-48F0-BD8F-6214DDD731B2}" presName="downArrow" presStyleLbl="node1" presStyleIdx="0" presStyleCnt="2"/>
      <dgm:spPr/>
    </dgm:pt>
    <dgm:pt modelId="{0C3ED066-07D1-468E-9F00-C2FD4EDA38CD}" type="pres">
      <dgm:prSet presAssocID="{1294C51E-028A-48F0-BD8F-6214DDD731B2}" presName="downArrowText" presStyleLbl="revTx" presStyleIdx="0" presStyleCnt="2">
        <dgm:presLayoutVars>
          <dgm:bulletEnabled val="1"/>
        </dgm:presLayoutVars>
      </dgm:prSet>
      <dgm:spPr/>
    </dgm:pt>
    <dgm:pt modelId="{F42D7DF9-6ED2-42B4-BE69-6DABB8BE6198}" type="pres">
      <dgm:prSet presAssocID="{FEA8C5B7-6C63-4079-A7CB-AB5120718591}" presName="upArrow" presStyleLbl="node1" presStyleIdx="1" presStyleCnt="2"/>
      <dgm:spPr/>
    </dgm:pt>
    <dgm:pt modelId="{D704BE54-67EE-46C0-8F81-FE3AD1DEF985}" type="pres">
      <dgm:prSet presAssocID="{FEA8C5B7-6C63-4079-A7CB-AB5120718591}" presName="upArrowText" presStyleLbl="revTx" presStyleIdx="1" presStyleCnt="2">
        <dgm:presLayoutVars>
          <dgm:bulletEnabled val="1"/>
        </dgm:presLayoutVars>
      </dgm:prSet>
      <dgm:spPr/>
    </dgm:pt>
  </dgm:ptLst>
  <dgm:cxnLst>
    <dgm:cxn modelId="{C950D721-68F2-4D54-B2A0-E6E8D72FE55B}" type="presOf" srcId="{FEA8C5B7-6C63-4079-A7CB-AB5120718591}" destId="{D704BE54-67EE-46C0-8F81-FE3AD1DEF985}" srcOrd="0" destOrd="0" presId="urn:microsoft.com/office/officeart/2005/8/layout/arrow3"/>
    <dgm:cxn modelId="{35EDF538-FE6A-4975-8546-A1C3114C1194}" type="presOf" srcId="{16463016-61CF-4C30-A777-8D923E0F434E}" destId="{1279741C-D7E3-4329-A62C-E937453BEBF2}" srcOrd="0" destOrd="0" presId="urn:microsoft.com/office/officeart/2005/8/layout/arrow3"/>
    <dgm:cxn modelId="{0D93D34C-278F-483A-8F86-80B3A95D61D3}" srcId="{16463016-61CF-4C30-A777-8D923E0F434E}" destId="{FEA8C5B7-6C63-4079-A7CB-AB5120718591}" srcOrd="1" destOrd="0" parTransId="{E96BE92C-D637-4112-AC68-5AD31E49288C}" sibTransId="{F4717681-887A-408B-A2F9-F68C9712EAC0}"/>
    <dgm:cxn modelId="{67336879-C112-41D0-AE52-CBD8F181F5E5}" type="presOf" srcId="{1294C51E-028A-48F0-BD8F-6214DDD731B2}" destId="{0C3ED066-07D1-468E-9F00-C2FD4EDA38CD}" srcOrd="0" destOrd="0" presId="urn:microsoft.com/office/officeart/2005/8/layout/arrow3"/>
    <dgm:cxn modelId="{680BE9BA-075F-4081-BDE3-FBC6FEDB8E0B}" srcId="{16463016-61CF-4C30-A777-8D923E0F434E}" destId="{1294C51E-028A-48F0-BD8F-6214DDD731B2}" srcOrd="0" destOrd="0" parTransId="{E5C98818-70B9-48BE-969C-212D5C7C01BE}" sibTransId="{D5935E5D-9B86-4629-818B-4370B4A155AE}"/>
    <dgm:cxn modelId="{8F12C3EF-94B5-480E-9B1E-8A87A6B7E4BF}" type="presParOf" srcId="{1279741C-D7E3-4329-A62C-E937453BEBF2}" destId="{4E76B4F5-2673-4E92-AA1E-35BF6B1BCD40}" srcOrd="0" destOrd="0" presId="urn:microsoft.com/office/officeart/2005/8/layout/arrow3"/>
    <dgm:cxn modelId="{38DC5657-3DA4-40EA-8E5D-C51C02CC196E}" type="presParOf" srcId="{1279741C-D7E3-4329-A62C-E937453BEBF2}" destId="{95D26877-8555-4478-A81F-6F746BFC8F08}" srcOrd="1" destOrd="0" presId="urn:microsoft.com/office/officeart/2005/8/layout/arrow3"/>
    <dgm:cxn modelId="{5D76825E-140F-4D72-A6F3-FABCF6313B2B}" type="presParOf" srcId="{1279741C-D7E3-4329-A62C-E937453BEBF2}" destId="{0C3ED066-07D1-468E-9F00-C2FD4EDA38CD}" srcOrd="2" destOrd="0" presId="urn:microsoft.com/office/officeart/2005/8/layout/arrow3"/>
    <dgm:cxn modelId="{BFB7A332-4D52-48FF-90F8-990DE69F998F}" type="presParOf" srcId="{1279741C-D7E3-4329-A62C-E937453BEBF2}" destId="{F42D7DF9-6ED2-42B4-BE69-6DABB8BE6198}" srcOrd="3" destOrd="0" presId="urn:microsoft.com/office/officeart/2005/8/layout/arrow3"/>
    <dgm:cxn modelId="{ABB921EB-1373-4F54-96EE-B92FDEA58177}" type="presParOf" srcId="{1279741C-D7E3-4329-A62C-E937453BEBF2}" destId="{D704BE54-67EE-46C0-8F81-FE3AD1DEF985}" srcOrd="4" destOrd="0" presId="urn:microsoft.com/office/officeart/2005/8/layout/arrow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C030375-DC28-4934-AD3A-9351BCFEC0B6}" type="doc">
      <dgm:prSet loTypeId="urn:microsoft.com/office/officeart/2005/8/layout/default" loCatId="list" qsTypeId="urn:microsoft.com/office/officeart/2005/8/quickstyle/simple2" qsCatId="simple" csTypeId="urn:microsoft.com/office/officeart/2005/8/colors/colorful1" csCatId="colorful" phldr="1"/>
      <dgm:spPr/>
      <dgm:t>
        <a:bodyPr/>
        <a:lstStyle/>
        <a:p>
          <a:endParaRPr lang="en-US"/>
        </a:p>
      </dgm:t>
    </dgm:pt>
    <dgm:pt modelId="{9A1B9135-428F-4DC9-9889-2D4E7404EA6D}">
      <dgm:prSet phldrT="[Text]" custT="1"/>
      <dgm:spPr/>
      <dgm:t>
        <a:bodyPr/>
        <a:lstStyle/>
        <a:p>
          <a:r>
            <a:rPr lang="en-US" sz="2400"/>
            <a:t>Intranet is a computer network which is controlled and administered by a single entity such as company or organization. </a:t>
          </a:r>
        </a:p>
      </dgm:t>
    </dgm:pt>
    <dgm:pt modelId="{4CE39D06-5D13-4A1E-985C-82998716000C}" type="parTrans" cxnId="{ED91609C-8C25-4BCD-A7EA-5A340283B346}">
      <dgm:prSet/>
      <dgm:spPr/>
      <dgm:t>
        <a:bodyPr/>
        <a:lstStyle/>
        <a:p>
          <a:endParaRPr lang="en-US" sz="2400"/>
        </a:p>
      </dgm:t>
    </dgm:pt>
    <dgm:pt modelId="{B198CD0B-AA97-4F31-800B-AFBCE2AAFD0B}" type="sibTrans" cxnId="{ED91609C-8C25-4BCD-A7EA-5A340283B346}">
      <dgm:prSet/>
      <dgm:spPr/>
      <dgm:t>
        <a:bodyPr/>
        <a:lstStyle/>
        <a:p>
          <a:endParaRPr lang="en-US" sz="2400"/>
        </a:p>
      </dgm:t>
    </dgm:pt>
    <dgm:pt modelId="{2BA849F3-10E8-423C-905D-BD34CA291E9A}">
      <dgm:prSet custT="1"/>
      <dgm:spPr/>
      <dgm:t>
        <a:bodyPr/>
        <a:lstStyle/>
        <a:p>
          <a:r>
            <a:rPr lang="en-US" sz="2400">
              <a:solidFill>
                <a:schemeClr val="accent2"/>
              </a:solidFill>
            </a:rPr>
            <a:t>In Intranet, external users are not allowed to connect.</a:t>
          </a:r>
        </a:p>
      </dgm:t>
    </dgm:pt>
    <dgm:pt modelId="{5C8C403E-4588-4C37-A3A5-2B0012BAEB4D}" type="parTrans" cxnId="{D03CBDED-A087-4584-BCA5-98D3FFB632A5}">
      <dgm:prSet/>
      <dgm:spPr/>
      <dgm:t>
        <a:bodyPr/>
        <a:lstStyle/>
        <a:p>
          <a:endParaRPr lang="en-US" sz="2400"/>
        </a:p>
      </dgm:t>
    </dgm:pt>
    <dgm:pt modelId="{BCF05074-6C63-43E5-8056-506E38469C00}" type="sibTrans" cxnId="{D03CBDED-A087-4584-BCA5-98D3FFB632A5}">
      <dgm:prSet/>
      <dgm:spPr/>
      <dgm:t>
        <a:bodyPr/>
        <a:lstStyle/>
        <a:p>
          <a:endParaRPr lang="en-US" sz="2400"/>
        </a:p>
      </dgm:t>
    </dgm:pt>
    <dgm:pt modelId="{A06CEC47-BDCB-461F-A51A-3247617B3A86}">
      <dgm:prSet custT="1"/>
      <dgm:spPr/>
      <dgm:t>
        <a:bodyPr/>
        <a:lstStyle/>
        <a:p>
          <a:r>
            <a:rPr lang="en-US" sz="2400">
              <a:solidFill>
                <a:schemeClr val="accent2"/>
              </a:solidFill>
            </a:rPr>
            <a:t>Usually in this network, proper authorization is required to access any resources. </a:t>
          </a:r>
        </a:p>
      </dgm:t>
    </dgm:pt>
    <dgm:pt modelId="{8E337738-291D-475B-90EB-1AD67FF1D0D6}" type="parTrans" cxnId="{64141AB2-5945-43B2-B884-C6EFD1A58781}">
      <dgm:prSet/>
      <dgm:spPr/>
      <dgm:t>
        <a:bodyPr/>
        <a:lstStyle/>
        <a:p>
          <a:endParaRPr lang="en-US" sz="2400"/>
        </a:p>
      </dgm:t>
    </dgm:pt>
    <dgm:pt modelId="{1298CE00-232A-4C56-B643-CB048349F540}" type="sibTrans" cxnId="{64141AB2-5945-43B2-B884-C6EFD1A58781}">
      <dgm:prSet/>
      <dgm:spPr/>
      <dgm:t>
        <a:bodyPr/>
        <a:lstStyle/>
        <a:p>
          <a:endParaRPr lang="en-US" sz="2400"/>
        </a:p>
      </dgm:t>
    </dgm:pt>
    <dgm:pt modelId="{CE18E8F4-789E-45D1-9B82-B1C54AB11D80}">
      <dgm:prSet custT="1"/>
      <dgm:spPr/>
      <dgm:t>
        <a:bodyPr/>
        <a:lstStyle/>
        <a:p>
          <a:r>
            <a:rPr lang="en-US" sz="2400"/>
            <a:t>Further each access is monitored and logged to ensure that only authorized users get access.</a:t>
          </a:r>
        </a:p>
      </dgm:t>
    </dgm:pt>
    <dgm:pt modelId="{263267C4-30D2-45F4-BEF9-0B5C79479361}" type="parTrans" cxnId="{1700229C-1A14-47D8-AD09-D2441B6FD0C6}">
      <dgm:prSet/>
      <dgm:spPr/>
      <dgm:t>
        <a:bodyPr/>
        <a:lstStyle/>
        <a:p>
          <a:endParaRPr lang="en-US" sz="2400"/>
        </a:p>
      </dgm:t>
    </dgm:pt>
    <dgm:pt modelId="{15A90752-0F47-4DB6-80F2-F039620FFFF1}" type="sibTrans" cxnId="{1700229C-1A14-47D8-AD09-D2441B6FD0C6}">
      <dgm:prSet/>
      <dgm:spPr/>
      <dgm:t>
        <a:bodyPr/>
        <a:lstStyle/>
        <a:p>
          <a:endParaRPr lang="en-US" sz="2400"/>
        </a:p>
      </dgm:t>
    </dgm:pt>
    <dgm:pt modelId="{1BD8291D-37EC-4FC5-A980-C2539D25F21D}" type="pres">
      <dgm:prSet presAssocID="{4C030375-DC28-4934-AD3A-9351BCFEC0B6}" presName="diagram" presStyleCnt="0">
        <dgm:presLayoutVars>
          <dgm:dir/>
          <dgm:resizeHandles val="exact"/>
        </dgm:presLayoutVars>
      </dgm:prSet>
      <dgm:spPr/>
    </dgm:pt>
    <dgm:pt modelId="{D57DECF6-6E67-4654-A551-7851C004EAB0}" type="pres">
      <dgm:prSet presAssocID="{9A1B9135-428F-4DC9-9889-2D4E7404EA6D}" presName="node" presStyleLbl="node1" presStyleIdx="0" presStyleCnt="4">
        <dgm:presLayoutVars>
          <dgm:bulletEnabled val="1"/>
        </dgm:presLayoutVars>
      </dgm:prSet>
      <dgm:spPr/>
    </dgm:pt>
    <dgm:pt modelId="{7AE581B3-199F-4FF1-8AAF-B25FED539057}" type="pres">
      <dgm:prSet presAssocID="{B198CD0B-AA97-4F31-800B-AFBCE2AAFD0B}" presName="sibTrans" presStyleCnt="0"/>
      <dgm:spPr/>
    </dgm:pt>
    <dgm:pt modelId="{C90EB799-75D8-45D8-9F82-89D3C34AC5AA}" type="pres">
      <dgm:prSet presAssocID="{2BA849F3-10E8-423C-905D-BD34CA291E9A}" presName="node" presStyleLbl="node1" presStyleIdx="1" presStyleCnt="4">
        <dgm:presLayoutVars>
          <dgm:bulletEnabled val="1"/>
        </dgm:presLayoutVars>
      </dgm:prSet>
      <dgm:spPr/>
    </dgm:pt>
    <dgm:pt modelId="{AF0F47A7-1595-4802-9592-AB80B4D54C8C}" type="pres">
      <dgm:prSet presAssocID="{BCF05074-6C63-43E5-8056-506E38469C00}" presName="sibTrans" presStyleCnt="0"/>
      <dgm:spPr/>
    </dgm:pt>
    <dgm:pt modelId="{97D9C8FD-012F-4BC4-B00D-7C8300BA62B4}" type="pres">
      <dgm:prSet presAssocID="{A06CEC47-BDCB-461F-A51A-3247617B3A86}" presName="node" presStyleLbl="node1" presStyleIdx="2" presStyleCnt="4">
        <dgm:presLayoutVars>
          <dgm:bulletEnabled val="1"/>
        </dgm:presLayoutVars>
      </dgm:prSet>
      <dgm:spPr/>
    </dgm:pt>
    <dgm:pt modelId="{2F197E3A-381B-4EA3-B6C4-CD51B27727D7}" type="pres">
      <dgm:prSet presAssocID="{1298CE00-232A-4C56-B643-CB048349F540}" presName="sibTrans" presStyleCnt="0"/>
      <dgm:spPr/>
    </dgm:pt>
    <dgm:pt modelId="{9CE8C62A-00E8-4DE2-B54E-4A2C79C531D6}" type="pres">
      <dgm:prSet presAssocID="{CE18E8F4-789E-45D1-9B82-B1C54AB11D80}" presName="node" presStyleLbl="node1" presStyleIdx="3" presStyleCnt="4">
        <dgm:presLayoutVars>
          <dgm:bulletEnabled val="1"/>
        </dgm:presLayoutVars>
      </dgm:prSet>
      <dgm:spPr/>
    </dgm:pt>
  </dgm:ptLst>
  <dgm:cxnLst>
    <dgm:cxn modelId="{066A4D0F-0119-408D-A29F-6FA8E4E0032F}" type="presOf" srcId="{2BA849F3-10E8-423C-905D-BD34CA291E9A}" destId="{C90EB799-75D8-45D8-9F82-89D3C34AC5AA}" srcOrd="0" destOrd="0" presId="urn:microsoft.com/office/officeart/2005/8/layout/default"/>
    <dgm:cxn modelId="{D0ED0618-8954-4FC3-8710-F1271C666A24}" type="presOf" srcId="{9A1B9135-428F-4DC9-9889-2D4E7404EA6D}" destId="{D57DECF6-6E67-4654-A551-7851C004EAB0}" srcOrd="0" destOrd="0" presId="urn:microsoft.com/office/officeart/2005/8/layout/default"/>
    <dgm:cxn modelId="{DC4B0323-2260-44E4-8B56-FC6CBCC36527}" type="presOf" srcId="{4C030375-DC28-4934-AD3A-9351BCFEC0B6}" destId="{1BD8291D-37EC-4FC5-A980-C2539D25F21D}" srcOrd="0" destOrd="0" presId="urn:microsoft.com/office/officeart/2005/8/layout/default"/>
    <dgm:cxn modelId="{1700229C-1A14-47D8-AD09-D2441B6FD0C6}" srcId="{4C030375-DC28-4934-AD3A-9351BCFEC0B6}" destId="{CE18E8F4-789E-45D1-9B82-B1C54AB11D80}" srcOrd="3" destOrd="0" parTransId="{263267C4-30D2-45F4-BEF9-0B5C79479361}" sibTransId="{15A90752-0F47-4DB6-80F2-F039620FFFF1}"/>
    <dgm:cxn modelId="{ED91609C-8C25-4BCD-A7EA-5A340283B346}" srcId="{4C030375-DC28-4934-AD3A-9351BCFEC0B6}" destId="{9A1B9135-428F-4DC9-9889-2D4E7404EA6D}" srcOrd="0" destOrd="0" parTransId="{4CE39D06-5D13-4A1E-985C-82998716000C}" sibTransId="{B198CD0B-AA97-4F31-800B-AFBCE2AAFD0B}"/>
    <dgm:cxn modelId="{64141AB2-5945-43B2-B884-C6EFD1A58781}" srcId="{4C030375-DC28-4934-AD3A-9351BCFEC0B6}" destId="{A06CEC47-BDCB-461F-A51A-3247617B3A86}" srcOrd="2" destOrd="0" parTransId="{8E337738-291D-475B-90EB-1AD67FF1D0D6}" sibTransId="{1298CE00-232A-4C56-B643-CB048349F540}"/>
    <dgm:cxn modelId="{5FB69DB4-92DC-47BA-B4CA-ED283E7F0AD3}" type="presOf" srcId="{CE18E8F4-789E-45D1-9B82-B1C54AB11D80}" destId="{9CE8C62A-00E8-4DE2-B54E-4A2C79C531D6}" srcOrd="0" destOrd="0" presId="urn:microsoft.com/office/officeart/2005/8/layout/default"/>
    <dgm:cxn modelId="{619F13C9-EB4D-4E7B-9409-552E1AEDD354}" type="presOf" srcId="{A06CEC47-BDCB-461F-A51A-3247617B3A86}" destId="{97D9C8FD-012F-4BC4-B00D-7C8300BA62B4}" srcOrd="0" destOrd="0" presId="urn:microsoft.com/office/officeart/2005/8/layout/default"/>
    <dgm:cxn modelId="{D03CBDED-A087-4584-BCA5-98D3FFB632A5}" srcId="{4C030375-DC28-4934-AD3A-9351BCFEC0B6}" destId="{2BA849F3-10E8-423C-905D-BD34CA291E9A}" srcOrd="1" destOrd="0" parTransId="{5C8C403E-4588-4C37-A3A5-2B0012BAEB4D}" sibTransId="{BCF05074-6C63-43E5-8056-506E38469C00}"/>
    <dgm:cxn modelId="{AABBA88E-C1F4-489B-96FD-C90DC2C7C79C}" type="presParOf" srcId="{1BD8291D-37EC-4FC5-A980-C2539D25F21D}" destId="{D57DECF6-6E67-4654-A551-7851C004EAB0}" srcOrd="0" destOrd="0" presId="urn:microsoft.com/office/officeart/2005/8/layout/default"/>
    <dgm:cxn modelId="{5D8A8E25-098D-4096-BEC7-BBEE03864363}" type="presParOf" srcId="{1BD8291D-37EC-4FC5-A980-C2539D25F21D}" destId="{7AE581B3-199F-4FF1-8AAF-B25FED539057}" srcOrd="1" destOrd="0" presId="urn:microsoft.com/office/officeart/2005/8/layout/default"/>
    <dgm:cxn modelId="{23C0AD8C-668E-480B-9E57-5DF4ED8900E5}" type="presParOf" srcId="{1BD8291D-37EC-4FC5-A980-C2539D25F21D}" destId="{C90EB799-75D8-45D8-9F82-89D3C34AC5AA}" srcOrd="2" destOrd="0" presId="urn:microsoft.com/office/officeart/2005/8/layout/default"/>
    <dgm:cxn modelId="{2D1EA2FC-DF3D-41AA-B330-7DE808AC0717}" type="presParOf" srcId="{1BD8291D-37EC-4FC5-A980-C2539D25F21D}" destId="{AF0F47A7-1595-4802-9592-AB80B4D54C8C}" srcOrd="3" destOrd="0" presId="urn:microsoft.com/office/officeart/2005/8/layout/default"/>
    <dgm:cxn modelId="{4AD644D5-8534-4B83-93D0-11DD798B1E73}" type="presParOf" srcId="{1BD8291D-37EC-4FC5-A980-C2539D25F21D}" destId="{97D9C8FD-012F-4BC4-B00D-7C8300BA62B4}" srcOrd="4" destOrd="0" presId="urn:microsoft.com/office/officeart/2005/8/layout/default"/>
    <dgm:cxn modelId="{789B492A-6953-4735-B55E-A1A9E90E3D9A}" type="presParOf" srcId="{1BD8291D-37EC-4FC5-A980-C2539D25F21D}" destId="{2F197E3A-381B-4EA3-B6C4-CD51B27727D7}" srcOrd="5" destOrd="0" presId="urn:microsoft.com/office/officeart/2005/8/layout/default"/>
    <dgm:cxn modelId="{2F3E5E23-4D90-4C26-A62B-D74D9ACF8CD2}" type="presParOf" srcId="{1BD8291D-37EC-4FC5-A980-C2539D25F21D}" destId="{9CE8C62A-00E8-4DE2-B54E-4A2C79C531D6}"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FD9A178-11D0-4D62-8A9D-27746D50FAB6}" type="doc">
      <dgm:prSet loTypeId="urn:microsoft.com/office/officeart/2005/8/layout/target3" loCatId="list" qsTypeId="urn:microsoft.com/office/officeart/2005/8/quickstyle/simple1" qsCatId="simple" csTypeId="urn:microsoft.com/office/officeart/2005/8/colors/colorful2" csCatId="colorful" phldr="1"/>
      <dgm:spPr/>
      <dgm:t>
        <a:bodyPr/>
        <a:lstStyle/>
        <a:p>
          <a:endParaRPr lang="en-US"/>
        </a:p>
      </dgm:t>
    </dgm:pt>
    <dgm:pt modelId="{C72FB3F5-A599-4E5F-857C-365B99570E65}">
      <dgm:prSet phldrT="[Text]" custT="1"/>
      <dgm:spPr/>
      <dgm:t>
        <a:bodyPr/>
        <a:lstStyle/>
        <a:p>
          <a:r>
            <a:rPr lang="en-US" sz="2800"/>
            <a:t>An Extranet is an extended Intranet where external users are allowed to access a small portion of network.</a:t>
          </a:r>
        </a:p>
      </dgm:t>
    </dgm:pt>
    <dgm:pt modelId="{FE160FC5-ECBD-4DF2-90FA-24A924A5EF3F}" type="parTrans" cxnId="{E6E5A6DD-55DA-4B3A-A15B-A43FAD749BAC}">
      <dgm:prSet/>
      <dgm:spPr/>
      <dgm:t>
        <a:bodyPr/>
        <a:lstStyle/>
        <a:p>
          <a:endParaRPr lang="en-US" sz="2800"/>
        </a:p>
      </dgm:t>
    </dgm:pt>
    <dgm:pt modelId="{78566950-A419-4264-8B01-2AA8CAE7384E}" type="sibTrans" cxnId="{E6E5A6DD-55DA-4B3A-A15B-A43FAD749BAC}">
      <dgm:prSet/>
      <dgm:spPr/>
      <dgm:t>
        <a:bodyPr/>
        <a:lstStyle/>
        <a:p>
          <a:endParaRPr lang="en-US" sz="2800"/>
        </a:p>
      </dgm:t>
    </dgm:pt>
    <dgm:pt modelId="{76D9F3C0-96DE-4B4F-B0E5-2687956EAF24}">
      <dgm:prSet custT="1"/>
      <dgm:spPr/>
      <dgm:t>
        <a:bodyPr/>
        <a:lstStyle/>
        <a:p>
          <a:r>
            <a:rPr lang="en-US" sz="2800"/>
            <a:t>Normally this access is filtered and secured by several security implementations on both hardware and software levels.</a:t>
          </a:r>
        </a:p>
      </dgm:t>
    </dgm:pt>
    <dgm:pt modelId="{2C22E2E0-7288-422C-9AB1-521364D0FC4C}" type="parTrans" cxnId="{0FFB304D-151F-42A9-8C15-DBC5A948FF60}">
      <dgm:prSet/>
      <dgm:spPr/>
      <dgm:t>
        <a:bodyPr/>
        <a:lstStyle/>
        <a:p>
          <a:endParaRPr lang="en-US" sz="2800"/>
        </a:p>
      </dgm:t>
    </dgm:pt>
    <dgm:pt modelId="{E1E00E9B-EF3C-4D0B-9BD5-C92A42766E29}" type="sibTrans" cxnId="{0FFB304D-151F-42A9-8C15-DBC5A948FF60}">
      <dgm:prSet/>
      <dgm:spPr/>
      <dgm:t>
        <a:bodyPr/>
        <a:lstStyle/>
        <a:p>
          <a:endParaRPr lang="en-US" sz="2800"/>
        </a:p>
      </dgm:t>
    </dgm:pt>
    <dgm:pt modelId="{27B29497-C0FA-4695-AB87-5093B2A56D32}" type="pres">
      <dgm:prSet presAssocID="{6FD9A178-11D0-4D62-8A9D-27746D50FAB6}" presName="Name0" presStyleCnt="0">
        <dgm:presLayoutVars>
          <dgm:chMax val="7"/>
          <dgm:dir/>
          <dgm:animLvl val="lvl"/>
          <dgm:resizeHandles val="exact"/>
        </dgm:presLayoutVars>
      </dgm:prSet>
      <dgm:spPr/>
    </dgm:pt>
    <dgm:pt modelId="{61137584-04E8-4BEA-88EA-1B313C8DB83F}" type="pres">
      <dgm:prSet presAssocID="{C72FB3F5-A599-4E5F-857C-365B99570E65}" presName="circle1" presStyleLbl="node1" presStyleIdx="0" presStyleCnt="2"/>
      <dgm:spPr/>
    </dgm:pt>
    <dgm:pt modelId="{3A5E6430-2947-431C-B5BA-1CB9A3F5E914}" type="pres">
      <dgm:prSet presAssocID="{C72FB3F5-A599-4E5F-857C-365B99570E65}" presName="space" presStyleCnt="0"/>
      <dgm:spPr/>
    </dgm:pt>
    <dgm:pt modelId="{5BC2CFE8-D7B5-4DEF-A143-BE2D973D839E}" type="pres">
      <dgm:prSet presAssocID="{C72FB3F5-A599-4E5F-857C-365B99570E65}" presName="rect1" presStyleLbl="alignAcc1" presStyleIdx="0" presStyleCnt="2"/>
      <dgm:spPr/>
    </dgm:pt>
    <dgm:pt modelId="{E417718A-B387-4F2D-91E1-402BDCE2FEC9}" type="pres">
      <dgm:prSet presAssocID="{76D9F3C0-96DE-4B4F-B0E5-2687956EAF24}" presName="vertSpace2" presStyleLbl="node1" presStyleIdx="0" presStyleCnt="2"/>
      <dgm:spPr/>
    </dgm:pt>
    <dgm:pt modelId="{01932DAA-A9D1-4B1D-BE0D-B4E48FA7866F}" type="pres">
      <dgm:prSet presAssocID="{76D9F3C0-96DE-4B4F-B0E5-2687956EAF24}" presName="circle2" presStyleLbl="node1" presStyleIdx="1" presStyleCnt="2"/>
      <dgm:spPr/>
    </dgm:pt>
    <dgm:pt modelId="{8E2A89CD-3F05-4DB5-BE82-B9CF8232D552}" type="pres">
      <dgm:prSet presAssocID="{76D9F3C0-96DE-4B4F-B0E5-2687956EAF24}" presName="rect2" presStyleLbl="alignAcc1" presStyleIdx="1" presStyleCnt="2"/>
      <dgm:spPr/>
    </dgm:pt>
    <dgm:pt modelId="{E352ADF1-D048-494F-8C61-1E488FF82121}" type="pres">
      <dgm:prSet presAssocID="{C72FB3F5-A599-4E5F-857C-365B99570E65}" presName="rect1ParTxNoCh" presStyleLbl="alignAcc1" presStyleIdx="1" presStyleCnt="2">
        <dgm:presLayoutVars>
          <dgm:chMax val="1"/>
          <dgm:bulletEnabled val="1"/>
        </dgm:presLayoutVars>
      </dgm:prSet>
      <dgm:spPr/>
    </dgm:pt>
    <dgm:pt modelId="{6A3C516E-1FB3-4D96-8B64-FA0EF3A0FA4F}" type="pres">
      <dgm:prSet presAssocID="{76D9F3C0-96DE-4B4F-B0E5-2687956EAF24}" presName="rect2ParTxNoCh" presStyleLbl="alignAcc1" presStyleIdx="1" presStyleCnt="2">
        <dgm:presLayoutVars>
          <dgm:chMax val="1"/>
          <dgm:bulletEnabled val="1"/>
        </dgm:presLayoutVars>
      </dgm:prSet>
      <dgm:spPr/>
    </dgm:pt>
  </dgm:ptLst>
  <dgm:cxnLst>
    <dgm:cxn modelId="{4EBECA15-67CD-4702-81A5-976F78A97ABF}" type="presOf" srcId="{6FD9A178-11D0-4D62-8A9D-27746D50FAB6}" destId="{27B29497-C0FA-4695-AB87-5093B2A56D32}" srcOrd="0" destOrd="0" presId="urn:microsoft.com/office/officeart/2005/8/layout/target3"/>
    <dgm:cxn modelId="{7FCE7A48-CE3C-4629-8685-A81D7F468A3F}" type="presOf" srcId="{C72FB3F5-A599-4E5F-857C-365B99570E65}" destId="{5BC2CFE8-D7B5-4DEF-A143-BE2D973D839E}" srcOrd="0" destOrd="0" presId="urn:microsoft.com/office/officeart/2005/8/layout/target3"/>
    <dgm:cxn modelId="{0FFB304D-151F-42A9-8C15-DBC5A948FF60}" srcId="{6FD9A178-11D0-4D62-8A9D-27746D50FAB6}" destId="{76D9F3C0-96DE-4B4F-B0E5-2687956EAF24}" srcOrd="1" destOrd="0" parTransId="{2C22E2E0-7288-422C-9AB1-521364D0FC4C}" sibTransId="{E1E00E9B-EF3C-4D0B-9BD5-C92A42766E29}"/>
    <dgm:cxn modelId="{B48D7F88-3A69-4463-957D-C341D4CF550B}" type="presOf" srcId="{76D9F3C0-96DE-4B4F-B0E5-2687956EAF24}" destId="{8E2A89CD-3F05-4DB5-BE82-B9CF8232D552}" srcOrd="0" destOrd="0" presId="urn:microsoft.com/office/officeart/2005/8/layout/target3"/>
    <dgm:cxn modelId="{9B8FFBB5-449C-4BBC-9CF6-86F047F756A1}" type="presOf" srcId="{76D9F3C0-96DE-4B4F-B0E5-2687956EAF24}" destId="{6A3C516E-1FB3-4D96-8B64-FA0EF3A0FA4F}" srcOrd="1" destOrd="0" presId="urn:microsoft.com/office/officeart/2005/8/layout/target3"/>
    <dgm:cxn modelId="{C0893CCB-1EA3-4652-B7E1-1FB8C0FA1DDD}" type="presOf" srcId="{C72FB3F5-A599-4E5F-857C-365B99570E65}" destId="{E352ADF1-D048-494F-8C61-1E488FF82121}" srcOrd="1" destOrd="0" presId="urn:microsoft.com/office/officeart/2005/8/layout/target3"/>
    <dgm:cxn modelId="{E6E5A6DD-55DA-4B3A-A15B-A43FAD749BAC}" srcId="{6FD9A178-11D0-4D62-8A9D-27746D50FAB6}" destId="{C72FB3F5-A599-4E5F-857C-365B99570E65}" srcOrd="0" destOrd="0" parTransId="{FE160FC5-ECBD-4DF2-90FA-24A924A5EF3F}" sibTransId="{78566950-A419-4264-8B01-2AA8CAE7384E}"/>
    <dgm:cxn modelId="{6A0B571A-2519-4243-BB31-B8990AE53E45}" type="presParOf" srcId="{27B29497-C0FA-4695-AB87-5093B2A56D32}" destId="{61137584-04E8-4BEA-88EA-1B313C8DB83F}" srcOrd="0" destOrd="0" presId="urn:microsoft.com/office/officeart/2005/8/layout/target3"/>
    <dgm:cxn modelId="{6DC8E737-8678-4B96-A2E0-273FA6838D20}" type="presParOf" srcId="{27B29497-C0FA-4695-AB87-5093B2A56D32}" destId="{3A5E6430-2947-431C-B5BA-1CB9A3F5E914}" srcOrd="1" destOrd="0" presId="urn:microsoft.com/office/officeart/2005/8/layout/target3"/>
    <dgm:cxn modelId="{4DE064FC-FF1D-448A-9531-BDE31739E65E}" type="presParOf" srcId="{27B29497-C0FA-4695-AB87-5093B2A56D32}" destId="{5BC2CFE8-D7B5-4DEF-A143-BE2D973D839E}" srcOrd="2" destOrd="0" presId="urn:microsoft.com/office/officeart/2005/8/layout/target3"/>
    <dgm:cxn modelId="{1179EF45-8E47-41CF-A489-0F50DB805923}" type="presParOf" srcId="{27B29497-C0FA-4695-AB87-5093B2A56D32}" destId="{E417718A-B387-4F2D-91E1-402BDCE2FEC9}" srcOrd="3" destOrd="0" presId="urn:microsoft.com/office/officeart/2005/8/layout/target3"/>
    <dgm:cxn modelId="{97909290-2A86-4960-B972-104E3A5732D2}" type="presParOf" srcId="{27B29497-C0FA-4695-AB87-5093B2A56D32}" destId="{01932DAA-A9D1-4B1D-BE0D-B4E48FA7866F}" srcOrd="4" destOrd="0" presId="urn:microsoft.com/office/officeart/2005/8/layout/target3"/>
    <dgm:cxn modelId="{793DA9F3-F48A-408A-8AC6-9880D7FEDF83}" type="presParOf" srcId="{27B29497-C0FA-4695-AB87-5093B2A56D32}" destId="{8E2A89CD-3F05-4DB5-BE82-B9CF8232D552}" srcOrd="5" destOrd="0" presId="urn:microsoft.com/office/officeart/2005/8/layout/target3"/>
    <dgm:cxn modelId="{030829D3-A1D9-4FC6-A918-17F4D0480537}" type="presParOf" srcId="{27B29497-C0FA-4695-AB87-5093B2A56D32}" destId="{E352ADF1-D048-494F-8C61-1E488FF82121}" srcOrd="6" destOrd="0" presId="urn:microsoft.com/office/officeart/2005/8/layout/target3"/>
    <dgm:cxn modelId="{9C96FCAD-1A7A-4460-9B26-1561D501B970}" type="presParOf" srcId="{27B29497-C0FA-4695-AB87-5093B2A56D32}" destId="{6A3C516E-1FB3-4D96-8B64-FA0EF3A0FA4F}" srcOrd="7"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16463016-61CF-4C30-A777-8D923E0F434E}"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1294C51E-028A-48F0-BD8F-6214DDD731B2}">
      <dgm:prSet phldrT="[Text]"/>
      <dgm:spPr/>
      <dgm:t>
        <a:bodyPr/>
        <a:lstStyle/>
        <a:p>
          <a:r>
            <a:rPr lang="en-US"/>
            <a:t>VPN</a:t>
          </a:r>
        </a:p>
      </dgm:t>
    </dgm:pt>
    <dgm:pt modelId="{E5C98818-70B9-48BE-969C-212D5C7C01BE}" type="parTrans" cxnId="{680BE9BA-075F-4081-BDE3-FBC6FEDB8E0B}">
      <dgm:prSet/>
      <dgm:spPr/>
      <dgm:t>
        <a:bodyPr/>
        <a:lstStyle/>
        <a:p>
          <a:endParaRPr lang="en-US"/>
        </a:p>
      </dgm:t>
    </dgm:pt>
    <dgm:pt modelId="{D5935E5D-9B86-4629-818B-4370B4A155AE}" type="sibTrans" cxnId="{680BE9BA-075F-4081-BDE3-FBC6FEDB8E0B}">
      <dgm:prSet/>
      <dgm:spPr/>
      <dgm:t>
        <a:bodyPr/>
        <a:lstStyle/>
        <a:p>
          <a:endParaRPr lang="en-US"/>
        </a:p>
      </dgm:t>
    </dgm:pt>
    <dgm:pt modelId="{FEA8C5B7-6C63-4079-A7CB-AB5120718591}">
      <dgm:prSet phldrT="[Text]"/>
      <dgm:spPr/>
      <dgm:t>
        <a:bodyPr/>
        <a:lstStyle/>
        <a:p>
          <a:r>
            <a:rPr lang="en-US"/>
            <a:t>Client/Server</a:t>
          </a:r>
        </a:p>
      </dgm:t>
    </dgm:pt>
    <dgm:pt modelId="{E96BE92C-D637-4112-AC68-5AD31E49288C}" type="parTrans" cxnId="{0D93D34C-278F-483A-8F86-80B3A95D61D3}">
      <dgm:prSet/>
      <dgm:spPr/>
      <dgm:t>
        <a:bodyPr/>
        <a:lstStyle/>
        <a:p>
          <a:endParaRPr lang="en-US"/>
        </a:p>
      </dgm:t>
    </dgm:pt>
    <dgm:pt modelId="{F4717681-887A-408B-A2F9-F68C9712EAC0}" type="sibTrans" cxnId="{0D93D34C-278F-483A-8F86-80B3A95D61D3}">
      <dgm:prSet/>
      <dgm:spPr/>
      <dgm:t>
        <a:bodyPr/>
        <a:lstStyle/>
        <a:p>
          <a:endParaRPr lang="en-US"/>
        </a:p>
      </dgm:t>
    </dgm:pt>
    <dgm:pt modelId="{23F278FD-B29B-42BB-A7AB-C2DF1547FC5B}" type="pres">
      <dgm:prSet presAssocID="{16463016-61CF-4C30-A777-8D923E0F434E}" presName="compositeShape" presStyleCnt="0">
        <dgm:presLayoutVars>
          <dgm:chMax val="2"/>
          <dgm:dir/>
          <dgm:resizeHandles val="exact"/>
        </dgm:presLayoutVars>
      </dgm:prSet>
      <dgm:spPr/>
    </dgm:pt>
    <dgm:pt modelId="{67FF6A6F-94AA-450D-8786-7903697C8354}" type="pres">
      <dgm:prSet presAssocID="{16463016-61CF-4C30-A777-8D923E0F434E}" presName="ribbon" presStyleLbl="node1" presStyleIdx="0" presStyleCnt="1"/>
      <dgm:spPr/>
    </dgm:pt>
    <dgm:pt modelId="{0922DE60-3516-481F-A6A2-4B64DD1ACC35}" type="pres">
      <dgm:prSet presAssocID="{16463016-61CF-4C30-A777-8D923E0F434E}" presName="leftArrowText" presStyleLbl="node1" presStyleIdx="0" presStyleCnt="1">
        <dgm:presLayoutVars>
          <dgm:chMax val="0"/>
          <dgm:bulletEnabled val="1"/>
        </dgm:presLayoutVars>
      </dgm:prSet>
      <dgm:spPr/>
    </dgm:pt>
    <dgm:pt modelId="{470F9B8A-8296-47B7-8031-E7DAA48E9AB4}" type="pres">
      <dgm:prSet presAssocID="{16463016-61CF-4C30-A777-8D923E0F434E}" presName="rightArrowText" presStyleLbl="node1" presStyleIdx="0" presStyleCnt="1">
        <dgm:presLayoutVars>
          <dgm:chMax val="0"/>
          <dgm:bulletEnabled val="1"/>
        </dgm:presLayoutVars>
      </dgm:prSet>
      <dgm:spPr/>
    </dgm:pt>
  </dgm:ptLst>
  <dgm:cxnLst>
    <dgm:cxn modelId="{60B37A0E-1982-4CC5-804E-5E8BD65AABC7}" type="presOf" srcId="{FEA8C5B7-6C63-4079-A7CB-AB5120718591}" destId="{470F9B8A-8296-47B7-8031-E7DAA48E9AB4}" srcOrd="0" destOrd="0" presId="urn:microsoft.com/office/officeart/2005/8/layout/arrow6"/>
    <dgm:cxn modelId="{0D93D34C-278F-483A-8F86-80B3A95D61D3}" srcId="{16463016-61CF-4C30-A777-8D923E0F434E}" destId="{FEA8C5B7-6C63-4079-A7CB-AB5120718591}" srcOrd="1" destOrd="0" parTransId="{E96BE92C-D637-4112-AC68-5AD31E49288C}" sibTransId="{F4717681-887A-408B-A2F9-F68C9712EAC0}"/>
    <dgm:cxn modelId="{035440B9-CA6E-4355-9823-C49EBCB277E3}" type="presOf" srcId="{1294C51E-028A-48F0-BD8F-6214DDD731B2}" destId="{0922DE60-3516-481F-A6A2-4B64DD1ACC35}" srcOrd="0" destOrd="0" presId="urn:microsoft.com/office/officeart/2005/8/layout/arrow6"/>
    <dgm:cxn modelId="{680BE9BA-075F-4081-BDE3-FBC6FEDB8E0B}" srcId="{16463016-61CF-4C30-A777-8D923E0F434E}" destId="{1294C51E-028A-48F0-BD8F-6214DDD731B2}" srcOrd="0" destOrd="0" parTransId="{E5C98818-70B9-48BE-969C-212D5C7C01BE}" sibTransId="{D5935E5D-9B86-4629-818B-4370B4A155AE}"/>
    <dgm:cxn modelId="{87528DE4-81EB-41E7-9811-FF3B57D3544E}" type="presOf" srcId="{16463016-61CF-4C30-A777-8D923E0F434E}" destId="{23F278FD-B29B-42BB-A7AB-C2DF1547FC5B}" srcOrd="0" destOrd="0" presId="urn:microsoft.com/office/officeart/2005/8/layout/arrow6"/>
    <dgm:cxn modelId="{F6F04F4B-7C69-40E3-A44B-E0E1DF60DCC1}" type="presParOf" srcId="{23F278FD-B29B-42BB-A7AB-C2DF1547FC5B}" destId="{67FF6A6F-94AA-450D-8786-7903697C8354}" srcOrd="0" destOrd="0" presId="urn:microsoft.com/office/officeart/2005/8/layout/arrow6"/>
    <dgm:cxn modelId="{4BFBB83D-FC6D-4302-A589-B66B32EF1ABF}" type="presParOf" srcId="{23F278FD-B29B-42BB-A7AB-C2DF1547FC5B}" destId="{0922DE60-3516-481F-A6A2-4B64DD1ACC35}" srcOrd="1" destOrd="0" presId="urn:microsoft.com/office/officeart/2005/8/layout/arrow6"/>
    <dgm:cxn modelId="{87F5411E-0856-43A1-9D01-71253A277825}" type="presParOf" srcId="{23F278FD-B29B-42BB-A7AB-C2DF1547FC5B}" destId="{470F9B8A-8296-47B7-8031-E7DAA48E9AB4}"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2FA8DB4A-BE2C-49C7-BE44-3A0140AFAD7A}"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D3E3DC61-B45A-4FFF-A930-E9A598ACA707}">
      <dgm:prSet phldrT="[Text]"/>
      <dgm:spPr/>
      <dgm:t>
        <a:bodyPr/>
        <a:lstStyle/>
        <a:p>
          <a:pPr>
            <a:buBlip>
              <a:blip xmlns:r="http://schemas.openxmlformats.org/officeDocument/2006/relationships" r:embed="rId1"/>
            </a:buBlip>
          </a:pPr>
          <a:r>
            <a:rPr lang="en-US" b="0" i="0"/>
            <a:t>VPN is a mechanism of employing encryption, authentication, and integrity protection to use a public network as if it is a private network. It offers a high amount of security and allows users to remotely access private networks.</a:t>
          </a:r>
          <a:endParaRPr lang="en-US"/>
        </a:p>
      </dgm:t>
    </dgm:pt>
    <dgm:pt modelId="{3346B4D7-4A0E-4685-A2CB-BDC1150F4F4B}" type="parTrans" cxnId="{4BC1E7D9-D7BB-4DB5-BCD9-25CBDCA79E04}">
      <dgm:prSet/>
      <dgm:spPr/>
      <dgm:t>
        <a:bodyPr/>
        <a:lstStyle/>
        <a:p>
          <a:endParaRPr lang="en-US"/>
        </a:p>
      </dgm:t>
    </dgm:pt>
    <dgm:pt modelId="{CE6CD4BB-19C3-40F9-AFDD-D3D4F98FD1A4}" type="sibTrans" cxnId="{4BC1E7D9-D7BB-4DB5-BCD9-25CBDCA79E04}">
      <dgm:prSet/>
      <dgm:spPr/>
      <dgm:t>
        <a:bodyPr/>
        <a:lstStyle/>
        <a:p>
          <a:endParaRPr lang="en-US"/>
        </a:p>
      </dgm:t>
    </dgm:pt>
    <dgm:pt modelId="{230E1269-421A-4B98-989F-B1C2C64A5D1B}">
      <dgm:prSet phldrT="[Text]"/>
      <dgm:spPr/>
      <dgm:t>
        <a:bodyPr/>
        <a:lstStyle/>
        <a:p>
          <a:r>
            <a:rPr lang="en-US" b="0" i="0"/>
            <a:t>A Virtual Private Network is a way to extend a private network using a public network such as the Internet. The name only suggests that it is a “Virtual Private Network”, i.e. user can be part of a local network sitting at a remote location.</a:t>
          </a:r>
          <a:endParaRPr lang="en-US"/>
        </a:p>
      </dgm:t>
    </dgm:pt>
    <dgm:pt modelId="{82EF2EE2-A029-491C-93F7-D59B4393E5BB}" type="parTrans" cxnId="{2EE36B6C-7D6A-42C3-8B72-CC48FBE935D6}">
      <dgm:prSet/>
      <dgm:spPr/>
      <dgm:t>
        <a:bodyPr/>
        <a:lstStyle/>
        <a:p>
          <a:endParaRPr lang="en-US"/>
        </a:p>
      </dgm:t>
    </dgm:pt>
    <dgm:pt modelId="{0B3BBE59-467A-4F6C-BF4D-FA7101872293}" type="sibTrans" cxnId="{2EE36B6C-7D6A-42C3-8B72-CC48FBE935D6}">
      <dgm:prSet/>
      <dgm:spPr/>
      <dgm:t>
        <a:bodyPr/>
        <a:lstStyle/>
        <a:p>
          <a:endParaRPr lang="en-US"/>
        </a:p>
      </dgm:t>
    </dgm:pt>
    <dgm:pt modelId="{15C3B91A-67F6-4DB1-8977-A2F04E4B1D4E}" type="pres">
      <dgm:prSet presAssocID="{2FA8DB4A-BE2C-49C7-BE44-3A0140AFAD7A}" presName="diagram" presStyleCnt="0">
        <dgm:presLayoutVars>
          <dgm:dir/>
          <dgm:resizeHandles val="exact"/>
        </dgm:presLayoutVars>
      </dgm:prSet>
      <dgm:spPr/>
    </dgm:pt>
    <dgm:pt modelId="{44116110-7727-4F56-917A-572C4F811969}" type="pres">
      <dgm:prSet presAssocID="{D3E3DC61-B45A-4FFF-A930-E9A598ACA707}" presName="node" presStyleLbl="node1" presStyleIdx="0" presStyleCnt="2">
        <dgm:presLayoutVars>
          <dgm:bulletEnabled val="1"/>
        </dgm:presLayoutVars>
      </dgm:prSet>
      <dgm:spPr/>
    </dgm:pt>
    <dgm:pt modelId="{7D59A128-338E-4ED8-B664-973306691E9D}" type="pres">
      <dgm:prSet presAssocID="{CE6CD4BB-19C3-40F9-AFDD-D3D4F98FD1A4}" presName="sibTrans" presStyleCnt="0"/>
      <dgm:spPr/>
    </dgm:pt>
    <dgm:pt modelId="{69E39316-C2BA-4E74-8BFB-5C8F1BE7F61D}" type="pres">
      <dgm:prSet presAssocID="{230E1269-421A-4B98-989F-B1C2C64A5D1B}" presName="node" presStyleLbl="node1" presStyleIdx="1" presStyleCnt="2">
        <dgm:presLayoutVars>
          <dgm:bulletEnabled val="1"/>
        </dgm:presLayoutVars>
      </dgm:prSet>
      <dgm:spPr/>
    </dgm:pt>
  </dgm:ptLst>
  <dgm:cxnLst>
    <dgm:cxn modelId="{B6122C23-2215-4395-A418-FF55909A29DB}" type="presOf" srcId="{2FA8DB4A-BE2C-49C7-BE44-3A0140AFAD7A}" destId="{15C3B91A-67F6-4DB1-8977-A2F04E4B1D4E}" srcOrd="0" destOrd="0" presId="urn:microsoft.com/office/officeart/2005/8/layout/default"/>
    <dgm:cxn modelId="{2EE36B6C-7D6A-42C3-8B72-CC48FBE935D6}" srcId="{2FA8DB4A-BE2C-49C7-BE44-3A0140AFAD7A}" destId="{230E1269-421A-4B98-989F-B1C2C64A5D1B}" srcOrd="1" destOrd="0" parTransId="{82EF2EE2-A029-491C-93F7-D59B4393E5BB}" sibTransId="{0B3BBE59-467A-4F6C-BF4D-FA7101872293}"/>
    <dgm:cxn modelId="{4BC1E7D9-D7BB-4DB5-BCD9-25CBDCA79E04}" srcId="{2FA8DB4A-BE2C-49C7-BE44-3A0140AFAD7A}" destId="{D3E3DC61-B45A-4FFF-A930-E9A598ACA707}" srcOrd="0" destOrd="0" parTransId="{3346B4D7-4A0E-4685-A2CB-BDC1150F4F4B}" sibTransId="{CE6CD4BB-19C3-40F9-AFDD-D3D4F98FD1A4}"/>
    <dgm:cxn modelId="{35D4E2DD-5941-4062-B72B-0E9D604DB691}" type="presOf" srcId="{D3E3DC61-B45A-4FFF-A930-E9A598ACA707}" destId="{44116110-7727-4F56-917A-572C4F811969}" srcOrd="0" destOrd="0" presId="urn:microsoft.com/office/officeart/2005/8/layout/default"/>
    <dgm:cxn modelId="{12DBF8E6-52D6-433A-8BC1-232C3FFBF478}" type="presOf" srcId="{230E1269-421A-4B98-989F-B1C2C64A5D1B}" destId="{69E39316-C2BA-4E74-8BFB-5C8F1BE7F61D}" srcOrd="0" destOrd="0" presId="urn:microsoft.com/office/officeart/2005/8/layout/default"/>
    <dgm:cxn modelId="{BB8F5623-97E0-4075-8E99-2BE0FF8C2D7A}" type="presParOf" srcId="{15C3B91A-67F6-4DB1-8977-A2F04E4B1D4E}" destId="{44116110-7727-4F56-917A-572C4F811969}" srcOrd="0" destOrd="0" presId="urn:microsoft.com/office/officeart/2005/8/layout/default"/>
    <dgm:cxn modelId="{AB230518-3D33-4E0E-A68E-8C3FAC2A2F09}" type="presParOf" srcId="{15C3B91A-67F6-4DB1-8977-A2F04E4B1D4E}" destId="{7D59A128-338E-4ED8-B664-973306691E9D}" srcOrd="1" destOrd="0" presId="urn:microsoft.com/office/officeart/2005/8/layout/default"/>
    <dgm:cxn modelId="{A0F3BA00-3E56-4DD3-A5C9-A2F10A5F79DE}" type="presParOf" srcId="{15C3B91A-67F6-4DB1-8977-A2F04E4B1D4E}" destId="{69E39316-C2BA-4E74-8BFB-5C8F1BE7F61D}"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BA5C525D-7A80-4254-A4B7-E2A06F41FF1C}" type="doc">
      <dgm:prSet loTypeId="urn:microsoft.com/office/officeart/2005/8/layout/target3" loCatId="list" qsTypeId="urn:microsoft.com/office/officeart/2005/8/quickstyle/simple1" qsCatId="simple" csTypeId="urn:microsoft.com/office/officeart/2005/8/colors/colorful2" csCatId="colorful" phldr="1"/>
      <dgm:spPr/>
      <dgm:t>
        <a:bodyPr/>
        <a:lstStyle/>
        <a:p>
          <a:endParaRPr lang="en-US"/>
        </a:p>
      </dgm:t>
    </dgm:pt>
    <dgm:pt modelId="{D352090B-5CDB-421F-846B-B880229F7992}">
      <dgm:prSet phldrT="[Text]"/>
      <dgm:spPr/>
      <dgm:t>
        <a:bodyPr/>
        <a:lstStyle/>
        <a:p>
          <a:pPr>
            <a:buBlip>
              <a:blip xmlns:r="http://schemas.openxmlformats.org/officeDocument/2006/relationships" r:embed="rId1"/>
            </a:buBlip>
          </a:pPr>
          <a:r>
            <a:rPr lang="en-US"/>
            <a:t>In a client/server network a dedicated computer known as server provides sharing resources. All other computers know as clients are used to access the shared resources.</a:t>
          </a:r>
        </a:p>
      </dgm:t>
    </dgm:pt>
    <dgm:pt modelId="{18A3DDA6-6B1D-4DE6-84DE-C250D08B2EE1}" type="parTrans" cxnId="{7BC3D11F-7A41-4D29-8E80-ECA548BCCF81}">
      <dgm:prSet/>
      <dgm:spPr/>
      <dgm:t>
        <a:bodyPr/>
        <a:lstStyle/>
        <a:p>
          <a:endParaRPr lang="en-US"/>
        </a:p>
      </dgm:t>
    </dgm:pt>
    <dgm:pt modelId="{C1B49B79-DF92-4CAF-B195-89ACBE6E9B9D}" type="sibTrans" cxnId="{7BC3D11F-7A41-4D29-8E80-ECA548BCCF81}">
      <dgm:prSet/>
      <dgm:spPr/>
      <dgm:t>
        <a:bodyPr/>
        <a:lstStyle/>
        <a:p>
          <a:endParaRPr lang="en-US"/>
        </a:p>
      </dgm:t>
    </dgm:pt>
    <dgm:pt modelId="{0FEAEBE7-9E81-4083-9095-1D5D78E855A2}">
      <dgm:prSet/>
      <dgm:spPr/>
      <dgm:t>
        <a:bodyPr/>
        <a:lstStyle/>
        <a:p>
          <a:r>
            <a:rPr lang="en-US"/>
            <a:t>This type of network is commonly used in company environment. It provides great security features but requires special hardware and software to setup.</a:t>
          </a:r>
        </a:p>
      </dgm:t>
    </dgm:pt>
    <dgm:pt modelId="{25069FF3-8D02-44DA-91A8-5913D39F3368}" type="parTrans" cxnId="{009C2349-8806-4059-A34E-19B4808A5651}">
      <dgm:prSet/>
      <dgm:spPr/>
      <dgm:t>
        <a:bodyPr/>
        <a:lstStyle/>
        <a:p>
          <a:endParaRPr lang="en-US"/>
        </a:p>
      </dgm:t>
    </dgm:pt>
    <dgm:pt modelId="{0C53B2F0-DA5E-4D0C-9E15-B2D717804DDD}" type="sibTrans" cxnId="{009C2349-8806-4059-A34E-19B4808A5651}">
      <dgm:prSet/>
      <dgm:spPr/>
      <dgm:t>
        <a:bodyPr/>
        <a:lstStyle/>
        <a:p>
          <a:endParaRPr lang="en-US"/>
        </a:p>
      </dgm:t>
    </dgm:pt>
    <dgm:pt modelId="{1D9B9BEC-4598-4432-87AF-C0CD9A9F6651}">
      <dgm:prSet/>
      <dgm:spPr/>
      <dgm:t>
        <a:bodyPr/>
        <a:lstStyle/>
        <a:p>
          <a:r>
            <a:rPr lang="en-US" b="0" i="0"/>
            <a:t>In the client-server architecture, when the client computer sends a request for data to the server through the internet, the server accepts the requested process and delivers the data packets requested back to the client</a:t>
          </a:r>
          <a:br>
            <a:rPr lang="en-US"/>
          </a:br>
          <a:endParaRPr lang="en-US"/>
        </a:p>
      </dgm:t>
    </dgm:pt>
    <dgm:pt modelId="{9D415E80-DE1E-4F73-B032-83F02CFB1465}" type="parTrans" cxnId="{36A8C8FB-7534-47B4-87D8-1B184776271A}">
      <dgm:prSet/>
      <dgm:spPr/>
      <dgm:t>
        <a:bodyPr/>
        <a:lstStyle/>
        <a:p>
          <a:endParaRPr lang="en-US"/>
        </a:p>
      </dgm:t>
    </dgm:pt>
    <dgm:pt modelId="{44E5C926-2105-497A-BA41-D39AB924DF36}" type="sibTrans" cxnId="{36A8C8FB-7534-47B4-87D8-1B184776271A}">
      <dgm:prSet/>
      <dgm:spPr/>
      <dgm:t>
        <a:bodyPr/>
        <a:lstStyle/>
        <a:p>
          <a:endParaRPr lang="en-US"/>
        </a:p>
      </dgm:t>
    </dgm:pt>
    <dgm:pt modelId="{290FEA50-506C-427D-BFAC-A8F8BB6EC74C}" type="pres">
      <dgm:prSet presAssocID="{BA5C525D-7A80-4254-A4B7-E2A06F41FF1C}" presName="Name0" presStyleCnt="0">
        <dgm:presLayoutVars>
          <dgm:chMax val="7"/>
          <dgm:dir/>
          <dgm:animLvl val="lvl"/>
          <dgm:resizeHandles val="exact"/>
        </dgm:presLayoutVars>
      </dgm:prSet>
      <dgm:spPr/>
    </dgm:pt>
    <dgm:pt modelId="{4A1FE69F-4F9D-4696-BA78-30566120679C}" type="pres">
      <dgm:prSet presAssocID="{D352090B-5CDB-421F-846B-B880229F7992}" presName="circle1" presStyleLbl="node1" presStyleIdx="0" presStyleCnt="3"/>
      <dgm:spPr/>
    </dgm:pt>
    <dgm:pt modelId="{D6030E37-ECC5-4C80-94BD-5D90B1D8ADF4}" type="pres">
      <dgm:prSet presAssocID="{D352090B-5CDB-421F-846B-B880229F7992}" presName="space" presStyleCnt="0"/>
      <dgm:spPr/>
    </dgm:pt>
    <dgm:pt modelId="{32A4832F-CED8-407B-9DB9-2A6853CE27C0}" type="pres">
      <dgm:prSet presAssocID="{D352090B-5CDB-421F-846B-B880229F7992}" presName="rect1" presStyleLbl="alignAcc1" presStyleIdx="0" presStyleCnt="3"/>
      <dgm:spPr/>
    </dgm:pt>
    <dgm:pt modelId="{EFDAB718-420F-4178-ABE3-1B3722C49C0B}" type="pres">
      <dgm:prSet presAssocID="{0FEAEBE7-9E81-4083-9095-1D5D78E855A2}" presName="vertSpace2" presStyleLbl="node1" presStyleIdx="0" presStyleCnt="3"/>
      <dgm:spPr/>
    </dgm:pt>
    <dgm:pt modelId="{EA434674-CE7F-4D67-8165-18CFDEE207B5}" type="pres">
      <dgm:prSet presAssocID="{0FEAEBE7-9E81-4083-9095-1D5D78E855A2}" presName="circle2" presStyleLbl="node1" presStyleIdx="1" presStyleCnt="3"/>
      <dgm:spPr/>
    </dgm:pt>
    <dgm:pt modelId="{4C9715D7-1E08-42D8-9E3F-ECD15EF95D27}" type="pres">
      <dgm:prSet presAssocID="{0FEAEBE7-9E81-4083-9095-1D5D78E855A2}" presName="rect2" presStyleLbl="alignAcc1" presStyleIdx="1" presStyleCnt="3"/>
      <dgm:spPr/>
    </dgm:pt>
    <dgm:pt modelId="{2A8C19BF-E10C-425C-BDDD-8160E0B35932}" type="pres">
      <dgm:prSet presAssocID="{1D9B9BEC-4598-4432-87AF-C0CD9A9F6651}" presName="vertSpace3" presStyleLbl="node1" presStyleIdx="1" presStyleCnt="3"/>
      <dgm:spPr/>
    </dgm:pt>
    <dgm:pt modelId="{5ACE18CD-DFB5-4F44-9A93-F99FBD320593}" type="pres">
      <dgm:prSet presAssocID="{1D9B9BEC-4598-4432-87AF-C0CD9A9F6651}" presName="circle3" presStyleLbl="node1" presStyleIdx="2" presStyleCnt="3"/>
      <dgm:spPr/>
    </dgm:pt>
    <dgm:pt modelId="{976726B8-519A-46A0-8511-50F97312660C}" type="pres">
      <dgm:prSet presAssocID="{1D9B9BEC-4598-4432-87AF-C0CD9A9F6651}" presName="rect3" presStyleLbl="alignAcc1" presStyleIdx="2" presStyleCnt="3"/>
      <dgm:spPr/>
    </dgm:pt>
    <dgm:pt modelId="{F6A12593-F06B-4EB9-9A3F-6A3DB58AEABC}" type="pres">
      <dgm:prSet presAssocID="{D352090B-5CDB-421F-846B-B880229F7992}" presName="rect1ParTxNoCh" presStyleLbl="alignAcc1" presStyleIdx="2" presStyleCnt="3">
        <dgm:presLayoutVars>
          <dgm:chMax val="1"/>
          <dgm:bulletEnabled val="1"/>
        </dgm:presLayoutVars>
      </dgm:prSet>
      <dgm:spPr/>
    </dgm:pt>
    <dgm:pt modelId="{59D4C607-BBBE-4814-B8B0-7AFA2D9FD535}" type="pres">
      <dgm:prSet presAssocID="{0FEAEBE7-9E81-4083-9095-1D5D78E855A2}" presName="rect2ParTxNoCh" presStyleLbl="alignAcc1" presStyleIdx="2" presStyleCnt="3">
        <dgm:presLayoutVars>
          <dgm:chMax val="1"/>
          <dgm:bulletEnabled val="1"/>
        </dgm:presLayoutVars>
      </dgm:prSet>
      <dgm:spPr/>
    </dgm:pt>
    <dgm:pt modelId="{C46B43FA-3D54-4229-968B-76BA297A6501}" type="pres">
      <dgm:prSet presAssocID="{1D9B9BEC-4598-4432-87AF-C0CD9A9F6651}" presName="rect3ParTxNoCh" presStyleLbl="alignAcc1" presStyleIdx="2" presStyleCnt="3">
        <dgm:presLayoutVars>
          <dgm:chMax val="1"/>
          <dgm:bulletEnabled val="1"/>
        </dgm:presLayoutVars>
      </dgm:prSet>
      <dgm:spPr/>
    </dgm:pt>
  </dgm:ptLst>
  <dgm:cxnLst>
    <dgm:cxn modelId="{3C40ED08-7CAD-413D-BA7E-14DAA0F8CEFC}" type="presOf" srcId="{0FEAEBE7-9E81-4083-9095-1D5D78E855A2}" destId="{4C9715D7-1E08-42D8-9E3F-ECD15EF95D27}" srcOrd="0" destOrd="0" presId="urn:microsoft.com/office/officeart/2005/8/layout/target3"/>
    <dgm:cxn modelId="{7BC3D11F-7A41-4D29-8E80-ECA548BCCF81}" srcId="{BA5C525D-7A80-4254-A4B7-E2A06F41FF1C}" destId="{D352090B-5CDB-421F-846B-B880229F7992}" srcOrd="0" destOrd="0" parTransId="{18A3DDA6-6B1D-4DE6-84DE-C250D08B2EE1}" sibTransId="{C1B49B79-DF92-4CAF-B195-89ACBE6E9B9D}"/>
    <dgm:cxn modelId="{18F16864-E108-4245-B311-C966D8FBA4B0}" type="presOf" srcId="{BA5C525D-7A80-4254-A4B7-E2A06F41FF1C}" destId="{290FEA50-506C-427D-BFAC-A8F8BB6EC74C}" srcOrd="0" destOrd="0" presId="urn:microsoft.com/office/officeart/2005/8/layout/target3"/>
    <dgm:cxn modelId="{009C2349-8806-4059-A34E-19B4808A5651}" srcId="{BA5C525D-7A80-4254-A4B7-E2A06F41FF1C}" destId="{0FEAEBE7-9E81-4083-9095-1D5D78E855A2}" srcOrd="1" destOrd="0" parTransId="{25069FF3-8D02-44DA-91A8-5913D39F3368}" sibTransId="{0C53B2F0-DA5E-4D0C-9E15-B2D717804DDD}"/>
    <dgm:cxn modelId="{0255977F-7803-4D7C-A0DD-0D87616E60E6}" type="presOf" srcId="{D352090B-5CDB-421F-846B-B880229F7992}" destId="{32A4832F-CED8-407B-9DB9-2A6853CE27C0}" srcOrd="0" destOrd="0" presId="urn:microsoft.com/office/officeart/2005/8/layout/target3"/>
    <dgm:cxn modelId="{D4B64386-EFBD-431D-918E-E7FDFD645AFE}" type="presOf" srcId="{D352090B-5CDB-421F-846B-B880229F7992}" destId="{F6A12593-F06B-4EB9-9A3F-6A3DB58AEABC}" srcOrd="1" destOrd="0" presId="urn:microsoft.com/office/officeart/2005/8/layout/target3"/>
    <dgm:cxn modelId="{638BFD86-C400-4590-91D2-9A50B747752B}" type="presOf" srcId="{1D9B9BEC-4598-4432-87AF-C0CD9A9F6651}" destId="{976726B8-519A-46A0-8511-50F97312660C}" srcOrd="0" destOrd="0" presId="urn:microsoft.com/office/officeart/2005/8/layout/target3"/>
    <dgm:cxn modelId="{85C03C9B-DBF1-4048-AE97-B2DB4C7ADBF5}" type="presOf" srcId="{0FEAEBE7-9E81-4083-9095-1D5D78E855A2}" destId="{59D4C607-BBBE-4814-B8B0-7AFA2D9FD535}" srcOrd="1" destOrd="0" presId="urn:microsoft.com/office/officeart/2005/8/layout/target3"/>
    <dgm:cxn modelId="{9C81359D-B9EE-46A4-8E0F-C90225EE03D7}" type="presOf" srcId="{1D9B9BEC-4598-4432-87AF-C0CD9A9F6651}" destId="{C46B43FA-3D54-4229-968B-76BA297A6501}" srcOrd="1" destOrd="0" presId="urn:microsoft.com/office/officeart/2005/8/layout/target3"/>
    <dgm:cxn modelId="{36A8C8FB-7534-47B4-87D8-1B184776271A}" srcId="{BA5C525D-7A80-4254-A4B7-E2A06F41FF1C}" destId="{1D9B9BEC-4598-4432-87AF-C0CD9A9F6651}" srcOrd="2" destOrd="0" parTransId="{9D415E80-DE1E-4F73-B032-83F02CFB1465}" sibTransId="{44E5C926-2105-497A-BA41-D39AB924DF36}"/>
    <dgm:cxn modelId="{93407A24-DF7D-4508-88BD-782591FC3C20}" type="presParOf" srcId="{290FEA50-506C-427D-BFAC-A8F8BB6EC74C}" destId="{4A1FE69F-4F9D-4696-BA78-30566120679C}" srcOrd="0" destOrd="0" presId="urn:microsoft.com/office/officeart/2005/8/layout/target3"/>
    <dgm:cxn modelId="{F8A740AC-10FA-4B8E-B0E5-53E50E520D2E}" type="presParOf" srcId="{290FEA50-506C-427D-BFAC-A8F8BB6EC74C}" destId="{D6030E37-ECC5-4C80-94BD-5D90B1D8ADF4}" srcOrd="1" destOrd="0" presId="urn:microsoft.com/office/officeart/2005/8/layout/target3"/>
    <dgm:cxn modelId="{267E19DB-2F64-4BB4-B9E7-DA6DB562CFD0}" type="presParOf" srcId="{290FEA50-506C-427D-BFAC-A8F8BB6EC74C}" destId="{32A4832F-CED8-407B-9DB9-2A6853CE27C0}" srcOrd="2" destOrd="0" presId="urn:microsoft.com/office/officeart/2005/8/layout/target3"/>
    <dgm:cxn modelId="{6C02DB0E-C6DE-4E7A-831A-CA3BE55F6B2E}" type="presParOf" srcId="{290FEA50-506C-427D-BFAC-A8F8BB6EC74C}" destId="{EFDAB718-420F-4178-ABE3-1B3722C49C0B}" srcOrd="3" destOrd="0" presId="urn:microsoft.com/office/officeart/2005/8/layout/target3"/>
    <dgm:cxn modelId="{ED3EDA53-A053-4007-9BF1-04E89EC15D4B}" type="presParOf" srcId="{290FEA50-506C-427D-BFAC-A8F8BB6EC74C}" destId="{EA434674-CE7F-4D67-8165-18CFDEE207B5}" srcOrd="4" destOrd="0" presId="urn:microsoft.com/office/officeart/2005/8/layout/target3"/>
    <dgm:cxn modelId="{B4C479AC-5333-4D5B-B5E9-183801DC63E0}" type="presParOf" srcId="{290FEA50-506C-427D-BFAC-A8F8BB6EC74C}" destId="{4C9715D7-1E08-42D8-9E3F-ECD15EF95D27}" srcOrd="5" destOrd="0" presId="urn:microsoft.com/office/officeart/2005/8/layout/target3"/>
    <dgm:cxn modelId="{5A699032-B67C-4794-A589-0D44F7E205A5}" type="presParOf" srcId="{290FEA50-506C-427D-BFAC-A8F8BB6EC74C}" destId="{2A8C19BF-E10C-425C-BDDD-8160E0B35932}" srcOrd="6" destOrd="0" presId="urn:microsoft.com/office/officeart/2005/8/layout/target3"/>
    <dgm:cxn modelId="{3BDE9E7E-62B0-4384-95E1-787C3325C098}" type="presParOf" srcId="{290FEA50-506C-427D-BFAC-A8F8BB6EC74C}" destId="{5ACE18CD-DFB5-4F44-9A93-F99FBD320593}" srcOrd="7" destOrd="0" presId="urn:microsoft.com/office/officeart/2005/8/layout/target3"/>
    <dgm:cxn modelId="{409176FC-FA6B-4C4E-8E25-F9891A9E1FA4}" type="presParOf" srcId="{290FEA50-506C-427D-BFAC-A8F8BB6EC74C}" destId="{976726B8-519A-46A0-8511-50F97312660C}" srcOrd="8" destOrd="0" presId="urn:microsoft.com/office/officeart/2005/8/layout/target3"/>
    <dgm:cxn modelId="{2CEF6F16-2A53-4B56-9725-16E13CD60C71}" type="presParOf" srcId="{290FEA50-506C-427D-BFAC-A8F8BB6EC74C}" destId="{F6A12593-F06B-4EB9-9A3F-6A3DB58AEABC}" srcOrd="9" destOrd="0" presId="urn:microsoft.com/office/officeart/2005/8/layout/target3"/>
    <dgm:cxn modelId="{6A5C4642-298D-4018-A353-52C9B88D192C}" type="presParOf" srcId="{290FEA50-506C-427D-BFAC-A8F8BB6EC74C}" destId="{59D4C607-BBBE-4814-B8B0-7AFA2D9FD535}" srcOrd="10" destOrd="0" presId="urn:microsoft.com/office/officeart/2005/8/layout/target3"/>
    <dgm:cxn modelId="{DA28CFFB-1500-407C-A9BF-8FE9512B4075}" type="presParOf" srcId="{290FEA50-506C-427D-BFAC-A8F8BB6EC74C}" destId="{C46B43FA-3D54-4229-968B-76BA297A6501}" srcOrd="11"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BA96C113-7D97-4E5D-BB1A-73CB69C72E6B}" type="doc">
      <dgm:prSet loTypeId="urn:microsoft.com/office/officeart/2008/layout/VerticalCurvedList" loCatId="list" qsTypeId="urn:microsoft.com/office/officeart/2005/8/quickstyle/simple2" qsCatId="simple" csTypeId="urn:microsoft.com/office/officeart/2005/8/colors/accent1_3" csCatId="accent1" phldr="1"/>
      <dgm:spPr/>
      <dgm:t>
        <a:bodyPr/>
        <a:lstStyle/>
        <a:p>
          <a:endParaRPr lang="en-US"/>
        </a:p>
      </dgm:t>
    </dgm:pt>
    <dgm:pt modelId="{632FB691-66AC-4922-857D-CA76A68B3600}">
      <dgm:prSet custT="1"/>
      <dgm:spPr/>
      <dgm:t>
        <a:bodyPr/>
        <a:lstStyle/>
        <a:p>
          <a:r>
            <a:rPr lang="en-US" sz="2000"/>
            <a:t>Easy Sharing of Data &amp; Hardware Resources</a:t>
          </a:r>
        </a:p>
      </dgm:t>
    </dgm:pt>
    <dgm:pt modelId="{A82B26B8-5321-40A8-8FD9-A38355C49688}" type="parTrans" cxnId="{3F68400A-9BE8-4107-8806-098B27A87B6C}">
      <dgm:prSet/>
      <dgm:spPr/>
      <dgm:t>
        <a:bodyPr/>
        <a:lstStyle/>
        <a:p>
          <a:endParaRPr lang="en-US" sz="1600">
            <a:solidFill>
              <a:schemeClr val="bg1"/>
            </a:solidFill>
          </a:endParaRPr>
        </a:p>
      </dgm:t>
    </dgm:pt>
    <dgm:pt modelId="{206E01A3-2D35-447B-860F-EEE51F56CF66}" type="sibTrans" cxnId="{3F68400A-9BE8-4107-8806-098B27A87B6C}">
      <dgm:prSet/>
      <dgm:spPr/>
      <dgm:t>
        <a:bodyPr/>
        <a:lstStyle/>
        <a:p>
          <a:endParaRPr lang="en-US" sz="1600">
            <a:solidFill>
              <a:schemeClr val="bg1"/>
            </a:solidFill>
          </a:endParaRPr>
        </a:p>
      </dgm:t>
    </dgm:pt>
    <dgm:pt modelId="{7EBB9A0D-FC55-41B7-91C2-199E4BC8C61B}">
      <dgm:prSet custT="1"/>
      <dgm:spPr/>
      <dgm:t>
        <a:bodyPr/>
        <a:lstStyle/>
        <a:p>
          <a:r>
            <a:rPr lang="en-US" sz="2000"/>
            <a:t>Easy Sharing of Software</a:t>
          </a:r>
        </a:p>
      </dgm:t>
    </dgm:pt>
    <dgm:pt modelId="{1B1E9382-088F-4741-A32F-BFC3E91FC85C}" type="parTrans" cxnId="{A6BDD759-6B31-4B61-9210-D30379B5E33A}">
      <dgm:prSet/>
      <dgm:spPr/>
      <dgm:t>
        <a:bodyPr/>
        <a:lstStyle/>
        <a:p>
          <a:endParaRPr lang="en-US" sz="1600">
            <a:solidFill>
              <a:schemeClr val="bg1"/>
            </a:solidFill>
          </a:endParaRPr>
        </a:p>
      </dgm:t>
    </dgm:pt>
    <dgm:pt modelId="{933650BE-CA2B-4EC1-AC2F-54D4C18DB456}" type="sibTrans" cxnId="{A6BDD759-6B31-4B61-9210-D30379B5E33A}">
      <dgm:prSet/>
      <dgm:spPr/>
      <dgm:t>
        <a:bodyPr/>
        <a:lstStyle/>
        <a:p>
          <a:endParaRPr lang="en-US" sz="1600">
            <a:solidFill>
              <a:schemeClr val="bg1"/>
            </a:solidFill>
          </a:endParaRPr>
        </a:p>
      </dgm:t>
    </dgm:pt>
    <dgm:pt modelId="{B0880016-BB9E-4D71-9484-078FF4E0BD0E}">
      <dgm:prSet custT="1"/>
      <dgm:spPr/>
      <dgm:t>
        <a:bodyPr/>
        <a:lstStyle/>
        <a:p>
          <a:r>
            <a:rPr lang="en-US" sz="2000"/>
            <a:t>Easy to Decentralize Data Processing</a:t>
          </a:r>
        </a:p>
      </dgm:t>
    </dgm:pt>
    <dgm:pt modelId="{F8091C52-4304-4D1B-9A04-34F6CA008613}" type="parTrans" cxnId="{15CBBA48-78DD-4EA7-B587-45A7D865D12B}">
      <dgm:prSet/>
      <dgm:spPr/>
      <dgm:t>
        <a:bodyPr/>
        <a:lstStyle/>
        <a:p>
          <a:endParaRPr lang="en-US" sz="1600">
            <a:solidFill>
              <a:schemeClr val="bg1"/>
            </a:solidFill>
          </a:endParaRPr>
        </a:p>
      </dgm:t>
    </dgm:pt>
    <dgm:pt modelId="{11CB8917-24D3-4F36-A3C9-2A684D403397}" type="sibTrans" cxnId="{15CBBA48-78DD-4EA7-B587-45A7D865D12B}">
      <dgm:prSet/>
      <dgm:spPr/>
      <dgm:t>
        <a:bodyPr/>
        <a:lstStyle/>
        <a:p>
          <a:endParaRPr lang="en-US" sz="1600">
            <a:solidFill>
              <a:schemeClr val="bg1"/>
            </a:solidFill>
          </a:endParaRPr>
        </a:p>
      </dgm:t>
    </dgm:pt>
    <dgm:pt modelId="{85A82E4C-39AB-45A6-8822-678B0C36DE56}">
      <dgm:prSet custT="1"/>
      <dgm:spPr/>
      <dgm:t>
        <a:bodyPr/>
        <a:lstStyle/>
        <a:p>
          <a:r>
            <a:rPr lang="en-US" sz="2000"/>
            <a:t>Easy to Communicate</a:t>
          </a:r>
        </a:p>
      </dgm:t>
    </dgm:pt>
    <dgm:pt modelId="{450680B9-6E07-480C-8A84-21908A57E1B0}" type="parTrans" cxnId="{6F817FCF-D4A9-4577-B254-E0749FD4C04C}">
      <dgm:prSet/>
      <dgm:spPr/>
      <dgm:t>
        <a:bodyPr/>
        <a:lstStyle/>
        <a:p>
          <a:endParaRPr lang="en-US" sz="1600">
            <a:solidFill>
              <a:schemeClr val="bg1"/>
            </a:solidFill>
          </a:endParaRPr>
        </a:p>
      </dgm:t>
    </dgm:pt>
    <dgm:pt modelId="{688F2565-0D60-4E0D-8141-7F38A4790F6E}" type="sibTrans" cxnId="{6F817FCF-D4A9-4577-B254-E0749FD4C04C}">
      <dgm:prSet/>
      <dgm:spPr/>
      <dgm:t>
        <a:bodyPr/>
        <a:lstStyle/>
        <a:p>
          <a:endParaRPr lang="en-US" sz="1600">
            <a:solidFill>
              <a:schemeClr val="bg1"/>
            </a:solidFill>
          </a:endParaRPr>
        </a:p>
      </dgm:t>
    </dgm:pt>
    <dgm:pt modelId="{FDEA75D0-FD44-4A6A-947E-8C868796A024}">
      <dgm:prSet custT="1"/>
      <dgm:spPr/>
      <dgm:t>
        <a:bodyPr/>
        <a:lstStyle/>
        <a:p>
          <a:r>
            <a:rPr lang="en-US" sz="2000"/>
            <a:t>Improve Storage Efficiency and Volume</a:t>
          </a:r>
        </a:p>
      </dgm:t>
    </dgm:pt>
    <dgm:pt modelId="{4AE06F8E-F5BC-412E-8BC8-C1B1E25EC5BA}" type="parTrans" cxnId="{34C47B50-386C-4F17-85C7-3DB9D5542AE2}">
      <dgm:prSet/>
      <dgm:spPr/>
      <dgm:t>
        <a:bodyPr/>
        <a:lstStyle/>
        <a:p>
          <a:endParaRPr lang="en-US" sz="1600">
            <a:solidFill>
              <a:schemeClr val="bg1"/>
            </a:solidFill>
          </a:endParaRPr>
        </a:p>
      </dgm:t>
    </dgm:pt>
    <dgm:pt modelId="{23984297-FD3C-4F3E-9FA6-6A177BBFC7F5}" type="sibTrans" cxnId="{34C47B50-386C-4F17-85C7-3DB9D5542AE2}">
      <dgm:prSet/>
      <dgm:spPr/>
      <dgm:t>
        <a:bodyPr/>
        <a:lstStyle/>
        <a:p>
          <a:endParaRPr lang="en-US" sz="1600">
            <a:solidFill>
              <a:schemeClr val="bg1"/>
            </a:solidFill>
          </a:endParaRPr>
        </a:p>
      </dgm:t>
    </dgm:pt>
    <dgm:pt modelId="{792778EF-42A1-4F46-AB9D-9D8AA40F5F3E}">
      <dgm:prSet/>
      <dgm:spPr/>
      <dgm:t>
        <a:bodyPr/>
        <a:lstStyle/>
        <a:p>
          <a:r>
            <a:rPr lang="en-US" sz="1600"/>
            <a:t>Cut Cost on Software</a:t>
          </a:r>
        </a:p>
      </dgm:t>
    </dgm:pt>
    <dgm:pt modelId="{B704C7D4-D9D5-4690-AC5B-9F76B30B54BE}" type="parTrans" cxnId="{F2BA1D13-12B5-4BCA-8454-928240ED1B3A}">
      <dgm:prSet/>
      <dgm:spPr/>
      <dgm:t>
        <a:bodyPr/>
        <a:lstStyle/>
        <a:p>
          <a:endParaRPr lang="en-US" sz="1600">
            <a:solidFill>
              <a:schemeClr val="bg1"/>
            </a:solidFill>
          </a:endParaRPr>
        </a:p>
      </dgm:t>
    </dgm:pt>
    <dgm:pt modelId="{86E1A0C7-97FA-4BB4-92F7-33D99A1605B4}" type="sibTrans" cxnId="{F2BA1D13-12B5-4BCA-8454-928240ED1B3A}">
      <dgm:prSet/>
      <dgm:spPr/>
      <dgm:t>
        <a:bodyPr/>
        <a:lstStyle/>
        <a:p>
          <a:endParaRPr lang="en-US" sz="1600">
            <a:solidFill>
              <a:schemeClr val="bg1"/>
            </a:solidFill>
          </a:endParaRPr>
        </a:p>
      </dgm:t>
    </dgm:pt>
    <dgm:pt modelId="{144EF0D0-620E-46BA-810F-485073E232EA}">
      <dgm:prSet/>
      <dgm:spPr/>
      <dgm:t>
        <a:bodyPr/>
        <a:lstStyle/>
        <a:p>
          <a:r>
            <a:rPr lang="en-US" sz="1600"/>
            <a:t>Secure Valuable Information</a:t>
          </a:r>
        </a:p>
      </dgm:t>
    </dgm:pt>
    <dgm:pt modelId="{8AB734BC-1D7D-4DA9-B272-B290BBC4A38D}" type="parTrans" cxnId="{9FCFE71D-540D-4149-B151-C4704ECB636C}">
      <dgm:prSet/>
      <dgm:spPr/>
      <dgm:t>
        <a:bodyPr/>
        <a:lstStyle/>
        <a:p>
          <a:endParaRPr lang="en-US" sz="1600">
            <a:solidFill>
              <a:schemeClr val="bg1"/>
            </a:solidFill>
          </a:endParaRPr>
        </a:p>
      </dgm:t>
    </dgm:pt>
    <dgm:pt modelId="{4269D1F9-C0AB-48A0-8F7D-A8C30C1C458E}" type="sibTrans" cxnId="{9FCFE71D-540D-4149-B151-C4704ECB636C}">
      <dgm:prSet/>
      <dgm:spPr/>
      <dgm:t>
        <a:bodyPr/>
        <a:lstStyle/>
        <a:p>
          <a:endParaRPr lang="en-US" sz="1600">
            <a:solidFill>
              <a:schemeClr val="bg1"/>
            </a:solidFill>
          </a:endParaRPr>
        </a:p>
      </dgm:t>
    </dgm:pt>
    <dgm:pt modelId="{24F71466-999F-432C-AB50-FDE78ED1B40C}" type="pres">
      <dgm:prSet presAssocID="{BA96C113-7D97-4E5D-BB1A-73CB69C72E6B}" presName="Name0" presStyleCnt="0">
        <dgm:presLayoutVars>
          <dgm:chMax val="7"/>
          <dgm:chPref val="7"/>
          <dgm:dir/>
        </dgm:presLayoutVars>
      </dgm:prSet>
      <dgm:spPr/>
    </dgm:pt>
    <dgm:pt modelId="{1A4B9C80-BAAE-4AB0-B728-1A4F5B960D4D}" type="pres">
      <dgm:prSet presAssocID="{BA96C113-7D97-4E5D-BB1A-73CB69C72E6B}" presName="Name1" presStyleCnt="0"/>
      <dgm:spPr/>
    </dgm:pt>
    <dgm:pt modelId="{0EFAF156-0D8C-42D7-BB45-EEDBCDDA2D12}" type="pres">
      <dgm:prSet presAssocID="{BA96C113-7D97-4E5D-BB1A-73CB69C72E6B}" presName="cycle" presStyleCnt="0"/>
      <dgm:spPr/>
    </dgm:pt>
    <dgm:pt modelId="{DCCEC912-5E4E-46DA-9135-355D1CBAF95A}" type="pres">
      <dgm:prSet presAssocID="{BA96C113-7D97-4E5D-BB1A-73CB69C72E6B}" presName="srcNode" presStyleLbl="node1" presStyleIdx="0" presStyleCnt="7"/>
      <dgm:spPr/>
    </dgm:pt>
    <dgm:pt modelId="{0DC28D34-89DE-4348-A231-E1A4BE2F1777}" type="pres">
      <dgm:prSet presAssocID="{BA96C113-7D97-4E5D-BB1A-73CB69C72E6B}" presName="conn" presStyleLbl="parChTrans1D2" presStyleIdx="0" presStyleCnt="1"/>
      <dgm:spPr/>
    </dgm:pt>
    <dgm:pt modelId="{3DC16F3A-0F9E-422A-9CB2-6F24F9E18CAD}" type="pres">
      <dgm:prSet presAssocID="{BA96C113-7D97-4E5D-BB1A-73CB69C72E6B}" presName="extraNode" presStyleLbl="node1" presStyleIdx="0" presStyleCnt="7"/>
      <dgm:spPr/>
    </dgm:pt>
    <dgm:pt modelId="{F75925A1-4401-484C-8B36-9A7941AD8045}" type="pres">
      <dgm:prSet presAssocID="{BA96C113-7D97-4E5D-BB1A-73CB69C72E6B}" presName="dstNode" presStyleLbl="node1" presStyleIdx="0" presStyleCnt="7"/>
      <dgm:spPr/>
    </dgm:pt>
    <dgm:pt modelId="{23E94DE7-C9E2-4F73-8167-5ADEC0CA1743}" type="pres">
      <dgm:prSet presAssocID="{632FB691-66AC-4922-857D-CA76A68B3600}" presName="text_1" presStyleLbl="node1" presStyleIdx="0" presStyleCnt="7">
        <dgm:presLayoutVars>
          <dgm:bulletEnabled val="1"/>
        </dgm:presLayoutVars>
      </dgm:prSet>
      <dgm:spPr/>
    </dgm:pt>
    <dgm:pt modelId="{36C20ECC-65F6-4779-B91A-CB8DE9B2E06A}" type="pres">
      <dgm:prSet presAssocID="{632FB691-66AC-4922-857D-CA76A68B3600}" presName="accent_1" presStyleCnt="0"/>
      <dgm:spPr/>
    </dgm:pt>
    <dgm:pt modelId="{E3B19050-1D8F-450C-B6CD-7E9ACE310468}" type="pres">
      <dgm:prSet presAssocID="{632FB691-66AC-4922-857D-CA76A68B3600}" presName="accentRepeatNode" presStyleLbl="solidFgAcc1" presStyleIdx="0" presStyleCnt="7"/>
      <dgm:spPr/>
    </dgm:pt>
    <dgm:pt modelId="{64131B80-2C16-4F71-A07A-1622AF9329AA}" type="pres">
      <dgm:prSet presAssocID="{7EBB9A0D-FC55-41B7-91C2-199E4BC8C61B}" presName="text_2" presStyleLbl="node1" presStyleIdx="1" presStyleCnt="7">
        <dgm:presLayoutVars>
          <dgm:bulletEnabled val="1"/>
        </dgm:presLayoutVars>
      </dgm:prSet>
      <dgm:spPr/>
    </dgm:pt>
    <dgm:pt modelId="{BD69D96A-0A80-4EEE-9A89-42274F9E0F08}" type="pres">
      <dgm:prSet presAssocID="{7EBB9A0D-FC55-41B7-91C2-199E4BC8C61B}" presName="accent_2" presStyleCnt="0"/>
      <dgm:spPr/>
    </dgm:pt>
    <dgm:pt modelId="{BAA390F1-8A60-496A-BBFB-71A1C6AD1BE2}" type="pres">
      <dgm:prSet presAssocID="{7EBB9A0D-FC55-41B7-91C2-199E4BC8C61B}" presName="accentRepeatNode" presStyleLbl="solidFgAcc1" presStyleIdx="1" presStyleCnt="7"/>
      <dgm:spPr/>
    </dgm:pt>
    <dgm:pt modelId="{7744E175-BD3F-49BB-89BF-E9C5CF041466}" type="pres">
      <dgm:prSet presAssocID="{B0880016-BB9E-4D71-9484-078FF4E0BD0E}" presName="text_3" presStyleLbl="node1" presStyleIdx="2" presStyleCnt="7">
        <dgm:presLayoutVars>
          <dgm:bulletEnabled val="1"/>
        </dgm:presLayoutVars>
      </dgm:prSet>
      <dgm:spPr/>
    </dgm:pt>
    <dgm:pt modelId="{F8A63F62-5084-4603-B1BC-5B1184713AFC}" type="pres">
      <dgm:prSet presAssocID="{B0880016-BB9E-4D71-9484-078FF4E0BD0E}" presName="accent_3" presStyleCnt="0"/>
      <dgm:spPr/>
    </dgm:pt>
    <dgm:pt modelId="{DC47E58A-E0EC-4C75-B286-2C70CE471B22}" type="pres">
      <dgm:prSet presAssocID="{B0880016-BB9E-4D71-9484-078FF4E0BD0E}" presName="accentRepeatNode" presStyleLbl="solidFgAcc1" presStyleIdx="2" presStyleCnt="7"/>
      <dgm:spPr/>
    </dgm:pt>
    <dgm:pt modelId="{4D545CF2-3C14-4406-9655-9CCB06B88C95}" type="pres">
      <dgm:prSet presAssocID="{85A82E4C-39AB-45A6-8822-678B0C36DE56}" presName="text_4" presStyleLbl="node1" presStyleIdx="3" presStyleCnt="7">
        <dgm:presLayoutVars>
          <dgm:bulletEnabled val="1"/>
        </dgm:presLayoutVars>
      </dgm:prSet>
      <dgm:spPr/>
    </dgm:pt>
    <dgm:pt modelId="{BF3892D1-D354-4FC9-AAE3-7B09F6673970}" type="pres">
      <dgm:prSet presAssocID="{85A82E4C-39AB-45A6-8822-678B0C36DE56}" presName="accent_4" presStyleCnt="0"/>
      <dgm:spPr/>
    </dgm:pt>
    <dgm:pt modelId="{775431AF-C741-4882-9A48-AE613B00C9FC}" type="pres">
      <dgm:prSet presAssocID="{85A82E4C-39AB-45A6-8822-678B0C36DE56}" presName="accentRepeatNode" presStyleLbl="solidFgAcc1" presStyleIdx="3" presStyleCnt="7"/>
      <dgm:spPr/>
    </dgm:pt>
    <dgm:pt modelId="{05AF7382-F247-44F3-98A6-4DCCA31F31EE}" type="pres">
      <dgm:prSet presAssocID="{FDEA75D0-FD44-4A6A-947E-8C868796A024}" presName="text_5" presStyleLbl="node1" presStyleIdx="4" presStyleCnt="7">
        <dgm:presLayoutVars>
          <dgm:bulletEnabled val="1"/>
        </dgm:presLayoutVars>
      </dgm:prSet>
      <dgm:spPr/>
    </dgm:pt>
    <dgm:pt modelId="{E44ECEE6-8DC8-46BD-9A1E-405C7B751F4D}" type="pres">
      <dgm:prSet presAssocID="{FDEA75D0-FD44-4A6A-947E-8C868796A024}" presName="accent_5" presStyleCnt="0"/>
      <dgm:spPr/>
    </dgm:pt>
    <dgm:pt modelId="{A4240154-DA29-4E59-90B8-4DB9DD1AD196}" type="pres">
      <dgm:prSet presAssocID="{FDEA75D0-FD44-4A6A-947E-8C868796A024}" presName="accentRepeatNode" presStyleLbl="solidFgAcc1" presStyleIdx="4" presStyleCnt="7"/>
      <dgm:spPr/>
    </dgm:pt>
    <dgm:pt modelId="{F2AB8C35-BE99-4B50-B73F-DC9401D0170D}" type="pres">
      <dgm:prSet presAssocID="{792778EF-42A1-4F46-AB9D-9D8AA40F5F3E}" presName="text_6" presStyleLbl="node1" presStyleIdx="5" presStyleCnt="7">
        <dgm:presLayoutVars>
          <dgm:bulletEnabled val="1"/>
        </dgm:presLayoutVars>
      </dgm:prSet>
      <dgm:spPr/>
    </dgm:pt>
    <dgm:pt modelId="{41AD6946-4934-4679-800E-CC98B4E143DD}" type="pres">
      <dgm:prSet presAssocID="{792778EF-42A1-4F46-AB9D-9D8AA40F5F3E}" presName="accent_6" presStyleCnt="0"/>
      <dgm:spPr/>
    </dgm:pt>
    <dgm:pt modelId="{3A1C773B-FA16-4DF4-87F1-2D200C84F7B6}" type="pres">
      <dgm:prSet presAssocID="{792778EF-42A1-4F46-AB9D-9D8AA40F5F3E}" presName="accentRepeatNode" presStyleLbl="solidFgAcc1" presStyleIdx="5" presStyleCnt="7"/>
      <dgm:spPr/>
    </dgm:pt>
    <dgm:pt modelId="{6F64121D-DF01-4E4A-B9A2-6A74FD0CF55B}" type="pres">
      <dgm:prSet presAssocID="{144EF0D0-620E-46BA-810F-485073E232EA}" presName="text_7" presStyleLbl="node1" presStyleIdx="6" presStyleCnt="7">
        <dgm:presLayoutVars>
          <dgm:bulletEnabled val="1"/>
        </dgm:presLayoutVars>
      </dgm:prSet>
      <dgm:spPr/>
    </dgm:pt>
    <dgm:pt modelId="{593A469A-B91A-43D5-AF52-BFCAFDA0FD66}" type="pres">
      <dgm:prSet presAssocID="{144EF0D0-620E-46BA-810F-485073E232EA}" presName="accent_7" presStyleCnt="0"/>
      <dgm:spPr/>
    </dgm:pt>
    <dgm:pt modelId="{39EDF904-11DF-446E-9EA0-85DCC2FF269C}" type="pres">
      <dgm:prSet presAssocID="{144EF0D0-620E-46BA-810F-485073E232EA}" presName="accentRepeatNode" presStyleLbl="solidFgAcc1" presStyleIdx="6" presStyleCnt="7"/>
      <dgm:spPr/>
    </dgm:pt>
  </dgm:ptLst>
  <dgm:cxnLst>
    <dgm:cxn modelId="{3F68400A-9BE8-4107-8806-098B27A87B6C}" srcId="{BA96C113-7D97-4E5D-BB1A-73CB69C72E6B}" destId="{632FB691-66AC-4922-857D-CA76A68B3600}" srcOrd="0" destOrd="0" parTransId="{A82B26B8-5321-40A8-8FD9-A38355C49688}" sibTransId="{206E01A3-2D35-447B-860F-EEE51F56CF66}"/>
    <dgm:cxn modelId="{F2BA1D13-12B5-4BCA-8454-928240ED1B3A}" srcId="{BA96C113-7D97-4E5D-BB1A-73CB69C72E6B}" destId="{792778EF-42A1-4F46-AB9D-9D8AA40F5F3E}" srcOrd="5" destOrd="0" parTransId="{B704C7D4-D9D5-4690-AC5B-9F76B30B54BE}" sibTransId="{86E1A0C7-97FA-4BB4-92F7-33D99A1605B4}"/>
    <dgm:cxn modelId="{5D71D316-784A-49C3-8C29-02FA7DB935A6}" type="presOf" srcId="{7EBB9A0D-FC55-41B7-91C2-199E4BC8C61B}" destId="{64131B80-2C16-4F71-A07A-1622AF9329AA}" srcOrd="0" destOrd="0" presId="urn:microsoft.com/office/officeart/2008/layout/VerticalCurvedList"/>
    <dgm:cxn modelId="{9FCFE71D-540D-4149-B151-C4704ECB636C}" srcId="{BA96C113-7D97-4E5D-BB1A-73CB69C72E6B}" destId="{144EF0D0-620E-46BA-810F-485073E232EA}" srcOrd="6" destOrd="0" parTransId="{8AB734BC-1D7D-4DA9-B272-B290BBC4A38D}" sibTransId="{4269D1F9-C0AB-48A0-8F7D-A8C30C1C458E}"/>
    <dgm:cxn modelId="{6490A125-200C-499D-B455-360DE1B60E75}" type="presOf" srcId="{144EF0D0-620E-46BA-810F-485073E232EA}" destId="{6F64121D-DF01-4E4A-B9A2-6A74FD0CF55B}" srcOrd="0" destOrd="0" presId="urn:microsoft.com/office/officeart/2008/layout/VerticalCurvedList"/>
    <dgm:cxn modelId="{6CBD4F2F-7951-462A-AA6B-270B20821456}" type="presOf" srcId="{792778EF-42A1-4F46-AB9D-9D8AA40F5F3E}" destId="{F2AB8C35-BE99-4B50-B73F-DC9401D0170D}" srcOrd="0" destOrd="0" presId="urn:microsoft.com/office/officeart/2008/layout/VerticalCurvedList"/>
    <dgm:cxn modelId="{3E86565B-8E27-4371-8782-4261AFE2E340}" type="presOf" srcId="{632FB691-66AC-4922-857D-CA76A68B3600}" destId="{23E94DE7-C9E2-4F73-8167-5ADEC0CA1743}" srcOrd="0" destOrd="0" presId="urn:microsoft.com/office/officeart/2008/layout/VerticalCurvedList"/>
    <dgm:cxn modelId="{15CBBA48-78DD-4EA7-B587-45A7D865D12B}" srcId="{BA96C113-7D97-4E5D-BB1A-73CB69C72E6B}" destId="{B0880016-BB9E-4D71-9484-078FF4E0BD0E}" srcOrd="2" destOrd="0" parTransId="{F8091C52-4304-4D1B-9A04-34F6CA008613}" sibTransId="{11CB8917-24D3-4F36-A3C9-2A684D403397}"/>
    <dgm:cxn modelId="{34C47B50-386C-4F17-85C7-3DB9D5542AE2}" srcId="{BA96C113-7D97-4E5D-BB1A-73CB69C72E6B}" destId="{FDEA75D0-FD44-4A6A-947E-8C868796A024}" srcOrd="4" destOrd="0" parTransId="{4AE06F8E-F5BC-412E-8BC8-C1B1E25EC5BA}" sibTransId="{23984297-FD3C-4F3E-9FA6-6A177BBFC7F5}"/>
    <dgm:cxn modelId="{91620177-F0DC-4F8C-BFE7-7A60EBCB1321}" type="presOf" srcId="{BA96C113-7D97-4E5D-BB1A-73CB69C72E6B}" destId="{24F71466-999F-432C-AB50-FDE78ED1B40C}" srcOrd="0" destOrd="0" presId="urn:microsoft.com/office/officeart/2008/layout/VerticalCurvedList"/>
    <dgm:cxn modelId="{A6BDD759-6B31-4B61-9210-D30379B5E33A}" srcId="{BA96C113-7D97-4E5D-BB1A-73CB69C72E6B}" destId="{7EBB9A0D-FC55-41B7-91C2-199E4BC8C61B}" srcOrd="1" destOrd="0" parTransId="{1B1E9382-088F-4741-A32F-BFC3E91FC85C}" sibTransId="{933650BE-CA2B-4EC1-AC2F-54D4C18DB456}"/>
    <dgm:cxn modelId="{6F817FCF-D4A9-4577-B254-E0749FD4C04C}" srcId="{BA96C113-7D97-4E5D-BB1A-73CB69C72E6B}" destId="{85A82E4C-39AB-45A6-8822-678B0C36DE56}" srcOrd="3" destOrd="0" parTransId="{450680B9-6E07-480C-8A84-21908A57E1B0}" sibTransId="{688F2565-0D60-4E0D-8141-7F38A4790F6E}"/>
    <dgm:cxn modelId="{104D0EDC-B15B-49B0-933B-02403E360D02}" type="presOf" srcId="{FDEA75D0-FD44-4A6A-947E-8C868796A024}" destId="{05AF7382-F247-44F3-98A6-4DCCA31F31EE}" srcOrd="0" destOrd="0" presId="urn:microsoft.com/office/officeart/2008/layout/VerticalCurvedList"/>
    <dgm:cxn modelId="{510928DF-9DF5-4AF5-A0AD-8916A4191971}" type="presOf" srcId="{85A82E4C-39AB-45A6-8822-678B0C36DE56}" destId="{4D545CF2-3C14-4406-9655-9CCB06B88C95}" srcOrd="0" destOrd="0" presId="urn:microsoft.com/office/officeart/2008/layout/VerticalCurvedList"/>
    <dgm:cxn modelId="{594CCBEA-FB02-4ECA-AD70-82BEB68F17D1}" type="presOf" srcId="{206E01A3-2D35-447B-860F-EEE51F56CF66}" destId="{0DC28D34-89DE-4348-A231-E1A4BE2F1777}" srcOrd="0" destOrd="0" presId="urn:microsoft.com/office/officeart/2008/layout/VerticalCurvedList"/>
    <dgm:cxn modelId="{EBE0D2EF-7EA0-4551-BE51-B4D51E1C2293}" type="presOf" srcId="{B0880016-BB9E-4D71-9484-078FF4E0BD0E}" destId="{7744E175-BD3F-49BB-89BF-E9C5CF041466}" srcOrd="0" destOrd="0" presId="urn:microsoft.com/office/officeart/2008/layout/VerticalCurvedList"/>
    <dgm:cxn modelId="{B537C4E9-EAD8-4A26-9D47-646DE66850F2}" type="presParOf" srcId="{24F71466-999F-432C-AB50-FDE78ED1B40C}" destId="{1A4B9C80-BAAE-4AB0-B728-1A4F5B960D4D}" srcOrd="0" destOrd="0" presId="urn:microsoft.com/office/officeart/2008/layout/VerticalCurvedList"/>
    <dgm:cxn modelId="{6969F85E-3A08-406B-9EB3-740AE3222CEF}" type="presParOf" srcId="{1A4B9C80-BAAE-4AB0-B728-1A4F5B960D4D}" destId="{0EFAF156-0D8C-42D7-BB45-EEDBCDDA2D12}" srcOrd="0" destOrd="0" presId="urn:microsoft.com/office/officeart/2008/layout/VerticalCurvedList"/>
    <dgm:cxn modelId="{718B9576-C54D-4201-BC11-BA429740C33E}" type="presParOf" srcId="{0EFAF156-0D8C-42D7-BB45-EEDBCDDA2D12}" destId="{DCCEC912-5E4E-46DA-9135-355D1CBAF95A}" srcOrd="0" destOrd="0" presId="urn:microsoft.com/office/officeart/2008/layout/VerticalCurvedList"/>
    <dgm:cxn modelId="{62FF9219-CEE5-497A-A1A4-28182AFB170C}" type="presParOf" srcId="{0EFAF156-0D8C-42D7-BB45-EEDBCDDA2D12}" destId="{0DC28D34-89DE-4348-A231-E1A4BE2F1777}" srcOrd="1" destOrd="0" presId="urn:microsoft.com/office/officeart/2008/layout/VerticalCurvedList"/>
    <dgm:cxn modelId="{0156DB10-3438-45B9-844E-A9F7815EF2E9}" type="presParOf" srcId="{0EFAF156-0D8C-42D7-BB45-EEDBCDDA2D12}" destId="{3DC16F3A-0F9E-422A-9CB2-6F24F9E18CAD}" srcOrd="2" destOrd="0" presId="urn:microsoft.com/office/officeart/2008/layout/VerticalCurvedList"/>
    <dgm:cxn modelId="{90BC92F2-0FA5-4EF7-8C6E-6FA05AC46478}" type="presParOf" srcId="{0EFAF156-0D8C-42D7-BB45-EEDBCDDA2D12}" destId="{F75925A1-4401-484C-8B36-9A7941AD8045}" srcOrd="3" destOrd="0" presId="urn:microsoft.com/office/officeart/2008/layout/VerticalCurvedList"/>
    <dgm:cxn modelId="{E745B531-C0D8-4A5A-A29F-15491159AD88}" type="presParOf" srcId="{1A4B9C80-BAAE-4AB0-B728-1A4F5B960D4D}" destId="{23E94DE7-C9E2-4F73-8167-5ADEC0CA1743}" srcOrd="1" destOrd="0" presId="urn:microsoft.com/office/officeart/2008/layout/VerticalCurvedList"/>
    <dgm:cxn modelId="{0CC24464-E315-4389-BF4A-550F06EF9125}" type="presParOf" srcId="{1A4B9C80-BAAE-4AB0-B728-1A4F5B960D4D}" destId="{36C20ECC-65F6-4779-B91A-CB8DE9B2E06A}" srcOrd="2" destOrd="0" presId="urn:microsoft.com/office/officeart/2008/layout/VerticalCurvedList"/>
    <dgm:cxn modelId="{1E0851A4-F6EA-4212-89B6-DDCF2E75E059}" type="presParOf" srcId="{36C20ECC-65F6-4779-B91A-CB8DE9B2E06A}" destId="{E3B19050-1D8F-450C-B6CD-7E9ACE310468}" srcOrd="0" destOrd="0" presId="urn:microsoft.com/office/officeart/2008/layout/VerticalCurvedList"/>
    <dgm:cxn modelId="{DAB529ED-AD34-4D41-80A1-4635B22D48D9}" type="presParOf" srcId="{1A4B9C80-BAAE-4AB0-B728-1A4F5B960D4D}" destId="{64131B80-2C16-4F71-A07A-1622AF9329AA}" srcOrd="3" destOrd="0" presId="urn:microsoft.com/office/officeart/2008/layout/VerticalCurvedList"/>
    <dgm:cxn modelId="{33B6A7F3-885B-4198-8A24-D644E34D77C8}" type="presParOf" srcId="{1A4B9C80-BAAE-4AB0-B728-1A4F5B960D4D}" destId="{BD69D96A-0A80-4EEE-9A89-42274F9E0F08}" srcOrd="4" destOrd="0" presId="urn:microsoft.com/office/officeart/2008/layout/VerticalCurvedList"/>
    <dgm:cxn modelId="{9DE74E14-AB54-4BD2-B0B3-3882C5432627}" type="presParOf" srcId="{BD69D96A-0A80-4EEE-9A89-42274F9E0F08}" destId="{BAA390F1-8A60-496A-BBFB-71A1C6AD1BE2}" srcOrd="0" destOrd="0" presId="urn:microsoft.com/office/officeart/2008/layout/VerticalCurvedList"/>
    <dgm:cxn modelId="{230C3BAF-027C-4BCD-884F-AB17F13373C0}" type="presParOf" srcId="{1A4B9C80-BAAE-4AB0-B728-1A4F5B960D4D}" destId="{7744E175-BD3F-49BB-89BF-E9C5CF041466}" srcOrd="5" destOrd="0" presId="urn:microsoft.com/office/officeart/2008/layout/VerticalCurvedList"/>
    <dgm:cxn modelId="{7FC984D6-4CD1-4812-AF48-4E2A4D32884B}" type="presParOf" srcId="{1A4B9C80-BAAE-4AB0-B728-1A4F5B960D4D}" destId="{F8A63F62-5084-4603-B1BC-5B1184713AFC}" srcOrd="6" destOrd="0" presId="urn:microsoft.com/office/officeart/2008/layout/VerticalCurvedList"/>
    <dgm:cxn modelId="{73B218AC-5826-4194-838B-31A5275ABAF2}" type="presParOf" srcId="{F8A63F62-5084-4603-B1BC-5B1184713AFC}" destId="{DC47E58A-E0EC-4C75-B286-2C70CE471B22}" srcOrd="0" destOrd="0" presId="urn:microsoft.com/office/officeart/2008/layout/VerticalCurvedList"/>
    <dgm:cxn modelId="{DE6C4557-E4D3-4A21-9CF9-A95E3ACC24FC}" type="presParOf" srcId="{1A4B9C80-BAAE-4AB0-B728-1A4F5B960D4D}" destId="{4D545CF2-3C14-4406-9655-9CCB06B88C95}" srcOrd="7" destOrd="0" presId="urn:microsoft.com/office/officeart/2008/layout/VerticalCurvedList"/>
    <dgm:cxn modelId="{BC0A5EB7-4A83-4462-8DDC-3AD1587B5594}" type="presParOf" srcId="{1A4B9C80-BAAE-4AB0-B728-1A4F5B960D4D}" destId="{BF3892D1-D354-4FC9-AAE3-7B09F6673970}" srcOrd="8" destOrd="0" presId="urn:microsoft.com/office/officeart/2008/layout/VerticalCurvedList"/>
    <dgm:cxn modelId="{3CB63B84-BE64-4673-B62E-EA17D6B25766}" type="presParOf" srcId="{BF3892D1-D354-4FC9-AAE3-7B09F6673970}" destId="{775431AF-C741-4882-9A48-AE613B00C9FC}" srcOrd="0" destOrd="0" presId="urn:microsoft.com/office/officeart/2008/layout/VerticalCurvedList"/>
    <dgm:cxn modelId="{5F870FB9-C77E-4669-894E-56ACF17A052F}" type="presParOf" srcId="{1A4B9C80-BAAE-4AB0-B728-1A4F5B960D4D}" destId="{05AF7382-F247-44F3-98A6-4DCCA31F31EE}" srcOrd="9" destOrd="0" presId="urn:microsoft.com/office/officeart/2008/layout/VerticalCurvedList"/>
    <dgm:cxn modelId="{9C5EDD23-E294-4590-AFCB-57C49CB69508}" type="presParOf" srcId="{1A4B9C80-BAAE-4AB0-B728-1A4F5B960D4D}" destId="{E44ECEE6-8DC8-46BD-9A1E-405C7B751F4D}" srcOrd="10" destOrd="0" presId="urn:microsoft.com/office/officeart/2008/layout/VerticalCurvedList"/>
    <dgm:cxn modelId="{5FBC5F33-E16D-4E16-860C-B19D3F893F57}" type="presParOf" srcId="{E44ECEE6-8DC8-46BD-9A1E-405C7B751F4D}" destId="{A4240154-DA29-4E59-90B8-4DB9DD1AD196}" srcOrd="0" destOrd="0" presId="urn:microsoft.com/office/officeart/2008/layout/VerticalCurvedList"/>
    <dgm:cxn modelId="{C9C80BD1-28EE-40B4-A0CC-5C9281E2DA4F}" type="presParOf" srcId="{1A4B9C80-BAAE-4AB0-B728-1A4F5B960D4D}" destId="{F2AB8C35-BE99-4B50-B73F-DC9401D0170D}" srcOrd="11" destOrd="0" presId="urn:microsoft.com/office/officeart/2008/layout/VerticalCurvedList"/>
    <dgm:cxn modelId="{62C8E51C-2F8A-4880-934A-989F25EBE37F}" type="presParOf" srcId="{1A4B9C80-BAAE-4AB0-B728-1A4F5B960D4D}" destId="{41AD6946-4934-4679-800E-CC98B4E143DD}" srcOrd="12" destOrd="0" presId="urn:microsoft.com/office/officeart/2008/layout/VerticalCurvedList"/>
    <dgm:cxn modelId="{52EC763E-28C5-44E4-8750-B12514461044}" type="presParOf" srcId="{41AD6946-4934-4679-800E-CC98B4E143DD}" destId="{3A1C773B-FA16-4DF4-87F1-2D200C84F7B6}" srcOrd="0" destOrd="0" presId="urn:microsoft.com/office/officeart/2008/layout/VerticalCurvedList"/>
    <dgm:cxn modelId="{E0AA2B83-CB0E-451B-AB5B-22D4926A7918}" type="presParOf" srcId="{1A4B9C80-BAAE-4AB0-B728-1A4F5B960D4D}" destId="{6F64121D-DF01-4E4A-B9A2-6A74FD0CF55B}" srcOrd="13" destOrd="0" presId="urn:microsoft.com/office/officeart/2008/layout/VerticalCurvedList"/>
    <dgm:cxn modelId="{08F1509B-F1A8-4488-8C91-8A47FE801937}" type="presParOf" srcId="{1A4B9C80-BAAE-4AB0-B728-1A4F5B960D4D}" destId="{593A469A-B91A-43D5-AF52-BFCAFDA0FD66}" srcOrd="14" destOrd="0" presId="urn:microsoft.com/office/officeart/2008/layout/VerticalCurvedList"/>
    <dgm:cxn modelId="{13668132-D8B1-4470-9B7B-184A9762749C}" type="presParOf" srcId="{593A469A-B91A-43D5-AF52-BFCAFDA0FD66}" destId="{39EDF904-11DF-446E-9EA0-85DCC2FF269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BA96C113-7D97-4E5D-BB1A-73CB69C72E6B}" type="doc">
      <dgm:prSet loTypeId="urn:microsoft.com/office/officeart/2008/layout/LinedList" loCatId="list" qsTypeId="urn:microsoft.com/office/officeart/2005/8/quickstyle/simple2" qsCatId="simple" csTypeId="urn:microsoft.com/office/officeart/2005/8/colors/colorful1" csCatId="colorful" phldr="1"/>
      <dgm:spPr/>
      <dgm:t>
        <a:bodyPr/>
        <a:lstStyle/>
        <a:p>
          <a:endParaRPr lang="en-US"/>
        </a:p>
      </dgm:t>
    </dgm:pt>
    <dgm:pt modelId="{5D79E07F-4EDD-483D-8567-02D65242D9B4}">
      <dgm:prSet phldrT="[Text]"/>
      <dgm:spPr/>
      <dgm:t>
        <a:bodyPr/>
        <a:lstStyle/>
        <a:p>
          <a:r>
            <a:rPr lang="en-US" b="1" i="0"/>
            <a:t>Firewalls: </a:t>
          </a:r>
          <a:endParaRPr lang="en-US"/>
        </a:p>
      </dgm:t>
    </dgm:pt>
    <dgm:pt modelId="{FE4ED64D-620E-442A-91BC-97728FDF2B49}" type="parTrans" cxnId="{F6A4B176-E045-4E80-9B54-C6ABA9E4506D}">
      <dgm:prSet/>
      <dgm:spPr/>
      <dgm:t>
        <a:bodyPr/>
        <a:lstStyle/>
        <a:p>
          <a:endParaRPr lang="en-US">
            <a:solidFill>
              <a:schemeClr val="bg1"/>
            </a:solidFill>
          </a:endParaRPr>
        </a:p>
      </dgm:t>
    </dgm:pt>
    <dgm:pt modelId="{EF564A78-0034-437A-8B19-C2F2E5FA03E7}" type="sibTrans" cxnId="{F6A4B176-E045-4E80-9B54-C6ABA9E4506D}">
      <dgm:prSet/>
      <dgm:spPr/>
      <dgm:t>
        <a:bodyPr/>
        <a:lstStyle/>
        <a:p>
          <a:endParaRPr lang="en-US">
            <a:solidFill>
              <a:schemeClr val="bg1"/>
            </a:solidFill>
          </a:endParaRPr>
        </a:p>
      </dgm:t>
    </dgm:pt>
    <dgm:pt modelId="{4446A4DA-4CE8-4F07-9D76-DFBAB5AB9F61}">
      <dgm:prSet/>
      <dgm:spPr/>
      <dgm:t>
        <a:bodyPr/>
        <a:lstStyle/>
        <a:p>
          <a:pPr>
            <a:buFont typeface="Arial" panose="020B0604020202020204" pitchFamily="34" charset="0"/>
            <a:buChar char="•"/>
          </a:pPr>
          <a:r>
            <a:rPr lang="en-US" b="1" i="0"/>
            <a:t>Encryption:</a:t>
          </a:r>
          <a:r>
            <a:rPr lang="en-US" b="0" i="0"/>
            <a:t> </a:t>
          </a:r>
        </a:p>
      </dgm:t>
    </dgm:pt>
    <dgm:pt modelId="{64FCE401-0ADC-45E2-887D-80B6555579A9}" type="parTrans" cxnId="{938681EE-6F4B-4D70-A941-519AE5BC0F3A}">
      <dgm:prSet/>
      <dgm:spPr/>
      <dgm:t>
        <a:bodyPr/>
        <a:lstStyle/>
        <a:p>
          <a:endParaRPr lang="en-US"/>
        </a:p>
      </dgm:t>
    </dgm:pt>
    <dgm:pt modelId="{0C3B9717-3738-4105-B4EA-331D2D29690A}" type="sibTrans" cxnId="{938681EE-6F4B-4D70-A941-519AE5BC0F3A}">
      <dgm:prSet/>
      <dgm:spPr/>
      <dgm:t>
        <a:bodyPr/>
        <a:lstStyle/>
        <a:p>
          <a:endParaRPr lang="en-US"/>
        </a:p>
      </dgm:t>
    </dgm:pt>
    <dgm:pt modelId="{D43144C7-6238-4D69-AE92-7C552C46359E}">
      <dgm:prSet/>
      <dgm:spPr/>
      <dgm:t>
        <a:bodyPr/>
        <a:lstStyle/>
        <a:p>
          <a:pPr>
            <a:buFont typeface="Arial" panose="020B0604020202020204" pitchFamily="34" charset="0"/>
            <a:buChar char="•"/>
          </a:pPr>
          <a:r>
            <a:rPr lang="en-US" b="1" i="0"/>
            <a:t>Intrusion Detection Systems (IDS):</a:t>
          </a:r>
          <a:r>
            <a:rPr lang="en-US" b="0" i="0"/>
            <a:t> </a:t>
          </a:r>
        </a:p>
      </dgm:t>
    </dgm:pt>
    <dgm:pt modelId="{AC8D63CC-9832-4B93-8D2D-111DBAFDBA56}" type="parTrans" cxnId="{8F4C0DF5-4DE5-40BC-B6D6-926746A88F34}">
      <dgm:prSet/>
      <dgm:spPr/>
      <dgm:t>
        <a:bodyPr/>
        <a:lstStyle/>
        <a:p>
          <a:endParaRPr lang="en-US"/>
        </a:p>
      </dgm:t>
    </dgm:pt>
    <dgm:pt modelId="{7B91CA3D-0C8A-44BE-B7A7-4318EA789CA2}" type="sibTrans" cxnId="{8F4C0DF5-4DE5-40BC-B6D6-926746A88F34}">
      <dgm:prSet/>
      <dgm:spPr/>
      <dgm:t>
        <a:bodyPr/>
        <a:lstStyle/>
        <a:p>
          <a:endParaRPr lang="en-US"/>
        </a:p>
      </dgm:t>
    </dgm:pt>
    <dgm:pt modelId="{18F7DD7E-EBBD-43AC-ACC5-EDF4F983F99E}">
      <dgm:prSet/>
      <dgm:spPr/>
      <dgm:t>
        <a:bodyPr/>
        <a:lstStyle/>
        <a:p>
          <a:pPr>
            <a:buFont typeface="Arial" panose="020B0604020202020204" pitchFamily="34" charset="0"/>
            <a:buChar char="•"/>
          </a:pPr>
          <a:r>
            <a:rPr lang="en-US" b="1" i="0"/>
            <a:t>Access Control: </a:t>
          </a:r>
          <a:endParaRPr lang="en-US" b="0" i="0"/>
        </a:p>
      </dgm:t>
    </dgm:pt>
    <dgm:pt modelId="{7A652F76-2E06-45CF-8CED-949FAFF4AD33}" type="parTrans" cxnId="{8ADD69EB-CF04-4C15-B0DA-32560C573B04}">
      <dgm:prSet/>
      <dgm:spPr/>
      <dgm:t>
        <a:bodyPr/>
        <a:lstStyle/>
        <a:p>
          <a:endParaRPr lang="en-US"/>
        </a:p>
      </dgm:t>
    </dgm:pt>
    <dgm:pt modelId="{9E21AFAA-508F-40C8-9D14-C6BF00335C9F}" type="sibTrans" cxnId="{8ADD69EB-CF04-4C15-B0DA-32560C573B04}">
      <dgm:prSet/>
      <dgm:spPr/>
      <dgm:t>
        <a:bodyPr/>
        <a:lstStyle/>
        <a:p>
          <a:endParaRPr lang="en-US"/>
        </a:p>
      </dgm:t>
    </dgm:pt>
    <dgm:pt modelId="{53571904-CD02-40D2-8E71-C9005813A2C1}">
      <dgm:prSet/>
      <dgm:spPr/>
      <dgm:t>
        <a:bodyPr/>
        <a:lstStyle/>
        <a:p>
          <a:pPr>
            <a:buFont typeface="Arial" panose="020B0604020202020204" pitchFamily="34" charset="0"/>
            <a:buChar char="•"/>
          </a:pPr>
          <a:r>
            <a:rPr lang="en-US" b="1" i="0"/>
            <a:t>Regular Updates and Patching:</a:t>
          </a:r>
          <a:r>
            <a:rPr lang="en-US" b="0" i="0"/>
            <a:t> </a:t>
          </a:r>
        </a:p>
      </dgm:t>
    </dgm:pt>
    <dgm:pt modelId="{0B886807-F796-49BD-A4D3-D674EA1313EB}" type="parTrans" cxnId="{A13A936E-4497-495A-8C66-B4B71C4E46E8}">
      <dgm:prSet/>
      <dgm:spPr/>
      <dgm:t>
        <a:bodyPr/>
        <a:lstStyle/>
        <a:p>
          <a:endParaRPr lang="en-US"/>
        </a:p>
      </dgm:t>
    </dgm:pt>
    <dgm:pt modelId="{92DC084E-651B-4C9B-9E02-4CD477F3AB94}" type="sibTrans" cxnId="{A13A936E-4497-495A-8C66-B4B71C4E46E8}">
      <dgm:prSet/>
      <dgm:spPr/>
      <dgm:t>
        <a:bodyPr/>
        <a:lstStyle/>
        <a:p>
          <a:endParaRPr lang="en-US"/>
        </a:p>
      </dgm:t>
    </dgm:pt>
    <dgm:pt modelId="{CA7A6D82-03DE-419F-A770-1755D9237209}">
      <dgm:prSet phldrT="[Text]"/>
      <dgm:spPr/>
      <dgm:t>
        <a:bodyPr/>
        <a:lstStyle/>
        <a:p>
          <a:r>
            <a:rPr lang="en-US" b="0" i="0"/>
            <a:t>Devices or software that monitor and control incoming and outgoing network traffic based on security rules.</a:t>
          </a:r>
          <a:endParaRPr lang="en-US"/>
        </a:p>
      </dgm:t>
    </dgm:pt>
    <dgm:pt modelId="{99D6B183-025E-4296-AB3B-F26713B13FF3}" type="parTrans" cxnId="{1D718B6A-DC83-4596-84D8-A8135EC22928}">
      <dgm:prSet/>
      <dgm:spPr/>
      <dgm:t>
        <a:bodyPr/>
        <a:lstStyle/>
        <a:p>
          <a:endParaRPr lang="en-US"/>
        </a:p>
      </dgm:t>
    </dgm:pt>
    <dgm:pt modelId="{725F35D7-0783-418C-860E-8FAB41C4D3D6}" type="sibTrans" cxnId="{1D718B6A-DC83-4596-84D8-A8135EC22928}">
      <dgm:prSet/>
      <dgm:spPr/>
      <dgm:t>
        <a:bodyPr/>
        <a:lstStyle/>
        <a:p>
          <a:endParaRPr lang="en-US"/>
        </a:p>
      </dgm:t>
    </dgm:pt>
    <dgm:pt modelId="{EA2F69A1-7E05-4410-9FEE-9C797E4D36B8}">
      <dgm:prSet/>
      <dgm:spPr/>
      <dgm:t>
        <a:bodyPr/>
        <a:lstStyle/>
        <a:p>
          <a:pPr>
            <a:buFont typeface="Arial" panose="020B0604020202020204" pitchFamily="34" charset="0"/>
            <a:buChar char="•"/>
          </a:pPr>
          <a:r>
            <a:rPr lang="en-US" b="0" i="0"/>
            <a:t>The process of encoding data to prevent unauthorized access. Commonly used in VPNs, HTTPS, and secure email.</a:t>
          </a:r>
        </a:p>
      </dgm:t>
    </dgm:pt>
    <dgm:pt modelId="{05C8E4D3-D594-488B-81A9-6DC097A9C7B5}" type="parTrans" cxnId="{5672B6C1-3648-4C3C-B8B1-A094E9CA17FA}">
      <dgm:prSet/>
      <dgm:spPr/>
      <dgm:t>
        <a:bodyPr/>
        <a:lstStyle/>
        <a:p>
          <a:endParaRPr lang="en-US"/>
        </a:p>
      </dgm:t>
    </dgm:pt>
    <dgm:pt modelId="{70B3A026-26A6-465E-831A-66FF457CE165}" type="sibTrans" cxnId="{5672B6C1-3648-4C3C-B8B1-A094E9CA17FA}">
      <dgm:prSet/>
      <dgm:spPr/>
      <dgm:t>
        <a:bodyPr/>
        <a:lstStyle/>
        <a:p>
          <a:endParaRPr lang="en-US"/>
        </a:p>
      </dgm:t>
    </dgm:pt>
    <dgm:pt modelId="{357D17D2-3A3B-4DE2-97CA-3D64CD6BD2F2}">
      <dgm:prSet/>
      <dgm:spPr/>
      <dgm:t>
        <a:bodyPr/>
        <a:lstStyle/>
        <a:p>
          <a:pPr>
            <a:buFont typeface="Arial" panose="020B0604020202020204" pitchFamily="34" charset="0"/>
            <a:buChar char="•"/>
          </a:pPr>
          <a:r>
            <a:rPr lang="en-US" b="0" i="0"/>
            <a:t>Tools that monitor network traffic for suspicious activity and potential threats.</a:t>
          </a:r>
        </a:p>
      </dgm:t>
    </dgm:pt>
    <dgm:pt modelId="{DE7ECF88-5B89-4554-BF23-479F9233DF5F}" type="parTrans" cxnId="{5BCEE6D2-2B60-4A81-91AC-61A1503173A2}">
      <dgm:prSet/>
      <dgm:spPr/>
      <dgm:t>
        <a:bodyPr/>
        <a:lstStyle/>
        <a:p>
          <a:endParaRPr lang="en-US"/>
        </a:p>
      </dgm:t>
    </dgm:pt>
    <dgm:pt modelId="{F1605AC2-3A37-409E-9F7D-091330C5626E}" type="sibTrans" cxnId="{5BCEE6D2-2B60-4A81-91AC-61A1503173A2}">
      <dgm:prSet/>
      <dgm:spPr/>
      <dgm:t>
        <a:bodyPr/>
        <a:lstStyle/>
        <a:p>
          <a:endParaRPr lang="en-US"/>
        </a:p>
      </dgm:t>
    </dgm:pt>
    <dgm:pt modelId="{1EF7AB10-D09C-42C5-AA0A-7087BDE58296}">
      <dgm:prSet/>
      <dgm:spPr/>
      <dgm:t>
        <a:bodyPr/>
        <a:lstStyle/>
        <a:p>
          <a:pPr>
            <a:buFont typeface="Arial" panose="020B0604020202020204" pitchFamily="34" charset="0"/>
            <a:buChar char="•"/>
          </a:pPr>
          <a:r>
            <a:rPr lang="en-US" b="0" i="0"/>
            <a:t>Mechanisms that restrict access to network resources based on user identity and role.</a:t>
          </a:r>
        </a:p>
      </dgm:t>
    </dgm:pt>
    <dgm:pt modelId="{9AA0AB05-5D21-4762-B049-D790015124AB}" type="parTrans" cxnId="{80CBBE5E-FC1E-46FA-B485-26398E01C0BA}">
      <dgm:prSet/>
      <dgm:spPr/>
      <dgm:t>
        <a:bodyPr/>
        <a:lstStyle/>
        <a:p>
          <a:endParaRPr lang="en-US"/>
        </a:p>
      </dgm:t>
    </dgm:pt>
    <dgm:pt modelId="{0653F950-BE3E-4686-905F-C746D68B042B}" type="sibTrans" cxnId="{80CBBE5E-FC1E-46FA-B485-26398E01C0BA}">
      <dgm:prSet/>
      <dgm:spPr/>
      <dgm:t>
        <a:bodyPr/>
        <a:lstStyle/>
        <a:p>
          <a:endParaRPr lang="en-US"/>
        </a:p>
      </dgm:t>
    </dgm:pt>
    <dgm:pt modelId="{F868EE29-A9D1-437F-B475-AC64CA7B22B5}">
      <dgm:prSet/>
      <dgm:spPr/>
      <dgm:t>
        <a:bodyPr/>
        <a:lstStyle/>
        <a:p>
          <a:pPr>
            <a:buFont typeface="Arial" panose="020B0604020202020204" pitchFamily="34" charset="0"/>
            <a:buChar char="•"/>
          </a:pPr>
          <a:r>
            <a:rPr lang="en-US" b="0" i="0"/>
            <a:t>Keeping software and hardware up to date to protect against vulnerabilities.</a:t>
          </a:r>
        </a:p>
      </dgm:t>
    </dgm:pt>
    <dgm:pt modelId="{806BDEDA-9E57-4DDB-9408-DADC517C7A8E}" type="parTrans" cxnId="{5D6D39E7-D3E3-459F-814D-D979FBD0C508}">
      <dgm:prSet/>
      <dgm:spPr/>
      <dgm:t>
        <a:bodyPr/>
        <a:lstStyle/>
        <a:p>
          <a:endParaRPr lang="en-US"/>
        </a:p>
      </dgm:t>
    </dgm:pt>
    <dgm:pt modelId="{72851A98-42B4-4E92-A310-5EA85E79F5CD}" type="sibTrans" cxnId="{5D6D39E7-D3E3-459F-814D-D979FBD0C508}">
      <dgm:prSet/>
      <dgm:spPr/>
      <dgm:t>
        <a:bodyPr/>
        <a:lstStyle/>
        <a:p>
          <a:endParaRPr lang="en-US"/>
        </a:p>
      </dgm:t>
    </dgm:pt>
    <dgm:pt modelId="{19031A5D-FD64-4E37-A7E8-9436DE15076B}" type="pres">
      <dgm:prSet presAssocID="{BA96C113-7D97-4E5D-BB1A-73CB69C72E6B}" presName="vert0" presStyleCnt="0">
        <dgm:presLayoutVars>
          <dgm:dir/>
          <dgm:animOne val="branch"/>
          <dgm:animLvl val="lvl"/>
        </dgm:presLayoutVars>
      </dgm:prSet>
      <dgm:spPr/>
    </dgm:pt>
    <dgm:pt modelId="{0A3B8DD4-A58A-4BDB-AEB4-0A857FBC295E}" type="pres">
      <dgm:prSet presAssocID="{5D79E07F-4EDD-483D-8567-02D65242D9B4}" presName="thickLine" presStyleLbl="alignNode1" presStyleIdx="0" presStyleCnt="5"/>
      <dgm:spPr/>
    </dgm:pt>
    <dgm:pt modelId="{AD68A9C6-2CFB-4985-AFCE-3A3AA671B8BE}" type="pres">
      <dgm:prSet presAssocID="{5D79E07F-4EDD-483D-8567-02D65242D9B4}" presName="horz1" presStyleCnt="0"/>
      <dgm:spPr/>
    </dgm:pt>
    <dgm:pt modelId="{6287AB04-1F49-4F0F-A73D-BAC76C6CFA92}" type="pres">
      <dgm:prSet presAssocID="{5D79E07F-4EDD-483D-8567-02D65242D9B4}" presName="tx1" presStyleLbl="revTx" presStyleIdx="0" presStyleCnt="10" custLinFactNeighborX="-1156" custLinFactNeighborY="4225"/>
      <dgm:spPr/>
    </dgm:pt>
    <dgm:pt modelId="{E3ACB260-8AA7-4441-9E88-DF77FEF4A1BE}" type="pres">
      <dgm:prSet presAssocID="{5D79E07F-4EDD-483D-8567-02D65242D9B4}" presName="vert1" presStyleCnt="0"/>
      <dgm:spPr/>
    </dgm:pt>
    <dgm:pt modelId="{693F7B8C-39BD-426B-B579-04B176F10390}" type="pres">
      <dgm:prSet presAssocID="{CA7A6D82-03DE-419F-A770-1755D9237209}" presName="vertSpace2a" presStyleCnt="0"/>
      <dgm:spPr/>
    </dgm:pt>
    <dgm:pt modelId="{CAC1D6FB-36AD-4F35-8BF4-F256F00C19A9}" type="pres">
      <dgm:prSet presAssocID="{CA7A6D82-03DE-419F-A770-1755D9237209}" presName="horz2" presStyleCnt="0"/>
      <dgm:spPr/>
    </dgm:pt>
    <dgm:pt modelId="{D9182097-1341-4634-8469-708E4BB87165}" type="pres">
      <dgm:prSet presAssocID="{CA7A6D82-03DE-419F-A770-1755D9237209}" presName="horzSpace2" presStyleCnt="0"/>
      <dgm:spPr/>
    </dgm:pt>
    <dgm:pt modelId="{1DEF5304-8C9C-4810-B351-FE5C89D3C623}" type="pres">
      <dgm:prSet presAssocID="{CA7A6D82-03DE-419F-A770-1755D9237209}" presName="tx2" presStyleLbl="revTx" presStyleIdx="1" presStyleCnt="10"/>
      <dgm:spPr/>
    </dgm:pt>
    <dgm:pt modelId="{AE75FE94-D015-482F-888E-13A3B8E4F0A2}" type="pres">
      <dgm:prSet presAssocID="{CA7A6D82-03DE-419F-A770-1755D9237209}" presName="vert2" presStyleCnt="0"/>
      <dgm:spPr/>
    </dgm:pt>
    <dgm:pt modelId="{E6CF56B0-0C93-4356-9DCA-BF8684C6ECDE}" type="pres">
      <dgm:prSet presAssocID="{CA7A6D82-03DE-419F-A770-1755D9237209}" presName="thinLine2b" presStyleLbl="callout" presStyleIdx="0" presStyleCnt="5"/>
      <dgm:spPr/>
    </dgm:pt>
    <dgm:pt modelId="{E750B3A1-8DB1-4A19-9658-FB6E9DE20CAA}" type="pres">
      <dgm:prSet presAssocID="{CA7A6D82-03DE-419F-A770-1755D9237209}" presName="vertSpace2b" presStyleCnt="0"/>
      <dgm:spPr/>
    </dgm:pt>
    <dgm:pt modelId="{83076EB3-C93E-4C60-ABE9-283841CC951F}" type="pres">
      <dgm:prSet presAssocID="{4446A4DA-4CE8-4F07-9D76-DFBAB5AB9F61}" presName="thickLine" presStyleLbl="alignNode1" presStyleIdx="1" presStyleCnt="5"/>
      <dgm:spPr/>
    </dgm:pt>
    <dgm:pt modelId="{E57A38D1-1F3E-4A22-B754-F9682B1375F4}" type="pres">
      <dgm:prSet presAssocID="{4446A4DA-4CE8-4F07-9D76-DFBAB5AB9F61}" presName="horz1" presStyleCnt="0"/>
      <dgm:spPr/>
    </dgm:pt>
    <dgm:pt modelId="{88497BFE-B035-4501-BF9E-3ABEE438F43B}" type="pres">
      <dgm:prSet presAssocID="{4446A4DA-4CE8-4F07-9D76-DFBAB5AB9F61}" presName="tx1" presStyleLbl="revTx" presStyleIdx="2" presStyleCnt="10"/>
      <dgm:spPr/>
    </dgm:pt>
    <dgm:pt modelId="{12A6DD2A-1CB0-4977-9EFF-96C9A9951AE2}" type="pres">
      <dgm:prSet presAssocID="{4446A4DA-4CE8-4F07-9D76-DFBAB5AB9F61}" presName="vert1" presStyleCnt="0"/>
      <dgm:spPr/>
    </dgm:pt>
    <dgm:pt modelId="{B2DFC142-D261-4E21-8E72-4616D84C8500}" type="pres">
      <dgm:prSet presAssocID="{EA2F69A1-7E05-4410-9FEE-9C797E4D36B8}" presName="vertSpace2a" presStyleCnt="0"/>
      <dgm:spPr/>
    </dgm:pt>
    <dgm:pt modelId="{E3F79A21-0A93-4B58-89EA-2F32802AF91F}" type="pres">
      <dgm:prSet presAssocID="{EA2F69A1-7E05-4410-9FEE-9C797E4D36B8}" presName="horz2" presStyleCnt="0"/>
      <dgm:spPr/>
    </dgm:pt>
    <dgm:pt modelId="{BBE9D4F2-9DBC-4D28-8951-76256AA0E392}" type="pres">
      <dgm:prSet presAssocID="{EA2F69A1-7E05-4410-9FEE-9C797E4D36B8}" presName="horzSpace2" presStyleCnt="0"/>
      <dgm:spPr/>
    </dgm:pt>
    <dgm:pt modelId="{1F90655B-CA98-4C92-B78A-5504CA228DC7}" type="pres">
      <dgm:prSet presAssocID="{EA2F69A1-7E05-4410-9FEE-9C797E4D36B8}" presName="tx2" presStyleLbl="revTx" presStyleIdx="3" presStyleCnt="10"/>
      <dgm:spPr/>
    </dgm:pt>
    <dgm:pt modelId="{95BDF5BA-3F4E-4750-8DAB-F96707930099}" type="pres">
      <dgm:prSet presAssocID="{EA2F69A1-7E05-4410-9FEE-9C797E4D36B8}" presName="vert2" presStyleCnt="0"/>
      <dgm:spPr/>
    </dgm:pt>
    <dgm:pt modelId="{18F9B900-D511-4B4A-95D8-F5D67733634E}" type="pres">
      <dgm:prSet presAssocID="{EA2F69A1-7E05-4410-9FEE-9C797E4D36B8}" presName="thinLine2b" presStyleLbl="callout" presStyleIdx="1" presStyleCnt="5"/>
      <dgm:spPr/>
    </dgm:pt>
    <dgm:pt modelId="{4A135DB6-5588-4E6B-BE9E-CE6191F2BA1F}" type="pres">
      <dgm:prSet presAssocID="{EA2F69A1-7E05-4410-9FEE-9C797E4D36B8}" presName="vertSpace2b" presStyleCnt="0"/>
      <dgm:spPr/>
    </dgm:pt>
    <dgm:pt modelId="{4F984E02-9D88-472C-9F66-72DB7C17AAC6}" type="pres">
      <dgm:prSet presAssocID="{D43144C7-6238-4D69-AE92-7C552C46359E}" presName="thickLine" presStyleLbl="alignNode1" presStyleIdx="2" presStyleCnt="5"/>
      <dgm:spPr/>
    </dgm:pt>
    <dgm:pt modelId="{A9DBF00E-BE4B-4DCF-AA94-9C26BC99F927}" type="pres">
      <dgm:prSet presAssocID="{D43144C7-6238-4D69-AE92-7C552C46359E}" presName="horz1" presStyleCnt="0"/>
      <dgm:spPr/>
    </dgm:pt>
    <dgm:pt modelId="{A03FC2FD-BBA2-493A-930C-5A4E68537186}" type="pres">
      <dgm:prSet presAssocID="{D43144C7-6238-4D69-AE92-7C552C46359E}" presName="tx1" presStyleLbl="revTx" presStyleIdx="4" presStyleCnt="10"/>
      <dgm:spPr/>
    </dgm:pt>
    <dgm:pt modelId="{CE1C1827-8FF3-42C2-A88A-31CB02354648}" type="pres">
      <dgm:prSet presAssocID="{D43144C7-6238-4D69-AE92-7C552C46359E}" presName="vert1" presStyleCnt="0"/>
      <dgm:spPr/>
    </dgm:pt>
    <dgm:pt modelId="{4E259C32-BB44-4F37-81B4-F79B0A14993A}" type="pres">
      <dgm:prSet presAssocID="{357D17D2-3A3B-4DE2-97CA-3D64CD6BD2F2}" presName="vertSpace2a" presStyleCnt="0"/>
      <dgm:spPr/>
    </dgm:pt>
    <dgm:pt modelId="{F8AD077E-045D-44E6-96AF-35267875B438}" type="pres">
      <dgm:prSet presAssocID="{357D17D2-3A3B-4DE2-97CA-3D64CD6BD2F2}" presName="horz2" presStyleCnt="0"/>
      <dgm:spPr/>
    </dgm:pt>
    <dgm:pt modelId="{553523D5-84A0-4902-86F0-05C8E6763BA2}" type="pres">
      <dgm:prSet presAssocID="{357D17D2-3A3B-4DE2-97CA-3D64CD6BD2F2}" presName="horzSpace2" presStyleCnt="0"/>
      <dgm:spPr/>
    </dgm:pt>
    <dgm:pt modelId="{3742C10F-8490-45FA-9C7F-9BBAE850A271}" type="pres">
      <dgm:prSet presAssocID="{357D17D2-3A3B-4DE2-97CA-3D64CD6BD2F2}" presName="tx2" presStyleLbl="revTx" presStyleIdx="5" presStyleCnt="10"/>
      <dgm:spPr/>
    </dgm:pt>
    <dgm:pt modelId="{07361E6F-FAC6-4A68-92EC-56CCD265498B}" type="pres">
      <dgm:prSet presAssocID="{357D17D2-3A3B-4DE2-97CA-3D64CD6BD2F2}" presName="vert2" presStyleCnt="0"/>
      <dgm:spPr/>
    </dgm:pt>
    <dgm:pt modelId="{640F659F-5C6B-490A-8C44-D88231DDC86E}" type="pres">
      <dgm:prSet presAssocID="{357D17D2-3A3B-4DE2-97CA-3D64CD6BD2F2}" presName="thinLine2b" presStyleLbl="callout" presStyleIdx="2" presStyleCnt="5"/>
      <dgm:spPr/>
    </dgm:pt>
    <dgm:pt modelId="{8A7BA640-47B5-4171-814B-13D137EC2B3F}" type="pres">
      <dgm:prSet presAssocID="{357D17D2-3A3B-4DE2-97CA-3D64CD6BD2F2}" presName="vertSpace2b" presStyleCnt="0"/>
      <dgm:spPr/>
    </dgm:pt>
    <dgm:pt modelId="{8A66C467-8CEA-4861-8E34-F50D1B70EAEA}" type="pres">
      <dgm:prSet presAssocID="{18F7DD7E-EBBD-43AC-ACC5-EDF4F983F99E}" presName="thickLine" presStyleLbl="alignNode1" presStyleIdx="3" presStyleCnt="5"/>
      <dgm:spPr/>
    </dgm:pt>
    <dgm:pt modelId="{DE482F20-63D3-4702-91F2-0352269FDFDA}" type="pres">
      <dgm:prSet presAssocID="{18F7DD7E-EBBD-43AC-ACC5-EDF4F983F99E}" presName="horz1" presStyleCnt="0"/>
      <dgm:spPr/>
    </dgm:pt>
    <dgm:pt modelId="{DDFF09BA-87A0-4B95-AFDB-489CF6829808}" type="pres">
      <dgm:prSet presAssocID="{18F7DD7E-EBBD-43AC-ACC5-EDF4F983F99E}" presName="tx1" presStyleLbl="revTx" presStyleIdx="6" presStyleCnt="10"/>
      <dgm:spPr/>
    </dgm:pt>
    <dgm:pt modelId="{478C26E5-B113-454C-8FAD-AEA430764DED}" type="pres">
      <dgm:prSet presAssocID="{18F7DD7E-EBBD-43AC-ACC5-EDF4F983F99E}" presName="vert1" presStyleCnt="0"/>
      <dgm:spPr/>
    </dgm:pt>
    <dgm:pt modelId="{BCC74514-27FC-4DBD-8F6C-45BF5EE7D82B}" type="pres">
      <dgm:prSet presAssocID="{1EF7AB10-D09C-42C5-AA0A-7087BDE58296}" presName="vertSpace2a" presStyleCnt="0"/>
      <dgm:spPr/>
    </dgm:pt>
    <dgm:pt modelId="{0ACC1D17-981D-4391-837D-C9483A507788}" type="pres">
      <dgm:prSet presAssocID="{1EF7AB10-D09C-42C5-AA0A-7087BDE58296}" presName="horz2" presStyleCnt="0"/>
      <dgm:spPr/>
    </dgm:pt>
    <dgm:pt modelId="{44D210FC-2B00-4FD8-948B-7CC4BA9185CF}" type="pres">
      <dgm:prSet presAssocID="{1EF7AB10-D09C-42C5-AA0A-7087BDE58296}" presName="horzSpace2" presStyleCnt="0"/>
      <dgm:spPr/>
    </dgm:pt>
    <dgm:pt modelId="{7B8D52E4-9E68-494F-9436-6220ED7074FC}" type="pres">
      <dgm:prSet presAssocID="{1EF7AB10-D09C-42C5-AA0A-7087BDE58296}" presName="tx2" presStyleLbl="revTx" presStyleIdx="7" presStyleCnt="10"/>
      <dgm:spPr/>
    </dgm:pt>
    <dgm:pt modelId="{9A742E3E-1A2A-4B46-869C-71E8B15AB13A}" type="pres">
      <dgm:prSet presAssocID="{1EF7AB10-D09C-42C5-AA0A-7087BDE58296}" presName="vert2" presStyleCnt="0"/>
      <dgm:spPr/>
    </dgm:pt>
    <dgm:pt modelId="{2AF3F1F2-BFD0-4440-89CA-2D46904E0342}" type="pres">
      <dgm:prSet presAssocID="{1EF7AB10-D09C-42C5-AA0A-7087BDE58296}" presName="thinLine2b" presStyleLbl="callout" presStyleIdx="3" presStyleCnt="5"/>
      <dgm:spPr/>
    </dgm:pt>
    <dgm:pt modelId="{928B163A-96C0-478F-BC13-7E866DBDE927}" type="pres">
      <dgm:prSet presAssocID="{1EF7AB10-D09C-42C5-AA0A-7087BDE58296}" presName="vertSpace2b" presStyleCnt="0"/>
      <dgm:spPr/>
    </dgm:pt>
    <dgm:pt modelId="{F4D0797E-F671-4F05-A8EE-F130FC16B0BA}" type="pres">
      <dgm:prSet presAssocID="{53571904-CD02-40D2-8E71-C9005813A2C1}" presName="thickLine" presStyleLbl="alignNode1" presStyleIdx="4" presStyleCnt="5"/>
      <dgm:spPr/>
    </dgm:pt>
    <dgm:pt modelId="{EBA47036-D28B-4A89-835E-4A07FA77531F}" type="pres">
      <dgm:prSet presAssocID="{53571904-CD02-40D2-8E71-C9005813A2C1}" presName="horz1" presStyleCnt="0"/>
      <dgm:spPr/>
    </dgm:pt>
    <dgm:pt modelId="{43326967-6EA2-4E29-8152-681A2F3DD9DA}" type="pres">
      <dgm:prSet presAssocID="{53571904-CD02-40D2-8E71-C9005813A2C1}" presName="tx1" presStyleLbl="revTx" presStyleIdx="8" presStyleCnt="10"/>
      <dgm:spPr/>
    </dgm:pt>
    <dgm:pt modelId="{59614704-8BB0-451A-ACCD-392CBDF3A77F}" type="pres">
      <dgm:prSet presAssocID="{53571904-CD02-40D2-8E71-C9005813A2C1}" presName="vert1" presStyleCnt="0"/>
      <dgm:spPr/>
    </dgm:pt>
    <dgm:pt modelId="{73A4F31B-9B0B-4D48-A792-50A6AD0E7E26}" type="pres">
      <dgm:prSet presAssocID="{F868EE29-A9D1-437F-B475-AC64CA7B22B5}" presName="vertSpace2a" presStyleCnt="0"/>
      <dgm:spPr/>
    </dgm:pt>
    <dgm:pt modelId="{B4439C30-5C39-413A-AABA-5656BE0E8722}" type="pres">
      <dgm:prSet presAssocID="{F868EE29-A9D1-437F-B475-AC64CA7B22B5}" presName="horz2" presStyleCnt="0"/>
      <dgm:spPr/>
    </dgm:pt>
    <dgm:pt modelId="{C31448C2-F581-45A1-B772-B33B416895B9}" type="pres">
      <dgm:prSet presAssocID="{F868EE29-A9D1-437F-B475-AC64CA7B22B5}" presName="horzSpace2" presStyleCnt="0"/>
      <dgm:spPr/>
    </dgm:pt>
    <dgm:pt modelId="{8D45E68C-159E-4DE7-9A98-C923AFFD83F4}" type="pres">
      <dgm:prSet presAssocID="{F868EE29-A9D1-437F-B475-AC64CA7B22B5}" presName="tx2" presStyleLbl="revTx" presStyleIdx="9" presStyleCnt="10"/>
      <dgm:spPr/>
    </dgm:pt>
    <dgm:pt modelId="{6F46F701-D705-4263-B5FB-4DB88197CFF7}" type="pres">
      <dgm:prSet presAssocID="{F868EE29-A9D1-437F-B475-AC64CA7B22B5}" presName="vert2" presStyleCnt="0"/>
      <dgm:spPr/>
    </dgm:pt>
    <dgm:pt modelId="{8EF3CBDE-E393-4937-BF98-F793B112EF5E}" type="pres">
      <dgm:prSet presAssocID="{F868EE29-A9D1-437F-B475-AC64CA7B22B5}" presName="thinLine2b" presStyleLbl="callout" presStyleIdx="4" presStyleCnt="5"/>
      <dgm:spPr/>
    </dgm:pt>
    <dgm:pt modelId="{95F94D3F-8EAA-40C4-B253-1734881EF4F5}" type="pres">
      <dgm:prSet presAssocID="{F868EE29-A9D1-437F-B475-AC64CA7B22B5}" presName="vertSpace2b" presStyleCnt="0"/>
      <dgm:spPr/>
    </dgm:pt>
  </dgm:ptLst>
  <dgm:cxnLst>
    <dgm:cxn modelId="{80CBBE5E-FC1E-46FA-B485-26398E01C0BA}" srcId="{18F7DD7E-EBBD-43AC-ACC5-EDF4F983F99E}" destId="{1EF7AB10-D09C-42C5-AA0A-7087BDE58296}" srcOrd="0" destOrd="0" parTransId="{9AA0AB05-5D21-4762-B049-D790015124AB}" sibTransId="{0653F950-BE3E-4686-905F-C746D68B042B}"/>
    <dgm:cxn modelId="{1D718B6A-DC83-4596-84D8-A8135EC22928}" srcId="{5D79E07F-4EDD-483D-8567-02D65242D9B4}" destId="{CA7A6D82-03DE-419F-A770-1755D9237209}" srcOrd="0" destOrd="0" parTransId="{99D6B183-025E-4296-AB3B-F26713B13FF3}" sibTransId="{725F35D7-0783-418C-860E-8FAB41C4D3D6}"/>
    <dgm:cxn modelId="{AE54984B-6922-49F2-B3E2-457643F0B593}" type="presOf" srcId="{BA96C113-7D97-4E5D-BB1A-73CB69C72E6B}" destId="{19031A5D-FD64-4E37-A7E8-9436DE15076B}" srcOrd="0" destOrd="0" presId="urn:microsoft.com/office/officeart/2008/layout/LinedList"/>
    <dgm:cxn modelId="{A13A936E-4497-495A-8C66-B4B71C4E46E8}" srcId="{BA96C113-7D97-4E5D-BB1A-73CB69C72E6B}" destId="{53571904-CD02-40D2-8E71-C9005813A2C1}" srcOrd="4" destOrd="0" parTransId="{0B886807-F796-49BD-A4D3-D674EA1313EB}" sibTransId="{92DC084E-651B-4C9B-9E02-4CD477F3AB94}"/>
    <dgm:cxn modelId="{04D81A51-CC35-4167-9D0D-6E99B190F910}" type="presOf" srcId="{D43144C7-6238-4D69-AE92-7C552C46359E}" destId="{A03FC2FD-BBA2-493A-930C-5A4E68537186}" srcOrd="0" destOrd="0" presId="urn:microsoft.com/office/officeart/2008/layout/LinedList"/>
    <dgm:cxn modelId="{F6A4B176-E045-4E80-9B54-C6ABA9E4506D}" srcId="{BA96C113-7D97-4E5D-BB1A-73CB69C72E6B}" destId="{5D79E07F-4EDD-483D-8567-02D65242D9B4}" srcOrd="0" destOrd="0" parTransId="{FE4ED64D-620E-442A-91BC-97728FDF2B49}" sibTransId="{EF564A78-0034-437A-8B19-C2F2E5FA03E7}"/>
    <dgm:cxn modelId="{1E764578-B0C8-491D-A095-081C6DE8D2E5}" type="presOf" srcId="{4446A4DA-4CE8-4F07-9D76-DFBAB5AB9F61}" destId="{88497BFE-B035-4501-BF9E-3ABEE438F43B}" srcOrd="0" destOrd="0" presId="urn:microsoft.com/office/officeart/2008/layout/LinedList"/>
    <dgm:cxn modelId="{DD795088-3D82-41D1-B59F-7518FF9DEFA7}" type="presOf" srcId="{F868EE29-A9D1-437F-B475-AC64CA7B22B5}" destId="{8D45E68C-159E-4DE7-9A98-C923AFFD83F4}" srcOrd="0" destOrd="0" presId="urn:microsoft.com/office/officeart/2008/layout/LinedList"/>
    <dgm:cxn modelId="{1D260289-EEE4-410B-91D1-C60F4FD92DDB}" type="presOf" srcId="{5D79E07F-4EDD-483D-8567-02D65242D9B4}" destId="{6287AB04-1F49-4F0F-A73D-BAC76C6CFA92}" srcOrd="0" destOrd="0" presId="urn:microsoft.com/office/officeart/2008/layout/LinedList"/>
    <dgm:cxn modelId="{6D18AC8E-B3C5-4212-A0E2-C8E22386330B}" type="presOf" srcId="{357D17D2-3A3B-4DE2-97CA-3D64CD6BD2F2}" destId="{3742C10F-8490-45FA-9C7F-9BBAE850A271}" srcOrd="0" destOrd="0" presId="urn:microsoft.com/office/officeart/2008/layout/LinedList"/>
    <dgm:cxn modelId="{6EFBD79A-D58A-4152-94A2-05FBD814A147}" type="presOf" srcId="{CA7A6D82-03DE-419F-A770-1755D9237209}" destId="{1DEF5304-8C9C-4810-B351-FE5C89D3C623}" srcOrd="0" destOrd="0" presId="urn:microsoft.com/office/officeart/2008/layout/LinedList"/>
    <dgm:cxn modelId="{9B8BDAA5-7A73-4C2C-9552-E97529F52AA1}" type="presOf" srcId="{EA2F69A1-7E05-4410-9FEE-9C797E4D36B8}" destId="{1F90655B-CA98-4C92-B78A-5504CA228DC7}" srcOrd="0" destOrd="0" presId="urn:microsoft.com/office/officeart/2008/layout/LinedList"/>
    <dgm:cxn modelId="{5672B6C1-3648-4C3C-B8B1-A094E9CA17FA}" srcId="{4446A4DA-4CE8-4F07-9D76-DFBAB5AB9F61}" destId="{EA2F69A1-7E05-4410-9FEE-9C797E4D36B8}" srcOrd="0" destOrd="0" parTransId="{05C8E4D3-D594-488B-81A9-6DC097A9C7B5}" sibTransId="{70B3A026-26A6-465E-831A-66FF457CE165}"/>
    <dgm:cxn modelId="{5BCEE6D2-2B60-4A81-91AC-61A1503173A2}" srcId="{D43144C7-6238-4D69-AE92-7C552C46359E}" destId="{357D17D2-3A3B-4DE2-97CA-3D64CD6BD2F2}" srcOrd="0" destOrd="0" parTransId="{DE7ECF88-5B89-4554-BF23-479F9233DF5F}" sibTransId="{F1605AC2-3A37-409E-9F7D-091330C5626E}"/>
    <dgm:cxn modelId="{5B15EBD5-69F0-4F46-936C-4A2C7EAEBD5C}" type="presOf" srcId="{1EF7AB10-D09C-42C5-AA0A-7087BDE58296}" destId="{7B8D52E4-9E68-494F-9436-6220ED7074FC}" srcOrd="0" destOrd="0" presId="urn:microsoft.com/office/officeart/2008/layout/LinedList"/>
    <dgm:cxn modelId="{5D6D39E7-D3E3-459F-814D-D979FBD0C508}" srcId="{53571904-CD02-40D2-8E71-C9005813A2C1}" destId="{F868EE29-A9D1-437F-B475-AC64CA7B22B5}" srcOrd="0" destOrd="0" parTransId="{806BDEDA-9E57-4DDB-9408-DADC517C7A8E}" sibTransId="{72851A98-42B4-4E92-A310-5EA85E79F5CD}"/>
    <dgm:cxn modelId="{8ADD69EB-CF04-4C15-B0DA-32560C573B04}" srcId="{BA96C113-7D97-4E5D-BB1A-73CB69C72E6B}" destId="{18F7DD7E-EBBD-43AC-ACC5-EDF4F983F99E}" srcOrd="3" destOrd="0" parTransId="{7A652F76-2E06-45CF-8CED-949FAFF4AD33}" sibTransId="{9E21AFAA-508F-40C8-9D14-C6BF00335C9F}"/>
    <dgm:cxn modelId="{E772B2ED-12CF-4093-9536-D7191B2EC6FD}" type="presOf" srcId="{18F7DD7E-EBBD-43AC-ACC5-EDF4F983F99E}" destId="{DDFF09BA-87A0-4B95-AFDB-489CF6829808}" srcOrd="0" destOrd="0" presId="urn:microsoft.com/office/officeart/2008/layout/LinedList"/>
    <dgm:cxn modelId="{938681EE-6F4B-4D70-A941-519AE5BC0F3A}" srcId="{BA96C113-7D97-4E5D-BB1A-73CB69C72E6B}" destId="{4446A4DA-4CE8-4F07-9D76-DFBAB5AB9F61}" srcOrd="1" destOrd="0" parTransId="{64FCE401-0ADC-45E2-887D-80B6555579A9}" sibTransId="{0C3B9717-3738-4105-B4EA-331D2D29690A}"/>
    <dgm:cxn modelId="{8F4C0DF5-4DE5-40BC-B6D6-926746A88F34}" srcId="{BA96C113-7D97-4E5D-BB1A-73CB69C72E6B}" destId="{D43144C7-6238-4D69-AE92-7C552C46359E}" srcOrd="2" destOrd="0" parTransId="{AC8D63CC-9832-4B93-8D2D-111DBAFDBA56}" sibTransId="{7B91CA3D-0C8A-44BE-B7A7-4318EA789CA2}"/>
    <dgm:cxn modelId="{AFBEECFB-2825-4582-87B8-3598EB1F1871}" type="presOf" srcId="{53571904-CD02-40D2-8E71-C9005813A2C1}" destId="{43326967-6EA2-4E29-8152-681A2F3DD9DA}" srcOrd="0" destOrd="0" presId="urn:microsoft.com/office/officeart/2008/layout/LinedList"/>
    <dgm:cxn modelId="{D6773A9F-A2FD-4BE2-AF14-AE0CDF7888A3}" type="presParOf" srcId="{19031A5D-FD64-4E37-A7E8-9436DE15076B}" destId="{0A3B8DD4-A58A-4BDB-AEB4-0A857FBC295E}" srcOrd="0" destOrd="0" presId="urn:microsoft.com/office/officeart/2008/layout/LinedList"/>
    <dgm:cxn modelId="{5BA4315F-D898-4ED8-A6BB-5648C1DABA7C}" type="presParOf" srcId="{19031A5D-FD64-4E37-A7E8-9436DE15076B}" destId="{AD68A9C6-2CFB-4985-AFCE-3A3AA671B8BE}" srcOrd="1" destOrd="0" presId="urn:microsoft.com/office/officeart/2008/layout/LinedList"/>
    <dgm:cxn modelId="{D897AD42-47D7-423B-A9E6-752FF4CB43E3}" type="presParOf" srcId="{AD68A9C6-2CFB-4985-AFCE-3A3AA671B8BE}" destId="{6287AB04-1F49-4F0F-A73D-BAC76C6CFA92}" srcOrd="0" destOrd="0" presId="urn:microsoft.com/office/officeart/2008/layout/LinedList"/>
    <dgm:cxn modelId="{2CFA774F-2AF6-4E05-A2F7-C99451DDD411}" type="presParOf" srcId="{AD68A9C6-2CFB-4985-AFCE-3A3AA671B8BE}" destId="{E3ACB260-8AA7-4441-9E88-DF77FEF4A1BE}" srcOrd="1" destOrd="0" presId="urn:microsoft.com/office/officeart/2008/layout/LinedList"/>
    <dgm:cxn modelId="{7C6EC03F-AAA4-4E52-9786-89865DED47B3}" type="presParOf" srcId="{E3ACB260-8AA7-4441-9E88-DF77FEF4A1BE}" destId="{693F7B8C-39BD-426B-B579-04B176F10390}" srcOrd="0" destOrd="0" presId="urn:microsoft.com/office/officeart/2008/layout/LinedList"/>
    <dgm:cxn modelId="{00C20089-C8EF-4629-A022-1E908066B796}" type="presParOf" srcId="{E3ACB260-8AA7-4441-9E88-DF77FEF4A1BE}" destId="{CAC1D6FB-36AD-4F35-8BF4-F256F00C19A9}" srcOrd="1" destOrd="0" presId="urn:microsoft.com/office/officeart/2008/layout/LinedList"/>
    <dgm:cxn modelId="{38C3EAE6-F74D-40C5-846C-265BBF263868}" type="presParOf" srcId="{CAC1D6FB-36AD-4F35-8BF4-F256F00C19A9}" destId="{D9182097-1341-4634-8469-708E4BB87165}" srcOrd="0" destOrd="0" presId="urn:microsoft.com/office/officeart/2008/layout/LinedList"/>
    <dgm:cxn modelId="{B6E778BE-51E0-4FCB-ACC6-03FB22A4CC25}" type="presParOf" srcId="{CAC1D6FB-36AD-4F35-8BF4-F256F00C19A9}" destId="{1DEF5304-8C9C-4810-B351-FE5C89D3C623}" srcOrd="1" destOrd="0" presId="urn:microsoft.com/office/officeart/2008/layout/LinedList"/>
    <dgm:cxn modelId="{C62B7A40-D720-41E9-A226-76C567B1E51E}" type="presParOf" srcId="{CAC1D6FB-36AD-4F35-8BF4-F256F00C19A9}" destId="{AE75FE94-D015-482F-888E-13A3B8E4F0A2}" srcOrd="2" destOrd="0" presId="urn:microsoft.com/office/officeart/2008/layout/LinedList"/>
    <dgm:cxn modelId="{28069CAE-826B-41E7-9212-46431883038F}" type="presParOf" srcId="{E3ACB260-8AA7-4441-9E88-DF77FEF4A1BE}" destId="{E6CF56B0-0C93-4356-9DCA-BF8684C6ECDE}" srcOrd="2" destOrd="0" presId="urn:microsoft.com/office/officeart/2008/layout/LinedList"/>
    <dgm:cxn modelId="{407965DA-88E5-4E23-9C54-EFABBB9A0DE7}" type="presParOf" srcId="{E3ACB260-8AA7-4441-9E88-DF77FEF4A1BE}" destId="{E750B3A1-8DB1-4A19-9658-FB6E9DE20CAA}" srcOrd="3" destOrd="0" presId="urn:microsoft.com/office/officeart/2008/layout/LinedList"/>
    <dgm:cxn modelId="{30E1C306-EA1B-4F52-96B0-205A7C7C0149}" type="presParOf" srcId="{19031A5D-FD64-4E37-A7E8-9436DE15076B}" destId="{83076EB3-C93E-4C60-ABE9-283841CC951F}" srcOrd="2" destOrd="0" presId="urn:microsoft.com/office/officeart/2008/layout/LinedList"/>
    <dgm:cxn modelId="{A0ED180E-5E88-4BB2-A69C-59379C992F78}" type="presParOf" srcId="{19031A5D-FD64-4E37-A7E8-9436DE15076B}" destId="{E57A38D1-1F3E-4A22-B754-F9682B1375F4}" srcOrd="3" destOrd="0" presId="urn:microsoft.com/office/officeart/2008/layout/LinedList"/>
    <dgm:cxn modelId="{45ABFC1A-00D5-43C7-B326-CD9539BBEE79}" type="presParOf" srcId="{E57A38D1-1F3E-4A22-B754-F9682B1375F4}" destId="{88497BFE-B035-4501-BF9E-3ABEE438F43B}" srcOrd="0" destOrd="0" presId="urn:microsoft.com/office/officeart/2008/layout/LinedList"/>
    <dgm:cxn modelId="{FC137998-3048-4978-9743-0D6F43CED6A9}" type="presParOf" srcId="{E57A38D1-1F3E-4A22-B754-F9682B1375F4}" destId="{12A6DD2A-1CB0-4977-9EFF-96C9A9951AE2}" srcOrd="1" destOrd="0" presId="urn:microsoft.com/office/officeart/2008/layout/LinedList"/>
    <dgm:cxn modelId="{20718085-C62D-4D40-A3AB-0B1C00A3245F}" type="presParOf" srcId="{12A6DD2A-1CB0-4977-9EFF-96C9A9951AE2}" destId="{B2DFC142-D261-4E21-8E72-4616D84C8500}" srcOrd="0" destOrd="0" presId="urn:microsoft.com/office/officeart/2008/layout/LinedList"/>
    <dgm:cxn modelId="{1663DDCE-C832-47BF-B3D3-D3B337F5D8E1}" type="presParOf" srcId="{12A6DD2A-1CB0-4977-9EFF-96C9A9951AE2}" destId="{E3F79A21-0A93-4B58-89EA-2F32802AF91F}" srcOrd="1" destOrd="0" presId="urn:microsoft.com/office/officeart/2008/layout/LinedList"/>
    <dgm:cxn modelId="{2324C180-15AA-4CD9-B62A-7363CB47B335}" type="presParOf" srcId="{E3F79A21-0A93-4B58-89EA-2F32802AF91F}" destId="{BBE9D4F2-9DBC-4D28-8951-76256AA0E392}" srcOrd="0" destOrd="0" presId="urn:microsoft.com/office/officeart/2008/layout/LinedList"/>
    <dgm:cxn modelId="{B1ED05D6-7F8C-48A6-A956-6037A884FD1C}" type="presParOf" srcId="{E3F79A21-0A93-4B58-89EA-2F32802AF91F}" destId="{1F90655B-CA98-4C92-B78A-5504CA228DC7}" srcOrd="1" destOrd="0" presId="urn:microsoft.com/office/officeart/2008/layout/LinedList"/>
    <dgm:cxn modelId="{CC1F8533-0DBC-43C0-AC01-8184B4ECCAB8}" type="presParOf" srcId="{E3F79A21-0A93-4B58-89EA-2F32802AF91F}" destId="{95BDF5BA-3F4E-4750-8DAB-F96707930099}" srcOrd="2" destOrd="0" presId="urn:microsoft.com/office/officeart/2008/layout/LinedList"/>
    <dgm:cxn modelId="{1A1F0D24-E60F-478B-BEF2-78EDA65A6E5D}" type="presParOf" srcId="{12A6DD2A-1CB0-4977-9EFF-96C9A9951AE2}" destId="{18F9B900-D511-4B4A-95D8-F5D67733634E}" srcOrd="2" destOrd="0" presId="urn:microsoft.com/office/officeart/2008/layout/LinedList"/>
    <dgm:cxn modelId="{B26D02EA-A5D3-4475-A8A4-3EA4616A94B0}" type="presParOf" srcId="{12A6DD2A-1CB0-4977-9EFF-96C9A9951AE2}" destId="{4A135DB6-5588-4E6B-BE9E-CE6191F2BA1F}" srcOrd="3" destOrd="0" presId="urn:microsoft.com/office/officeart/2008/layout/LinedList"/>
    <dgm:cxn modelId="{561F5564-4AFE-46F3-8200-EF86703DA9F1}" type="presParOf" srcId="{19031A5D-FD64-4E37-A7E8-9436DE15076B}" destId="{4F984E02-9D88-472C-9F66-72DB7C17AAC6}" srcOrd="4" destOrd="0" presId="urn:microsoft.com/office/officeart/2008/layout/LinedList"/>
    <dgm:cxn modelId="{4F67BABF-C0A3-4B8F-AE7B-891E0BBF7409}" type="presParOf" srcId="{19031A5D-FD64-4E37-A7E8-9436DE15076B}" destId="{A9DBF00E-BE4B-4DCF-AA94-9C26BC99F927}" srcOrd="5" destOrd="0" presId="urn:microsoft.com/office/officeart/2008/layout/LinedList"/>
    <dgm:cxn modelId="{76FE11EA-CDD4-4B7B-9662-623377793CCE}" type="presParOf" srcId="{A9DBF00E-BE4B-4DCF-AA94-9C26BC99F927}" destId="{A03FC2FD-BBA2-493A-930C-5A4E68537186}" srcOrd="0" destOrd="0" presId="urn:microsoft.com/office/officeart/2008/layout/LinedList"/>
    <dgm:cxn modelId="{8B9DEB04-E51B-4B35-99F1-DB9E791F576C}" type="presParOf" srcId="{A9DBF00E-BE4B-4DCF-AA94-9C26BC99F927}" destId="{CE1C1827-8FF3-42C2-A88A-31CB02354648}" srcOrd="1" destOrd="0" presId="urn:microsoft.com/office/officeart/2008/layout/LinedList"/>
    <dgm:cxn modelId="{DD684910-1DCD-47AF-BD07-E537E9A64742}" type="presParOf" srcId="{CE1C1827-8FF3-42C2-A88A-31CB02354648}" destId="{4E259C32-BB44-4F37-81B4-F79B0A14993A}" srcOrd="0" destOrd="0" presId="urn:microsoft.com/office/officeart/2008/layout/LinedList"/>
    <dgm:cxn modelId="{BB91FC91-08F2-4FB7-9D73-0109CEA1F19E}" type="presParOf" srcId="{CE1C1827-8FF3-42C2-A88A-31CB02354648}" destId="{F8AD077E-045D-44E6-96AF-35267875B438}" srcOrd="1" destOrd="0" presId="urn:microsoft.com/office/officeart/2008/layout/LinedList"/>
    <dgm:cxn modelId="{8AF5F823-1AB5-4DC5-80DE-381B4E942042}" type="presParOf" srcId="{F8AD077E-045D-44E6-96AF-35267875B438}" destId="{553523D5-84A0-4902-86F0-05C8E6763BA2}" srcOrd="0" destOrd="0" presId="urn:microsoft.com/office/officeart/2008/layout/LinedList"/>
    <dgm:cxn modelId="{6CBE052F-A8A0-4D18-98E4-60F6536D191A}" type="presParOf" srcId="{F8AD077E-045D-44E6-96AF-35267875B438}" destId="{3742C10F-8490-45FA-9C7F-9BBAE850A271}" srcOrd="1" destOrd="0" presId="urn:microsoft.com/office/officeart/2008/layout/LinedList"/>
    <dgm:cxn modelId="{51FA9630-AC07-431B-B053-79B67105FE83}" type="presParOf" srcId="{F8AD077E-045D-44E6-96AF-35267875B438}" destId="{07361E6F-FAC6-4A68-92EC-56CCD265498B}" srcOrd="2" destOrd="0" presId="urn:microsoft.com/office/officeart/2008/layout/LinedList"/>
    <dgm:cxn modelId="{F08975CE-6C29-4033-9630-7D91F95D9ED5}" type="presParOf" srcId="{CE1C1827-8FF3-42C2-A88A-31CB02354648}" destId="{640F659F-5C6B-490A-8C44-D88231DDC86E}" srcOrd="2" destOrd="0" presId="urn:microsoft.com/office/officeart/2008/layout/LinedList"/>
    <dgm:cxn modelId="{991B4307-F864-41DA-8AF3-9E2DAF1136CF}" type="presParOf" srcId="{CE1C1827-8FF3-42C2-A88A-31CB02354648}" destId="{8A7BA640-47B5-4171-814B-13D137EC2B3F}" srcOrd="3" destOrd="0" presId="urn:microsoft.com/office/officeart/2008/layout/LinedList"/>
    <dgm:cxn modelId="{7493B284-6A33-4153-A9A2-4420E0DEC6B7}" type="presParOf" srcId="{19031A5D-FD64-4E37-A7E8-9436DE15076B}" destId="{8A66C467-8CEA-4861-8E34-F50D1B70EAEA}" srcOrd="6" destOrd="0" presId="urn:microsoft.com/office/officeart/2008/layout/LinedList"/>
    <dgm:cxn modelId="{4EADDBCA-6C5D-4F7A-9D0F-07B40D9982DC}" type="presParOf" srcId="{19031A5D-FD64-4E37-A7E8-9436DE15076B}" destId="{DE482F20-63D3-4702-91F2-0352269FDFDA}" srcOrd="7" destOrd="0" presId="urn:microsoft.com/office/officeart/2008/layout/LinedList"/>
    <dgm:cxn modelId="{FF8D5D64-52AF-4827-BAE9-1F78E9C0CAFB}" type="presParOf" srcId="{DE482F20-63D3-4702-91F2-0352269FDFDA}" destId="{DDFF09BA-87A0-4B95-AFDB-489CF6829808}" srcOrd="0" destOrd="0" presId="urn:microsoft.com/office/officeart/2008/layout/LinedList"/>
    <dgm:cxn modelId="{B1C00E83-962D-447D-BE2A-41FAF8D42EE7}" type="presParOf" srcId="{DE482F20-63D3-4702-91F2-0352269FDFDA}" destId="{478C26E5-B113-454C-8FAD-AEA430764DED}" srcOrd="1" destOrd="0" presId="urn:microsoft.com/office/officeart/2008/layout/LinedList"/>
    <dgm:cxn modelId="{50829855-D376-4449-9CAF-0FCF0441ECE6}" type="presParOf" srcId="{478C26E5-B113-454C-8FAD-AEA430764DED}" destId="{BCC74514-27FC-4DBD-8F6C-45BF5EE7D82B}" srcOrd="0" destOrd="0" presId="urn:microsoft.com/office/officeart/2008/layout/LinedList"/>
    <dgm:cxn modelId="{7D857C68-9F09-42A5-B0FA-C96764BA8F5D}" type="presParOf" srcId="{478C26E5-B113-454C-8FAD-AEA430764DED}" destId="{0ACC1D17-981D-4391-837D-C9483A507788}" srcOrd="1" destOrd="0" presId="urn:microsoft.com/office/officeart/2008/layout/LinedList"/>
    <dgm:cxn modelId="{87BCED7E-01A2-4946-BB65-4A127223C210}" type="presParOf" srcId="{0ACC1D17-981D-4391-837D-C9483A507788}" destId="{44D210FC-2B00-4FD8-948B-7CC4BA9185CF}" srcOrd="0" destOrd="0" presId="urn:microsoft.com/office/officeart/2008/layout/LinedList"/>
    <dgm:cxn modelId="{919464CC-58C0-4AD1-B259-69B1796ADB41}" type="presParOf" srcId="{0ACC1D17-981D-4391-837D-C9483A507788}" destId="{7B8D52E4-9E68-494F-9436-6220ED7074FC}" srcOrd="1" destOrd="0" presId="urn:microsoft.com/office/officeart/2008/layout/LinedList"/>
    <dgm:cxn modelId="{B848C335-D0B5-45D3-B100-F69213353464}" type="presParOf" srcId="{0ACC1D17-981D-4391-837D-C9483A507788}" destId="{9A742E3E-1A2A-4B46-869C-71E8B15AB13A}" srcOrd="2" destOrd="0" presId="urn:microsoft.com/office/officeart/2008/layout/LinedList"/>
    <dgm:cxn modelId="{77617D8C-D084-4DFF-8A56-5380BE27BB56}" type="presParOf" srcId="{478C26E5-B113-454C-8FAD-AEA430764DED}" destId="{2AF3F1F2-BFD0-4440-89CA-2D46904E0342}" srcOrd="2" destOrd="0" presId="urn:microsoft.com/office/officeart/2008/layout/LinedList"/>
    <dgm:cxn modelId="{C492E0E0-053D-439F-A16C-A804E541A37B}" type="presParOf" srcId="{478C26E5-B113-454C-8FAD-AEA430764DED}" destId="{928B163A-96C0-478F-BC13-7E866DBDE927}" srcOrd="3" destOrd="0" presId="urn:microsoft.com/office/officeart/2008/layout/LinedList"/>
    <dgm:cxn modelId="{247E8144-C585-41E9-9134-28EA2AF256AC}" type="presParOf" srcId="{19031A5D-FD64-4E37-A7E8-9436DE15076B}" destId="{F4D0797E-F671-4F05-A8EE-F130FC16B0BA}" srcOrd="8" destOrd="0" presId="urn:microsoft.com/office/officeart/2008/layout/LinedList"/>
    <dgm:cxn modelId="{8ADE798C-B051-42AE-975A-F02F1EB68917}" type="presParOf" srcId="{19031A5D-FD64-4E37-A7E8-9436DE15076B}" destId="{EBA47036-D28B-4A89-835E-4A07FA77531F}" srcOrd="9" destOrd="0" presId="urn:microsoft.com/office/officeart/2008/layout/LinedList"/>
    <dgm:cxn modelId="{039FF541-8884-48BA-B1A4-A7C719E56D6B}" type="presParOf" srcId="{EBA47036-D28B-4A89-835E-4A07FA77531F}" destId="{43326967-6EA2-4E29-8152-681A2F3DD9DA}" srcOrd="0" destOrd="0" presId="urn:microsoft.com/office/officeart/2008/layout/LinedList"/>
    <dgm:cxn modelId="{2A79BBF4-8830-4A9A-9EF7-0BB546F0C029}" type="presParOf" srcId="{EBA47036-D28B-4A89-835E-4A07FA77531F}" destId="{59614704-8BB0-451A-ACCD-392CBDF3A77F}" srcOrd="1" destOrd="0" presId="urn:microsoft.com/office/officeart/2008/layout/LinedList"/>
    <dgm:cxn modelId="{4A8C9EDE-4C68-4240-861E-DE2AA6ECE0A5}" type="presParOf" srcId="{59614704-8BB0-451A-ACCD-392CBDF3A77F}" destId="{73A4F31B-9B0B-4D48-A792-50A6AD0E7E26}" srcOrd="0" destOrd="0" presId="urn:microsoft.com/office/officeart/2008/layout/LinedList"/>
    <dgm:cxn modelId="{B6CB21DC-DC1D-48AF-B750-26AEA51AA09D}" type="presParOf" srcId="{59614704-8BB0-451A-ACCD-392CBDF3A77F}" destId="{B4439C30-5C39-413A-AABA-5656BE0E8722}" srcOrd="1" destOrd="0" presId="urn:microsoft.com/office/officeart/2008/layout/LinedList"/>
    <dgm:cxn modelId="{CE145352-C03A-4E68-8FB9-A517A8929E7A}" type="presParOf" srcId="{B4439C30-5C39-413A-AABA-5656BE0E8722}" destId="{C31448C2-F581-45A1-B772-B33B416895B9}" srcOrd="0" destOrd="0" presId="urn:microsoft.com/office/officeart/2008/layout/LinedList"/>
    <dgm:cxn modelId="{FB43AC9C-4D27-4235-B94F-BFD783DC582F}" type="presParOf" srcId="{B4439C30-5C39-413A-AABA-5656BE0E8722}" destId="{8D45E68C-159E-4DE7-9A98-C923AFFD83F4}" srcOrd="1" destOrd="0" presId="urn:microsoft.com/office/officeart/2008/layout/LinedList"/>
    <dgm:cxn modelId="{65B57672-243C-426A-AB3B-673311C726C3}" type="presParOf" srcId="{B4439C30-5C39-413A-AABA-5656BE0E8722}" destId="{6F46F701-D705-4263-B5FB-4DB88197CFF7}" srcOrd="2" destOrd="0" presId="urn:microsoft.com/office/officeart/2008/layout/LinedList"/>
    <dgm:cxn modelId="{B7FC6765-3519-4018-9C6E-55E846229399}" type="presParOf" srcId="{59614704-8BB0-451A-ACCD-392CBDF3A77F}" destId="{8EF3CBDE-E393-4937-BF98-F793B112EF5E}" srcOrd="2" destOrd="0" presId="urn:microsoft.com/office/officeart/2008/layout/LinedList"/>
    <dgm:cxn modelId="{EE556AB2-C9A3-4964-90B5-93005297A1F3}" type="presParOf" srcId="{59614704-8BB0-451A-ACCD-392CBDF3A77F}" destId="{95F94D3F-8EAA-40C4-B253-1734881EF4F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2EB32-4204-4002-87F9-A5838FC86EB2}">
      <dsp:nvSpPr>
        <dsp:cNvPr id="0" name=""/>
        <dsp:cNvSpPr/>
      </dsp:nvSpPr>
      <dsp:spPr>
        <a:xfrm>
          <a:off x="0" y="45355"/>
          <a:ext cx="7584626" cy="262080"/>
        </a:xfrm>
        <a:prstGeom prst="roundRect">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58149"/>
        <a:ext cx="7559038" cy="236492"/>
      </dsp:txXfrm>
    </dsp:sp>
    <dsp:sp modelId="{112E9248-77FA-480A-A4D4-6E3EE908014F}">
      <dsp:nvSpPr>
        <dsp:cNvPr id="0" name=""/>
        <dsp:cNvSpPr/>
      </dsp:nvSpPr>
      <dsp:spPr>
        <a:xfrm>
          <a:off x="0" y="307436"/>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What is a Computer Network?</a:t>
          </a:r>
        </a:p>
      </dsp:txBody>
      <dsp:txXfrm>
        <a:off x="0" y="307436"/>
        <a:ext cx="7584626" cy="311535"/>
      </dsp:txXfrm>
    </dsp:sp>
    <dsp:sp modelId="{2BA551A1-245F-4002-94B6-E3B0E10D112D}">
      <dsp:nvSpPr>
        <dsp:cNvPr id="0" name=""/>
        <dsp:cNvSpPr/>
      </dsp:nvSpPr>
      <dsp:spPr>
        <a:xfrm>
          <a:off x="0" y="618971"/>
          <a:ext cx="7584626" cy="262080"/>
        </a:xfrm>
        <a:prstGeom prst="roundRect">
          <a:avLst/>
        </a:prstGeom>
        <a:solidFill>
          <a:schemeClr val="accent1">
            <a:shade val="50000"/>
            <a:hueOff val="154098"/>
            <a:satOff val="-23045"/>
            <a:lumOff val="147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631765"/>
        <a:ext cx="7559038" cy="236492"/>
      </dsp:txXfrm>
    </dsp:sp>
    <dsp:sp modelId="{32CC5409-2C23-4DE3-8841-0D78A9CF4FF4}">
      <dsp:nvSpPr>
        <dsp:cNvPr id="0" name=""/>
        <dsp:cNvSpPr/>
      </dsp:nvSpPr>
      <dsp:spPr>
        <a:xfrm>
          <a:off x="0" y="881051"/>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Goals of Computer networks</a:t>
          </a:r>
        </a:p>
      </dsp:txBody>
      <dsp:txXfrm>
        <a:off x="0" y="881051"/>
        <a:ext cx="7584626" cy="311535"/>
      </dsp:txXfrm>
    </dsp:sp>
    <dsp:sp modelId="{6B46BFD4-839D-47C5-8F0D-B9D6A622F48E}">
      <dsp:nvSpPr>
        <dsp:cNvPr id="0" name=""/>
        <dsp:cNvSpPr/>
      </dsp:nvSpPr>
      <dsp:spPr>
        <a:xfrm>
          <a:off x="0" y="1192586"/>
          <a:ext cx="7584626" cy="262080"/>
        </a:xfrm>
        <a:prstGeom prst="roundRect">
          <a:avLst/>
        </a:prstGeom>
        <a:solidFill>
          <a:schemeClr val="accent1">
            <a:shade val="50000"/>
            <a:hueOff val="308196"/>
            <a:satOff val="-46091"/>
            <a:lumOff val="294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1205380"/>
        <a:ext cx="7559038" cy="236492"/>
      </dsp:txXfrm>
    </dsp:sp>
    <dsp:sp modelId="{DAFB4D4C-B4D2-4D51-9D96-C3EA2E2854E7}">
      <dsp:nvSpPr>
        <dsp:cNvPr id="0" name=""/>
        <dsp:cNvSpPr/>
      </dsp:nvSpPr>
      <dsp:spPr>
        <a:xfrm>
          <a:off x="0" y="1454666"/>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Types of Computer Networks Architecture</a:t>
          </a:r>
        </a:p>
      </dsp:txBody>
      <dsp:txXfrm>
        <a:off x="0" y="1454666"/>
        <a:ext cx="7584626" cy="311535"/>
      </dsp:txXfrm>
    </dsp:sp>
    <dsp:sp modelId="{B41C1AA6-E5E2-4E84-88F3-1046B7B2FB51}">
      <dsp:nvSpPr>
        <dsp:cNvPr id="0" name=""/>
        <dsp:cNvSpPr/>
      </dsp:nvSpPr>
      <dsp:spPr>
        <a:xfrm>
          <a:off x="0" y="1766201"/>
          <a:ext cx="7584626" cy="262080"/>
        </a:xfrm>
        <a:prstGeom prst="roundRect">
          <a:avLst/>
        </a:prstGeom>
        <a:solidFill>
          <a:schemeClr val="accent1">
            <a:shade val="50000"/>
            <a:hueOff val="462294"/>
            <a:satOff val="-69136"/>
            <a:lumOff val="441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1778995"/>
        <a:ext cx="7559038" cy="236492"/>
      </dsp:txXfrm>
    </dsp:sp>
    <dsp:sp modelId="{C3B28114-90BE-4652-BE54-D03332B2FAC6}">
      <dsp:nvSpPr>
        <dsp:cNvPr id="0" name=""/>
        <dsp:cNvSpPr/>
      </dsp:nvSpPr>
      <dsp:spPr>
        <a:xfrm>
          <a:off x="0" y="2028281"/>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Computer Network Devices</a:t>
          </a:r>
        </a:p>
      </dsp:txBody>
      <dsp:txXfrm>
        <a:off x="0" y="2028281"/>
        <a:ext cx="7584626" cy="311535"/>
      </dsp:txXfrm>
    </dsp:sp>
    <dsp:sp modelId="{04166100-3DAF-4FC3-BD6F-9F82E007DA7A}">
      <dsp:nvSpPr>
        <dsp:cNvPr id="0" name=""/>
        <dsp:cNvSpPr/>
      </dsp:nvSpPr>
      <dsp:spPr>
        <a:xfrm>
          <a:off x="0" y="2339816"/>
          <a:ext cx="7584626" cy="262080"/>
        </a:xfrm>
        <a:prstGeom prst="roundRect">
          <a:avLst/>
        </a:prstGeom>
        <a:solidFill>
          <a:schemeClr val="accent1">
            <a:shade val="50000"/>
            <a:hueOff val="616393"/>
            <a:satOff val="-92181"/>
            <a:lumOff val="588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2352610"/>
        <a:ext cx="7559038" cy="236492"/>
      </dsp:txXfrm>
    </dsp:sp>
    <dsp:sp modelId="{CFC7EEC0-0BD8-462E-8C38-9BE4F8DCD2BB}">
      <dsp:nvSpPr>
        <dsp:cNvPr id="0" name=""/>
        <dsp:cNvSpPr/>
      </dsp:nvSpPr>
      <dsp:spPr>
        <a:xfrm>
          <a:off x="0" y="2601895"/>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Network Protocols</a:t>
          </a:r>
        </a:p>
      </dsp:txBody>
      <dsp:txXfrm>
        <a:off x="0" y="2601895"/>
        <a:ext cx="7584626" cy="311535"/>
      </dsp:txXfrm>
    </dsp:sp>
    <dsp:sp modelId="{63E4D846-413B-42A3-BE9C-4273B083FDE5}">
      <dsp:nvSpPr>
        <dsp:cNvPr id="0" name=""/>
        <dsp:cNvSpPr/>
      </dsp:nvSpPr>
      <dsp:spPr>
        <a:xfrm>
          <a:off x="0" y="2913430"/>
          <a:ext cx="7584626" cy="262080"/>
        </a:xfrm>
        <a:prstGeom prst="roundRect">
          <a:avLst/>
        </a:prstGeom>
        <a:solidFill>
          <a:schemeClr val="accent1">
            <a:shade val="50000"/>
            <a:hueOff val="462294"/>
            <a:satOff val="-69136"/>
            <a:lumOff val="441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2926224"/>
        <a:ext cx="7559038" cy="236492"/>
      </dsp:txXfrm>
    </dsp:sp>
    <dsp:sp modelId="{F591FD5F-793E-422B-80C5-26C6B68B03CA}">
      <dsp:nvSpPr>
        <dsp:cNvPr id="0" name=""/>
        <dsp:cNvSpPr/>
      </dsp:nvSpPr>
      <dsp:spPr>
        <a:xfrm>
          <a:off x="0" y="3175511"/>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Internet vs internet</a:t>
          </a:r>
        </a:p>
      </dsp:txBody>
      <dsp:txXfrm>
        <a:off x="0" y="3175511"/>
        <a:ext cx="7584626" cy="311535"/>
      </dsp:txXfrm>
    </dsp:sp>
    <dsp:sp modelId="{5DB50EF9-D340-4419-98C8-DC2175C82C8B}">
      <dsp:nvSpPr>
        <dsp:cNvPr id="0" name=""/>
        <dsp:cNvSpPr/>
      </dsp:nvSpPr>
      <dsp:spPr>
        <a:xfrm>
          <a:off x="0" y="3487046"/>
          <a:ext cx="7584626" cy="262080"/>
        </a:xfrm>
        <a:prstGeom prst="roundRect">
          <a:avLst/>
        </a:prstGeom>
        <a:solidFill>
          <a:schemeClr val="accent1">
            <a:shade val="50000"/>
            <a:hueOff val="308196"/>
            <a:satOff val="-46091"/>
            <a:lumOff val="294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3499840"/>
        <a:ext cx="7559038" cy="236492"/>
      </dsp:txXfrm>
    </dsp:sp>
    <dsp:sp modelId="{D49D31B7-5F9F-4E41-A67C-3975F11CD1C8}">
      <dsp:nvSpPr>
        <dsp:cNvPr id="0" name=""/>
        <dsp:cNvSpPr/>
      </dsp:nvSpPr>
      <dsp:spPr>
        <a:xfrm>
          <a:off x="0" y="3749126"/>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Intranet vs Extranet</a:t>
          </a:r>
        </a:p>
      </dsp:txBody>
      <dsp:txXfrm>
        <a:off x="0" y="3749126"/>
        <a:ext cx="7584626" cy="311535"/>
      </dsp:txXfrm>
    </dsp:sp>
    <dsp:sp modelId="{7DFDBC5D-6DAB-4B2B-933A-690D41234A97}">
      <dsp:nvSpPr>
        <dsp:cNvPr id="0" name=""/>
        <dsp:cNvSpPr/>
      </dsp:nvSpPr>
      <dsp:spPr>
        <a:xfrm>
          <a:off x="0" y="4060661"/>
          <a:ext cx="7584626" cy="262080"/>
        </a:xfrm>
        <a:prstGeom prst="roundRect">
          <a:avLst/>
        </a:prstGeom>
        <a:solidFill>
          <a:schemeClr val="accent1">
            <a:shade val="50000"/>
            <a:hueOff val="154098"/>
            <a:satOff val="-23045"/>
            <a:lumOff val="147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en-US" sz="2000" kern="1200" dirty="0"/>
        </a:p>
      </dsp:txBody>
      <dsp:txXfrm>
        <a:off x="12794" y="4073455"/>
        <a:ext cx="7559038" cy="236492"/>
      </dsp:txXfrm>
    </dsp:sp>
    <dsp:sp modelId="{21785272-9041-48C8-AA05-11678A70CDDE}">
      <dsp:nvSpPr>
        <dsp:cNvPr id="0" name=""/>
        <dsp:cNvSpPr/>
      </dsp:nvSpPr>
      <dsp:spPr>
        <a:xfrm>
          <a:off x="0" y="4322741"/>
          <a:ext cx="7584626" cy="31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81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VPN vs Client/</a:t>
          </a:r>
          <a:r>
            <a:rPr lang="en-US" sz="2000" kern="1200"/>
            <a:t>Server Network</a:t>
          </a:r>
          <a:endParaRPr lang="en-US" sz="2000" kern="1200" dirty="0"/>
        </a:p>
      </dsp:txBody>
      <dsp:txXfrm>
        <a:off x="0" y="4322741"/>
        <a:ext cx="7584626" cy="3115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72FF83-EFC5-438D-990A-A8810F600217}">
      <dsp:nvSpPr>
        <dsp:cNvPr id="0" name=""/>
        <dsp:cNvSpPr/>
      </dsp:nvSpPr>
      <dsp:spPr>
        <a:xfrm rot="16200000">
          <a:off x="-141071" y="144994"/>
          <a:ext cx="4064000" cy="3774010"/>
        </a:xfrm>
        <a:prstGeom prst="flowChartManualOperati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650" tIns="0" rIns="121605" bIns="0" numCol="1" spcCol="1270" anchor="ctr" anchorCtr="0">
          <a:noAutofit/>
        </a:bodyPr>
        <a:lstStyle/>
        <a:p>
          <a:pPr marL="0" lvl="0" indent="0" algn="ctr" defTabSz="844550">
            <a:lnSpc>
              <a:spcPct val="90000"/>
            </a:lnSpc>
            <a:spcBef>
              <a:spcPct val="0"/>
            </a:spcBef>
            <a:spcAft>
              <a:spcPct val="35000"/>
            </a:spcAft>
            <a:buNone/>
          </a:pPr>
          <a:r>
            <a:rPr lang="en-US" sz="1900" kern="1200"/>
            <a:t>A computer network is a system in which multiple computers are connected to each other to share information and resources. A simple computer network can be built only from two computers while a complex computer network can be built from several thousand computers.</a:t>
          </a:r>
        </a:p>
      </dsp:txBody>
      <dsp:txXfrm rot="5400000">
        <a:off x="3924" y="812799"/>
        <a:ext cx="3774010" cy="2438400"/>
      </dsp:txXfrm>
    </dsp:sp>
    <dsp:sp modelId="{F13B851B-91E4-436B-914B-687E5534519E}">
      <dsp:nvSpPr>
        <dsp:cNvPr id="0" name=""/>
        <dsp:cNvSpPr/>
      </dsp:nvSpPr>
      <dsp:spPr>
        <a:xfrm rot="16200000">
          <a:off x="3915989" y="144994"/>
          <a:ext cx="4064000" cy="3774010"/>
        </a:xfrm>
        <a:prstGeom prst="flowChartManualOperati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650" tIns="0" rIns="121605" bIns="0" numCol="1" spcCol="1270" anchor="ctr" anchorCtr="0">
          <a:noAutofit/>
        </a:bodyPr>
        <a:lstStyle/>
        <a:p>
          <a:pPr marL="0" lvl="0" indent="0" algn="ctr" defTabSz="844550">
            <a:lnSpc>
              <a:spcPct val="90000"/>
            </a:lnSpc>
            <a:spcBef>
              <a:spcPct val="0"/>
            </a:spcBef>
            <a:spcAft>
              <a:spcPct val="35000"/>
            </a:spcAft>
            <a:buNone/>
          </a:pPr>
          <a:r>
            <a:rPr lang="en-US" sz="1900" b="0" i="0" kern="1200"/>
            <a:t>It is a collection of interconnected devices that share resources and information. These devices can include computers, servers, printers, and other hardware. Networks allow for efficient data exchange, enabling various applications such as email, file sharing, and internet browsing.</a:t>
          </a:r>
          <a:endParaRPr lang="en-US" sz="1900" kern="1200"/>
        </a:p>
      </dsp:txBody>
      <dsp:txXfrm rot="5400000">
        <a:off x="4060984" y="812799"/>
        <a:ext cx="3774010" cy="2438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101EFD-D1E4-45CE-BA5D-F13F74BFE880}">
      <dsp:nvSpPr>
        <dsp:cNvPr id="0" name=""/>
        <dsp:cNvSpPr/>
      </dsp:nvSpPr>
      <dsp:spPr>
        <a:xfrm rot="5400000">
          <a:off x="5049696" y="-2917088"/>
          <a:ext cx="695482" cy="6534880"/>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n-US" sz="1200" b="0" i="0" kern="1200" dirty="0"/>
            <a:t>Many organization have a substantial number of computers in operations, which are located apart. Ex. A group of office workers can share a common printer, fax, modem, scanner, etc. </a:t>
          </a:r>
          <a:r>
            <a:rPr lang="en-US" sz="1200" b="0" i="0" kern="1200" dirty="0">
              <a:solidFill>
                <a:srgbClr val="010000"/>
              </a:solidFill>
              <a:latin typeface="Arial"/>
            </a:rPr>
            <a:t>.</a:t>
          </a:r>
        </a:p>
      </dsp:txBody>
      <dsp:txXfrm rot="-5400000">
        <a:off x="2129998" y="36561"/>
        <a:ext cx="6500929" cy="627580"/>
      </dsp:txXfrm>
    </dsp:sp>
    <dsp:sp modelId="{BE9D43EA-8AEE-4832-B045-25C395999997}">
      <dsp:nvSpPr>
        <dsp:cNvPr id="0" name=""/>
        <dsp:cNvSpPr/>
      </dsp:nvSpPr>
      <dsp:spPr>
        <a:xfrm>
          <a:off x="0" y="3547"/>
          <a:ext cx="2069634" cy="693607"/>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i="0" kern="1200"/>
            <a:t>Resource Sharing:</a:t>
          </a:r>
          <a:endParaRPr lang="en-US" sz="1400" kern="1200"/>
        </a:p>
      </dsp:txBody>
      <dsp:txXfrm>
        <a:off x="33859" y="37406"/>
        <a:ext cx="2001916" cy="625889"/>
      </dsp:txXfrm>
    </dsp:sp>
    <dsp:sp modelId="{671DC057-CA97-4B8A-9877-F3088B83D95B}">
      <dsp:nvSpPr>
        <dsp:cNvPr id="0" name=""/>
        <dsp:cNvSpPr/>
      </dsp:nvSpPr>
      <dsp:spPr>
        <a:xfrm rot="5400000">
          <a:off x="5111279" y="-2191057"/>
          <a:ext cx="582752" cy="65412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0" i="0" kern="1200" dirty="0"/>
            <a:t>If there are alternate sources of supply, all files could be replicated on two or more machines. If one of them is not available, due to hardware failure, the other copies could be used.  </a:t>
          </a:r>
        </a:p>
      </dsp:txBody>
      <dsp:txXfrm rot="-5400000">
        <a:off x="2132021" y="816649"/>
        <a:ext cx="6512820" cy="525856"/>
      </dsp:txXfrm>
    </dsp:sp>
    <dsp:sp modelId="{AFDE374C-0FAC-4D59-A8E5-9021588474ED}">
      <dsp:nvSpPr>
        <dsp:cNvPr id="0" name=""/>
        <dsp:cNvSpPr/>
      </dsp:nvSpPr>
      <dsp:spPr>
        <a:xfrm>
          <a:off x="0" y="732773"/>
          <a:ext cx="2071657" cy="693607"/>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Font typeface="+mj-lt"/>
            <a:buNone/>
          </a:pPr>
          <a:r>
            <a:rPr lang="en-US" sz="1400" b="1" i="0" kern="1200"/>
            <a:t>High Reliability:</a:t>
          </a:r>
          <a:endParaRPr lang="en-US" sz="1400" b="0" i="0" kern="1200"/>
        </a:p>
      </dsp:txBody>
      <dsp:txXfrm>
        <a:off x="33859" y="766632"/>
        <a:ext cx="2003939" cy="625889"/>
      </dsp:txXfrm>
    </dsp:sp>
    <dsp:sp modelId="{B70637A5-1A72-4B29-983E-C8CC12329A7B}">
      <dsp:nvSpPr>
        <dsp:cNvPr id="0" name=""/>
        <dsp:cNvSpPr/>
      </dsp:nvSpPr>
      <dsp:spPr>
        <a:xfrm rot="5400000">
          <a:off x="5060004" y="-1462769"/>
          <a:ext cx="685300" cy="65412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0" i="0" kern="1200" dirty="0"/>
            <a:t>Network users, located geographically apart, may converse in an interactive session through the network. In order to permit this, the network must provide almost error-free communications. </a:t>
          </a:r>
        </a:p>
      </dsp:txBody>
      <dsp:txXfrm rot="-5400000">
        <a:off x="2132020" y="1498669"/>
        <a:ext cx="6507814" cy="618392"/>
      </dsp:txXfrm>
    </dsp:sp>
    <dsp:sp modelId="{B7090D6A-74D1-4D2A-BA0F-7A63DF5338ED}">
      <dsp:nvSpPr>
        <dsp:cNvPr id="0" name=""/>
        <dsp:cNvSpPr/>
      </dsp:nvSpPr>
      <dsp:spPr>
        <a:xfrm>
          <a:off x="0" y="1461061"/>
          <a:ext cx="2071657" cy="693607"/>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Font typeface="+mj-lt"/>
            <a:buNone/>
          </a:pPr>
          <a:r>
            <a:rPr lang="en-US" sz="1400" b="1" i="0" kern="1200"/>
            <a:t>Inter-Process Communication:</a:t>
          </a:r>
          <a:endParaRPr lang="en-US" sz="1400" b="0" i="0" kern="1200"/>
        </a:p>
      </dsp:txBody>
      <dsp:txXfrm>
        <a:off x="33859" y="1494920"/>
        <a:ext cx="2003939" cy="625889"/>
      </dsp:txXfrm>
    </dsp:sp>
    <dsp:sp modelId="{5359924F-7790-4D5B-AAEC-A441228C6C75}">
      <dsp:nvSpPr>
        <dsp:cNvPr id="0" name=""/>
        <dsp:cNvSpPr/>
      </dsp:nvSpPr>
      <dsp:spPr>
        <a:xfrm rot="5400000">
          <a:off x="5125212" y="-734481"/>
          <a:ext cx="554885" cy="65412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0" i="0" kern="1200" dirty="0"/>
            <a:t>Files can be accessed from any computer in the network. The project can be begun on one computer and finished on another. </a:t>
          </a:r>
        </a:p>
      </dsp:txBody>
      <dsp:txXfrm rot="-5400000">
        <a:off x="2132021" y="2285797"/>
        <a:ext cx="6514181" cy="500711"/>
      </dsp:txXfrm>
    </dsp:sp>
    <dsp:sp modelId="{74B5240E-FD48-4FA8-8463-8CDDAA849F01}">
      <dsp:nvSpPr>
        <dsp:cNvPr id="0" name=""/>
        <dsp:cNvSpPr/>
      </dsp:nvSpPr>
      <dsp:spPr>
        <a:xfrm>
          <a:off x="0" y="2189348"/>
          <a:ext cx="2071657" cy="693607"/>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Font typeface="+mj-lt"/>
            <a:buNone/>
          </a:pPr>
          <a:r>
            <a:rPr lang="en-US" sz="1400" b="1" i="0" kern="1200"/>
            <a:t>Flexible Access:</a:t>
          </a:r>
          <a:endParaRPr lang="en-US" sz="1400" b="0" i="0" kern="1200"/>
        </a:p>
      </dsp:txBody>
      <dsp:txXfrm>
        <a:off x="33859" y="2223207"/>
        <a:ext cx="2003939" cy="625889"/>
      </dsp:txXfrm>
    </dsp:sp>
    <dsp:sp modelId="{C7E2B488-013F-4D69-8C96-C625F2576E09}">
      <dsp:nvSpPr>
        <dsp:cNvPr id="0" name=""/>
        <dsp:cNvSpPr/>
      </dsp:nvSpPr>
      <dsp:spPr>
        <a:xfrm rot="5400000">
          <a:off x="5021755" y="25879"/>
          <a:ext cx="751365" cy="6534880"/>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0" i="0" kern="1200"/>
            <a:t>Computer networks must be secure to protect against unauthorized access, data breaches, and other security threats. This includes implementing measures such as firewalls, antivirus software, and encryption to ensure the confidentiality, integrity, and availability of data.</a:t>
          </a:r>
        </a:p>
      </dsp:txBody>
      <dsp:txXfrm rot="-5400000">
        <a:off x="2129998" y="2954316"/>
        <a:ext cx="6498201" cy="678007"/>
      </dsp:txXfrm>
    </dsp:sp>
    <dsp:sp modelId="{AFEF7054-6C4C-4409-9B5E-88C94D3CADA1}">
      <dsp:nvSpPr>
        <dsp:cNvPr id="0" name=""/>
        <dsp:cNvSpPr/>
      </dsp:nvSpPr>
      <dsp:spPr>
        <a:xfrm>
          <a:off x="0" y="2946515"/>
          <a:ext cx="2069634" cy="693607"/>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Font typeface="+mj-lt"/>
            <a:buNone/>
          </a:pPr>
          <a:r>
            <a:rPr lang="en-US" sz="1400" b="1" i="0" kern="1200"/>
            <a:t>Security</a:t>
          </a:r>
          <a:endParaRPr lang="en-US" sz="1400" b="0" i="0" kern="1200"/>
        </a:p>
      </dsp:txBody>
      <dsp:txXfrm>
        <a:off x="33859" y="2980374"/>
        <a:ext cx="2001916" cy="625889"/>
      </dsp:txXfrm>
    </dsp:sp>
    <dsp:sp modelId="{63E9F134-CD7B-46B2-B242-34C5188DB8E6}">
      <dsp:nvSpPr>
        <dsp:cNvPr id="0" name=""/>
        <dsp:cNvSpPr/>
      </dsp:nvSpPr>
      <dsp:spPr>
        <a:xfrm rot="5400000">
          <a:off x="5125212" y="779852"/>
          <a:ext cx="554885" cy="65412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0" i="0" kern="1200"/>
            <a:t>Computer networks must provide high performance and low latency to ensure that applications and services are responsive and available when needed. This requires optimizing network infrastructure, bandwidth utilization, and traffic management.</a:t>
          </a:r>
        </a:p>
      </dsp:txBody>
      <dsp:txXfrm rot="-5400000">
        <a:off x="2132021" y="3800131"/>
        <a:ext cx="6514181" cy="500711"/>
      </dsp:txXfrm>
    </dsp:sp>
    <dsp:sp modelId="{55D50086-9B52-4C57-95B2-D9AF5D4C827D}">
      <dsp:nvSpPr>
        <dsp:cNvPr id="0" name=""/>
        <dsp:cNvSpPr/>
      </dsp:nvSpPr>
      <dsp:spPr>
        <a:xfrm>
          <a:off x="0" y="3703682"/>
          <a:ext cx="2071657" cy="693607"/>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Font typeface="+mj-lt"/>
            <a:buNone/>
          </a:pPr>
          <a:r>
            <a:rPr lang="en-US" sz="1400" b="1" i="0" kern="1200"/>
            <a:t>Performance</a:t>
          </a:r>
          <a:endParaRPr lang="en-US" sz="1400" b="0" i="0" kern="1200"/>
        </a:p>
      </dsp:txBody>
      <dsp:txXfrm>
        <a:off x="33859" y="3737541"/>
        <a:ext cx="2003939" cy="625889"/>
      </dsp:txXfrm>
    </dsp:sp>
    <dsp:sp modelId="{CB35CAE3-C9DB-4599-A4C0-A4310232FCAD}">
      <dsp:nvSpPr>
        <dsp:cNvPr id="0" name=""/>
        <dsp:cNvSpPr/>
      </dsp:nvSpPr>
      <dsp:spPr>
        <a:xfrm rot="5400000">
          <a:off x="5125212" y="1508140"/>
          <a:ext cx="554885" cy="65412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0" i="0" kern="1200"/>
            <a:t>Computer networks must be designed to scale up or down as needed to accommodate changes in the number of users, devices, and data traffic. </a:t>
          </a:r>
        </a:p>
      </dsp:txBody>
      <dsp:txXfrm rot="-5400000">
        <a:off x="2132021" y="4528419"/>
        <a:ext cx="6514181" cy="500711"/>
      </dsp:txXfrm>
    </dsp:sp>
    <dsp:sp modelId="{21F0CEFE-6853-4599-9531-986D01FD4A58}">
      <dsp:nvSpPr>
        <dsp:cNvPr id="0" name=""/>
        <dsp:cNvSpPr/>
      </dsp:nvSpPr>
      <dsp:spPr>
        <a:xfrm>
          <a:off x="0" y="4431970"/>
          <a:ext cx="2071657" cy="693607"/>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Font typeface="+mj-lt"/>
            <a:buNone/>
          </a:pPr>
          <a:r>
            <a:rPr lang="en-US" sz="1400" b="1" i="0" kern="1200"/>
            <a:t>Scalability</a:t>
          </a:r>
          <a:endParaRPr lang="en-US" sz="1400" b="0" i="0" kern="1200"/>
        </a:p>
      </dsp:txBody>
      <dsp:txXfrm>
        <a:off x="33859" y="4465829"/>
        <a:ext cx="2003939" cy="6258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DD03E-CC47-47BB-8DB4-0CA4074D8DE1}">
      <dsp:nvSpPr>
        <dsp:cNvPr id="0" name=""/>
        <dsp:cNvSpPr/>
      </dsp:nvSpPr>
      <dsp:spPr>
        <a:xfrm>
          <a:off x="39" y="30404"/>
          <a:ext cx="3736521" cy="95694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Font typeface="Arial" panose="020B0604020202020204" pitchFamily="34" charset="0"/>
            <a:buNone/>
          </a:pPr>
          <a:r>
            <a:rPr lang="en-US" sz="2800" b="1" i="0" kern="1200"/>
            <a:t>Client-Server Architecture:</a:t>
          </a:r>
          <a:r>
            <a:rPr lang="en-US" sz="2800" b="0" i="0" kern="1200"/>
            <a:t> </a:t>
          </a:r>
        </a:p>
      </dsp:txBody>
      <dsp:txXfrm>
        <a:off x="39" y="30404"/>
        <a:ext cx="3736521" cy="956945"/>
      </dsp:txXfrm>
    </dsp:sp>
    <dsp:sp modelId="{82997A16-1DF3-4098-95DD-A92C3DAD83FE}">
      <dsp:nvSpPr>
        <dsp:cNvPr id="0" name=""/>
        <dsp:cNvSpPr/>
      </dsp:nvSpPr>
      <dsp:spPr>
        <a:xfrm>
          <a:off x="39" y="987349"/>
          <a:ext cx="3736521" cy="36124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Font typeface="Arial" panose="020B0604020202020204" pitchFamily="34" charset="0"/>
            <a:buChar char="•"/>
          </a:pPr>
          <a:r>
            <a:rPr lang="en-US" sz="2800" b="0" i="0" kern="1200"/>
            <a:t>A type of computer network architecture in which nodes can be servers or clients. The server node can manage the client node behaviors.</a:t>
          </a:r>
        </a:p>
      </dsp:txBody>
      <dsp:txXfrm>
        <a:off x="39" y="987349"/>
        <a:ext cx="3736521" cy="3612420"/>
      </dsp:txXfrm>
    </dsp:sp>
    <dsp:sp modelId="{4C382E20-FACB-4F56-9E93-D2B069A6DC04}">
      <dsp:nvSpPr>
        <dsp:cNvPr id="0" name=""/>
        <dsp:cNvSpPr/>
      </dsp:nvSpPr>
      <dsp:spPr>
        <a:xfrm>
          <a:off x="4259674" y="30404"/>
          <a:ext cx="3736521" cy="95694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Font typeface="Arial" panose="020B0604020202020204" pitchFamily="34" charset="0"/>
            <a:buNone/>
          </a:pPr>
          <a:r>
            <a:rPr lang="en-US" sz="2800" b="1" i="0" kern="1200"/>
            <a:t>Peer-to-Peer Architecture: </a:t>
          </a:r>
          <a:endParaRPr lang="en-US" sz="2800" b="0" i="0" kern="1200"/>
        </a:p>
      </dsp:txBody>
      <dsp:txXfrm>
        <a:off x="4259674" y="30404"/>
        <a:ext cx="3736521" cy="956945"/>
      </dsp:txXfrm>
    </dsp:sp>
    <dsp:sp modelId="{089A5221-5FA3-4B08-B763-8F059833B93F}">
      <dsp:nvSpPr>
        <dsp:cNvPr id="0" name=""/>
        <dsp:cNvSpPr/>
      </dsp:nvSpPr>
      <dsp:spPr>
        <a:xfrm>
          <a:off x="4259674" y="987349"/>
          <a:ext cx="3736521" cy="36124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Font typeface="Arial" panose="020B0604020202020204" pitchFamily="34" charset="0"/>
            <a:buChar char="•"/>
          </a:pPr>
          <a:r>
            <a:rPr lang="en-US" sz="2800" b="0" i="0" kern="1200"/>
            <a:t>P2P (Peer-to-Peer) Architecture, is not based on the concept of a central server. Each device is free for working as either client or server.</a:t>
          </a:r>
        </a:p>
      </dsp:txBody>
      <dsp:txXfrm>
        <a:off x="4259674" y="987349"/>
        <a:ext cx="3736521" cy="36124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504C21-136D-40A8-88F9-037D6C705DCD}">
      <dsp:nvSpPr>
        <dsp:cNvPr id="0" name=""/>
        <dsp:cNvSpPr/>
      </dsp:nvSpPr>
      <dsp:spPr>
        <a:xfrm>
          <a:off x="4559" y="278493"/>
          <a:ext cx="2332304"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Font typeface="Arial" panose="020B0604020202020204" pitchFamily="34" charset="0"/>
            <a:buNone/>
          </a:pPr>
          <a:r>
            <a:rPr lang="en-US" sz="1600" b="1" i="0" kern="1200"/>
            <a:t>Nodes: </a:t>
          </a:r>
          <a:endParaRPr lang="en-US" sz="1600" b="0" i="0" kern="1200"/>
        </a:p>
      </dsp:txBody>
      <dsp:txXfrm>
        <a:off x="4559" y="278493"/>
        <a:ext cx="2332304" cy="316800"/>
      </dsp:txXfrm>
    </dsp:sp>
    <dsp:sp modelId="{A98453DE-28EC-46F0-87B4-4D47F5DBC162}">
      <dsp:nvSpPr>
        <dsp:cNvPr id="0" name=""/>
        <dsp:cNvSpPr/>
      </dsp:nvSpPr>
      <dsp:spPr>
        <a:xfrm>
          <a:off x="2336864" y="60694"/>
          <a:ext cx="466460" cy="7524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BA473CB-11A0-44F8-A905-33D4A9918311}">
      <dsp:nvSpPr>
        <dsp:cNvPr id="0" name=""/>
        <dsp:cNvSpPr/>
      </dsp:nvSpPr>
      <dsp:spPr>
        <a:xfrm>
          <a:off x="2989909" y="60694"/>
          <a:ext cx="6343868" cy="752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a:t>Nodes are devices that are connected to a network. These can include computers, servers, printers, routers, switches, and other devices.</a:t>
          </a:r>
        </a:p>
      </dsp:txBody>
      <dsp:txXfrm>
        <a:off x="2989909" y="60694"/>
        <a:ext cx="6343868" cy="752400"/>
      </dsp:txXfrm>
    </dsp:sp>
    <dsp:sp modelId="{02AFBED7-7B71-46B7-A199-08C02B2C0101}">
      <dsp:nvSpPr>
        <dsp:cNvPr id="0" name=""/>
        <dsp:cNvSpPr/>
      </dsp:nvSpPr>
      <dsp:spPr>
        <a:xfrm>
          <a:off x="4559" y="1088494"/>
          <a:ext cx="2332304"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Font typeface="Arial" panose="020B0604020202020204" pitchFamily="34" charset="0"/>
            <a:buNone/>
          </a:pPr>
          <a:r>
            <a:rPr lang="en-US" sz="1600" b="1" i="0" kern="1200"/>
            <a:t>Protocol: </a:t>
          </a:r>
          <a:endParaRPr lang="en-US" sz="1600" b="0" i="0" kern="1200"/>
        </a:p>
      </dsp:txBody>
      <dsp:txXfrm>
        <a:off x="4559" y="1088494"/>
        <a:ext cx="2332304" cy="316800"/>
      </dsp:txXfrm>
    </dsp:sp>
    <dsp:sp modelId="{BEEBD134-873C-4A4F-9839-70E90E301CD8}">
      <dsp:nvSpPr>
        <dsp:cNvPr id="0" name=""/>
        <dsp:cNvSpPr/>
      </dsp:nvSpPr>
      <dsp:spPr>
        <a:xfrm>
          <a:off x="2336864" y="870694"/>
          <a:ext cx="466460" cy="7524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0C0E43-9F95-4E11-8445-E25903D2F0C4}">
      <dsp:nvSpPr>
        <dsp:cNvPr id="0" name=""/>
        <dsp:cNvSpPr/>
      </dsp:nvSpPr>
      <dsp:spPr>
        <a:xfrm>
          <a:off x="2989909" y="870694"/>
          <a:ext cx="6343868" cy="752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a:t>A protocol is a set of rules and standards that govern how data is transmitted over a network. Examples of protocols include TCP/IP, HTTP, and FTP.</a:t>
          </a:r>
        </a:p>
      </dsp:txBody>
      <dsp:txXfrm>
        <a:off x="2989909" y="870694"/>
        <a:ext cx="6343868" cy="752400"/>
      </dsp:txXfrm>
    </dsp:sp>
    <dsp:sp modelId="{EF19CF2B-5C90-4982-894D-DBE119040B56}">
      <dsp:nvSpPr>
        <dsp:cNvPr id="0" name=""/>
        <dsp:cNvSpPr/>
      </dsp:nvSpPr>
      <dsp:spPr>
        <a:xfrm>
          <a:off x="4559" y="1898494"/>
          <a:ext cx="2332304"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Font typeface="Arial" panose="020B0604020202020204" pitchFamily="34" charset="0"/>
            <a:buNone/>
          </a:pPr>
          <a:r>
            <a:rPr lang="en-US" sz="1600" b="1" i="0" kern="1200"/>
            <a:t>Topology:</a:t>
          </a:r>
          <a:r>
            <a:rPr lang="en-US" sz="1600" b="0" i="0" kern="1200"/>
            <a:t> </a:t>
          </a:r>
        </a:p>
      </dsp:txBody>
      <dsp:txXfrm>
        <a:off x="4559" y="1898494"/>
        <a:ext cx="2332304" cy="316800"/>
      </dsp:txXfrm>
    </dsp:sp>
    <dsp:sp modelId="{CCACA8E9-52D8-4D4B-A8EA-1404EB4E5DA4}">
      <dsp:nvSpPr>
        <dsp:cNvPr id="0" name=""/>
        <dsp:cNvSpPr/>
      </dsp:nvSpPr>
      <dsp:spPr>
        <a:xfrm>
          <a:off x="2336864" y="1680694"/>
          <a:ext cx="466460" cy="7524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D8C97A-E914-4B67-8B40-5791EFC39CD2}">
      <dsp:nvSpPr>
        <dsp:cNvPr id="0" name=""/>
        <dsp:cNvSpPr/>
      </dsp:nvSpPr>
      <dsp:spPr>
        <a:xfrm>
          <a:off x="2989909" y="1680694"/>
          <a:ext cx="6343868" cy="752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a:t>Network topology refers to the physical and logical arrangement of nodes on a network. The common network topologies include bus, star, ring, mesh, and tree.</a:t>
          </a:r>
        </a:p>
      </dsp:txBody>
      <dsp:txXfrm>
        <a:off x="2989909" y="1680694"/>
        <a:ext cx="6343868" cy="752400"/>
      </dsp:txXfrm>
    </dsp:sp>
    <dsp:sp modelId="{9A610996-496E-4153-A3AF-970F69CDA86B}">
      <dsp:nvSpPr>
        <dsp:cNvPr id="0" name=""/>
        <dsp:cNvSpPr/>
      </dsp:nvSpPr>
      <dsp:spPr>
        <a:xfrm>
          <a:off x="4559" y="2708494"/>
          <a:ext cx="2332304"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Font typeface="Arial" panose="020B0604020202020204" pitchFamily="34" charset="0"/>
            <a:buNone/>
          </a:pPr>
          <a:r>
            <a:rPr lang="en-US" sz="1600" b="1" i="0" kern="1200"/>
            <a:t>IP Address</a:t>
          </a:r>
          <a:r>
            <a:rPr lang="en-US" sz="1600" b="0" i="0" kern="1200"/>
            <a:t>:</a:t>
          </a:r>
        </a:p>
      </dsp:txBody>
      <dsp:txXfrm>
        <a:off x="4559" y="2708494"/>
        <a:ext cx="2332304" cy="316800"/>
      </dsp:txXfrm>
    </dsp:sp>
    <dsp:sp modelId="{2C31BBA0-2CF5-40C2-B434-B944FE65A374}">
      <dsp:nvSpPr>
        <dsp:cNvPr id="0" name=""/>
        <dsp:cNvSpPr/>
      </dsp:nvSpPr>
      <dsp:spPr>
        <a:xfrm>
          <a:off x="2336864" y="2490694"/>
          <a:ext cx="466460" cy="7524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F3C042-CBC1-4476-B266-8AC90DFFC2A5}">
      <dsp:nvSpPr>
        <dsp:cNvPr id="0" name=""/>
        <dsp:cNvSpPr/>
      </dsp:nvSpPr>
      <dsp:spPr>
        <a:xfrm>
          <a:off x="2989909" y="2490694"/>
          <a:ext cx="6343868" cy="752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a:t>An IP address is a unique numerical identifier that is assigned to every device on a network. IP addresses are used to identify devices and enable communication between them.</a:t>
          </a:r>
        </a:p>
      </dsp:txBody>
      <dsp:txXfrm>
        <a:off x="2989909" y="2490694"/>
        <a:ext cx="6343868" cy="752400"/>
      </dsp:txXfrm>
    </dsp:sp>
    <dsp:sp modelId="{00B1C24F-BA66-44B9-AF11-37B74531B6A0}">
      <dsp:nvSpPr>
        <dsp:cNvPr id="0" name=""/>
        <dsp:cNvSpPr/>
      </dsp:nvSpPr>
      <dsp:spPr>
        <a:xfrm>
          <a:off x="4559" y="3617494"/>
          <a:ext cx="2332304"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Font typeface="Arial" panose="020B0604020202020204" pitchFamily="34" charset="0"/>
            <a:buNone/>
          </a:pPr>
          <a:r>
            <a:rPr lang="en-US" sz="1600" b="1" i="0" kern="1200"/>
            <a:t>DNS: </a:t>
          </a:r>
          <a:endParaRPr lang="en-US" sz="1600" b="0" i="0" kern="1200"/>
        </a:p>
      </dsp:txBody>
      <dsp:txXfrm>
        <a:off x="4559" y="3617494"/>
        <a:ext cx="2332304" cy="316800"/>
      </dsp:txXfrm>
    </dsp:sp>
    <dsp:sp modelId="{62313D06-DEDB-401F-BD8A-424D81650446}">
      <dsp:nvSpPr>
        <dsp:cNvPr id="0" name=""/>
        <dsp:cNvSpPr/>
      </dsp:nvSpPr>
      <dsp:spPr>
        <a:xfrm>
          <a:off x="2336864" y="3300694"/>
          <a:ext cx="466460" cy="9504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AD5B146-BFEA-49DF-8D6F-B53B5E098123}">
      <dsp:nvSpPr>
        <dsp:cNvPr id="0" name=""/>
        <dsp:cNvSpPr/>
      </dsp:nvSpPr>
      <dsp:spPr>
        <a:xfrm>
          <a:off x="2989909" y="3300694"/>
          <a:ext cx="6343868" cy="950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a:t>The Domain Name System (DNS) is a protocol that is used to translate human-readable domain names (such as www.google.com) into IP addresses that computers can understand.</a:t>
          </a:r>
        </a:p>
      </dsp:txBody>
      <dsp:txXfrm>
        <a:off x="2989909" y="3300694"/>
        <a:ext cx="6343868" cy="950400"/>
      </dsp:txXfrm>
    </dsp:sp>
    <dsp:sp modelId="{17D1B2F2-1671-4A31-AAC8-F82F16396C82}">
      <dsp:nvSpPr>
        <dsp:cNvPr id="0" name=""/>
        <dsp:cNvSpPr/>
      </dsp:nvSpPr>
      <dsp:spPr>
        <a:xfrm>
          <a:off x="4559" y="4526494"/>
          <a:ext cx="2332304" cy="31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Font typeface="Arial" panose="020B0604020202020204" pitchFamily="34" charset="0"/>
            <a:buNone/>
          </a:pPr>
          <a:r>
            <a:rPr lang="en-US" sz="1600" b="1" i="0" kern="1200"/>
            <a:t>Firewall: </a:t>
          </a:r>
          <a:endParaRPr lang="en-US" sz="1600" b="0" i="0" kern="1200"/>
        </a:p>
      </dsp:txBody>
      <dsp:txXfrm>
        <a:off x="4559" y="4526494"/>
        <a:ext cx="2332304" cy="316800"/>
      </dsp:txXfrm>
    </dsp:sp>
    <dsp:sp modelId="{135A29A7-04EC-40AF-9B18-750E7FCC6A04}">
      <dsp:nvSpPr>
        <dsp:cNvPr id="0" name=""/>
        <dsp:cNvSpPr/>
      </dsp:nvSpPr>
      <dsp:spPr>
        <a:xfrm>
          <a:off x="2336864" y="4308694"/>
          <a:ext cx="466460" cy="7524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1A301F-43EA-4383-8764-09EB2721C298}">
      <dsp:nvSpPr>
        <dsp:cNvPr id="0" name=""/>
        <dsp:cNvSpPr/>
      </dsp:nvSpPr>
      <dsp:spPr>
        <a:xfrm>
          <a:off x="2989909" y="4308694"/>
          <a:ext cx="6343868" cy="75240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i="0" kern="1200"/>
            <a:t>A firewall is a security device that is used to monitor and control incoming and outgoing network traffic. Firewalls are used to protect networks from unauthorized access and other security threats.</a:t>
          </a:r>
        </a:p>
      </dsp:txBody>
      <dsp:txXfrm>
        <a:off x="2989909" y="4308694"/>
        <a:ext cx="6343868" cy="752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ECC80B-026A-4235-84A9-49E62C4264B4}">
      <dsp:nvSpPr>
        <dsp:cNvPr id="0" name=""/>
        <dsp:cNvSpPr/>
      </dsp:nvSpPr>
      <dsp:spPr>
        <a:xfrm>
          <a:off x="0" y="556998"/>
          <a:ext cx="8924796" cy="1155558"/>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kumimoji="0" lang="en-US" altLang="en-US" sz="2000" b="0" i="0" u="none" strike="noStrike" kern="1200" cap="none" normalizeH="0" baseline="0" dirty="0">
              <a:ln/>
              <a:effectLst/>
              <a:latin typeface="inter-regular"/>
            </a:rPr>
            <a:t>A NIC (Network Interface Card) is the physical hardware component that allows a device to connect to a network, while a MAC (Media Access Control) address is the unique, permanent identifier embedded in that NIC. </a:t>
          </a:r>
          <a:endParaRPr lang="en-US" sz="2000" kern="1200" dirty="0"/>
        </a:p>
      </dsp:txBody>
      <dsp:txXfrm>
        <a:off x="56410" y="613408"/>
        <a:ext cx="8811976" cy="1042738"/>
      </dsp:txXfrm>
    </dsp:sp>
    <dsp:sp modelId="{0302676C-6FC1-4BD8-BF0E-DE4D85FF1163}">
      <dsp:nvSpPr>
        <dsp:cNvPr id="0" name=""/>
        <dsp:cNvSpPr/>
      </dsp:nvSpPr>
      <dsp:spPr>
        <a:xfrm>
          <a:off x="0" y="1839845"/>
          <a:ext cx="8924796" cy="1238702"/>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kumimoji="0" lang="en-US" altLang="en-US" sz="2000" b="0" i="0" u="none" strike="noStrike" kern="1200" cap="none" normalizeH="0" baseline="0">
              <a:ln/>
              <a:effectLst/>
              <a:latin typeface="inter-regular"/>
            </a:rPr>
            <a:t>The Media Access Control (MAC) address or physical address is encoded on the network card chip which is assigned by the IEEE to identify a network card uniquely. The MAC address is stored in the PROM (Programmable read-only memory).</a:t>
          </a:r>
        </a:p>
      </dsp:txBody>
      <dsp:txXfrm>
        <a:off x="60468" y="1900313"/>
        <a:ext cx="8803860" cy="1117766"/>
      </dsp:txXfrm>
    </dsp:sp>
    <dsp:sp modelId="{FEB0AF46-09C4-4635-83D2-E1BDB7287BDD}">
      <dsp:nvSpPr>
        <dsp:cNvPr id="0" name=""/>
        <dsp:cNvSpPr/>
      </dsp:nvSpPr>
      <dsp:spPr>
        <a:xfrm>
          <a:off x="0" y="3249599"/>
          <a:ext cx="8924796" cy="600953"/>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kumimoji="0" lang="en-US" altLang="en-US" sz="2000" b="0" i="0" u="none" strike="noStrike" kern="1200" cap="none" normalizeH="0" baseline="0">
              <a:ln/>
              <a:effectLst/>
              <a:latin typeface="erdana"/>
            </a:rPr>
            <a:t>There are two types of NIC:</a:t>
          </a:r>
        </a:p>
      </dsp:txBody>
      <dsp:txXfrm>
        <a:off x="29336" y="3278935"/>
        <a:ext cx="8866124" cy="542281"/>
      </dsp:txXfrm>
    </dsp:sp>
    <dsp:sp modelId="{BDE04C84-6726-4F05-8F47-F04808C82510}">
      <dsp:nvSpPr>
        <dsp:cNvPr id="0" name=""/>
        <dsp:cNvSpPr/>
      </dsp:nvSpPr>
      <dsp:spPr>
        <a:xfrm>
          <a:off x="0" y="3926612"/>
          <a:ext cx="8924796" cy="1110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362" tIns="22860" rIns="128016" bIns="22860" numCol="1" spcCol="1270" anchor="t" anchorCtr="0">
          <a:noAutofit/>
        </a:bodyPr>
        <a:lstStyle/>
        <a:p>
          <a:pPr marL="171450" lvl="1" indent="-171450" algn="l" defTabSz="800100" rtl="0">
            <a:lnSpc>
              <a:spcPct val="90000"/>
            </a:lnSpc>
            <a:spcBef>
              <a:spcPct val="0"/>
            </a:spcBef>
            <a:spcAft>
              <a:spcPct val="20000"/>
            </a:spcAft>
            <a:buChar char="•"/>
          </a:pPr>
          <a:r>
            <a:rPr kumimoji="0" lang="en-US" altLang="en-US" sz="1800" b="1" i="0" u="none" strike="noStrike" kern="1200" cap="none" normalizeH="0" baseline="0" dirty="0">
              <a:ln/>
              <a:effectLst/>
              <a:latin typeface="inter-bold"/>
            </a:rPr>
            <a:t>Wired NIC:</a:t>
          </a:r>
          <a:r>
            <a:rPr kumimoji="0" lang="en-US" altLang="en-US" sz="1800" b="0" i="0" u="none" strike="noStrike" kern="1200" cap="none" normalizeH="0" baseline="0" dirty="0">
              <a:ln/>
              <a:effectLst/>
              <a:latin typeface="inter-regular"/>
            </a:rPr>
            <a:t> The Wired NIC is present inside the motherboard. Cables and connectors are used with wired NIC to transfer data.</a:t>
          </a:r>
        </a:p>
        <a:p>
          <a:pPr marL="171450" lvl="1" indent="-171450" algn="l" defTabSz="800100" rtl="0">
            <a:lnSpc>
              <a:spcPct val="90000"/>
            </a:lnSpc>
            <a:spcBef>
              <a:spcPct val="0"/>
            </a:spcBef>
            <a:spcAft>
              <a:spcPct val="20000"/>
            </a:spcAft>
            <a:buChar char="•"/>
          </a:pPr>
          <a:r>
            <a:rPr kumimoji="0" lang="en-US" altLang="en-US" sz="1800" b="1" i="0" u="none" strike="noStrike" kern="1200" cap="none" normalizeH="0" baseline="0">
              <a:ln/>
              <a:effectLst/>
              <a:latin typeface="inter-bold"/>
            </a:rPr>
            <a:t>Wireless NIC:</a:t>
          </a:r>
          <a:r>
            <a:rPr kumimoji="0" lang="en-US" altLang="en-US" sz="1800" b="0" i="0" u="none" strike="noStrike" kern="1200" cap="none" normalizeH="0" baseline="0">
              <a:ln/>
              <a:effectLst/>
              <a:latin typeface="inter-regular"/>
            </a:rPr>
            <a:t> The wireless NIC contains the antenna to obtain the connection over the wireless network. For example, laptop computer contains the wireless NIC</a:t>
          </a:r>
          <a:endParaRPr lang="en-US" sz="1800" kern="1200"/>
        </a:p>
      </dsp:txBody>
      <dsp:txXfrm>
        <a:off x="0" y="3926612"/>
        <a:ext cx="8924796" cy="11100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ECC80B-026A-4235-84A9-49E62C4264B4}">
      <dsp:nvSpPr>
        <dsp:cNvPr id="0" name=""/>
        <dsp:cNvSpPr/>
      </dsp:nvSpPr>
      <dsp:spPr>
        <a:xfrm>
          <a:off x="0" y="0"/>
          <a:ext cx="8465724" cy="2537448"/>
        </a:xfrm>
        <a:prstGeom prst="roundRect">
          <a:avLst/>
        </a:prstGeom>
        <a:solidFill>
          <a:schemeClr val="accent2">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a:t>A Hub is a hardware device that divides the network connection among multiple devices. When computer requests for some information from a network, it first sends the request to the Hub through cable. Hub will broadcast this request to the entire network. All the devices will check whether the request belongs to them or not. If not, the request will be dropped.</a:t>
          </a:r>
          <a:endParaRPr lang="en-US" sz="2000" kern="1200"/>
        </a:p>
      </dsp:txBody>
      <dsp:txXfrm>
        <a:off x="123868" y="123868"/>
        <a:ext cx="8217988" cy="2289712"/>
      </dsp:txXfrm>
    </dsp:sp>
    <dsp:sp modelId="{EB0A2BD5-7C2B-4258-8110-7A92D5A996F4}">
      <dsp:nvSpPr>
        <dsp:cNvPr id="0" name=""/>
        <dsp:cNvSpPr/>
      </dsp:nvSpPr>
      <dsp:spPr>
        <a:xfrm>
          <a:off x="0" y="2552313"/>
          <a:ext cx="8465724" cy="1762312"/>
        </a:xfrm>
        <a:prstGeom prst="roundRect">
          <a:avLst/>
        </a:prstGeom>
        <a:solidFill>
          <a:srgbClr val="0070C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The process used by the Hub consumes more bandwidth and limits the amount of communication. Nowadays, the use of hub is obsolete, and it is replaced by more advanced computer network components such as Switches, Routers.</a:t>
          </a:r>
        </a:p>
      </dsp:txBody>
      <dsp:txXfrm>
        <a:off x="86029" y="2638342"/>
        <a:ext cx="8293666" cy="15902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2A414-4BC6-4156-9BB8-C2F45ABD3A7F}">
      <dsp:nvSpPr>
        <dsp:cNvPr id="0" name=""/>
        <dsp:cNvSpPr/>
      </dsp:nvSpPr>
      <dsp:spPr>
        <a:xfrm>
          <a:off x="0" y="328299"/>
          <a:ext cx="2645538" cy="1587323"/>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i="0" kern="1200"/>
            <a:t>A switch is a hardware device that connects multiple devices on a computer network. </a:t>
          </a:r>
          <a:endParaRPr lang="en-US" sz="1600" kern="1200"/>
        </a:p>
      </dsp:txBody>
      <dsp:txXfrm>
        <a:off x="0" y="328299"/>
        <a:ext cx="2645538" cy="1587323"/>
      </dsp:txXfrm>
    </dsp:sp>
    <dsp:sp modelId="{149BE9DD-DF0D-4C97-AF5D-B2101BABFC4F}">
      <dsp:nvSpPr>
        <dsp:cNvPr id="0" name=""/>
        <dsp:cNvSpPr/>
      </dsp:nvSpPr>
      <dsp:spPr>
        <a:xfrm>
          <a:off x="2910092" y="328299"/>
          <a:ext cx="2645538" cy="1587323"/>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i="0" kern="1200"/>
            <a:t>A Switch contains more advanced features than Hub. The Switch contains the updated table that decides where the data is transmitted or not. </a:t>
          </a:r>
          <a:endParaRPr lang="en-US" sz="1600" kern="1200"/>
        </a:p>
      </dsp:txBody>
      <dsp:txXfrm>
        <a:off x="2910092" y="328299"/>
        <a:ext cx="2645538" cy="1587323"/>
      </dsp:txXfrm>
    </dsp:sp>
    <dsp:sp modelId="{EE0CB242-2162-486A-8368-B7DB061E31E8}">
      <dsp:nvSpPr>
        <dsp:cNvPr id="0" name=""/>
        <dsp:cNvSpPr/>
      </dsp:nvSpPr>
      <dsp:spPr>
        <a:xfrm>
          <a:off x="5820185" y="328299"/>
          <a:ext cx="2645538" cy="1587323"/>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i="0" kern="1200"/>
            <a:t>Switch delivers the message to the correct destination based on the physical address present in the incoming message. </a:t>
          </a:r>
          <a:endParaRPr lang="en-US" sz="1600" kern="1200"/>
        </a:p>
      </dsp:txBody>
      <dsp:txXfrm>
        <a:off x="5820185" y="328299"/>
        <a:ext cx="2645538" cy="1587323"/>
      </dsp:txXfrm>
    </dsp:sp>
    <dsp:sp modelId="{8EFD9FAC-A193-46B4-B042-746A5A7D74B8}">
      <dsp:nvSpPr>
        <dsp:cNvPr id="0" name=""/>
        <dsp:cNvSpPr/>
      </dsp:nvSpPr>
      <dsp:spPr>
        <a:xfrm>
          <a:off x="1455046" y="2180176"/>
          <a:ext cx="2645538" cy="1587323"/>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i="0" kern="1200"/>
            <a:t>A Switch does not broadcast the message to the entire network like the Hub. It determines the device to whom the message is to be transmitted. </a:t>
          </a:r>
          <a:endParaRPr lang="en-US" sz="1600" kern="1200"/>
        </a:p>
      </dsp:txBody>
      <dsp:txXfrm>
        <a:off x="1455046" y="2180176"/>
        <a:ext cx="2645538" cy="1587323"/>
      </dsp:txXfrm>
    </dsp:sp>
    <dsp:sp modelId="{7C59D03E-EFEA-4D66-85C9-744C1B29ECF7}">
      <dsp:nvSpPr>
        <dsp:cNvPr id="0" name=""/>
        <dsp:cNvSpPr/>
      </dsp:nvSpPr>
      <dsp:spPr>
        <a:xfrm>
          <a:off x="4365138" y="2180176"/>
          <a:ext cx="2645538" cy="1587323"/>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i="0" kern="1200"/>
            <a:t>Therefore, we can say that switch provides a direct connection between the source and destination. It increases the speed of the network.</a:t>
          </a:r>
          <a:endParaRPr lang="en-US" sz="1600" kern="1200"/>
        </a:p>
      </dsp:txBody>
      <dsp:txXfrm>
        <a:off x="4365138" y="2180176"/>
        <a:ext cx="2645538" cy="15873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ECC80B-026A-4235-84A9-49E62C4264B4}">
      <dsp:nvSpPr>
        <dsp:cNvPr id="0" name=""/>
        <dsp:cNvSpPr/>
      </dsp:nvSpPr>
      <dsp:spPr>
        <a:xfrm>
          <a:off x="0" y="0"/>
          <a:ext cx="8788776" cy="2192244"/>
        </a:xfrm>
        <a:prstGeom prst="roundRect">
          <a:avLst/>
        </a:prstGeom>
        <a:solidFill>
          <a:schemeClr val="accent2">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a:t>A router is a hardware device which is used to connect a LAN with an internet connection. It is used to receive, analyze and forward the incoming packets to another network. A router works in a </a:t>
          </a:r>
          <a:r>
            <a:rPr lang="en-US" sz="2000" b="1" i="0" kern="1200"/>
            <a:t>Layer 3 (Network layer)</a:t>
          </a:r>
          <a:r>
            <a:rPr lang="en-US" sz="2000" b="0" i="0" kern="1200"/>
            <a:t> of the Open System Interconnection (OSI) Reference model. A router forwards the packet based on the information available in the routing table. It determines the best path from the available paths for the transmission of the packet.</a:t>
          </a:r>
          <a:endParaRPr lang="en-US" sz="2000" kern="1200"/>
        </a:p>
      </dsp:txBody>
      <dsp:txXfrm>
        <a:off x="107017" y="107017"/>
        <a:ext cx="8574742" cy="1978210"/>
      </dsp:txXfrm>
    </dsp:sp>
    <dsp:sp modelId="{2CF446BA-68B8-4806-8012-53790B5065EC}">
      <dsp:nvSpPr>
        <dsp:cNvPr id="0" name=""/>
        <dsp:cNvSpPr/>
      </dsp:nvSpPr>
      <dsp:spPr>
        <a:xfrm>
          <a:off x="0" y="2198827"/>
          <a:ext cx="8788776" cy="463072"/>
        </a:xfrm>
        <a:prstGeom prst="roundRect">
          <a:avLst/>
        </a:prstGeom>
        <a:solidFill>
          <a:schemeClr val="accent2">
            <a:shade val="80000"/>
            <a:hueOff val="691744"/>
            <a:satOff val="-91164"/>
            <a:lumOff val="4485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Advantages Of Router:</a:t>
          </a:r>
        </a:p>
      </dsp:txBody>
      <dsp:txXfrm>
        <a:off x="22605" y="2221432"/>
        <a:ext cx="8743566" cy="417862"/>
      </dsp:txXfrm>
    </dsp:sp>
    <dsp:sp modelId="{BB5EA57D-2AC7-4ACE-9B8F-A0E9316D572A}">
      <dsp:nvSpPr>
        <dsp:cNvPr id="0" name=""/>
        <dsp:cNvSpPr/>
      </dsp:nvSpPr>
      <dsp:spPr>
        <a:xfrm>
          <a:off x="0" y="2779291"/>
          <a:ext cx="8788776" cy="1913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044" tIns="21590" rIns="120904" bIns="21590" numCol="1" spcCol="1270" anchor="t" anchorCtr="0">
          <a:noAutofit/>
        </a:bodyPr>
        <a:lstStyle/>
        <a:p>
          <a:pPr marL="171450" lvl="1" indent="-171450" algn="l" defTabSz="755650">
            <a:lnSpc>
              <a:spcPct val="90000"/>
            </a:lnSpc>
            <a:spcBef>
              <a:spcPct val="0"/>
            </a:spcBef>
            <a:spcAft>
              <a:spcPct val="20000"/>
            </a:spcAft>
            <a:buChar char="•"/>
          </a:pPr>
          <a:r>
            <a:rPr lang="en-US" sz="1700" b="1" i="0" kern="1200"/>
            <a:t>Security:</a:t>
          </a:r>
          <a:r>
            <a:rPr lang="en-US" sz="1700" b="0" i="0" kern="1200"/>
            <a:t> The information which is transmitted to the network will traverse the entire cable, but the only specified device which has been addressed can read the data.</a:t>
          </a:r>
        </a:p>
        <a:p>
          <a:pPr marL="171450" lvl="1" indent="-171450" algn="l" defTabSz="755650">
            <a:lnSpc>
              <a:spcPct val="90000"/>
            </a:lnSpc>
            <a:spcBef>
              <a:spcPct val="0"/>
            </a:spcBef>
            <a:spcAft>
              <a:spcPct val="20000"/>
            </a:spcAft>
            <a:buChar char="•"/>
          </a:pPr>
          <a:r>
            <a:rPr lang="en-US" sz="1700" b="1" i="0" kern="1200"/>
            <a:t>Reliability:</a:t>
          </a:r>
          <a:r>
            <a:rPr lang="en-US" sz="1700" b="0" i="0" kern="1200"/>
            <a:t> If the server has stopped functioning, the network goes down, but no other networks are affected that are served by the router.</a:t>
          </a:r>
        </a:p>
        <a:p>
          <a:pPr marL="171450" lvl="1" indent="-171450" algn="l" defTabSz="755650">
            <a:lnSpc>
              <a:spcPct val="90000"/>
            </a:lnSpc>
            <a:spcBef>
              <a:spcPct val="0"/>
            </a:spcBef>
            <a:spcAft>
              <a:spcPct val="20000"/>
            </a:spcAft>
            <a:buChar char="•"/>
          </a:pPr>
          <a:r>
            <a:rPr lang="en-US" sz="1700" b="1" i="0" kern="1200"/>
            <a:t>Performance:</a:t>
          </a:r>
          <a:r>
            <a:rPr lang="en-US" sz="1700" b="0" i="0" kern="1200"/>
            <a:t> Router enhances the overall performance of the network. Suppose there are 24 workstations in a network generates a same amount of traffic. This increases the traffic load on the network. Router splits the single network into two networks of 12 workstations each, reduces the traffic load by half.</a:t>
          </a:r>
        </a:p>
      </dsp:txBody>
      <dsp:txXfrm>
        <a:off x="0" y="2779291"/>
        <a:ext cx="8788776" cy="191308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ECC80B-026A-4235-84A9-49E62C4264B4}">
      <dsp:nvSpPr>
        <dsp:cNvPr id="0" name=""/>
        <dsp:cNvSpPr/>
      </dsp:nvSpPr>
      <dsp:spPr>
        <a:xfrm>
          <a:off x="0" y="0"/>
          <a:ext cx="8465724" cy="1199111"/>
        </a:xfrm>
        <a:prstGeom prst="roundRect">
          <a:avLst/>
        </a:prstGeom>
        <a:solidFill>
          <a:schemeClr val="accent2">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a:t>It stands for Modulator/Demodulator. It converts the digital data into an analog signal over the telephone lines.</a:t>
          </a:r>
          <a:endParaRPr lang="en-US" sz="2000" kern="1200"/>
        </a:p>
      </dsp:txBody>
      <dsp:txXfrm>
        <a:off x="58536" y="58536"/>
        <a:ext cx="8348652" cy="1082039"/>
      </dsp:txXfrm>
    </dsp:sp>
    <dsp:sp modelId="{0F37E3E4-D304-4CB2-BB75-70C2D9769A44}">
      <dsp:nvSpPr>
        <dsp:cNvPr id="0" name=""/>
        <dsp:cNvSpPr/>
      </dsp:nvSpPr>
      <dsp:spPr>
        <a:xfrm>
          <a:off x="0" y="1278870"/>
          <a:ext cx="8465724" cy="767520"/>
        </a:xfrm>
        <a:prstGeom prst="roundRect">
          <a:avLst/>
        </a:prstGeom>
        <a:solidFill>
          <a:schemeClr val="accent2">
            <a:shade val="80000"/>
            <a:hueOff val="230581"/>
            <a:satOff val="-30388"/>
            <a:lumOff val="14951"/>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a:t>A modem is a hardware device that allows the computer to connect to the internet over the existing telephone line.</a:t>
          </a:r>
          <a:endParaRPr lang="en-US" sz="2000" kern="1200"/>
        </a:p>
      </dsp:txBody>
      <dsp:txXfrm>
        <a:off x="37467" y="1316337"/>
        <a:ext cx="8390790" cy="692586"/>
      </dsp:txXfrm>
    </dsp:sp>
    <dsp:sp modelId="{00B251FE-0C0F-4B81-BFD2-7F10C5B31BE3}">
      <dsp:nvSpPr>
        <dsp:cNvPr id="0" name=""/>
        <dsp:cNvSpPr/>
      </dsp:nvSpPr>
      <dsp:spPr>
        <a:xfrm>
          <a:off x="0" y="2134974"/>
          <a:ext cx="8465724" cy="767520"/>
        </a:xfrm>
        <a:prstGeom prst="roundRect">
          <a:avLst/>
        </a:prstGeom>
        <a:solidFill>
          <a:schemeClr val="accent2">
            <a:shade val="80000"/>
            <a:hueOff val="461163"/>
            <a:satOff val="-60776"/>
            <a:lumOff val="2990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A modem is not integrated with the motherboard rather than it is installed on the PCI slot found on the motherboard.</a:t>
          </a:r>
        </a:p>
      </dsp:txBody>
      <dsp:txXfrm>
        <a:off x="37467" y="2172441"/>
        <a:ext cx="8390790" cy="692586"/>
      </dsp:txXfrm>
    </dsp:sp>
    <dsp:sp modelId="{6112D730-748A-4F21-AF60-55D98779CBA5}">
      <dsp:nvSpPr>
        <dsp:cNvPr id="0" name=""/>
        <dsp:cNvSpPr/>
      </dsp:nvSpPr>
      <dsp:spPr>
        <a:xfrm>
          <a:off x="0" y="3005831"/>
          <a:ext cx="8465724" cy="767520"/>
        </a:xfrm>
        <a:prstGeom prst="roundRect">
          <a:avLst/>
        </a:prstGeom>
        <a:solidFill>
          <a:schemeClr val="accent2">
            <a:shade val="80000"/>
            <a:hueOff val="691744"/>
            <a:satOff val="-91164"/>
            <a:lumOff val="4485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Based on the differences in speed and transmission rate, a modem can be classified in the following categories:</a:t>
          </a:r>
        </a:p>
      </dsp:txBody>
      <dsp:txXfrm>
        <a:off x="37467" y="3043298"/>
        <a:ext cx="8390790" cy="692586"/>
      </dsp:txXfrm>
    </dsp:sp>
    <dsp:sp modelId="{BF2EAB94-BEE9-401E-9BE6-F10A823A6BDF}">
      <dsp:nvSpPr>
        <dsp:cNvPr id="0" name=""/>
        <dsp:cNvSpPr/>
      </dsp:nvSpPr>
      <dsp:spPr>
        <a:xfrm>
          <a:off x="0" y="3891331"/>
          <a:ext cx="8465724" cy="9760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787"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a:t>Standard PC modem or Dial-up modem</a:t>
          </a:r>
        </a:p>
        <a:p>
          <a:pPr marL="228600" lvl="1" indent="-228600" algn="l" defTabSz="889000">
            <a:lnSpc>
              <a:spcPct val="90000"/>
            </a:lnSpc>
            <a:spcBef>
              <a:spcPct val="0"/>
            </a:spcBef>
            <a:spcAft>
              <a:spcPct val="20000"/>
            </a:spcAft>
            <a:buChar char="•"/>
          </a:pPr>
          <a:r>
            <a:rPr lang="en-US" sz="2000" b="0" i="0" kern="1200"/>
            <a:t>Cellular Modem</a:t>
          </a:r>
        </a:p>
        <a:p>
          <a:pPr marL="228600" lvl="1" indent="-228600" algn="l" defTabSz="889000">
            <a:lnSpc>
              <a:spcPct val="90000"/>
            </a:lnSpc>
            <a:spcBef>
              <a:spcPct val="0"/>
            </a:spcBef>
            <a:spcAft>
              <a:spcPct val="20000"/>
            </a:spcAft>
            <a:buChar char="•"/>
          </a:pPr>
          <a:r>
            <a:rPr lang="en-US" sz="2000" b="0" i="0" kern="1200"/>
            <a:t>Cable modem</a:t>
          </a:r>
        </a:p>
      </dsp:txBody>
      <dsp:txXfrm>
        <a:off x="0" y="3891331"/>
        <a:ext cx="8465724" cy="97600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FD484-27C0-450A-9013-4DB64A4440D9}">
      <dsp:nvSpPr>
        <dsp:cNvPr id="0" name=""/>
        <dsp:cNvSpPr/>
      </dsp:nvSpPr>
      <dsp:spPr>
        <a:xfrm rot="5400000">
          <a:off x="446891" y="938874"/>
          <a:ext cx="1465585"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7784466-795B-47DE-B5C4-274066299DDF}">
      <dsp:nvSpPr>
        <dsp:cNvPr id="0" name=""/>
        <dsp:cNvSpPr/>
      </dsp:nvSpPr>
      <dsp:spPr>
        <a:xfrm>
          <a:off x="755617" y="1636"/>
          <a:ext cx="2019008"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Personal Area Network (PAN)</a:t>
          </a:r>
        </a:p>
      </dsp:txBody>
      <dsp:txXfrm>
        <a:off x="790144" y="36163"/>
        <a:ext cx="1949954" cy="1109791"/>
      </dsp:txXfrm>
    </dsp:sp>
    <dsp:sp modelId="{19A00452-C3EE-43C5-A537-35AC0AB45172}">
      <dsp:nvSpPr>
        <dsp:cNvPr id="0" name=""/>
        <dsp:cNvSpPr/>
      </dsp:nvSpPr>
      <dsp:spPr>
        <a:xfrm rot="5400000">
          <a:off x="446891" y="2412431"/>
          <a:ext cx="1465585"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BACE281-B65C-4A97-B39F-05CFCC5E9947}">
      <dsp:nvSpPr>
        <dsp:cNvPr id="0" name=""/>
        <dsp:cNvSpPr/>
      </dsp:nvSpPr>
      <dsp:spPr>
        <a:xfrm>
          <a:off x="782750" y="1475193"/>
          <a:ext cx="1964742"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Local Area Network (LAN)</a:t>
          </a:r>
        </a:p>
      </dsp:txBody>
      <dsp:txXfrm>
        <a:off x="817277" y="1509720"/>
        <a:ext cx="1895688" cy="1109791"/>
      </dsp:txXfrm>
    </dsp:sp>
    <dsp:sp modelId="{E11B9CA4-6F01-48A9-AFFB-0EEA9CF34DE0}">
      <dsp:nvSpPr>
        <dsp:cNvPr id="0" name=""/>
        <dsp:cNvSpPr/>
      </dsp:nvSpPr>
      <dsp:spPr>
        <a:xfrm>
          <a:off x="1183780" y="3149210"/>
          <a:ext cx="2690195"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96685CB-5312-4896-955A-94BCD5125E39}">
      <dsp:nvSpPr>
        <dsp:cNvPr id="0" name=""/>
        <dsp:cNvSpPr/>
      </dsp:nvSpPr>
      <dsp:spPr>
        <a:xfrm>
          <a:off x="755617" y="2948750"/>
          <a:ext cx="2019008"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Metropolitan Area Network (MAN)</a:t>
          </a:r>
        </a:p>
      </dsp:txBody>
      <dsp:txXfrm>
        <a:off x="790144" y="2983277"/>
        <a:ext cx="1949954" cy="1109791"/>
      </dsp:txXfrm>
    </dsp:sp>
    <dsp:sp modelId="{6D2953E7-9D48-4994-AFFC-973798604AF5}">
      <dsp:nvSpPr>
        <dsp:cNvPr id="0" name=""/>
        <dsp:cNvSpPr/>
      </dsp:nvSpPr>
      <dsp:spPr>
        <a:xfrm rot="16200000">
          <a:off x="3145279" y="2412431"/>
          <a:ext cx="1465585"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E3D5B5-25B8-4773-8742-6202D80399EA}">
      <dsp:nvSpPr>
        <dsp:cNvPr id="0" name=""/>
        <dsp:cNvSpPr/>
      </dsp:nvSpPr>
      <dsp:spPr>
        <a:xfrm>
          <a:off x="3454004" y="2948750"/>
          <a:ext cx="2019008"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Wide Area Network (WAN)</a:t>
          </a:r>
        </a:p>
      </dsp:txBody>
      <dsp:txXfrm>
        <a:off x="3488531" y="2983277"/>
        <a:ext cx="1949954" cy="1109791"/>
      </dsp:txXfrm>
    </dsp:sp>
    <dsp:sp modelId="{E6C60DED-0BE9-420F-AE21-0CBE29973C33}">
      <dsp:nvSpPr>
        <dsp:cNvPr id="0" name=""/>
        <dsp:cNvSpPr/>
      </dsp:nvSpPr>
      <dsp:spPr>
        <a:xfrm rot="16200000">
          <a:off x="3145279" y="938874"/>
          <a:ext cx="1465585"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FFBA548-EF92-4C0E-A3BC-F082163F9F9F}">
      <dsp:nvSpPr>
        <dsp:cNvPr id="0" name=""/>
        <dsp:cNvSpPr/>
      </dsp:nvSpPr>
      <dsp:spPr>
        <a:xfrm>
          <a:off x="3422990" y="1475193"/>
          <a:ext cx="2081035"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latin typeface="Arial"/>
            </a:rPr>
            <a:t>Campus</a:t>
          </a:r>
          <a:r>
            <a:rPr lang="en-US" sz="2100" kern="1200"/>
            <a:t> Area Network (</a:t>
          </a:r>
          <a:r>
            <a:rPr lang="en-US" sz="2100" kern="1200">
              <a:latin typeface="Arial"/>
            </a:rPr>
            <a:t>CAN</a:t>
          </a:r>
          <a:r>
            <a:rPr lang="en-US" sz="2100" kern="1200"/>
            <a:t>)</a:t>
          </a:r>
        </a:p>
      </dsp:txBody>
      <dsp:txXfrm>
        <a:off x="3457517" y="1509720"/>
        <a:ext cx="2011981" cy="1109791"/>
      </dsp:txXfrm>
    </dsp:sp>
    <dsp:sp modelId="{85D6E1DE-F045-4EEC-8DD4-9D25637D61B4}">
      <dsp:nvSpPr>
        <dsp:cNvPr id="0" name=""/>
        <dsp:cNvSpPr/>
      </dsp:nvSpPr>
      <dsp:spPr>
        <a:xfrm>
          <a:off x="3882057" y="202096"/>
          <a:ext cx="2663282"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96494BE-00CD-4F7F-A89B-0E72C3E18564}">
      <dsp:nvSpPr>
        <dsp:cNvPr id="0" name=""/>
        <dsp:cNvSpPr/>
      </dsp:nvSpPr>
      <dsp:spPr>
        <a:xfrm>
          <a:off x="3481137" y="1636"/>
          <a:ext cx="1964742"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Wireless Local Area Network (WLAN)</a:t>
          </a:r>
        </a:p>
      </dsp:txBody>
      <dsp:txXfrm>
        <a:off x="3515664" y="36163"/>
        <a:ext cx="1895688" cy="1109791"/>
      </dsp:txXfrm>
    </dsp:sp>
    <dsp:sp modelId="{AF53D0F2-AFBF-4576-9BB7-380C441F9B4E}">
      <dsp:nvSpPr>
        <dsp:cNvPr id="0" name=""/>
        <dsp:cNvSpPr/>
      </dsp:nvSpPr>
      <dsp:spPr>
        <a:xfrm rot="5400000">
          <a:off x="5816533" y="938874"/>
          <a:ext cx="1465585"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8159167-E4BD-4CF7-89AD-B2CB1BE0FBAC}">
      <dsp:nvSpPr>
        <dsp:cNvPr id="0" name=""/>
        <dsp:cNvSpPr/>
      </dsp:nvSpPr>
      <dsp:spPr>
        <a:xfrm>
          <a:off x="6152391" y="1636"/>
          <a:ext cx="1964742"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Storage Area Network (SAN)</a:t>
          </a:r>
        </a:p>
      </dsp:txBody>
      <dsp:txXfrm>
        <a:off x="6186918" y="36163"/>
        <a:ext cx="1895688" cy="1109791"/>
      </dsp:txXfrm>
    </dsp:sp>
    <dsp:sp modelId="{9300FA56-388E-4003-8500-0BE306C87010}">
      <dsp:nvSpPr>
        <dsp:cNvPr id="0" name=""/>
        <dsp:cNvSpPr/>
      </dsp:nvSpPr>
      <dsp:spPr>
        <a:xfrm rot="5400000">
          <a:off x="5816533" y="2412431"/>
          <a:ext cx="1465585" cy="176826"/>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625ED07-82F7-4AFD-A57B-29470B1D9CA9}">
      <dsp:nvSpPr>
        <dsp:cNvPr id="0" name=""/>
        <dsp:cNvSpPr/>
      </dsp:nvSpPr>
      <dsp:spPr>
        <a:xfrm>
          <a:off x="6152391" y="1475193"/>
          <a:ext cx="1964742"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Enterprise Private Area Network</a:t>
          </a:r>
        </a:p>
      </dsp:txBody>
      <dsp:txXfrm>
        <a:off x="6186918" y="1509720"/>
        <a:ext cx="1895688" cy="1109791"/>
      </dsp:txXfrm>
    </dsp:sp>
    <dsp:sp modelId="{51EAED39-4B07-4C80-843B-3A363D69B60C}">
      <dsp:nvSpPr>
        <dsp:cNvPr id="0" name=""/>
        <dsp:cNvSpPr/>
      </dsp:nvSpPr>
      <dsp:spPr>
        <a:xfrm>
          <a:off x="6152391" y="2948750"/>
          <a:ext cx="1964742" cy="11788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Virtual Private Network (VPN)</a:t>
          </a:r>
        </a:p>
      </dsp:txBody>
      <dsp:txXfrm>
        <a:off x="6186918" y="2983277"/>
        <a:ext cx="1895688" cy="110979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04FF8-91BA-4CE2-AE39-AF45CBC5050A}">
      <dsp:nvSpPr>
        <dsp:cNvPr id="0" name=""/>
        <dsp:cNvSpPr/>
      </dsp:nvSpPr>
      <dsp:spPr>
        <a:xfrm>
          <a:off x="0" y="0"/>
          <a:ext cx="7024255" cy="91819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PAN is the most basic type of computer network. </a:t>
          </a:r>
          <a:endParaRPr lang="en-US" sz="1900" kern="1200"/>
        </a:p>
      </dsp:txBody>
      <dsp:txXfrm>
        <a:off x="1496670" y="0"/>
        <a:ext cx="5527584" cy="918197"/>
      </dsp:txXfrm>
    </dsp:sp>
    <dsp:sp modelId="{8C21A660-7084-439C-8C10-2B14FA1EF1F1}">
      <dsp:nvSpPr>
        <dsp:cNvPr id="0" name=""/>
        <dsp:cNvSpPr/>
      </dsp:nvSpPr>
      <dsp:spPr>
        <a:xfrm>
          <a:off x="91819" y="91819"/>
          <a:ext cx="1404851" cy="734558"/>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E09FC1-6D3B-4965-B57A-D22B8963473A}">
      <dsp:nvSpPr>
        <dsp:cNvPr id="0" name=""/>
        <dsp:cNvSpPr/>
      </dsp:nvSpPr>
      <dsp:spPr>
        <a:xfrm>
          <a:off x="0" y="1010017"/>
          <a:ext cx="7024255" cy="91819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This network is restrained to a single person, that is, communication between the computer devices is </a:t>
          </a:r>
          <a:r>
            <a:rPr lang="en-US" sz="1900" b="0" i="0" kern="1200" err="1"/>
            <a:t>centred</a:t>
          </a:r>
          <a:r>
            <a:rPr lang="en-US" sz="1900" b="0" i="0" kern="1200"/>
            <a:t> only to an individual’s work space. </a:t>
          </a:r>
          <a:endParaRPr lang="en-US" sz="1900" kern="1200"/>
        </a:p>
      </dsp:txBody>
      <dsp:txXfrm>
        <a:off x="1496670" y="1010017"/>
        <a:ext cx="5527584" cy="918197"/>
      </dsp:txXfrm>
    </dsp:sp>
    <dsp:sp modelId="{AC13AE23-2F14-40AC-BF56-73C65257E269}">
      <dsp:nvSpPr>
        <dsp:cNvPr id="0" name=""/>
        <dsp:cNvSpPr/>
      </dsp:nvSpPr>
      <dsp:spPr>
        <a:xfrm>
          <a:off x="91819" y="1101837"/>
          <a:ext cx="1404851" cy="734558"/>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FEA2346-DC2A-427C-ABD1-42EA0E6720D3}">
      <dsp:nvSpPr>
        <dsp:cNvPr id="0" name=""/>
        <dsp:cNvSpPr/>
      </dsp:nvSpPr>
      <dsp:spPr>
        <a:xfrm>
          <a:off x="0" y="2020035"/>
          <a:ext cx="7024255" cy="91819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PAN offers a network range of 10 meters from a person to the device providing communication.</a:t>
          </a:r>
          <a:endParaRPr lang="en-US" sz="1900" kern="1200"/>
        </a:p>
      </dsp:txBody>
      <dsp:txXfrm>
        <a:off x="1496670" y="2020035"/>
        <a:ext cx="5527584" cy="918197"/>
      </dsp:txXfrm>
    </dsp:sp>
    <dsp:sp modelId="{3F3901BA-EAA7-4E2D-BCF3-88D6D7F9E453}">
      <dsp:nvSpPr>
        <dsp:cNvPr id="0" name=""/>
        <dsp:cNvSpPr/>
      </dsp:nvSpPr>
      <dsp:spPr>
        <a:xfrm>
          <a:off x="91819" y="2111855"/>
          <a:ext cx="1404851" cy="734558"/>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8A1A8F-436A-4048-B589-DA95FDA8C76B}">
      <dsp:nvSpPr>
        <dsp:cNvPr id="0" name=""/>
        <dsp:cNvSpPr/>
      </dsp:nvSpPr>
      <dsp:spPr>
        <a:xfrm>
          <a:off x="0" y="3030053"/>
          <a:ext cx="7024255" cy="91819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Examples of PAN are USB, computer, phone, tablet, printer, PDA, etc.</a:t>
          </a:r>
          <a:endParaRPr lang="en-US" sz="1900" kern="1200"/>
        </a:p>
      </dsp:txBody>
      <dsp:txXfrm>
        <a:off x="1496670" y="3030053"/>
        <a:ext cx="5527584" cy="918197"/>
      </dsp:txXfrm>
    </dsp:sp>
    <dsp:sp modelId="{0E9BDB36-DCE4-4618-8097-1115C53891EA}">
      <dsp:nvSpPr>
        <dsp:cNvPr id="0" name=""/>
        <dsp:cNvSpPr/>
      </dsp:nvSpPr>
      <dsp:spPr>
        <a:xfrm>
          <a:off x="91819" y="3121873"/>
          <a:ext cx="1404851" cy="734558"/>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3A525E-212E-4390-BC11-53936B9E484F}">
      <dsp:nvSpPr>
        <dsp:cNvPr id="0" name=""/>
        <dsp:cNvSpPr/>
      </dsp:nvSpPr>
      <dsp:spPr>
        <a:xfrm>
          <a:off x="0" y="0"/>
          <a:ext cx="3853583" cy="3853583"/>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80E087-B1E6-4C0F-A37D-817FD21C1C5C}">
      <dsp:nvSpPr>
        <dsp:cNvPr id="0" name=""/>
        <dsp:cNvSpPr/>
      </dsp:nvSpPr>
      <dsp:spPr>
        <a:xfrm>
          <a:off x="1926791" y="0"/>
          <a:ext cx="6385936" cy="3853583"/>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LAN is the most frequently used network. </a:t>
          </a:r>
          <a:endParaRPr lang="en-US" sz="1600" kern="1200"/>
        </a:p>
      </dsp:txBody>
      <dsp:txXfrm>
        <a:off x="1926791" y="0"/>
        <a:ext cx="6385936" cy="818886"/>
      </dsp:txXfrm>
    </dsp:sp>
    <dsp:sp modelId="{D6FB0B9B-3E93-468F-BBC0-20C819B43109}">
      <dsp:nvSpPr>
        <dsp:cNvPr id="0" name=""/>
        <dsp:cNvSpPr/>
      </dsp:nvSpPr>
      <dsp:spPr>
        <a:xfrm>
          <a:off x="505782" y="818886"/>
          <a:ext cx="2842018" cy="2842018"/>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2B810D-BF2B-4E5C-8487-D8742320C970}">
      <dsp:nvSpPr>
        <dsp:cNvPr id="0" name=""/>
        <dsp:cNvSpPr/>
      </dsp:nvSpPr>
      <dsp:spPr>
        <a:xfrm>
          <a:off x="1926791" y="818886"/>
          <a:ext cx="6385936" cy="2842018"/>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A LAN is a computer network that connects computers together through a common communication path, contained within a limited area, that is, locally. </a:t>
          </a:r>
          <a:endParaRPr lang="en-US" sz="1600" kern="1200"/>
        </a:p>
      </dsp:txBody>
      <dsp:txXfrm>
        <a:off x="1926791" y="818886"/>
        <a:ext cx="6385936" cy="818886"/>
      </dsp:txXfrm>
    </dsp:sp>
    <dsp:sp modelId="{A03DD8E8-5B57-41E9-A06E-493F9FB12A40}">
      <dsp:nvSpPr>
        <dsp:cNvPr id="0" name=""/>
        <dsp:cNvSpPr/>
      </dsp:nvSpPr>
      <dsp:spPr>
        <a:xfrm>
          <a:off x="1011565" y="1637773"/>
          <a:ext cx="1830452" cy="183045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AF973A-E432-4762-90D8-A3B4230D9360}">
      <dsp:nvSpPr>
        <dsp:cNvPr id="0" name=""/>
        <dsp:cNvSpPr/>
      </dsp:nvSpPr>
      <dsp:spPr>
        <a:xfrm>
          <a:off x="1926791" y="1637773"/>
          <a:ext cx="6385936" cy="183045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A LAN encompasses two or more computers connected over a server. The two important technologies involved in this network are Ethernet and </a:t>
          </a:r>
          <a:r>
            <a:rPr lang="en-US" sz="1600" b="0" i="0" kern="1200" err="1"/>
            <a:t>Wi-fi</a:t>
          </a:r>
          <a:r>
            <a:rPr lang="en-US" sz="1600" b="0" i="0" kern="1200"/>
            <a:t>. </a:t>
          </a:r>
          <a:endParaRPr lang="en-US" sz="1600" kern="1200"/>
        </a:p>
      </dsp:txBody>
      <dsp:txXfrm>
        <a:off x="1926791" y="1637773"/>
        <a:ext cx="6385936" cy="818886"/>
      </dsp:txXfrm>
    </dsp:sp>
    <dsp:sp modelId="{D56F4807-0A91-4893-AD42-FE3E562776F7}">
      <dsp:nvSpPr>
        <dsp:cNvPr id="0" name=""/>
        <dsp:cNvSpPr/>
      </dsp:nvSpPr>
      <dsp:spPr>
        <a:xfrm>
          <a:off x="1517348" y="2456659"/>
          <a:ext cx="818886" cy="818886"/>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43437C-F324-4004-B551-061A54E4038A}">
      <dsp:nvSpPr>
        <dsp:cNvPr id="0" name=""/>
        <dsp:cNvSpPr/>
      </dsp:nvSpPr>
      <dsp:spPr>
        <a:xfrm>
          <a:off x="1926791" y="2456659"/>
          <a:ext cx="6385936" cy="818886"/>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Examples of LAN are networking in a home, school, library, laboratory, college, office, etc.</a:t>
          </a:r>
        </a:p>
      </dsp:txBody>
      <dsp:txXfrm>
        <a:off x="1926791" y="2456659"/>
        <a:ext cx="6385936" cy="81888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625DF5-CACA-48F6-8A4C-3D60C01D7F74}">
      <dsp:nvSpPr>
        <dsp:cNvPr id="0" name=""/>
        <dsp:cNvSpPr/>
      </dsp:nvSpPr>
      <dsp:spPr>
        <a:xfrm>
          <a:off x="0" y="0"/>
          <a:ext cx="7152409" cy="93580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WAN is a type of computer network that connects computers over a large geographical distance through a shared </a:t>
          </a:r>
          <a:r>
            <a:rPr lang="en-US" sz="1800" b="0" i="0" kern="1200">
              <a:latin typeface="Arial"/>
            </a:rPr>
            <a:t>communn</a:t>
          </a:r>
          <a:r>
            <a:rPr lang="en-US" sz="1800" b="0" i="0" kern="1200"/>
            <a:t> path. </a:t>
          </a:r>
          <a:endParaRPr lang="en-US" sz="1800" kern="1200"/>
        </a:p>
      </dsp:txBody>
      <dsp:txXfrm>
        <a:off x="1524062" y="0"/>
        <a:ext cx="5628346" cy="935809"/>
      </dsp:txXfrm>
    </dsp:sp>
    <dsp:sp modelId="{53BC7082-6BB6-4D3A-A059-648ECAB32AFA}">
      <dsp:nvSpPr>
        <dsp:cNvPr id="0" name=""/>
        <dsp:cNvSpPr/>
      </dsp:nvSpPr>
      <dsp:spPr>
        <a:xfrm>
          <a:off x="93580" y="93580"/>
          <a:ext cx="1430481" cy="748647"/>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55D98B-7A0F-4E22-BAD1-4B1EBFA0749D}">
      <dsp:nvSpPr>
        <dsp:cNvPr id="0" name=""/>
        <dsp:cNvSpPr/>
      </dsp:nvSpPr>
      <dsp:spPr>
        <a:xfrm>
          <a:off x="0" y="1029390"/>
          <a:ext cx="7152409" cy="93580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It is not restrained to a single location but extends over many locations. </a:t>
          </a:r>
          <a:endParaRPr lang="en-US" sz="1800" kern="1200"/>
        </a:p>
      </dsp:txBody>
      <dsp:txXfrm>
        <a:off x="1524062" y="1029390"/>
        <a:ext cx="5628346" cy="935809"/>
      </dsp:txXfrm>
    </dsp:sp>
    <dsp:sp modelId="{F4A7ACEC-3F7A-4BC3-AB00-884382BEBA26}">
      <dsp:nvSpPr>
        <dsp:cNvPr id="0" name=""/>
        <dsp:cNvSpPr/>
      </dsp:nvSpPr>
      <dsp:spPr>
        <a:xfrm>
          <a:off x="93580" y="1122971"/>
          <a:ext cx="1430481" cy="748647"/>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FD1A90A-143C-41DE-BE23-7ABB2B5A28EE}">
      <dsp:nvSpPr>
        <dsp:cNvPr id="0" name=""/>
        <dsp:cNvSpPr/>
      </dsp:nvSpPr>
      <dsp:spPr>
        <a:xfrm>
          <a:off x="0" y="2058780"/>
          <a:ext cx="7152409" cy="93580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WAN can also be defined as a group of local area networks that communicate with each other. </a:t>
          </a:r>
          <a:endParaRPr lang="en-US" sz="1800" kern="1200"/>
        </a:p>
      </dsp:txBody>
      <dsp:txXfrm>
        <a:off x="1524062" y="2058780"/>
        <a:ext cx="5628346" cy="935809"/>
      </dsp:txXfrm>
    </dsp:sp>
    <dsp:sp modelId="{8FDA14FC-1AB8-48B2-8BFA-B480546DF4AA}">
      <dsp:nvSpPr>
        <dsp:cNvPr id="0" name=""/>
        <dsp:cNvSpPr/>
      </dsp:nvSpPr>
      <dsp:spPr>
        <a:xfrm>
          <a:off x="93580" y="2152361"/>
          <a:ext cx="1430481" cy="748647"/>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D2E799-16B7-4163-BBB1-78311137B284}">
      <dsp:nvSpPr>
        <dsp:cNvPr id="0" name=""/>
        <dsp:cNvSpPr/>
      </dsp:nvSpPr>
      <dsp:spPr>
        <a:xfrm>
          <a:off x="0" y="3088171"/>
          <a:ext cx="7152409" cy="93580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The most common example of WAN is the Internet.</a:t>
          </a:r>
        </a:p>
      </dsp:txBody>
      <dsp:txXfrm>
        <a:off x="1524062" y="3088171"/>
        <a:ext cx="5628346" cy="935809"/>
      </dsp:txXfrm>
    </dsp:sp>
    <dsp:sp modelId="{57EDF0DC-4B9B-431D-A286-768490A0822E}">
      <dsp:nvSpPr>
        <dsp:cNvPr id="0" name=""/>
        <dsp:cNvSpPr/>
      </dsp:nvSpPr>
      <dsp:spPr>
        <a:xfrm>
          <a:off x="93580" y="3181752"/>
          <a:ext cx="1430481" cy="748647"/>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3FE28-D7AB-4EA2-A403-B82B8DB1085A}">
      <dsp:nvSpPr>
        <dsp:cNvPr id="0" name=""/>
        <dsp:cNvSpPr/>
      </dsp:nvSpPr>
      <dsp:spPr>
        <a:xfrm>
          <a:off x="0" y="59488"/>
          <a:ext cx="7256319" cy="11583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WLAN is a type of computer network that acts as a local area network but makes use of wireless network technology.</a:t>
          </a:r>
          <a:endParaRPr lang="en-US" sz="2200" kern="1200"/>
        </a:p>
      </dsp:txBody>
      <dsp:txXfrm>
        <a:off x="56544" y="116032"/>
        <a:ext cx="7143231" cy="1045212"/>
      </dsp:txXfrm>
    </dsp:sp>
    <dsp:sp modelId="{CC85A00F-5EFB-4B3A-9F07-3DE28D9FF441}">
      <dsp:nvSpPr>
        <dsp:cNvPr id="0" name=""/>
        <dsp:cNvSpPr/>
      </dsp:nvSpPr>
      <dsp:spPr>
        <a:xfrm>
          <a:off x="0" y="1281148"/>
          <a:ext cx="7256319" cy="11583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This network doesn’t allow devices communicating over physical cables like in LAN, but allows devices to communicate wirelessly. </a:t>
          </a:r>
          <a:endParaRPr lang="en-US" sz="2200" kern="1200"/>
        </a:p>
      </dsp:txBody>
      <dsp:txXfrm>
        <a:off x="56544" y="1337692"/>
        <a:ext cx="7143231" cy="1045212"/>
      </dsp:txXfrm>
    </dsp:sp>
    <dsp:sp modelId="{D795F90C-8563-4978-B893-40A6FBC3C5DC}">
      <dsp:nvSpPr>
        <dsp:cNvPr id="0" name=""/>
        <dsp:cNvSpPr/>
      </dsp:nvSpPr>
      <dsp:spPr>
        <a:xfrm>
          <a:off x="0" y="2502809"/>
          <a:ext cx="7256319" cy="11583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a:t>The most common example of WLAN is Wi-Fi.</a:t>
          </a:r>
        </a:p>
      </dsp:txBody>
      <dsp:txXfrm>
        <a:off x="56544" y="2559353"/>
        <a:ext cx="7143231" cy="104521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98F690-E1E0-41F3-8F77-916E00078B89}">
      <dsp:nvSpPr>
        <dsp:cNvPr id="0" name=""/>
        <dsp:cNvSpPr/>
      </dsp:nvSpPr>
      <dsp:spPr>
        <a:xfrm>
          <a:off x="158338" y="126445"/>
          <a:ext cx="3782401" cy="181210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608"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A MAN is larger than a LAN but smaller than a WAN. </a:t>
          </a:r>
          <a:endParaRPr lang="en-US" sz="1700" kern="1200"/>
        </a:p>
      </dsp:txBody>
      <dsp:txXfrm>
        <a:off x="158338" y="126445"/>
        <a:ext cx="3782401" cy="1812101"/>
      </dsp:txXfrm>
    </dsp:sp>
    <dsp:sp modelId="{903C770C-7344-4DFE-835F-552682D70150}">
      <dsp:nvSpPr>
        <dsp:cNvPr id="0" name=""/>
        <dsp:cNvSpPr/>
      </dsp:nvSpPr>
      <dsp:spPr>
        <a:xfrm>
          <a:off x="738" y="270762"/>
          <a:ext cx="827400" cy="1241100"/>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973397-4427-4C31-9F10-426FB552F0A2}">
      <dsp:nvSpPr>
        <dsp:cNvPr id="0" name=""/>
        <dsp:cNvSpPr/>
      </dsp:nvSpPr>
      <dsp:spPr>
        <a:xfrm>
          <a:off x="4294060" y="126445"/>
          <a:ext cx="3782401" cy="181210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608"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This is the type of computer network that connects computers over a geographical distance through a shared communication path over a city, town or metropolitan area. </a:t>
          </a:r>
          <a:endParaRPr lang="en-US" sz="1700" kern="1200"/>
        </a:p>
      </dsp:txBody>
      <dsp:txXfrm>
        <a:off x="4294060" y="126445"/>
        <a:ext cx="3782401" cy="1812101"/>
      </dsp:txXfrm>
    </dsp:sp>
    <dsp:sp modelId="{C161EE73-3D83-47B6-98F9-B22FB1B98D85}">
      <dsp:nvSpPr>
        <dsp:cNvPr id="0" name=""/>
        <dsp:cNvSpPr/>
      </dsp:nvSpPr>
      <dsp:spPr>
        <a:xfrm>
          <a:off x="4136460" y="270762"/>
          <a:ext cx="827400" cy="1241100"/>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50F961-F53A-41A6-8339-9B3F4FD0AAB6}">
      <dsp:nvSpPr>
        <dsp:cNvPr id="0" name=""/>
        <dsp:cNvSpPr/>
      </dsp:nvSpPr>
      <dsp:spPr>
        <a:xfrm>
          <a:off x="2226199" y="2073820"/>
          <a:ext cx="3782401" cy="181210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608"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a:t>Examples of MAN are networking in towns, cities, a single large city, large area within multiple buildings, etc.</a:t>
          </a:r>
        </a:p>
      </dsp:txBody>
      <dsp:txXfrm>
        <a:off x="2226199" y="2073820"/>
        <a:ext cx="3782401" cy="1812101"/>
      </dsp:txXfrm>
    </dsp:sp>
    <dsp:sp modelId="{6248687B-00A0-4AB9-9A8B-DD48C91188CA}">
      <dsp:nvSpPr>
        <dsp:cNvPr id="0" name=""/>
        <dsp:cNvSpPr/>
      </dsp:nvSpPr>
      <dsp:spPr>
        <a:xfrm>
          <a:off x="2068599" y="2218137"/>
          <a:ext cx="827400" cy="1241100"/>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70958D-AA97-4906-812A-7082332D0E79}">
      <dsp:nvSpPr>
        <dsp:cNvPr id="0" name=""/>
        <dsp:cNvSpPr/>
      </dsp:nvSpPr>
      <dsp:spPr>
        <a:xfrm rot="16200000">
          <a:off x="-656235" y="658219"/>
          <a:ext cx="3263334"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1648" bIns="0" numCol="1" spcCol="1270" anchor="ctr" anchorCtr="0">
          <a:noAutofit/>
        </a:bodyPr>
        <a:lstStyle/>
        <a:p>
          <a:pPr marL="0" lvl="0" indent="0" algn="ctr" defTabSz="800100">
            <a:lnSpc>
              <a:spcPct val="90000"/>
            </a:lnSpc>
            <a:spcBef>
              <a:spcPct val="0"/>
            </a:spcBef>
            <a:spcAft>
              <a:spcPct val="35000"/>
            </a:spcAft>
            <a:buNone/>
          </a:pPr>
          <a:r>
            <a:rPr lang="en-US" sz="1800" b="0" i="0" kern="1200"/>
            <a:t>CAN is bigger than a LAN but smaller than a MAN. </a:t>
          </a:r>
          <a:endParaRPr lang="en-US" sz="1800" kern="1200"/>
        </a:p>
      </dsp:txBody>
      <dsp:txXfrm rot="5400000">
        <a:off x="1984" y="652667"/>
        <a:ext cx="1946895" cy="1958000"/>
      </dsp:txXfrm>
    </dsp:sp>
    <dsp:sp modelId="{9482EBB7-BFCA-43F4-963C-38C4B9BC6CE2}">
      <dsp:nvSpPr>
        <dsp:cNvPr id="0" name=""/>
        <dsp:cNvSpPr/>
      </dsp:nvSpPr>
      <dsp:spPr>
        <a:xfrm rot="16200000">
          <a:off x="1436676" y="658219"/>
          <a:ext cx="3263334"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1648" bIns="0" numCol="1" spcCol="1270" anchor="ctr" anchorCtr="0">
          <a:noAutofit/>
        </a:bodyPr>
        <a:lstStyle/>
        <a:p>
          <a:pPr marL="0" lvl="0" indent="0" algn="ctr" defTabSz="800100">
            <a:lnSpc>
              <a:spcPct val="90000"/>
            </a:lnSpc>
            <a:spcBef>
              <a:spcPct val="0"/>
            </a:spcBef>
            <a:spcAft>
              <a:spcPct val="35000"/>
            </a:spcAft>
            <a:buNone/>
          </a:pPr>
          <a:r>
            <a:rPr lang="en-US" sz="1800" b="0" i="0" kern="1200"/>
            <a:t>This is a type of computer network which is usually used in places like a school or college. </a:t>
          </a:r>
          <a:endParaRPr lang="en-US" sz="1800" kern="1200"/>
        </a:p>
      </dsp:txBody>
      <dsp:txXfrm rot="5400000">
        <a:off x="2094895" y="652667"/>
        <a:ext cx="1946895" cy="1958000"/>
      </dsp:txXfrm>
    </dsp:sp>
    <dsp:sp modelId="{F79D7FDB-BA47-4152-A710-98A20219F58D}">
      <dsp:nvSpPr>
        <dsp:cNvPr id="0" name=""/>
        <dsp:cNvSpPr/>
      </dsp:nvSpPr>
      <dsp:spPr>
        <a:xfrm rot="16200000">
          <a:off x="3529589" y="658219"/>
          <a:ext cx="3263334"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1648" bIns="0" numCol="1" spcCol="1270" anchor="ctr" anchorCtr="0">
          <a:noAutofit/>
        </a:bodyPr>
        <a:lstStyle/>
        <a:p>
          <a:pPr marL="0" lvl="0" indent="0" algn="ctr" defTabSz="800100">
            <a:lnSpc>
              <a:spcPct val="90000"/>
            </a:lnSpc>
            <a:spcBef>
              <a:spcPct val="0"/>
            </a:spcBef>
            <a:spcAft>
              <a:spcPct val="35000"/>
            </a:spcAft>
            <a:buNone/>
          </a:pPr>
          <a:r>
            <a:rPr lang="en-US" sz="1800" b="0" i="0" kern="1200"/>
            <a:t>This network covers a limited geographical area that is, it spreads across several buildings within the campus.</a:t>
          </a:r>
          <a:endParaRPr lang="en-US" sz="1800" kern="1200"/>
        </a:p>
      </dsp:txBody>
      <dsp:txXfrm rot="5400000">
        <a:off x="4187808" y="652667"/>
        <a:ext cx="1946895" cy="1958000"/>
      </dsp:txXfrm>
    </dsp:sp>
    <dsp:sp modelId="{E636F5A3-15DA-426C-80DA-D253A30F985D}">
      <dsp:nvSpPr>
        <dsp:cNvPr id="0" name=""/>
        <dsp:cNvSpPr/>
      </dsp:nvSpPr>
      <dsp:spPr>
        <a:xfrm rot="16200000">
          <a:off x="5622501" y="658219"/>
          <a:ext cx="3263334"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1648" bIns="0" numCol="1" spcCol="1270" anchor="ctr" anchorCtr="0">
          <a:noAutofit/>
        </a:bodyPr>
        <a:lstStyle/>
        <a:p>
          <a:pPr marL="0" lvl="0" indent="0" algn="ctr" defTabSz="800100">
            <a:lnSpc>
              <a:spcPct val="90000"/>
            </a:lnSpc>
            <a:spcBef>
              <a:spcPct val="0"/>
            </a:spcBef>
            <a:spcAft>
              <a:spcPct val="35000"/>
            </a:spcAft>
            <a:buNone/>
          </a:pPr>
          <a:r>
            <a:rPr lang="en-US" sz="1800" b="0" i="0" kern="1200"/>
            <a:t>Examples of CAN are networks that cover schools, colleges, buildings, etc.</a:t>
          </a:r>
        </a:p>
      </dsp:txBody>
      <dsp:txXfrm rot="5400000">
        <a:off x="6280720" y="652667"/>
        <a:ext cx="1946895" cy="195800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53920-F540-4979-9647-952E29532622}">
      <dsp:nvSpPr>
        <dsp:cNvPr id="0" name=""/>
        <dsp:cNvSpPr/>
      </dsp:nvSpPr>
      <dsp:spPr>
        <a:xfrm>
          <a:off x="0" y="0"/>
          <a:ext cx="7384473"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SAN is a type of computer network that is high speed and connects groups of storage devices to several servers. </a:t>
          </a:r>
          <a:endParaRPr lang="en-US" sz="2000" kern="1200"/>
        </a:p>
      </dsp:txBody>
      <dsp:txXfrm>
        <a:off x="1571350" y="0"/>
        <a:ext cx="5813122" cy="944562"/>
      </dsp:txXfrm>
    </dsp:sp>
    <dsp:sp modelId="{9C50E497-78C5-4EA2-8DAA-781829D765B1}">
      <dsp:nvSpPr>
        <dsp:cNvPr id="0" name=""/>
        <dsp:cNvSpPr/>
      </dsp:nvSpPr>
      <dsp:spPr>
        <a:xfrm>
          <a:off x="94456" y="94456"/>
          <a:ext cx="1476894" cy="755649"/>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B74E51C-B462-45C0-BB51-50BAAB23B767}">
      <dsp:nvSpPr>
        <dsp:cNvPr id="0" name=""/>
        <dsp:cNvSpPr/>
      </dsp:nvSpPr>
      <dsp:spPr>
        <a:xfrm>
          <a:off x="0" y="1039018"/>
          <a:ext cx="7384473"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This network does not depend on LAN or WAN. Instead, a SAN moves the storage resources from the network to its own high-powered network. </a:t>
          </a:r>
          <a:endParaRPr lang="en-US" sz="2000" kern="1200"/>
        </a:p>
      </dsp:txBody>
      <dsp:txXfrm>
        <a:off x="1571350" y="1039018"/>
        <a:ext cx="5813122" cy="944562"/>
      </dsp:txXfrm>
    </dsp:sp>
    <dsp:sp modelId="{4CAA8EB2-B81C-4A65-8673-B593402DCA2E}">
      <dsp:nvSpPr>
        <dsp:cNvPr id="0" name=""/>
        <dsp:cNvSpPr/>
      </dsp:nvSpPr>
      <dsp:spPr>
        <a:xfrm>
          <a:off x="94456" y="1133474"/>
          <a:ext cx="1476894" cy="755649"/>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9F2875-1533-441A-977A-5AEF7505BEE8}">
      <dsp:nvSpPr>
        <dsp:cNvPr id="0" name=""/>
        <dsp:cNvSpPr/>
      </dsp:nvSpPr>
      <dsp:spPr>
        <a:xfrm>
          <a:off x="0" y="2078037"/>
          <a:ext cx="7384473"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A SAN provides access to block-level data storage.</a:t>
          </a:r>
          <a:endParaRPr lang="en-US" sz="2000" kern="1200"/>
        </a:p>
      </dsp:txBody>
      <dsp:txXfrm>
        <a:off x="1571350" y="2078037"/>
        <a:ext cx="5813122" cy="944562"/>
      </dsp:txXfrm>
    </dsp:sp>
    <dsp:sp modelId="{E40793F6-62C0-4C7A-B7E9-80999C75E00B}">
      <dsp:nvSpPr>
        <dsp:cNvPr id="0" name=""/>
        <dsp:cNvSpPr/>
      </dsp:nvSpPr>
      <dsp:spPr>
        <a:xfrm>
          <a:off x="94456" y="2172493"/>
          <a:ext cx="1476894" cy="755649"/>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737D12-09AE-49F1-B29C-F501BD66BFCE}">
      <dsp:nvSpPr>
        <dsp:cNvPr id="0" name=""/>
        <dsp:cNvSpPr/>
      </dsp:nvSpPr>
      <dsp:spPr>
        <a:xfrm>
          <a:off x="0" y="3117056"/>
          <a:ext cx="7384473"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Examples of SAN are a network of disks accessed by a network of servers.</a:t>
          </a:r>
        </a:p>
      </dsp:txBody>
      <dsp:txXfrm>
        <a:off x="1571350" y="3117056"/>
        <a:ext cx="5813122" cy="944562"/>
      </dsp:txXfrm>
    </dsp:sp>
    <dsp:sp modelId="{C97AD3C6-C4AF-46D7-9D77-DAFBC2B36484}">
      <dsp:nvSpPr>
        <dsp:cNvPr id="0" name=""/>
        <dsp:cNvSpPr/>
      </dsp:nvSpPr>
      <dsp:spPr>
        <a:xfrm>
          <a:off x="94456" y="3211512"/>
          <a:ext cx="1476894" cy="755649"/>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BF3ED-FED2-410B-9D84-D9A03E529D0D}">
      <dsp:nvSpPr>
        <dsp:cNvPr id="0" name=""/>
        <dsp:cNvSpPr/>
      </dsp:nvSpPr>
      <dsp:spPr>
        <a:xfrm>
          <a:off x="152397" y="2159"/>
          <a:ext cx="3288185" cy="17431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An enterprise private network is mainly set up to share computer resources.</a:t>
          </a:r>
          <a:endParaRPr lang="en-US" sz="2000" kern="1200"/>
        </a:p>
      </dsp:txBody>
      <dsp:txXfrm>
        <a:off x="152397" y="2159"/>
        <a:ext cx="3288185" cy="1743131"/>
      </dsp:txXfrm>
    </dsp:sp>
    <dsp:sp modelId="{2E59E62D-272B-4868-84C7-96D38238C489}">
      <dsp:nvSpPr>
        <dsp:cNvPr id="0" name=""/>
        <dsp:cNvSpPr/>
      </dsp:nvSpPr>
      <dsp:spPr>
        <a:xfrm>
          <a:off x="3731105" y="2159"/>
          <a:ext cx="4124424" cy="17431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EPN is a type of computer network mostly used by businesses that want a secure connection over various locations to share computer resources. </a:t>
          </a:r>
          <a:endParaRPr lang="en-US" sz="2000" kern="1200"/>
        </a:p>
      </dsp:txBody>
      <dsp:txXfrm>
        <a:off x="3731105" y="2159"/>
        <a:ext cx="4124424" cy="1743131"/>
      </dsp:txXfrm>
    </dsp:sp>
    <dsp:sp modelId="{1CB74E58-74D1-425B-A9F4-B38917EAECA1}">
      <dsp:nvSpPr>
        <dsp:cNvPr id="0" name=""/>
        <dsp:cNvSpPr/>
      </dsp:nvSpPr>
      <dsp:spPr>
        <a:xfrm>
          <a:off x="1953488" y="2035812"/>
          <a:ext cx="4100949" cy="17431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An EPN helps enterprise companies with a number of disparate offices connect those offices to each in a secure way over a network.</a:t>
          </a:r>
          <a:endParaRPr lang="en-US" sz="2000" kern="1200"/>
        </a:p>
      </dsp:txBody>
      <dsp:txXfrm>
        <a:off x="1953488" y="2035812"/>
        <a:ext cx="4100949" cy="174313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8014C-9F0D-4738-91A5-5826368566F2}">
      <dsp:nvSpPr>
        <dsp:cNvPr id="0" name=""/>
        <dsp:cNvSpPr/>
      </dsp:nvSpPr>
      <dsp:spPr>
        <a:xfrm>
          <a:off x="0" y="0"/>
          <a:ext cx="7559086" cy="1179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A VPN is a type of computer network that extends a private network across the internet and lets the user send and receive data as if they were connected to a private network even though they are not. </a:t>
          </a:r>
          <a:endParaRPr lang="en-US" sz="1800" kern="1200"/>
        </a:p>
      </dsp:txBody>
      <dsp:txXfrm>
        <a:off x="57572" y="57572"/>
        <a:ext cx="7443942" cy="1064216"/>
      </dsp:txXfrm>
    </dsp:sp>
    <dsp:sp modelId="{9925A395-D2E9-4E67-94A1-186ABBE0CD28}">
      <dsp:nvSpPr>
        <dsp:cNvPr id="0" name=""/>
        <dsp:cNvSpPr/>
      </dsp:nvSpPr>
      <dsp:spPr>
        <a:xfrm>
          <a:off x="0" y="1363241"/>
          <a:ext cx="7559086" cy="1179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Through a virtual point to point connection users can access a private network remotely. </a:t>
          </a:r>
          <a:endParaRPr lang="en-US" sz="1800" kern="1200"/>
        </a:p>
      </dsp:txBody>
      <dsp:txXfrm>
        <a:off x="57572" y="1420813"/>
        <a:ext cx="7443942" cy="1064216"/>
      </dsp:txXfrm>
    </dsp:sp>
    <dsp:sp modelId="{5B2E0AA0-F8C4-47F9-80D4-D69A42470E16}">
      <dsp:nvSpPr>
        <dsp:cNvPr id="0" name=""/>
        <dsp:cNvSpPr/>
      </dsp:nvSpPr>
      <dsp:spPr>
        <a:xfrm>
          <a:off x="0" y="2724042"/>
          <a:ext cx="7559086" cy="1179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a:t>VPN protects you from malicious sources by operating as a medium that gives you protected network connection. </a:t>
          </a:r>
          <a:endParaRPr lang="en-US" sz="1800" kern="1200"/>
        </a:p>
      </dsp:txBody>
      <dsp:txXfrm>
        <a:off x="57572" y="2781614"/>
        <a:ext cx="7443942" cy="106421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8014C-9F0D-4738-91A5-5826368566F2}">
      <dsp:nvSpPr>
        <dsp:cNvPr id="0" name=""/>
        <dsp:cNvSpPr/>
      </dsp:nvSpPr>
      <dsp:spPr>
        <a:xfrm>
          <a:off x="0" y="0"/>
          <a:ext cx="8137842" cy="599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a:t>Transmission Control Protocol/Internet Protocol (TCP/IP):</a:t>
          </a:r>
          <a:r>
            <a:rPr lang="en-US" sz="1600" b="0" i="0" kern="1200"/>
            <a:t> </a:t>
          </a:r>
          <a:endParaRPr lang="en-US" sz="1600" kern="1200"/>
        </a:p>
      </dsp:txBody>
      <dsp:txXfrm>
        <a:off x="29243" y="29243"/>
        <a:ext cx="8079356" cy="540554"/>
      </dsp:txXfrm>
    </dsp:sp>
    <dsp:sp modelId="{4972E72F-7EB3-4BC5-8B4F-9B04EE5BB9F9}">
      <dsp:nvSpPr>
        <dsp:cNvPr id="0" name=""/>
        <dsp:cNvSpPr/>
      </dsp:nvSpPr>
      <dsp:spPr>
        <a:xfrm>
          <a:off x="0" y="635277"/>
          <a:ext cx="8137842"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7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b="0" i="0" kern="1200"/>
            <a:t>TCP/IP is the foundational protocol suite of the internet, enabling reliable communication. It ensures data is delivered reliably and in order and IP routes data packets to their destination based on IP addresses.</a:t>
          </a:r>
          <a:endParaRPr lang="en-US" sz="1600" kern="1200"/>
        </a:p>
      </dsp:txBody>
      <dsp:txXfrm>
        <a:off x="0" y="635277"/>
        <a:ext cx="8137842" cy="678960"/>
      </dsp:txXfrm>
    </dsp:sp>
    <dsp:sp modelId="{21817B0A-63E3-4401-83C7-4F78FDC63255}">
      <dsp:nvSpPr>
        <dsp:cNvPr id="0" name=""/>
        <dsp:cNvSpPr/>
      </dsp:nvSpPr>
      <dsp:spPr>
        <a:xfrm>
          <a:off x="0" y="1314237"/>
          <a:ext cx="8137842" cy="599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a:t>Hypertext Transfer Protocol (HTTP) and HTTPS:</a:t>
          </a:r>
          <a:r>
            <a:rPr lang="en-US" sz="1600" b="0" i="0" kern="1200"/>
            <a:t> </a:t>
          </a:r>
        </a:p>
      </dsp:txBody>
      <dsp:txXfrm>
        <a:off x="29243" y="1343480"/>
        <a:ext cx="8079356" cy="540554"/>
      </dsp:txXfrm>
    </dsp:sp>
    <dsp:sp modelId="{6C47C13F-C23F-489C-9A81-9207C8B6ADE7}">
      <dsp:nvSpPr>
        <dsp:cNvPr id="0" name=""/>
        <dsp:cNvSpPr/>
      </dsp:nvSpPr>
      <dsp:spPr>
        <a:xfrm>
          <a:off x="0" y="1913277"/>
          <a:ext cx="8137842"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76" tIns="20320" rIns="113792" bIns="20320" numCol="1" spcCol="1270" anchor="t" anchorCtr="0">
          <a:noAutofit/>
        </a:bodyPr>
        <a:lstStyle/>
        <a:p>
          <a:pPr marL="171450" lvl="1" indent="-171450" algn="l" defTabSz="711200">
            <a:lnSpc>
              <a:spcPct val="90000"/>
            </a:lnSpc>
            <a:spcBef>
              <a:spcPct val="0"/>
            </a:spcBef>
            <a:spcAft>
              <a:spcPct val="20000"/>
            </a:spcAft>
            <a:buFont typeface="Arial" panose="020B0604020202020204" pitchFamily="34" charset="0"/>
            <a:buChar char="•"/>
          </a:pPr>
          <a:r>
            <a:rPr lang="en-US" sz="1600" b="0" i="0" kern="1200"/>
            <a:t>HTTP and HTTPS protocols used for transmitting web pages.</a:t>
          </a:r>
          <a:r>
            <a:rPr lang="en-US" sz="1600" b="1" i="0" kern="1200"/>
            <a:t> In HTTP</a:t>
          </a:r>
          <a:r>
            <a:rPr lang="en-US" sz="1600" b="0" i="0" kern="1200"/>
            <a:t> communication is unsecured and in</a:t>
          </a:r>
          <a:r>
            <a:rPr lang="en-US" sz="1600" b="1" i="0" kern="1200"/>
            <a:t> HTTPS</a:t>
          </a:r>
          <a:r>
            <a:rPr lang="en-US" sz="1600" b="0" i="0" kern="1200"/>
            <a:t> secured communication using SSL/TLS encryption.</a:t>
          </a:r>
        </a:p>
      </dsp:txBody>
      <dsp:txXfrm>
        <a:off x="0" y="1913277"/>
        <a:ext cx="8137842" cy="678960"/>
      </dsp:txXfrm>
    </dsp:sp>
    <dsp:sp modelId="{0AEADAE0-D6E7-48AA-B44C-67C31DE7F81C}">
      <dsp:nvSpPr>
        <dsp:cNvPr id="0" name=""/>
        <dsp:cNvSpPr/>
      </dsp:nvSpPr>
      <dsp:spPr>
        <a:xfrm>
          <a:off x="0" y="2592237"/>
          <a:ext cx="8137842" cy="599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a:t>Simple Mail Transfer Protocol (SMTP):</a:t>
          </a:r>
          <a:r>
            <a:rPr lang="en-US" sz="1600" b="0" i="0" kern="1200"/>
            <a:t> </a:t>
          </a:r>
        </a:p>
      </dsp:txBody>
      <dsp:txXfrm>
        <a:off x="29243" y="2621480"/>
        <a:ext cx="8079356" cy="540554"/>
      </dsp:txXfrm>
    </dsp:sp>
    <dsp:sp modelId="{CA9B7466-AC4B-4365-B028-27F9DA0A1DED}">
      <dsp:nvSpPr>
        <dsp:cNvPr id="0" name=""/>
        <dsp:cNvSpPr/>
      </dsp:nvSpPr>
      <dsp:spPr>
        <a:xfrm>
          <a:off x="0" y="3191277"/>
          <a:ext cx="8137842"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76" tIns="20320" rIns="113792" bIns="20320" numCol="1" spcCol="1270" anchor="t" anchorCtr="0">
          <a:noAutofit/>
        </a:bodyPr>
        <a:lstStyle/>
        <a:p>
          <a:pPr marL="171450" lvl="1" indent="-171450" algn="l" defTabSz="711200">
            <a:lnSpc>
              <a:spcPct val="90000"/>
            </a:lnSpc>
            <a:spcBef>
              <a:spcPct val="0"/>
            </a:spcBef>
            <a:spcAft>
              <a:spcPct val="20000"/>
            </a:spcAft>
            <a:buFont typeface="Arial" panose="020B0604020202020204" pitchFamily="34" charset="0"/>
            <a:buChar char="•"/>
          </a:pPr>
          <a:r>
            <a:rPr lang="en-US" sz="1600" b="0" i="0" kern="1200"/>
            <a:t>SMTP protocol is used to send email. SMTP protocol works with other protocols like POP3 and IMAP for email retrieval.</a:t>
          </a:r>
        </a:p>
      </dsp:txBody>
      <dsp:txXfrm>
        <a:off x="0" y="3191277"/>
        <a:ext cx="8137842" cy="529920"/>
      </dsp:txXfrm>
    </dsp:sp>
    <dsp:sp modelId="{46E582F2-A5CE-43DD-87B0-B1A4F4120E4D}">
      <dsp:nvSpPr>
        <dsp:cNvPr id="0" name=""/>
        <dsp:cNvSpPr/>
      </dsp:nvSpPr>
      <dsp:spPr>
        <a:xfrm>
          <a:off x="0" y="3721197"/>
          <a:ext cx="8137842" cy="599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a:t>File Transfer Protocol (FTP):</a:t>
          </a:r>
          <a:r>
            <a:rPr lang="en-US" sz="1600" b="0" i="0" kern="1200"/>
            <a:t> </a:t>
          </a:r>
        </a:p>
      </dsp:txBody>
      <dsp:txXfrm>
        <a:off x="29243" y="3750440"/>
        <a:ext cx="8079356" cy="540554"/>
      </dsp:txXfrm>
    </dsp:sp>
    <dsp:sp modelId="{973D6A87-6B2B-42E1-B499-A21494D5E416}">
      <dsp:nvSpPr>
        <dsp:cNvPr id="0" name=""/>
        <dsp:cNvSpPr/>
      </dsp:nvSpPr>
      <dsp:spPr>
        <a:xfrm>
          <a:off x="0" y="4320237"/>
          <a:ext cx="8137842"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76" tIns="20320" rIns="113792" bIns="20320" numCol="1" spcCol="1270" anchor="t" anchorCtr="0">
          <a:noAutofit/>
        </a:bodyPr>
        <a:lstStyle/>
        <a:p>
          <a:pPr marL="171450" lvl="1" indent="-171450" algn="l" defTabSz="711200">
            <a:lnSpc>
              <a:spcPct val="90000"/>
            </a:lnSpc>
            <a:spcBef>
              <a:spcPct val="0"/>
            </a:spcBef>
            <a:spcAft>
              <a:spcPct val="20000"/>
            </a:spcAft>
            <a:buFont typeface="Arial" panose="020B0604020202020204" pitchFamily="34" charset="0"/>
            <a:buChar char="•"/>
          </a:pPr>
          <a:r>
            <a:rPr lang="en-US" sz="1600" b="0" i="0" kern="1200"/>
            <a:t>FTP protocol used for transferring files between computers. Includes commands for uploading, downloading, and managing files on a remote server.</a:t>
          </a:r>
        </a:p>
      </dsp:txBody>
      <dsp:txXfrm>
        <a:off x="0" y="4320237"/>
        <a:ext cx="8137842" cy="52992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903D65-2307-4628-9011-B23354E38AB3}">
      <dsp:nvSpPr>
        <dsp:cNvPr id="0" name=""/>
        <dsp:cNvSpPr/>
      </dsp:nvSpPr>
      <dsp:spPr>
        <a:xfrm>
          <a:off x="2995" y="855229"/>
          <a:ext cx="2060285" cy="206028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a:t>Internet</a:t>
          </a:r>
        </a:p>
      </dsp:txBody>
      <dsp:txXfrm>
        <a:off x="304717" y="1156951"/>
        <a:ext cx="1456841" cy="1456841"/>
      </dsp:txXfrm>
    </dsp:sp>
    <dsp:sp modelId="{1558AB88-044A-4FF4-B06B-E33E9F7B7C92}">
      <dsp:nvSpPr>
        <dsp:cNvPr id="0" name=""/>
        <dsp:cNvSpPr/>
      </dsp:nvSpPr>
      <dsp:spPr>
        <a:xfrm>
          <a:off x="2230576" y="1287889"/>
          <a:ext cx="1194965" cy="1194965"/>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2388969" y="1534052"/>
        <a:ext cx="878179" cy="702639"/>
      </dsp:txXfrm>
    </dsp:sp>
    <dsp:sp modelId="{953C8258-3946-4E5D-AE00-17D62986A078}">
      <dsp:nvSpPr>
        <dsp:cNvPr id="0" name=""/>
        <dsp:cNvSpPr/>
      </dsp:nvSpPr>
      <dsp:spPr>
        <a:xfrm>
          <a:off x="3592836" y="855229"/>
          <a:ext cx="2060285" cy="206028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a:t>internet</a:t>
          </a:r>
        </a:p>
      </dsp:txBody>
      <dsp:txXfrm>
        <a:off x="3894558" y="1156951"/>
        <a:ext cx="1456841" cy="1456841"/>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922C63-021B-42C7-ADA0-A532E8902F7D}">
      <dsp:nvSpPr>
        <dsp:cNvPr id="0" name=""/>
        <dsp:cNvSpPr/>
      </dsp:nvSpPr>
      <dsp:spPr>
        <a:xfrm>
          <a:off x="603041" y="488"/>
          <a:ext cx="6561400" cy="3936840"/>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The Internet is the largest computer network ever created by mankind. It interconnects thousands of millions of computing devices including PCs, Laptops, Workstations, Server, Smartphones, tablets, TVs, Webcams, Environmental devices, Automobiles, Security cameras and many mores. </a:t>
          </a:r>
        </a:p>
      </dsp:txBody>
      <dsp:txXfrm>
        <a:off x="603041" y="488"/>
        <a:ext cx="6561400" cy="393684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76B4F5-2673-4E92-AA1E-35BF6B1BCD40}">
      <dsp:nvSpPr>
        <dsp:cNvPr id="0" name=""/>
        <dsp:cNvSpPr/>
      </dsp:nvSpPr>
      <dsp:spPr>
        <a:xfrm rot="21300000">
          <a:off x="17357" y="1563504"/>
          <a:ext cx="5621403" cy="643735"/>
        </a:xfrm>
        <a:prstGeom prst="mathMinus">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D26877-8555-4478-A81F-6F746BFC8F08}">
      <dsp:nvSpPr>
        <dsp:cNvPr id="0" name=""/>
        <dsp:cNvSpPr/>
      </dsp:nvSpPr>
      <dsp:spPr>
        <a:xfrm>
          <a:off x="678734" y="188537"/>
          <a:ext cx="1696835" cy="1508298"/>
        </a:xfrm>
        <a:prstGeom prst="down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3ED066-07D1-468E-9F00-C2FD4EDA38CD}">
      <dsp:nvSpPr>
        <dsp:cNvPr id="0" name=""/>
        <dsp:cNvSpPr/>
      </dsp:nvSpPr>
      <dsp:spPr>
        <a:xfrm>
          <a:off x="2997742" y="0"/>
          <a:ext cx="1809957" cy="1583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Intranet</a:t>
          </a:r>
        </a:p>
      </dsp:txBody>
      <dsp:txXfrm>
        <a:off x="2997742" y="0"/>
        <a:ext cx="1809957" cy="1583712"/>
      </dsp:txXfrm>
    </dsp:sp>
    <dsp:sp modelId="{F42D7DF9-6ED2-42B4-BE69-6DABB8BE6198}">
      <dsp:nvSpPr>
        <dsp:cNvPr id="0" name=""/>
        <dsp:cNvSpPr/>
      </dsp:nvSpPr>
      <dsp:spPr>
        <a:xfrm>
          <a:off x="3280548" y="2073909"/>
          <a:ext cx="1696835" cy="1508298"/>
        </a:xfrm>
        <a:prstGeom prst="up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04BE54-67EE-46C0-8F81-FE3AD1DEF985}">
      <dsp:nvSpPr>
        <dsp:cNvPr id="0" name=""/>
        <dsp:cNvSpPr/>
      </dsp:nvSpPr>
      <dsp:spPr>
        <a:xfrm>
          <a:off x="848417" y="2187032"/>
          <a:ext cx="1809957" cy="15837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Extranet</a:t>
          </a:r>
        </a:p>
      </dsp:txBody>
      <dsp:txXfrm>
        <a:off x="848417" y="2187032"/>
        <a:ext cx="1809957" cy="158371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7DECF6-6E67-4654-A551-7851C004EAB0}">
      <dsp:nvSpPr>
        <dsp:cNvPr id="0" name=""/>
        <dsp:cNvSpPr/>
      </dsp:nvSpPr>
      <dsp:spPr>
        <a:xfrm>
          <a:off x="206523" y="438"/>
          <a:ext cx="3621504" cy="2172902"/>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Intranet is a computer network which is controlled and administered by a single entity such as company or organization. </a:t>
          </a:r>
        </a:p>
      </dsp:txBody>
      <dsp:txXfrm>
        <a:off x="206523" y="438"/>
        <a:ext cx="3621504" cy="2172902"/>
      </dsp:txXfrm>
    </dsp:sp>
    <dsp:sp modelId="{C90EB799-75D8-45D8-9F82-89D3C34AC5AA}">
      <dsp:nvSpPr>
        <dsp:cNvPr id="0" name=""/>
        <dsp:cNvSpPr/>
      </dsp:nvSpPr>
      <dsp:spPr>
        <a:xfrm>
          <a:off x="4190178" y="438"/>
          <a:ext cx="3621504" cy="2172902"/>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accent2"/>
              </a:solidFill>
            </a:rPr>
            <a:t>In Intranet, external users are not allowed to connect.</a:t>
          </a:r>
        </a:p>
      </dsp:txBody>
      <dsp:txXfrm>
        <a:off x="4190178" y="438"/>
        <a:ext cx="3621504" cy="2172902"/>
      </dsp:txXfrm>
    </dsp:sp>
    <dsp:sp modelId="{97D9C8FD-012F-4BC4-B00D-7C8300BA62B4}">
      <dsp:nvSpPr>
        <dsp:cNvPr id="0" name=""/>
        <dsp:cNvSpPr/>
      </dsp:nvSpPr>
      <dsp:spPr>
        <a:xfrm>
          <a:off x="206523" y="2535491"/>
          <a:ext cx="3621504" cy="2172902"/>
        </a:xfrm>
        <a:prstGeom prst="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accent2"/>
              </a:solidFill>
            </a:rPr>
            <a:t>Usually in this network, proper authorization is required to access any resources. </a:t>
          </a:r>
        </a:p>
      </dsp:txBody>
      <dsp:txXfrm>
        <a:off x="206523" y="2535491"/>
        <a:ext cx="3621504" cy="2172902"/>
      </dsp:txXfrm>
    </dsp:sp>
    <dsp:sp modelId="{9CE8C62A-00E8-4DE2-B54E-4A2C79C531D6}">
      <dsp:nvSpPr>
        <dsp:cNvPr id="0" name=""/>
        <dsp:cNvSpPr/>
      </dsp:nvSpPr>
      <dsp:spPr>
        <a:xfrm>
          <a:off x="4190178" y="2535491"/>
          <a:ext cx="3621504" cy="217290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Further each access is monitored and logged to ensure that only authorized users get access.</a:t>
          </a:r>
        </a:p>
      </dsp:txBody>
      <dsp:txXfrm>
        <a:off x="4190178" y="2535491"/>
        <a:ext cx="3621504" cy="217290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137584-04E8-4BEA-88EA-1B313C8DB83F}">
      <dsp:nvSpPr>
        <dsp:cNvPr id="0" name=""/>
        <dsp:cNvSpPr/>
      </dsp:nvSpPr>
      <dsp:spPr>
        <a:xfrm>
          <a:off x="0" y="0"/>
          <a:ext cx="4085304" cy="4085304"/>
        </a:xfrm>
        <a:prstGeom prst="pie">
          <a:avLst>
            <a:gd name="adj1" fmla="val 5400000"/>
            <a:gd name="adj2" fmla="val 1620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C2CFE8-D7B5-4DEF-A143-BE2D973D839E}">
      <dsp:nvSpPr>
        <dsp:cNvPr id="0" name=""/>
        <dsp:cNvSpPr/>
      </dsp:nvSpPr>
      <dsp:spPr>
        <a:xfrm>
          <a:off x="2042652" y="0"/>
          <a:ext cx="5651090" cy="4085304"/>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An Extranet is an extended Intranet where external users are allowed to access a small portion of network.</a:t>
          </a:r>
        </a:p>
      </dsp:txBody>
      <dsp:txXfrm>
        <a:off x="2042652" y="0"/>
        <a:ext cx="5651090" cy="1940519"/>
      </dsp:txXfrm>
    </dsp:sp>
    <dsp:sp modelId="{01932DAA-A9D1-4B1D-BE0D-B4E48FA7866F}">
      <dsp:nvSpPr>
        <dsp:cNvPr id="0" name=""/>
        <dsp:cNvSpPr/>
      </dsp:nvSpPr>
      <dsp:spPr>
        <a:xfrm>
          <a:off x="1072392" y="1940519"/>
          <a:ext cx="1940519" cy="1940519"/>
        </a:xfrm>
        <a:prstGeom prst="pie">
          <a:avLst>
            <a:gd name="adj1" fmla="val 5400000"/>
            <a:gd name="adj2" fmla="val 16200000"/>
          </a:avLst>
        </a:prstGeom>
        <a:solidFill>
          <a:schemeClr val="accent2">
            <a:hueOff val="-11713"/>
            <a:satOff val="0"/>
            <a:lumOff val="60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2A89CD-3F05-4DB5-BE82-B9CF8232D552}">
      <dsp:nvSpPr>
        <dsp:cNvPr id="0" name=""/>
        <dsp:cNvSpPr/>
      </dsp:nvSpPr>
      <dsp:spPr>
        <a:xfrm>
          <a:off x="2042652" y="1940519"/>
          <a:ext cx="5651090" cy="1940519"/>
        </a:xfrm>
        <a:prstGeom prst="rect">
          <a:avLst/>
        </a:prstGeom>
        <a:solidFill>
          <a:schemeClr val="lt1">
            <a:alpha val="90000"/>
            <a:hueOff val="0"/>
            <a:satOff val="0"/>
            <a:lumOff val="0"/>
            <a:alphaOff val="0"/>
          </a:schemeClr>
        </a:solidFill>
        <a:ln w="25400" cap="flat" cmpd="sng" algn="ctr">
          <a:solidFill>
            <a:schemeClr val="accent2">
              <a:hueOff val="-11713"/>
              <a:satOff val="0"/>
              <a:lumOff val="60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Normally this access is filtered and secured by several security implementations on both hardware and software levels.</a:t>
          </a:r>
        </a:p>
      </dsp:txBody>
      <dsp:txXfrm>
        <a:off x="2042652" y="1940519"/>
        <a:ext cx="5651090" cy="194051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F6A6F-94AA-450D-8786-7903697C8354}">
      <dsp:nvSpPr>
        <dsp:cNvPr id="0" name=""/>
        <dsp:cNvSpPr/>
      </dsp:nvSpPr>
      <dsp:spPr>
        <a:xfrm>
          <a:off x="0" y="738791"/>
          <a:ext cx="6350579" cy="2540231"/>
        </a:xfrm>
        <a:prstGeom prst="leftRightRibb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22DE60-3516-481F-A6A2-4B64DD1ACC35}">
      <dsp:nvSpPr>
        <dsp:cNvPr id="0" name=""/>
        <dsp:cNvSpPr/>
      </dsp:nvSpPr>
      <dsp:spPr>
        <a:xfrm>
          <a:off x="762069" y="1183332"/>
          <a:ext cx="2095691" cy="124471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7348" rIns="0" bIns="125730" numCol="1" spcCol="1270" anchor="ctr" anchorCtr="0">
          <a:noAutofit/>
        </a:bodyPr>
        <a:lstStyle/>
        <a:p>
          <a:pPr marL="0" lvl="0" indent="0" algn="ctr" defTabSz="1466850">
            <a:lnSpc>
              <a:spcPct val="90000"/>
            </a:lnSpc>
            <a:spcBef>
              <a:spcPct val="0"/>
            </a:spcBef>
            <a:spcAft>
              <a:spcPct val="35000"/>
            </a:spcAft>
            <a:buNone/>
          </a:pPr>
          <a:r>
            <a:rPr lang="en-US" sz="3300" kern="1200"/>
            <a:t>VPN</a:t>
          </a:r>
        </a:p>
      </dsp:txBody>
      <dsp:txXfrm>
        <a:off x="762069" y="1183332"/>
        <a:ext cx="2095691" cy="1244713"/>
      </dsp:txXfrm>
    </dsp:sp>
    <dsp:sp modelId="{470F9B8A-8296-47B7-8031-E7DAA48E9AB4}">
      <dsp:nvSpPr>
        <dsp:cNvPr id="0" name=""/>
        <dsp:cNvSpPr/>
      </dsp:nvSpPr>
      <dsp:spPr>
        <a:xfrm>
          <a:off x="3175289" y="1589769"/>
          <a:ext cx="2476725" cy="124471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7348" rIns="0" bIns="125730" numCol="1" spcCol="1270" anchor="ctr" anchorCtr="0">
          <a:noAutofit/>
        </a:bodyPr>
        <a:lstStyle/>
        <a:p>
          <a:pPr marL="0" lvl="0" indent="0" algn="ctr" defTabSz="1466850">
            <a:lnSpc>
              <a:spcPct val="90000"/>
            </a:lnSpc>
            <a:spcBef>
              <a:spcPct val="0"/>
            </a:spcBef>
            <a:spcAft>
              <a:spcPct val="35000"/>
            </a:spcAft>
            <a:buNone/>
          </a:pPr>
          <a:r>
            <a:rPr lang="en-US" sz="3300" kern="1200"/>
            <a:t>Client/Server</a:t>
          </a:r>
        </a:p>
      </dsp:txBody>
      <dsp:txXfrm>
        <a:off x="3175289" y="1589769"/>
        <a:ext cx="2476725" cy="1244713"/>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116110-7727-4F56-917A-572C4F811969}">
      <dsp:nvSpPr>
        <dsp:cNvPr id="0" name=""/>
        <dsp:cNvSpPr/>
      </dsp:nvSpPr>
      <dsp:spPr>
        <a:xfrm>
          <a:off x="985" y="1048411"/>
          <a:ext cx="3845347" cy="2307208"/>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t>VPN is a mechanism of employing encryption, authentication, and integrity protection to use a public network as if it is a private network. It offers a high amount of security and allows users to remotely access private networks.</a:t>
          </a:r>
          <a:endParaRPr lang="en-US" sz="1900" kern="1200"/>
        </a:p>
      </dsp:txBody>
      <dsp:txXfrm>
        <a:off x="985" y="1048411"/>
        <a:ext cx="3845347" cy="2307208"/>
      </dsp:txXfrm>
    </dsp:sp>
    <dsp:sp modelId="{69E39316-C2BA-4E74-8BFB-5C8F1BE7F61D}">
      <dsp:nvSpPr>
        <dsp:cNvPr id="0" name=""/>
        <dsp:cNvSpPr/>
      </dsp:nvSpPr>
      <dsp:spPr>
        <a:xfrm>
          <a:off x="4230867" y="1048411"/>
          <a:ext cx="3845347" cy="2307208"/>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t>A Virtual Private Network is a way to extend a private network using a public network such as the Internet. The name only suggests that it is a “Virtual Private Network”, i.e. user can be part of a local network sitting at a remote location.</a:t>
          </a:r>
          <a:endParaRPr lang="en-US" sz="1900" kern="1200"/>
        </a:p>
      </dsp:txBody>
      <dsp:txXfrm>
        <a:off x="4230867" y="1048411"/>
        <a:ext cx="3845347" cy="2307208"/>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FE69F-4F9D-4696-BA78-30566120679C}">
      <dsp:nvSpPr>
        <dsp:cNvPr id="0" name=""/>
        <dsp:cNvSpPr/>
      </dsp:nvSpPr>
      <dsp:spPr>
        <a:xfrm>
          <a:off x="0" y="0"/>
          <a:ext cx="4612661" cy="4612661"/>
        </a:xfrm>
        <a:prstGeom prst="pie">
          <a:avLst>
            <a:gd name="adj1" fmla="val 5400000"/>
            <a:gd name="adj2" fmla="val 1620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A4832F-CED8-407B-9DB9-2A6853CE27C0}">
      <dsp:nvSpPr>
        <dsp:cNvPr id="0" name=""/>
        <dsp:cNvSpPr/>
      </dsp:nvSpPr>
      <dsp:spPr>
        <a:xfrm>
          <a:off x="2306330" y="0"/>
          <a:ext cx="6232985" cy="4612661"/>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In a client/server network a dedicated computer known as server provides sharing resources. All other computers know as clients are used to access the shared resources.</a:t>
          </a:r>
        </a:p>
      </dsp:txBody>
      <dsp:txXfrm>
        <a:off x="2306330" y="0"/>
        <a:ext cx="6232985" cy="1383801"/>
      </dsp:txXfrm>
    </dsp:sp>
    <dsp:sp modelId="{EA434674-CE7F-4D67-8165-18CFDEE207B5}">
      <dsp:nvSpPr>
        <dsp:cNvPr id="0" name=""/>
        <dsp:cNvSpPr/>
      </dsp:nvSpPr>
      <dsp:spPr>
        <a:xfrm>
          <a:off x="807217" y="1383801"/>
          <a:ext cx="2998227" cy="2998227"/>
        </a:xfrm>
        <a:prstGeom prst="pie">
          <a:avLst>
            <a:gd name="adj1" fmla="val 5400000"/>
            <a:gd name="adj2" fmla="val 16200000"/>
          </a:avLst>
        </a:prstGeom>
        <a:solidFill>
          <a:schemeClr val="accent2">
            <a:hueOff val="-5857"/>
            <a:satOff val="0"/>
            <a:lumOff val="3039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9715D7-1E08-42D8-9E3F-ECD15EF95D27}">
      <dsp:nvSpPr>
        <dsp:cNvPr id="0" name=""/>
        <dsp:cNvSpPr/>
      </dsp:nvSpPr>
      <dsp:spPr>
        <a:xfrm>
          <a:off x="2306330" y="1383801"/>
          <a:ext cx="6232985" cy="2998227"/>
        </a:xfrm>
        <a:prstGeom prst="rect">
          <a:avLst/>
        </a:prstGeom>
        <a:solidFill>
          <a:schemeClr val="lt1">
            <a:alpha val="90000"/>
            <a:hueOff val="0"/>
            <a:satOff val="0"/>
            <a:lumOff val="0"/>
            <a:alphaOff val="0"/>
          </a:schemeClr>
        </a:solidFill>
        <a:ln w="25400" cap="flat" cmpd="sng" algn="ctr">
          <a:solidFill>
            <a:schemeClr val="accent2">
              <a:hueOff val="-5857"/>
              <a:satOff val="0"/>
              <a:lumOff val="303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This type of network is commonly used in company environment. It provides great security features but requires special hardware and software to setup.</a:t>
          </a:r>
        </a:p>
      </dsp:txBody>
      <dsp:txXfrm>
        <a:off x="2306330" y="1383801"/>
        <a:ext cx="6232985" cy="1383796"/>
      </dsp:txXfrm>
    </dsp:sp>
    <dsp:sp modelId="{5ACE18CD-DFB5-4F44-9A93-F99FBD320593}">
      <dsp:nvSpPr>
        <dsp:cNvPr id="0" name=""/>
        <dsp:cNvSpPr/>
      </dsp:nvSpPr>
      <dsp:spPr>
        <a:xfrm>
          <a:off x="1614432" y="2767598"/>
          <a:ext cx="1383797" cy="1383797"/>
        </a:xfrm>
        <a:prstGeom prst="pie">
          <a:avLst>
            <a:gd name="adj1" fmla="val 5400000"/>
            <a:gd name="adj2" fmla="val 16200000"/>
          </a:avLst>
        </a:prstGeom>
        <a:solidFill>
          <a:schemeClr val="accent2">
            <a:hueOff val="-11713"/>
            <a:satOff val="0"/>
            <a:lumOff val="60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6726B8-519A-46A0-8511-50F97312660C}">
      <dsp:nvSpPr>
        <dsp:cNvPr id="0" name=""/>
        <dsp:cNvSpPr/>
      </dsp:nvSpPr>
      <dsp:spPr>
        <a:xfrm>
          <a:off x="2306330" y="2767598"/>
          <a:ext cx="6232985" cy="1383797"/>
        </a:xfrm>
        <a:prstGeom prst="rect">
          <a:avLst/>
        </a:prstGeom>
        <a:solidFill>
          <a:schemeClr val="lt1">
            <a:alpha val="90000"/>
            <a:hueOff val="0"/>
            <a:satOff val="0"/>
            <a:lumOff val="0"/>
            <a:alphaOff val="0"/>
          </a:schemeClr>
        </a:solidFill>
        <a:ln w="25400" cap="flat" cmpd="sng" algn="ctr">
          <a:solidFill>
            <a:schemeClr val="accent2">
              <a:hueOff val="-11713"/>
              <a:satOff val="0"/>
              <a:lumOff val="60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In the client-server architecture, when the client computer sends a request for data to the server through the internet, the server accepts the requested process and delivers the data packets requested back to the client</a:t>
          </a:r>
          <a:br>
            <a:rPr lang="en-US" sz="1800" kern="1200"/>
          </a:br>
          <a:endParaRPr lang="en-US" sz="1800" kern="1200"/>
        </a:p>
      </dsp:txBody>
      <dsp:txXfrm>
        <a:off x="2306330" y="2767598"/>
        <a:ext cx="6232985" cy="1383797"/>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C28D34-89DE-4348-A231-E1A4BE2F1777}">
      <dsp:nvSpPr>
        <dsp:cNvPr id="0" name=""/>
        <dsp:cNvSpPr/>
      </dsp:nvSpPr>
      <dsp:spPr>
        <a:xfrm>
          <a:off x="-5260750" y="-806082"/>
          <a:ext cx="6267292" cy="6267292"/>
        </a:xfrm>
        <a:prstGeom prst="blockArc">
          <a:avLst>
            <a:gd name="adj1" fmla="val 18900000"/>
            <a:gd name="adj2" fmla="val 2700000"/>
            <a:gd name="adj3" fmla="val 345"/>
          </a:avLst>
        </a:prstGeom>
        <a:noFill/>
        <a:ln w="25400" cap="flat" cmpd="sng" algn="ctr">
          <a:solidFill>
            <a:schemeClr val="accent1">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E94DE7-C9E2-4F73-8167-5ADEC0CA1743}">
      <dsp:nvSpPr>
        <dsp:cNvPr id="0" name=""/>
        <dsp:cNvSpPr/>
      </dsp:nvSpPr>
      <dsp:spPr>
        <a:xfrm>
          <a:off x="326557" y="211622"/>
          <a:ext cx="6959400" cy="423058"/>
        </a:xfrm>
        <a:prstGeom prst="rect">
          <a:avLst/>
        </a:prstGeom>
        <a:solidFill>
          <a:schemeClr val="accent1">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35802"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a:t>Easy Sharing of Data &amp; Hardware Resources</a:t>
          </a:r>
        </a:p>
      </dsp:txBody>
      <dsp:txXfrm>
        <a:off x="326557" y="211622"/>
        <a:ext cx="6959400" cy="423058"/>
      </dsp:txXfrm>
    </dsp:sp>
    <dsp:sp modelId="{E3B19050-1D8F-450C-B6CD-7E9ACE310468}">
      <dsp:nvSpPr>
        <dsp:cNvPr id="0" name=""/>
        <dsp:cNvSpPr/>
      </dsp:nvSpPr>
      <dsp:spPr>
        <a:xfrm>
          <a:off x="62145" y="158739"/>
          <a:ext cx="528822" cy="528822"/>
        </a:xfrm>
        <a:prstGeom prst="ellipse">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131B80-2C16-4F71-A07A-1622AF9329AA}">
      <dsp:nvSpPr>
        <dsp:cNvPr id="0" name=""/>
        <dsp:cNvSpPr/>
      </dsp:nvSpPr>
      <dsp:spPr>
        <a:xfrm>
          <a:off x="709674" y="846581"/>
          <a:ext cx="6576283" cy="423058"/>
        </a:xfrm>
        <a:prstGeom prst="rect">
          <a:avLst/>
        </a:prstGeom>
        <a:solidFill>
          <a:schemeClr val="accent1">
            <a:shade val="80000"/>
            <a:hueOff val="115291"/>
            <a:satOff val="-15194"/>
            <a:lumOff val="747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35802"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a:t>Easy Sharing of Software</a:t>
          </a:r>
        </a:p>
      </dsp:txBody>
      <dsp:txXfrm>
        <a:off x="709674" y="846581"/>
        <a:ext cx="6576283" cy="423058"/>
      </dsp:txXfrm>
    </dsp:sp>
    <dsp:sp modelId="{BAA390F1-8A60-496A-BBFB-71A1C6AD1BE2}">
      <dsp:nvSpPr>
        <dsp:cNvPr id="0" name=""/>
        <dsp:cNvSpPr/>
      </dsp:nvSpPr>
      <dsp:spPr>
        <a:xfrm>
          <a:off x="445262" y="793699"/>
          <a:ext cx="528822" cy="528822"/>
        </a:xfrm>
        <a:prstGeom prst="ellipse">
          <a:avLst/>
        </a:prstGeom>
        <a:solidFill>
          <a:schemeClr val="lt1">
            <a:hueOff val="0"/>
            <a:satOff val="0"/>
            <a:lumOff val="0"/>
            <a:alphaOff val="0"/>
          </a:schemeClr>
        </a:solidFill>
        <a:ln w="25400" cap="flat" cmpd="sng" algn="ctr">
          <a:solidFill>
            <a:schemeClr val="accent1">
              <a:shade val="80000"/>
              <a:hueOff val="115291"/>
              <a:satOff val="-15194"/>
              <a:lumOff val="7476"/>
              <a:alphaOff val="0"/>
            </a:schemeClr>
          </a:solidFill>
          <a:prstDash val="solid"/>
        </a:ln>
        <a:effectLst/>
      </dsp:spPr>
      <dsp:style>
        <a:lnRef idx="2">
          <a:scrgbClr r="0" g="0" b="0"/>
        </a:lnRef>
        <a:fillRef idx="1">
          <a:scrgbClr r="0" g="0" b="0"/>
        </a:fillRef>
        <a:effectRef idx="0">
          <a:scrgbClr r="0" g="0" b="0"/>
        </a:effectRef>
        <a:fontRef idx="minor"/>
      </dsp:style>
    </dsp:sp>
    <dsp:sp modelId="{7744E175-BD3F-49BB-89BF-E9C5CF041466}">
      <dsp:nvSpPr>
        <dsp:cNvPr id="0" name=""/>
        <dsp:cNvSpPr/>
      </dsp:nvSpPr>
      <dsp:spPr>
        <a:xfrm>
          <a:off x="919620" y="1481075"/>
          <a:ext cx="6366337" cy="423058"/>
        </a:xfrm>
        <a:prstGeom prst="rect">
          <a:avLst/>
        </a:prstGeom>
        <a:solidFill>
          <a:schemeClr val="accent1">
            <a:shade val="80000"/>
            <a:hueOff val="230581"/>
            <a:satOff val="-30388"/>
            <a:lumOff val="14951"/>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35802"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a:t>Easy to Decentralize Data Processing</a:t>
          </a:r>
        </a:p>
      </dsp:txBody>
      <dsp:txXfrm>
        <a:off x="919620" y="1481075"/>
        <a:ext cx="6366337" cy="423058"/>
      </dsp:txXfrm>
    </dsp:sp>
    <dsp:sp modelId="{DC47E58A-E0EC-4C75-B286-2C70CE471B22}">
      <dsp:nvSpPr>
        <dsp:cNvPr id="0" name=""/>
        <dsp:cNvSpPr/>
      </dsp:nvSpPr>
      <dsp:spPr>
        <a:xfrm>
          <a:off x="655209" y="1428193"/>
          <a:ext cx="528822" cy="528822"/>
        </a:xfrm>
        <a:prstGeom prst="ellipse">
          <a:avLst/>
        </a:prstGeom>
        <a:solidFill>
          <a:schemeClr val="lt1">
            <a:hueOff val="0"/>
            <a:satOff val="0"/>
            <a:lumOff val="0"/>
            <a:alphaOff val="0"/>
          </a:schemeClr>
        </a:solidFill>
        <a:ln w="25400" cap="flat" cmpd="sng" algn="ctr">
          <a:solidFill>
            <a:schemeClr val="accent1">
              <a:shade val="80000"/>
              <a:hueOff val="230581"/>
              <a:satOff val="-30388"/>
              <a:lumOff val="14951"/>
              <a:alphaOff val="0"/>
            </a:schemeClr>
          </a:solidFill>
          <a:prstDash val="solid"/>
        </a:ln>
        <a:effectLst/>
      </dsp:spPr>
      <dsp:style>
        <a:lnRef idx="2">
          <a:scrgbClr r="0" g="0" b="0"/>
        </a:lnRef>
        <a:fillRef idx="1">
          <a:scrgbClr r="0" g="0" b="0"/>
        </a:fillRef>
        <a:effectRef idx="0">
          <a:scrgbClr r="0" g="0" b="0"/>
        </a:effectRef>
        <a:fontRef idx="minor"/>
      </dsp:style>
    </dsp:sp>
    <dsp:sp modelId="{4D545CF2-3C14-4406-9655-9CCB06B88C95}">
      <dsp:nvSpPr>
        <dsp:cNvPr id="0" name=""/>
        <dsp:cNvSpPr/>
      </dsp:nvSpPr>
      <dsp:spPr>
        <a:xfrm>
          <a:off x="986654" y="2116034"/>
          <a:ext cx="6299303" cy="423058"/>
        </a:xfrm>
        <a:prstGeom prst="rect">
          <a:avLst/>
        </a:prstGeom>
        <a:solidFill>
          <a:schemeClr val="accent1">
            <a:shade val="80000"/>
            <a:hueOff val="345872"/>
            <a:satOff val="-45582"/>
            <a:lumOff val="2242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35802"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a:t>Easy to Communicate</a:t>
          </a:r>
        </a:p>
      </dsp:txBody>
      <dsp:txXfrm>
        <a:off x="986654" y="2116034"/>
        <a:ext cx="6299303" cy="423058"/>
      </dsp:txXfrm>
    </dsp:sp>
    <dsp:sp modelId="{775431AF-C741-4882-9A48-AE613B00C9FC}">
      <dsp:nvSpPr>
        <dsp:cNvPr id="0" name=""/>
        <dsp:cNvSpPr/>
      </dsp:nvSpPr>
      <dsp:spPr>
        <a:xfrm>
          <a:off x="722243" y="2063152"/>
          <a:ext cx="528822" cy="528822"/>
        </a:xfrm>
        <a:prstGeom prst="ellipse">
          <a:avLst/>
        </a:prstGeom>
        <a:solidFill>
          <a:schemeClr val="lt1">
            <a:hueOff val="0"/>
            <a:satOff val="0"/>
            <a:lumOff val="0"/>
            <a:alphaOff val="0"/>
          </a:schemeClr>
        </a:solidFill>
        <a:ln w="25400" cap="flat" cmpd="sng" algn="ctr">
          <a:solidFill>
            <a:schemeClr val="accent1">
              <a:shade val="80000"/>
              <a:hueOff val="345872"/>
              <a:satOff val="-45582"/>
              <a:lumOff val="22427"/>
              <a:alphaOff val="0"/>
            </a:schemeClr>
          </a:solidFill>
          <a:prstDash val="solid"/>
        </a:ln>
        <a:effectLst/>
      </dsp:spPr>
      <dsp:style>
        <a:lnRef idx="2">
          <a:scrgbClr r="0" g="0" b="0"/>
        </a:lnRef>
        <a:fillRef idx="1">
          <a:scrgbClr r="0" g="0" b="0"/>
        </a:fillRef>
        <a:effectRef idx="0">
          <a:scrgbClr r="0" g="0" b="0"/>
        </a:effectRef>
        <a:fontRef idx="minor"/>
      </dsp:style>
    </dsp:sp>
    <dsp:sp modelId="{05AF7382-F247-44F3-98A6-4DCCA31F31EE}">
      <dsp:nvSpPr>
        <dsp:cNvPr id="0" name=""/>
        <dsp:cNvSpPr/>
      </dsp:nvSpPr>
      <dsp:spPr>
        <a:xfrm>
          <a:off x="919620" y="2750994"/>
          <a:ext cx="6366337" cy="423058"/>
        </a:xfrm>
        <a:prstGeom prst="rect">
          <a:avLst/>
        </a:prstGeom>
        <a:solidFill>
          <a:schemeClr val="accent1">
            <a:shade val="80000"/>
            <a:hueOff val="461163"/>
            <a:satOff val="-60776"/>
            <a:lumOff val="2990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35802"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a:t>Improve Storage Efficiency and Volume</a:t>
          </a:r>
        </a:p>
      </dsp:txBody>
      <dsp:txXfrm>
        <a:off x="919620" y="2750994"/>
        <a:ext cx="6366337" cy="423058"/>
      </dsp:txXfrm>
    </dsp:sp>
    <dsp:sp modelId="{A4240154-DA29-4E59-90B8-4DB9DD1AD196}">
      <dsp:nvSpPr>
        <dsp:cNvPr id="0" name=""/>
        <dsp:cNvSpPr/>
      </dsp:nvSpPr>
      <dsp:spPr>
        <a:xfrm>
          <a:off x="655209" y="2698112"/>
          <a:ext cx="528822" cy="528822"/>
        </a:xfrm>
        <a:prstGeom prst="ellipse">
          <a:avLst/>
        </a:prstGeom>
        <a:solidFill>
          <a:schemeClr val="lt1">
            <a:hueOff val="0"/>
            <a:satOff val="0"/>
            <a:lumOff val="0"/>
            <a:alphaOff val="0"/>
          </a:schemeClr>
        </a:solidFill>
        <a:ln w="25400" cap="flat" cmpd="sng" algn="ctr">
          <a:solidFill>
            <a:schemeClr val="accent1">
              <a:shade val="80000"/>
              <a:hueOff val="461163"/>
              <a:satOff val="-60776"/>
              <a:lumOff val="29903"/>
              <a:alphaOff val="0"/>
            </a:schemeClr>
          </a:solidFill>
          <a:prstDash val="solid"/>
        </a:ln>
        <a:effectLst/>
      </dsp:spPr>
      <dsp:style>
        <a:lnRef idx="2">
          <a:scrgbClr r="0" g="0" b="0"/>
        </a:lnRef>
        <a:fillRef idx="1">
          <a:scrgbClr r="0" g="0" b="0"/>
        </a:fillRef>
        <a:effectRef idx="0">
          <a:scrgbClr r="0" g="0" b="0"/>
        </a:effectRef>
        <a:fontRef idx="minor"/>
      </dsp:style>
    </dsp:sp>
    <dsp:sp modelId="{F2AB8C35-BE99-4B50-B73F-DC9401D0170D}">
      <dsp:nvSpPr>
        <dsp:cNvPr id="0" name=""/>
        <dsp:cNvSpPr/>
      </dsp:nvSpPr>
      <dsp:spPr>
        <a:xfrm>
          <a:off x="709674" y="3385488"/>
          <a:ext cx="6576283" cy="423058"/>
        </a:xfrm>
        <a:prstGeom prst="rect">
          <a:avLst/>
        </a:prstGeom>
        <a:solidFill>
          <a:schemeClr val="accent1">
            <a:shade val="80000"/>
            <a:hueOff val="576453"/>
            <a:satOff val="-75970"/>
            <a:lumOff val="3737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35802"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a:t>Cut Cost on Software</a:t>
          </a:r>
        </a:p>
      </dsp:txBody>
      <dsp:txXfrm>
        <a:off x="709674" y="3385488"/>
        <a:ext cx="6576283" cy="423058"/>
      </dsp:txXfrm>
    </dsp:sp>
    <dsp:sp modelId="{3A1C773B-FA16-4DF4-87F1-2D200C84F7B6}">
      <dsp:nvSpPr>
        <dsp:cNvPr id="0" name=""/>
        <dsp:cNvSpPr/>
      </dsp:nvSpPr>
      <dsp:spPr>
        <a:xfrm>
          <a:off x="445262" y="3332606"/>
          <a:ext cx="528822" cy="528822"/>
        </a:xfrm>
        <a:prstGeom prst="ellipse">
          <a:avLst/>
        </a:prstGeom>
        <a:solidFill>
          <a:schemeClr val="lt1">
            <a:hueOff val="0"/>
            <a:satOff val="0"/>
            <a:lumOff val="0"/>
            <a:alphaOff val="0"/>
          </a:schemeClr>
        </a:solidFill>
        <a:ln w="25400" cap="flat" cmpd="sng" algn="ctr">
          <a:solidFill>
            <a:schemeClr val="accent1">
              <a:shade val="80000"/>
              <a:hueOff val="576453"/>
              <a:satOff val="-75970"/>
              <a:lumOff val="37378"/>
              <a:alphaOff val="0"/>
            </a:schemeClr>
          </a:solidFill>
          <a:prstDash val="solid"/>
        </a:ln>
        <a:effectLst/>
      </dsp:spPr>
      <dsp:style>
        <a:lnRef idx="2">
          <a:scrgbClr r="0" g="0" b="0"/>
        </a:lnRef>
        <a:fillRef idx="1">
          <a:scrgbClr r="0" g="0" b="0"/>
        </a:fillRef>
        <a:effectRef idx="0">
          <a:scrgbClr r="0" g="0" b="0"/>
        </a:effectRef>
        <a:fontRef idx="minor"/>
      </dsp:style>
    </dsp:sp>
    <dsp:sp modelId="{6F64121D-DF01-4E4A-B9A2-6A74FD0CF55B}">
      <dsp:nvSpPr>
        <dsp:cNvPr id="0" name=""/>
        <dsp:cNvSpPr/>
      </dsp:nvSpPr>
      <dsp:spPr>
        <a:xfrm>
          <a:off x="326557" y="4020447"/>
          <a:ext cx="6959400" cy="423058"/>
        </a:xfrm>
        <a:prstGeom prst="rect">
          <a:avLst/>
        </a:prstGeom>
        <a:solidFill>
          <a:schemeClr val="accent1">
            <a:shade val="80000"/>
            <a:hueOff val="691744"/>
            <a:satOff val="-91164"/>
            <a:lumOff val="4485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35802"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a:t>Secure Valuable Information</a:t>
          </a:r>
        </a:p>
      </dsp:txBody>
      <dsp:txXfrm>
        <a:off x="326557" y="4020447"/>
        <a:ext cx="6959400" cy="423058"/>
      </dsp:txXfrm>
    </dsp:sp>
    <dsp:sp modelId="{39EDF904-11DF-446E-9EA0-85DCC2FF269C}">
      <dsp:nvSpPr>
        <dsp:cNvPr id="0" name=""/>
        <dsp:cNvSpPr/>
      </dsp:nvSpPr>
      <dsp:spPr>
        <a:xfrm>
          <a:off x="62145" y="3967565"/>
          <a:ext cx="528822" cy="528822"/>
        </a:xfrm>
        <a:prstGeom prst="ellipse">
          <a:avLst/>
        </a:prstGeom>
        <a:solidFill>
          <a:schemeClr val="lt1">
            <a:hueOff val="0"/>
            <a:satOff val="0"/>
            <a:lumOff val="0"/>
            <a:alphaOff val="0"/>
          </a:schemeClr>
        </a:solidFill>
        <a:ln w="25400" cap="flat" cmpd="sng" algn="ctr">
          <a:solidFill>
            <a:schemeClr val="accent1">
              <a:shade val="80000"/>
              <a:hueOff val="691744"/>
              <a:satOff val="-91164"/>
              <a:lumOff val="44854"/>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3B8DD4-A58A-4BDB-AEB4-0A857FBC295E}">
      <dsp:nvSpPr>
        <dsp:cNvPr id="0" name=""/>
        <dsp:cNvSpPr/>
      </dsp:nvSpPr>
      <dsp:spPr>
        <a:xfrm>
          <a:off x="0" y="584"/>
          <a:ext cx="8372168"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6287AB04-1F49-4F0F-A73D-BAC76C6CFA92}">
      <dsp:nvSpPr>
        <dsp:cNvPr id="0" name=""/>
        <dsp:cNvSpPr/>
      </dsp:nvSpPr>
      <dsp:spPr>
        <a:xfrm>
          <a:off x="0" y="41065"/>
          <a:ext cx="1674433" cy="958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i="0" kern="1200"/>
            <a:t>Firewalls: </a:t>
          </a:r>
          <a:endParaRPr lang="en-US" sz="1600" kern="1200"/>
        </a:p>
      </dsp:txBody>
      <dsp:txXfrm>
        <a:off x="0" y="41065"/>
        <a:ext cx="1674433" cy="958120"/>
      </dsp:txXfrm>
    </dsp:sp>
    <dsp:sp modelId="{1DEF5304-8C9C-4810-B351-FE5C89D3C623}">
      <dsp:nvSpPr>
        <dsp:cNvPr id="0" name=""/>
        <dsp:cNvSpPr/>
      </dsp:nvSpPr>
      <dsp:spPr>
        <a:xfrm>
          <a:off x="1800016" y="44093"/>
          <a:ext cx="6572151" cy="87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0" i="0" kern="1200"/>
            <a:t>Devices or software that monitor and control incoming and outgoing network traffic based on security rules.</a:t>
          </a:r>
          <a:endParaRPr lang="en-US" sz="1800" kern="1200"/>
        </a:p>
      </dsp:txBody>
      <dsp:txXfrm>
        <a:off x="1800016" y="44093"/>
        <a:ext cx="6572151" cy="870168"/>
      </dsp:txXfrm>
    </dsp:sp>
    <dsp:sp modelId="{E6CF56B0-0C93-4356-9DCA-BF8684C6ECDE}">
      <dsp:nvSpPr>
        <dsp:cNvPr id="0" name=""/>
        <dsp:cNvSpPr/>
      </dsp:nvSpPr>
      <dsp:spPr>
        <a:xfrm>
          <a:off x="1674433" y="914261"/>
          <a:ext cx="669773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3076EB3-C93E-4C60-ABE9-283841CC951F}">
      <dsp:nvSpPr>
        <dsp:cNvPr id="0" name=""/>
        <dsp:cNvSpPr/>
      </dsp:nvSpPr>
      <dsp:spPr>
        <a:xfrm>
          <a:off x="0" y="958705"/>
          <a:ext cx="8372168"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88497BFE-B035-4501-BF9E-3ABEE438F43B}">
      <dsp:nvSpPr>
        <dsp:cNvPr id="0" name=""/>
        <dsp:cNvSpPr/>
      </dsp:nvSpPr>
      <dsp:spPr>
        <a:xfrm>
          <a:off x="0" y="958705"/>
          <a:ext cx="1674433" cy="958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a:t>Encryption:</a:t>
          </a:r>
          <a:r>
            <a:rPr lang="en-US" sz="1600" b="0" i="0" kern="1200"/>
            <a:t> </a:t>
          </a:r>
        </a:p>
      </dsp:txBody>
      <dsp:txXfrm>
        <a:off x="0" y="958705"/>
        <a:ext cx="1674433" cy="958120"/>
      </dsp:txXfrm>
    </dsp:sp>
    <dsp:sp modelId="{1F90655B-CA98-4C92-B78A-5504CA228DC7}">
      <dsp:nvSpPr>
        <dsp:cNvPr id="0" name=""/>
        <dsp:cNvSpPr/>
      </dsp:nvSpPr>
      <dsp:spPr>
        <a:xfrm>
          <a:off x="1800016" y="1002214"/>
          <a:ext cx="6572151" cy="87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0" i="0" kern="1200"/>
            <a:t>The process of encoding data to prevent unauthorized access. Commonly used in VPNs, HTTPS, and secure email.</a:t>
          </a:r>
        </a:p>
      </dsp:txBody>
      <dsp:txXfrm>
        <a:off x="1800016" y="1002214"/>
        <a:ext cx="6572151" cy="870168"/>
      </dsp:txXfrm>
    </dsp:sp>
    <dsp:sp modelId="{18F9B900-D511-4B4A-95D8-F5D67733634E}">
      <dsp:nvSpPr>
        <dsp:cNvPr id="0" name=""/>
        <dsp:cNvSpPr/>
      </dsp:nvSpPr>
      <dsp:spPr>
        <a:xfrm>
          <a:off x="1674433" y="1872382"/>
          <a:ext cx="669773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4F984E02-9D88-472C-9F66-72DB7C17AAC6}">
      <dsp:nvSpPr>
        <dsp:cNvPr id="0" name=""/>
        <dsp:cNvSpPr/>
      </dsp:nvSpPr>
      <dsp:spPr>
        <a:xfrm>
          <a:off x="0" y="1916826"/>
          <a:ext cx="8372168"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03FC2FD-BBA2-493A-930C-5A4E68537186}">
      <dsp:nvSpPr>
        <dsp:cNvPr id="0" name=""/>
        <dsp:cNvSpPr/>
      </dsp:nvSpPr>
      <dsp:spPr>
        <a:xfrm>
          <a:off x="0" y="1916826"/>
          <a:ext cx="1674433" cy="958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a:t>Intrusion Detection Systems (IDS):</a:t>
          </a:r>
          <a:r>
            <a:rPr lang="en-US" sz="1600" b="0" i="0" kern="1200"/>
            <a:t> </a:t>
          </a:r>
        </a:p>
      </dsp:txBody>
      <dsp:txXfrm>
        <a:off x="0" y="1916826"/>
        <a:ext cx="1674433" cy="958120"/>
      </dsp:txXfrm>
    </dsp:sp>
    <dsp:sp modelId="{3742C10F-8490-45FA-9C7F-9BBAE850A271}">
      <dsp:nvSpPr>
        <dsp:cNvPr id="0" name=""/>
        <dsp:cNvSpPr/>
      </dsp:nvSpPr>
      <dsp:spPr>
        <a:xfrm>
          <a:off x="1800016" y="1960335"/>
          <a:ext cx="6572151" cy="87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0" i="0" kern="1200"/>
            <a:t>Tools that monitor network traffic for suspicious activity and potential threats.</a:t>
          </a:r>
        </a:p>
      </dsp:txBody>
      <dsp:txXfrm>
        <a:off x="1800016" y="1960335"/>
        <a:ext cx="6572151" cy="870168"/>
      </dsp:txXfrm>
    </dsp:sp>
    <dsp:sp modelId="{640F659F-5C6B-490A-8C44-D88231DDC86E}">
      <dsp:nvSpPr>
        <dsp:cNvPr id="0" name=""/>
        <dsp:cNvSpPr/>
      </dsp:nvSpPr>
      <dsp:spPr>
        <a:xfrm>
          <a:off x="1674433" y="2830503"/>
          <a:ext cx="669773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8A66C467-8CEA-4861-8E34-F50D1B70EAEA}">
      <dsp:nvSpPr>
        <dsp:cNvPr id="0" name=""/>
        <dsp:cNvSpPr/>
      </dsp:nvSpPr>
      <dsp:spPr>
        <a:xfrm>
          <a:off x="0" y="2874947"/>
          <a:ext cx="8372168"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DDFF09BA-87A0-4B95-AFDB-489CF6829808}">
      <dsp:nvSpPr>
        <dsp:cNvPr id="0" name=""/>
        <dsp:cNvSpPr/>
      </dsp:nvSpPr>
      <dsp:spPr>
        <a:xfrm>
          <a:off x="0" y="2874947"/>
          <a:ext cx="1674433" cy="958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a:t>Access Control: </a:t>
          </a:r>
          <a:endParaRPr lang="en-US" sz="1600" b="0" i="0" kern="1200"/>
        </a:p>
      </dsp:txBody>
      <dsp:txXfrm>
        <a:off x="0" y="2874947"/>
        <a:ext cx="1674433" cy="958120"/>
      </dsp:txXfrm>
    </dsp:sp>
    <dsp:sp modelId="{7B8D52E4-9E68-494F-9436-6220ED7074FC}">
      <dsp:nvSpPr>
        <dsp:cNvPr id="0" name=""/>
        <dsp:cNvSpPr/>
      </dsp:nvSpPr>
      <dsp:spPr>
        <a:xfrm>
          <a:off x="1800016" y="2918455"/>
          <a:ext cx="6572151" cy="87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0" i="0" kern="1200"/>
            <a:t>Mechanisms that restrict access to network resources based on user identity and role.</a:t>
          </a:r>
        </a:p>
      </dsp:txBody>
      <dsp:txXfrm>
        <a:off x="1800016" y="2918455"/>
        <a:ext cx="6572151" cy="870168"/>
      </dsp:txXfrm>
    </dsp:sp>
    <dsp:sp modelId="{2AF3F1F2-BFD0-4440-89CA-2D46904E0342}">
      <dsp:nvSpPr>
        <dsp:cNvPr id="0" name=""/>
        <dsp:cNvSpPr/>
      </dsp:nvSpPr>
      <dsp:spPr>
        <a:xfrm>
          <a:off x="1674433" y="3788624"/>
          <a:ext cx="669773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F4D0797E-F671-4F05-A8EE-F130FC16B0BA}">
      <dsp:nvSpPr>
        <dsp:cNvPr id="0" name=""/>
        <dsp:cNvSpPr/>
      </dsp:nvSpPr>
      <dsp:spPr>
        <a:xfrm>
          <a:off x="0" y="3833068"/>
          <a:ext cx="8372168" cy="0"/>
        </a:xfrm>
        <a:prstGeom prst="line">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3326967-6EA2-4E29-8152-681A2F3DD9DA}">
      <dsp:nvSpPr>
        <dsp:cNvPr id="0" name=""/>
        <dsp:cNvSpPr/>
      </dsp:nvSpPr>
      <dsp:spPr>
        <a:xfrm>
          <a:off x="0" y="3833068"/>
          <a:ext cx="1674433" cy="958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a:t>Regular Updates and Patching:</a:t>
          </a:r>
          <a:r>
            <a:rPr lang="en-US" sz="1600" b="0" i="0" kern="1200"/>
            <a:t> </a:t>
          </a:r>
        </a:p>
      </dsp:txBody>
      <dsp:txXfrm>
        <a:off x="0" y="3833068"/>
        <a:ext cx="1674433" cy="958120"/>
      </dsp:txXfrm>
    </dsp:sp>
    <dsp:sp modelId="{8D45E68C-159E-4DE7-9A98-C923AFFD83F4}">
      <dsp:nvSpPr>
        <dsp:cNvPr id="0" name=""/>
        <dsp:cNvSpPr/>
      </dsp:nvSpPr>
      <dsp:spPr>
        <a:xfrm>
          <a:off x="1800016" y="3876576"/>
          <a:ext cx="6572151" cy="870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0" i="0" kern="1200"/>
            <a:t>Keeping software and hardware up to date to protect against vulnerabilities.</a:t>
          </a:r>
        </a:p>
      </dsp:txBody>
      <dsp:txXfrm>
        <a:off x="1800016" y="3876576"/>
        <a:ext cx="6572151" cy="870168"/>
      </dsp:txXfrm>
    </dsp:sp>
    <dsp:sp modelId="{8EF3CBDE-E393-4937-BF98-F793B112EF5E}">
      <dsp:nvSpPr>
        <dsp:cNvPr id="0" name=""/>
        <dsp:cNvSpPr/>
      </dsp:nvSpPr>
      <dsp:spPr>
        <a:xfrm>
          <a:off x="1674433" y="4746744"/>
          <a:ext cx="669773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2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2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9T16:06:19.911"/>
    </inkml:context>
    <inkml:brush xml:id="br0">
      <inkml:brushProperty name="width" value="0.1" units="cm"/>
      <inkml:brushProperty name="height" value="0.1" units="cm"/>
    </inkml:brush>
  </inkml:definitions>
  <inkml:trace contextRef="#ctx0" brushRef="#br0">13794 8290 4287 0 0,'0'7'0'0'0,"0"6"0"0"0,0 1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9T16:06:19.942"/>
    </inkml:context>
    <inkml:brush xml:id="br0">
      <inkml:brushProperty name="width" value="0.1" units="cm"/>
      <inkml:brushProperty name="height" value="0.1" units="cm"/>
    </inkml:brush>
  </inkml:definitions>
  <inkml:trace contextRef="#ctx0" brushRef="#br0">20020 8633 1375 0 0,'4'0'128'0'0,"0"-4"1888"0"0,1-4-1952 0 0,-2-5-64 0 0,-3 0 64 0 0,-4 3-64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9T16:06:33.850"/>
    </inkml:context>
    <inkml:brush xml:id="br0">
      <inkml:brushProperty name="width" value="0.1" units="cm"/>
      <inkml:brushProperty name="height" value="0.1" units="cm"/>
    </inkml:brush>
  </inkml:definitions>
  <inkml:trace contextRef="#ctx0" brushRef="#br0">25876 5980 2815 0 0,'4'0'64'0'0,"4"-3"160"0"0,5 2 448 0 0,3 1 96 0 0,3 4 864 0 0,2 2-928 0 0,0 3 672 0 0,-3 4-704 0 0,-1-1-288 0 0,-3 1-96 0 0,-1-1 0 0 0,1-3 64 0 0,2-3-352 0 0,1-2 0 0 0,2-2-128 0 0,1-5-128 0 0,1-6-704 0 0,-4-4-64 0 0,-1-4-32 0 0,-2-2-512 0 0,-5 1 1568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9T16:06:33.991"/>
    </inkml:context>
    <inkml:brush xml:id="br0">
      <inkml:brushProperty name="width" value="0.1" units="cm"/>
      <inkml:brushProperty name="height" value="0.1" units="cm"/>
    </inkml:brush>
  </inkml:definitions>
  <inkml:trace contextRef="#ctx0" brushRef="#br0">25953 7220 17023 0 0,'-9'-8'1856'0'0,"-2"-4"-1856"0"0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19T16:06:34.053"/>
    </inkml:context>
    <inkml:brush xml:id="br0">
      <inkml:brushProperty name="width" value="0.1" units="cm"/>
      <inkml:brushProperty name="height" value="0.1" units="cm"/>
    </inkml:brush>
  </inkml:definitions>
  <inkml:trace contextRef="#ctx0" brushRef="#br0">11201 5806 2111 0 0,'3'0'0'0'0,"5"0"0"0"0,12 0 0 0 0,10 0 0 0 0,16-7 0 0 0,2-3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79330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495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Calibri"/>
                <a:ea typeface="Calibri"/>
                <a:cs typeface="Calibri"/>
                <a:sym typeface="Calibri"/>
              </a:rPr>
              <a:t>2</a:t>
            </a:fld>
            <a:endParaRPr lang="en-US"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91087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p:nvPr/>
        </p:nvSpPr>
        <p:spPr>
          <a:xfrm rot="10800000" flipH="1">
            <a:off x="0" y="-2"/>
            <a:ext cx="9144000" cy="4953001"/>
          </a:xfrm>
          <a:prstGeom prst="rect">
            <a:avLst/>
          </a:prstGeom>
          <a:solidFill>
            <a:srgbClr val="000F2E"/>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685800" y="1371600"/>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1371600" y="3127375"/>
            <a:ext cx="6400800" cy="1216025"/>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b="1">
                <a:solidFill>
                  <a:schemeClr val="lt1"/>
                </a:solidFill>
              </a:defRPr>
            </a:lvl1pPr>
            <a:lvl2pPr lvl="1" algn="ctr">
              <a:spcBef>
                <a:spcPts val="560"/>
              </a:spcBef>
              <a:spcAft>
                <a:spcPts val="0"/>
              </a:spcAft>
              <a:buClr>
                <a:srgbClr val="888A9C"/>
              </a:buClr>
              <a:buSzPts val="2800"/>
              <a:buNone/>
              <a:defRPr>
                <a:solidFill>
                  <a:srgbClr val="888A9C"/>
                </a:solidFill>
              </a:defRPr>
            </a:lvl2pPr>
            <a:lvl3pPr lvl="2" algn="ctr">
              <a:spcBef>
                <a:spcPts val="480"/>
              </a:spcBef>
              <a:spcAft>
                <a:spcPts val="0"/>
              </a:spcAft>
              <a:buClr>
                <a:srgbClr val="888A9C"/>
              </a:buClr>
              <a:buSzPts val="2400"/>
              <a:buNone/>
              <a:defRPr>
                <a:solidFill>
                  <a:srgbClr val="888A9C"/>
                </a:solidFill>
              </a:defRPr>
            </a:lvl3pPr>
            <a:lvl4pPr lvl="3" algn="ctr">
              <a:spcBef>
                <a:spcPts val="400"/>
              </a:spcBef>
              <a:spcAft>
                <a:spcPts val="0"/>
              </a:spcAft>
              <a:buClr>
                <a:srgbClr val="888A9C"/>
              </a:buClr>
              <a:buSzPts val="2000"/>
              <a:buNone/>
              <a:defRPr>
                <a:solidFill>
                  <a:srgbClr val="888A9C"/>
                </a:solidFill>
              </a:defRPr>
            </a:lvl4pPr>
            <a:lvl5pPr lvl="4" algn="ctr">
              <a:spcBef>
                <a:spcPts val="400"/>
              </a:spcBef>
              <a:spcAft>
                <a:spcPts val="0"/>
              </a:spcAft>
              <a:buClr>
                <a:srgbClr val="888A9C"/>
              </a:buClr>
              <a:buSzPts val="2000"/>
              <a:buNone/>
              <a:defRPr>
                <a:solidFill>
                  <a:srgbClr val="888A9C"/>
                </a:solidFill>
              </a:defRPr>
            </a:lvl5pPr>
            <a:lvl6pPr lvl="5" algn="ctr">
              <a:spcBef>
                <a:spcPts val="400"/>
              </a:spcBef>
              <a:spcAft>
                <a:spcPts val="0"/>
              </a:spcAft>
              <a:buClr>
                <a:srgbClr val="888A9C"/>
              </a:buClr>
              <a:buSzPts val="2000"/>
              <a:buNone/>
              <a:defRPr>
                <a:solidFill>
                  <a:srgbClr val="888A9C"/>
                </a:solidFill>
              </a:defRPr>
            </a:lvl6pPr>
            <a:lvl7pPr lvl="6" algn="ctr">
              <a:spcBef>
                <a:spcPts val="400"/>
              </a:spcBef>
              <a:spcAft>
                <a:spcPts val="0"/>
              </a:spcAft>
              <a:buClr>
                <a:srgbClr val="888A9C"/>
              </a:buClr>
              <a:buSzPts val="2000"/>
              <a:buNone/>
              <a:defRPr>
                <a:solidFill>
                  <a:srgbClr val="888A9C"/>
                </a:solidFill>
              </a:defRPr>
            </a:lvl7pPr>
            <a:lvl8pPr lvl="7" algn="ctr">
              <a:spcBef>
                <a:spcPts val="400"/>
              </a:spcBef>
              <a:spcAft>
                <a:spcPts val="0"/>
              </a:spcAft>
              <a:buClr>
                <a:srgbClr val="888A9C"/>
              </a:buClr>
              <a:buSzPts val="2000"/>
              <a:buNone/>
              <a:defRPr>
                <a:solidFill>
                  <a:srgbClr val="888A9C"/>
                </a:solidFill>
              </a:defRPr>
            </a:lvl8pPr>
            <a:lvl9pPr lvl="8" algn="ctr">
              <a:spcBef>
                <a:spcPts val="400"/>
              </a:spcBef>
              <a:spcAft>
                <a:spcPts val="0"/>
              </a:spcAft>
              <a:buClr>
                <a:srgbClr val="888A9C"/>
              </a:buClr>
              <a:buSzPts val="2000"/>
              <a:buNone/>
              <a:defRPr>
                <a:solidFill>
                  <a:srgbClr val="888A9C"/>
                </a:solidFill>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pic>
        <p:nvPicPr>
          <p:cNvPr id="22" name="Google Shape;22;p2"/>
          <p:cNvPicPr preferRelativeResize="0"/>
          <p:nvPr/>
        </p:nvPicPr>
        <p:blipFill rotWithShape="1">
          <a:blip r:embed="rId2">
            <a:alphaModFix/>
          </a:blip>
          <a:srcRect/>
          <a:stretch/>
        </p:blipFill>
        <p:spPr>
          <a:xfrm>
            <a:off x="3330414" y="5281369"/>
            <a:ext cx="2843999" cy="1104862"/>
          </a:xfrm>
          <a:prstGeom prst="rect">
            <a:avLst/>
          </a:prstGeom>
          <a:noFill/>
          <a:ln>
            <a:noFill/>
          </a:ln>
        </p:spPr>
      </p:pic>
      <p:sp>
        <p:nvSpPr>
          <p:cNvPr id="23" name="Google Shape;23;p2"/>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648896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bg>
      <p:bgRef idx="1001">
        <a:schemeClr val="bg1"/>
      </p:bgRef>
    </p:bg>
    <p:spTree>
      <p:nvGrpSpPr>
        <p:cNvPr id="1" name="Shape 24"/>
        <p:cNvGrpSpPr/>
        <p:nvPr/>
      </p:nvGrpSpPr>
      <p:grpSpPr>
        <a:xfrm>
          <a:off x="0" y="0"/>
          <a:ext cx="0" cy="0"/>
          <a:chOff x="0" y="0"/>
          <a:chExt cx="0" cy="0"/>
        </a:xfrm>
      </p:grpSpPr>
      <p:sp>
        <p:nvSpPr>
          <p:cNvPr id="25" name="Google Shape;25;p3"/>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3"/>
          <p:cNvSpPr/>
          <p:nvPr/>
        </p:nvSpPr>
        <p:spPr>
          <a:xfrm rot="10800000" flipH="1">
            <a:off x="-2458" y="11430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3"/>
          <p:cNvSpPr txBox="1">
            <a:spLocks noGrp="1"/>
          </p:cNvSpPr>
          <p:nvPr>
            <p:ph type="body" idx="1"/>
          </p:nvPr>
        </p:nvSpPr>
        <p:spPr>
          <a:xfrm>
            <a:off x="457200" y="1524000"/>
            <a:ext cx="8229600" cy="4942175"/>
          </a:xfrm>
          <a:prstGeom prst="rect">
            <a:avLst/>
          </a:prstGeom>
          <a:noFill/>
          <a:ln>
            <a:noFill/>
          </a:ln>
        </p:spPr>
        <p:txBody>
          <a:bodyPr spcFirstLastPara="1" wrap="square" lIns="91425" tIns="45700" rIns="91425" bIns="45700" anchor="t" anchorCtr="0">
            <a:noAutofit/>
          </a:bodyPr>
          <a:lstStyle>
            <a:lvl1pPr marL="457200" lvl="0" indent="-342900" algn="l">
              <a:spcBef>
                <a:spcPts val="600"/>
              </a:spcBef>
              <a:spcAft>
                <a:spcPts val="0"/>
              </a:spcAft>
              <a:buClr>
                <a:schemeClr val="dk1"/>
              </a:buClr>
              <a:buSzPts val="1800"/>
              <a:buFont typeface="Calibri"/>
              <a:buChar char="•"/>
              <a:defRPr sz="3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29" name="Google Shape;2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pic>
        <p:nvPicPr>
          <p:cNvPr id="30" name="Google Shape;30;p3"/>
          <p:cNvPicPr preferRelativeResize="0"/>
          <p:nvPr/>
        </p:nvPicPr>
        <p:blipFill rotWithShape="1">
          <a:blip r:embed="rId2">
            <a:alphaModFix/>
          </a:blip>
          <a:srcRect/>
          <a:stretch/>
        </p:blipFill>
        <p:spPr>
          <a:xfrm>
            <a:off x="4304167" y="6400800"/>
            <a:ext cx="365760" cy="405070"/>
          </a:xfrm>
          <a:prstGeom prst="rect">
            <a:avLst/>
          </a:prstGeom>
          <a:noFill/>
          <a:ln>
            <a:noFill/>
          </a:ln>
        </p:spPr>
      </p:pic>
      <p:pic>
        <p:nvPicPr>
          <p:cNvPr id="31" name="Google Shape;31;p3"/>
          <p:cNvPicPr preferRelativeResize="0"/>
          <p:nvPr/>
        </p:nvPicPr>
        <p:blipFill rotWithShape="1">
          <a:blip r:embed="rId3">
            <a:alphaModFix/>
          </a:blip>
          <a:srcRect/>
          <a:stretch/>
        </p:blipFill>
        <p:spPr>
          <a:xfrm>
            <a:off x="4364295" y="6466175"/>
            <a:ext cx="245505" cy="274320"/>
          </a:xfrm>
          <a:prstGeom prst="rect">
            <a:avLst/>
          </a:prstGeom>
          <a:noFill/>
          <a:ln>
            <a:noFill/>
          </a:ln>
        </p:spPr>
      </p:pic>
      <p:sp>
        <p:nvSpPr>
          <p:cNvPr id="32" name="Google Shape;32;p3"/>
          <p:cNvSpPr txBox="1">
            <a:spLocks noGrp="1"/>
          </p:cNvSpPr>
          <p:nvPr>
            <p:ph type="sldNum" idx="12"/>
          </p:nvPr>
        </p:nvSpPr>
        <p:spPr>
          <a:xfrm>
            <a:off x="4296547" y="6400800"/>
            <a:ext cx="3810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100" b="1" i="0" u="none" strike="noStrike" cap="none">
                <a:solidFill>
                  <a:srgbClr val="000F2E"/>
                </a:solidFill>
                <a:latin typeface="Calibri"/>
                <a:ea typeface="Calibri"/>
                <a:cs typeface="Calibri"/>
                <a:sym typeface="Calibri"/>
              </a:defRPr>
            </a:lvl1pPr>
            <a:lvl2pPr marL="0" lvl="1" indent="0" algn="ctr">
              <a:spcBef>
                <a:spcPts val="0"/>
              </a:spcBef>
              <a:buNone/>
              <a:defRPr sz="1100" b="1" i="0" u="none" strike="noStrike" cap="none">
                <a:solidFill>
                  <a:srgbClr val="000F2E"/>
                </a:solidFill>
                <a:latin typeface="Calibri"/>
                <a:ea typeface="Calibri"/>
                <a:cs typeface="Calibri"/>
                <a:sym typeface="Calibri"/>
              </a:defRPr>
            </a:lvl2pPr>
            <a:lvl3pPr marL="0" lvl="2" indent="0" algn="ctr">
              <a:spcBef>
                <a:spcPts val="0"/>
              </a:spcBef>
              <a:buNone/>
              <a:defRPr sz="1100" b="1" i="0" u="none" strike="noStrike" cap="none">
                <a:solidFill>
                  <a:srgbClr val="000F2E"/>
                </a:solidFill>
                <a:latin typeface="Calibri"/>
                <a:ea typeface="Calibri"/>
                <a:cs typeface="Calibri"/>
                <a:sym typeface="Calibri"/>
              </a:defRPr>
            </a:lvl3pPr>
            <a:lvl4pPr marL="0" lvl="3" indent="0" algn="ctr">
              <a:spcBef>
                <a:spcPts val="0"/>
              </a:spcBef>
              <a:buNone/>
              <a:defRPr sz="1100" b="1" i="0" u="none" strike="noStrike" cap="none">
                <a:solidFill>
                  <a:srgbClr val="000F2E"/>
                </a:solidFill>
                <a:latin typeface="Calibri"/>
                <a:ea typeface="Calibri"/>
                <a:cs typeface="Calibri"/>
                <a:sym typeface="Calibri"/>
              </a:defRPr>
            </a:lvl4pPr>
            <a:lvl5pPr marL="0" lvl="4" indent="0" algn="ctr">
              <a:spcBef>
                <a:spcPts val="0"/>
              </a:spcBef>
              <a:buNone/>
              <a:defRPr sz="1100" b="1" i="0" u="none" strike="noStrike" cap="none">
                <a:solidFill>
                  <a:srgbClr val="000F2E"/>
                </a:solidFill>
                <a:latin typeface="Calibri"/>
                <a:ea typeface="Calibri"/>
                <a:cs typeface="Calibri"/>
                <a:sym typeface="Calibri"/>
              </a:defRPr>
            </a:lvl5pPr>
            <a:lvl6pPr marL="0" lvl="5" indent="0" algn="ctr">
              <a:spcBef>
                <a:spcPts val="0"/>
              </a:spcBef>
              <a:buNone/>
              <a:defRPr sz="1100" b="1" i="0" u="none" strike="noStrike" cap="none">
                <a:solidFill>
                  <a:srgbClr val="000F2E"/>
                </a:solidFill>
                <a:latin typeface="Calibri"/>
                <a:ea typeface="Calibri"/>
                <a:cs typeface="Calibri"/>
                <a:sym typeface="Calibri"/>
              </a:defRPr>
            </a:lvl6pPr>
            <a:lvl7pPr marL="0" lvl="6" indent="0" algn="ctr">
              <a:spcBef>
                <a:spcPts val="0"/>
              </a:spcBef>
              <a:buNone/>
              <a:defRPr sz="1100" b="1" i="0" u="none" strike="noStrike" cap="none">
                <a:solidFill>
                  <a:srgbClr val="000F2E"/>
                </a:solidFill>
                <a:latin typeface="Calibri"/>
                <a:ea typeface="Calibri"/>
                <a:cs typeface="Calibri"/>
                <a:sym typeface="Calibri"/>
              </a:defRPr>
            </a:lvl7pPr>
            <a:lvl8pPr marL="0" lvl="7" indent="0" algn="ctr">
              <a:spcBef>
                <a:spcPts val="0"/>
              </a:spcBef>
              <a:buNone/>
              <a:defRPr sz="1100" b="1" i="0" u="none" strike="noStrike" cap="none">
                <a:solidFill>
                  <a:srgbClr val="000F2E"/>
                </a:solidFill>
                <a:latin typeface="Calibri"/>
                <a:ea typeface="Calibri"/>
                <a:cs typeface="Calibri"/>
                <a:sym typeface="Calibri"/>
              </a:defRPr>
            </a:lvl8pPr>
            <a:lvl9pPr marL="0" lvl="8" indent="0" algn="ctr">
              <a:spcBef>
                <a:spcPts val="0"/>
              </a:spcBef>
              <a:buNone/>
              <a:defRPr sz="1100" b="1" i="0" u="none" strike="noStrike" cap="none">
                <a:solidFill>
                  <a:srgbClr val="000F2E"/>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smtClean="0"/>
              <a:t>‹#›</a:t>
            </a:fld>
            <a:endParaRPr lang="en-US"/>
          </a:p>
        </p:txBody>
      </p:sp>
      <p:pic>
        <p:nvPicPr>
          <p:cNvPr id="2" name="Picture 1"/>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t="6274" r="49256"/>
          <a:stretch/>
        </p:blipFill>
        <p:spPr>
          <a:xfrm>
            <a:off x="6183389" y="1378424"/>
            <a:ext cx="2960611" cy="5468390"/>
          </a:xfrm>
          <a:prstGeom prst="rect">
            <a:avLst/>
          </a:prstGeom>
        </p:spPr>
      </p:pic>
    </p:spTree>
    <p:extLst>
      <p:ext uri="{BB962C8B-B14F-4D97-AF65-F5344CB8AC3E}">
        <p14:creationId xmlns:p14="http://schemas.microsoft.com/office/powerpoint/2010/main" val="38635106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A9C"/>
              </a:buClr>
              <a:buSzPts val="2000"/>
              <a:buNone/>
              <a:defRPr sz="2000">
                <a:solidFill>
                  <a:srgbClr val="888A9C"/>
                </a:solidFill>
              </a:defRPr>
            </a:lvl1pPr>
            <a:lvl2pPr marL="914400" lvl="1" indent="-228600" algn="l">
              <a:spcBef>
                <a:spcPts val="360"/>
              </a:spcBef>
              <a:spcAft>
                <a:spcPts val="0"/>
              </a:spcAft>
              <a:buClr>
                <a:srgbClr val="888A9C"/>
              </a:buClr>
              <a:buSzPts val="1800"/>
              <a:buNone/>
              <a:defRPr sz="1800">
                <a:solidFill>
                  <a:srgbClr val="888A9C"/>
                </a:solidFill>
              </a:defRPr>
            </a:lvl2pPr>
            <a:lvl3pPr marL="1371600" lvl="2" indent="-228600" algn="l">
              <a:spcBef>
                <a:spcPts val="320"/>
              </a:spcBef>
              <a:spcAft>
                <a:spcPts val="0"/>
              </a:spcAft>
              <a:buClr>
                <a:srgbClr val="888A9C"/>
              </a:buClr>
              <a:buSzPts val="1600"/>
              <a:buNone/>
              <a:defRPr sz="1600">
                <a:solidFill>
                  <a:srgbClr val="888A9C"/>
                </a:solidFill>
              </a:defRPr>
            </a:lvl3pPr>
            <a:lvl4pPr marL="1828800" lvl="3" indent="-228600" algn="l">
              <a:spcBef>
                <a:spcPts val="280"/>
              </a:spcBef>
              <a:spcAft>
                <a:spcPts val="0"/>
              </a:spcAft>
              <a:buClr>
                <a:srgbClr val="888A9C"/>
              </a:buClr>
              <a:buSzPts val="1400"/>
              <a:buNone/>
              <a:defRPr sz="1400">
                <a:solidFill>
                  <a:srgbClr val="888A9C"/>
                </a:solidFill>
              </a:defRPr>
            </a:lvl4pPr>
            <a:lvl5pPr marL="2286000" lvl="4" indent="-228600" algn="l">
              <a:spcBef>
                <a:spcPts val="280"/>
              </a:spcBef>
              <a:spcAft>
                <a:spcPts val="0"/>
              </a:spcAft>
              <a:buClr>
                <a:srgbClr val="888A9C"/>
              </a:buClr>
              <a:buSzPts val="1400"/>
              <a:buNone/>
              <a:defRPr sz="1400">
                <a:solidFill>
                  <a:srgbClr val="888A9C"/>
                </a:solidFill>
              </a:defRPr>
            </a:lvl5pPr>
            <a:lvl6pPr marL="2743200" lvl="5" indent="-228600" algn="l">
              <a:spcBef>
                <a:spcPts val="280"/>
              </a:spcBef>
              <a:spcAft>
                <a:spcPts val="0"/>
              </a:spcAft>
              <a:buClr>
                <a:srgbClr val="888A9C"/>
              </a:buClr>
              <a:buSzPts val="1400"/>
              <a:buNone/>
              <a:defRPr sz="1400">
                <a:solidFill>
                  <a:srgbClr val="888A9C"/>
                </a:solidFill>
              </a:defRPr>
            </a:lvl6pPr>
            <a:lvl7pPr marL="3200400" lvl="6" indent="-228600" algn="l">
              <a:spcBef>
                <a:spcPts val="280"/>
              </a:spcBef>
              <a:spcAft>
                <a:spcPts val="0"/>
              </a:spcAft>
              <a:buClr>
                <a:srgbClr val="888A9C"/>
              </a:buClr>
              <a:buSzPts val="1400"/>
              <a:buNone/>
              <a:defRPr sz="1400">
                <a:solidFill>
                  <a:srgbClr val="888A9C"/>
                </a:solidFill>
              </a:defRPr>
            </a:lvl7pPr>
            <a:lvl8pPr marL="3657600" lvl="7" indent="-228600" algn="l">
              <a:spcBef>
                <a:spcPts val="280"/>
              </a:spcBef>
              <a:spcAft>
                <a:spcPts val="0"/>
              </a:spcAft>
              <a:buClr>
                <a:srgbClr val="888A9C"/>
              </a:buClr>
              <a:buSzPts val="1400"/>
              <a:buNone/>
              <a:defRPr sz="1400">
                <a:solidFill>
                  <a:srgbClr val="888A9C"/>
                </a:solidFill>
              </a:defRPr>
            </a:lvl8pPr>
            <a:lvl9pPr marL="4114800" lvl="8" indent="-228600" algn="l">
              <a:spcBef>
                <a:spcPts val="280"/>
              </a:spcBef>
              <a:spcAft>
                <a:spcPts val="0"/>
              </a:spcAft>
              <a:buClr>
                <a:srgbClr val="888A9C"/>
              </a:buClr>
              <a:buSzPts val="1400"/>
              <a:buNone/>
              <a:defRPr sz="1400">
                <a:solidFill>
                  <a:srgbClr val="888A9C"/>
                </a:solidFill>
              </a:defRPr>
            </a:lvl9pPr>
          </a:lstStyle>
          <a:p>
            <a:pPr lvl="0"/>
            <a:r>
              <a:rPr lang="en-US"/>
              <a:t>Edit Master text styles</a:t>
            </a:r>
          </a:p>
        </p:txBody>
      </p:sp>
      <p:sp>
        <p:nvSpPr>
          <p:cNvPr id="36" name="Google Shape;3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7" name="Google Shape;3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8" name="Google Shape;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909719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1" name="Google Shape;4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2" name="Google Shape;4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637831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8" name="Google Shape;4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49" name="Google Shape;4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0" name="Google Shape;5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51" name="Google Shape;5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2" name="Google Shape;5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3" name="Google Shape;5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4" name="Google Shape;5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02194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8" name="Google Shape;5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9" name="Google Shape;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033056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2" name="Google Shape;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3" name="Google Shape;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499089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6" name="Google Shape;6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Edit Master text styles</a:t>
            </a:r>
          </a:p>
        </p:txBody>
      </p:sp>
      <p:sp>
        <p:nvSpPr>
          <p:cNvPr id="67" name="Google Shape;6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68" name="Google Shape;6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9" name="Google Shape;6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0" name="Google Shape;7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155542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3" name="Google Shape;7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74" name="Google Shape;7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75" name="Google Shape;7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6" name="Google Shape;7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7" name="Google Shape;7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730759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1" name="Google Shape;8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2" name="Google Shape;8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3" name="Google Shape;8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70720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6" name="Google Shape;8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7" name="Google Shape;8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8" name="Google Shape;8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9" name="Google Shape;8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03162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33510926"/>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3.xml"/><Relationship Id="rId7" Type="http://schemas.openxmlformats.org/officeDocument/2006/relationships/customXml" Target="../ink/ink1.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4.xml"/><Relationship Id="rId7" Type="http://schemas.openxmlformats.org/officeDocument/2006/relationships/customXml" Target="../ink/ink2.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18.png"/><Relationship Id="rId7" Type="http://schemas.openxmlformats.org/officeDocument/2006/relationships/diagramColors" Target="../diagrams/colors20.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Layout" Target="../diagrams/layout21.xml"/><Relationship Id="rId7" Type="http://schemas.openxmlformats.org/officeDocument/2006/relationships/customXml" Target="../ink/ink4.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image" Target="../media/image20.png"/><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image" Target="../media/image20.png"/><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Layout" Target="../diagrams/layout25.xml"/><Relationship Id="rId7" Type="http://schemas.openxmlformats.org/officeDocument/2006/relationships/customXml" Target="../ink/ink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5" name="Google Shape;99;p13"/>
          <p:cNvSpPr txBox="1">
            <a:spLocks noGrp="1"/>
          </p:cNvSpPr>
          <p:nvPr>
            <p:ph type="ctrTitle"/>
          </p:nvPr>
        </p:nvSpPr>
        <p:spPr>
          <a:xfrm>
            <a:off x="0" y="1065670"/>
            <a:ext cx="9144001" cy="1470025"/>
          </a:xfrm>
          <a:prstGeom prst="rect">
            <a:avLst/>
          </a:prstGeom>
          <a:noFill/>
          <a:ln>
            <a:noFill/>
          </a:ln>
        </p:spPr>
        <p:txBody>
          <a:bodyPr spcFirstLastPara="1" wrap="square" lIns="91425" tIns="45700" rIns="91425" bIns="45700" anchor="ctr" anchorCtr="0">
            <a:noAutofit/>
          </a:bodyPr>
          <a:lstStyle/>
          <a:p>
            <a:r>
              <a:rPr lang="en-US" sz="4000" b="1"/>
              <a:t>Computer Networks</a:t>
            </a:r>
            <a:br>
              <a:rPr lang="en-US" sz="4000" b="1"/>
            </a:br>
            <a:r>
              <a:rPr lang="en-US" sz="4000"/>
              <a:t> </a:t>
            </a:r>
            <a:endParaRPr sz="4000"/>
          </a:p>
        </p:txBody>
      </p:sp>
      <p:sp>
        <p:nvSpPr>
          <p:cNvPr id="6" name="Google Shape;100;p13"/>
          <p:cNvSpPr txBox="1">
            <a:spLocks noGrp="1"/>
          </p:cNvSpPr>
          <p:nvPr>
            <p:ph type="subTitle" idx="1"/>
          </p:nvPr>
        </p:nvSpPr>
        <p:spPr>
          <a:xfrm>
            <a:off x="1252675" y="2535695"/>
            <a:ext cx="6400800" cy="1216025"/>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b="1" i="1"/>
              <a:t>Week 4</a:t>
            </a:r>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Learning Objectives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graphicFrame>
        <p:nvGraphicFramePr>
          <p:cNvPr id="5" name="Diagram 4">
            <a:extLst>
              <a:ext uri="{FF2B5EF4-FFF2-40B4-BE49-F238E27FC236}">
                <a16:creationId xmlns:a16="http://schemas.microsoft.com/office/drawing/2014/main" id="{CEB767DE-12FC-B5C7-0FBC-DA1D0147C877}"/>
              </a:ext>
            </a:extLst>
          </p:cNvPr>
          <p:cNvGraphicFramePr/>
          <p:nvPr>
            <p:extLst>
              <p:ext uri="{D42A27DB-BD31-4B8C-83A1-F6EECF244321}">
                <p14:modId xmlns:p14="http://schemas.microsoft.com/office/powerpoint/2010/main" val="1054737615"/>
              </p:ext>
            </p:extLst>
          </p:nvPr>
        </p:nvGraphicFramePr>
        <p:xfrm>
          <a:off x="823878" y="1615506"/>
          <a:ext cx="7584626" cy="46796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04157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graphicEl>
                                              <a:dgm id="{C042EB32-4204-4002-87F9-A5838FC86EB2}"/>
                                            </p:graphicEl>
                                          </p:spTgt>
                                        </p:tgtEl>
                                        <p:attrNameLst>
                                          <p:attrName>style.visibility</p:attrName>
                                        </p:attrNameLst>
                                      </p:cBhvr>
                                      <p:to>
                                        <p:strVal val="visible"/>
                                      </p:to>
                                    </p:set>
                                    <p:anim calcmode="lin" valueType="num">
                                      <p:cBhvr additive="base">
                                        <p:cTn id="7" dur="500" fill="hold"/>
                                        <p:tgtEl>
                                          <p:spTgt spid="5">
                                            <p:graphicEl>
                                              <a:dgm id="{C042EB32-4204-4002-87F9-A5838FC86EB2}"/>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graphicEl>
                                              <a:dgm id="{C042EB32-4204-4002-87F9-A5838FC86EB2}"/>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graphicEl>
                                              <a:dgm id="{112E9248-77FA-480A-A4D4-6E3EE908014F}"/>
                                            </p:graphicEl>
                                          </p:spTgt>
                                        </p:tgtEl>
                                        <p:attrNameLst>
                                          <p:attrName>style.visibility</p:attrName>
                                        </p:attrNameLst>
                                      </p:cBhvr>
                                      <p:to>
                                        <p:strVal val="visible"/>
                                      </p:to>
                                    </p:set>
                                    <p:anim calcmode="lin" valueType="num">
                                      <p:cBhvr additive="base">
                                        <p:cTn id="13" dur="500" fill="hold"/>
                                        <p:tgtEl>
                                          <p:spTgt spid="5">
                                            <p:graphicEl>
                                              <a:dgm id="{112E9248-77FA-480A-A4D4-6E3EE908014F}"/>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
                                            <p:graphicEl>
                                              <a:dgm id="{112E9248-77FA-480A-A4D4-6E3EE908014F}"/>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graphicEl>
                                              <a:dgm id="{2BA551A1-245F-4002-94B6-E3B0E10D112D}"/>
                                            </p:graphicEl>
                                          </p:spTgt>
                                        </p:tgtEl>
                                        <p:attrNameLst>
                                          <p:attrName>style.visibility</p:attrName>
                                        </p:attrNameLst>
                                      </p:cBhvr>
                                      <p:to>
                                        <p:strVal val="visible"/>
                                      </p:to>
                                    </p:set>
                                    <p:anim calcmode="lin" valueType="num">
                                      <p:cBhvr additive="base">
                                        <p:cTn id="19" dur="500" fill="hold"/>
                                        <p:tgtEl>
                                          <p:spTgt spid="5">
                                            <p:graphicEl>
                                              <a:dgm id="{2BA551A1-245F-4002-94B6-E3B0E10D112D}"/>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
                                            <p:graphicEl>
                                              <a:dgm id="{2BA551A1-245F-4002-94B6-E3B0E10D112D}"/>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
                                            <p:graphicEl>
                                              <a:dgm id="{32CC5409-2C23-4DE3-8841-0D78A9CF4FF4}"/>
                                            </p:graphicEl>
                                          </p:spTgt>
                                        </p:tgtEl>
                                        <p:attrNameLst>
                                          <p:attrName>style.visibility</p:attrName>
                                        </p:attrNameLst>
                                      </p:cBhvr>
                                      <p:to>
                                        <p:strVal val="visible"/>
                                      </p:to>
                                    </p:set>
                                    <p:anim calcmode="lin" valueType="num">
                                      <p:cBhvr additive="base">
                                        <p:cTn id="25" dur="500" fill="hold"/>
                                        <p:tgtEl>
                                          <p:spTgt spid="5">
                                            <p:graphicEl>
                                              <a:dgm id="{32CC5409-2C23-4DE3-8841-0D78A9CF4FF4}"/>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
                                            <p:graphicEl>
                                              <a:dgm id="{32CC5409-2C23-4DE3-8841-0D78A9CF4FF4}"/>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
                                            <p:graphicEl>
                                              <a:dgm id="{6B46BFD4-839D-47C5-8F0D-B9D6A622F48E}"/>
                                            </p:graphicEl>
                                          </p:spTgt>
                                        </p:tgtEl>
                                        <p:attrNameLst>
                                          <p:attrName>style.visibility</p:attrName>
                                        </p:attrNameLst>
                                      </p:cBhvr>
                                      <p:to>
                                        <p:strVal val="visible"/>
                                      </p:to>
                                    </p:set>
                                    <p:anim calcmode="lin" valueType="num">
                                      <p:cBhvr additive="base">
                                        <p:cTn id="31" dur="500" fill="hold"/>
                                        <p:tgtEl>
                                          <p:spTgt spid="5">
                                            <p:graphicEl>
                                              <a:dgm id="{6B46BFD4-839D-47C5-8F0D-B9D6A622F48E}"/>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
                                            <p:graphicEl>
                                              <a:dgm id="{6B46BFD4-839D-47C5-8F0D-B9D6A622F48E}"/>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
                                            <p:graphicEl>
                                              <a:dgm id="{DAFB4D4C-B4D2-4D51-9D96-C3EA2E2854E7}"/>
                                            </p:graphicEl>
                                          </p:spTgt>
                                        </p:tgtEl>
                                        <p:attrNameLst>
                                          <p:attrName>style.visibility</p:attrName>
                                        </p:attrNameLst>
                                      </p:cBhvr>
                                      <p:to>
                                        <p:strVal val="visible"/>
                                      </p:to>
                                    </p:set>
                                    <p:anim calcmode="lin" valueType="num">
                                      <p:cBhvr additive="base">
                                        <p:cTn id="37" dur="500" fill="hold"/>
                                        <p:tgtEl>
                                          <p:spTgt spid="5">
                                            <p:graphicEl>
                                              <a:dgm id="{DAFB4D4C-B4D2-4D51-9D96-C3EA2E2854E7}"/>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
                                            <p:graphicEl>
                                              <a:dgm id="{DAFB4D4C-B4D2-4D51-9D96-C3EA2E2854E7}"/>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
                                            <p:graphicEl>
                                              <a:dgm id="{B41C1AA6-E5E2-4E84-88F3-1046B7B2FB51}"/>
                                            </p:graphicEl>
                                          </p:spTgt>
                                        </p:tgtEl>
                                        <p:attrNameLst>
                                          <p:attrName>style.visibility</p:attrName>
                                        </p:attrNameLst>
                                      </p:cBhvr>
                                      <p:to>
                                        <p:strVal val="visible"/>
                                      </p:to>
                                    </p:set>
                                    <p:anim calcmode="lin" valueType="num">
                                      <p:cBhvr additive="base">
                                        <p:cTn id="43" dur="500" fill="hold"/>
                                        <p:tgtEl>
                                          <p:spTgt spid="5">
                                            <p:graphicEl>
                                              <a:dgm id="{B41C1AA6-E5E2-4E84-88F3-1046B7B2FB51}"/>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
                                            <p:graphicEl>
                                              <a:dgm id="{B41C1AA6-E5E2-4E84-88F3-1046B7B2FB51}"/>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
                                            <p:graphicEl>
                                              <a:dgm id="{C3B28114-90BE-4652-BE54-D03332B2FAC6}"/>
                                            </p:graphicEl>
                                          </p:spTgt>
                                        </p:tgtEl>
                                        <p:attrNameLst>
                                          <p:attrName>style.visibility</p:attrName>
                                        </p:attrNameLst>
                                      </p:cBhvr>
                                      <p:to>
                                        <p:strVal val="visible"/>
                                      </p:to>
                                    </p:set>
                                    <p:anim calcmode="lin" valueType="num">
                                      <p:cBhvr additive="base">
                                        <p:cTn id="49" dur="500" fill="hold"/>
                                        <p:tgtEl>
                                          <p:spTgt spid="5">
                                            <p:graphicEl>
                                              <a:dgm id="{C3B28114-90BE-4652-BE54-D03332B2FAC6}"/>
                                            </p:graphic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
                                            <p:graphicEl>
                                              <a:dgm id="{C3B28114-90BE-4652-BE54-D03332B2FAC6}"/>
                                            </p:graphic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5">
                                            <p:graphicEl>
                                              <a:dgm id="{04166100-3DAF-4FC3-BD6F-9F82E007DA7A}"/>
                                            </p:graphicEl>
                                          </p:spTgt>
                                        </p:tgtEl>
                                        <p:attrNameLst>
                                          <p:attrName>style.visibility</p:attrName>
                                        </p:attrNameLst>
                                      </p:cBhvr>
                                      <p:to>
                                        <p:strVal val="visible"/>
                                      </p:to>
                                    </p:set>
                                    <p:anim calcmode="lin" valueType="num">
                                      <p:cBhvr additive="base">
                                        <p:cTn id="55" dur="500" fill="hold"/>
                                        <p:tgtEl>
                                          <p:spTgt spid="5">
                                            <p:graphicEl>
                                              <a:dgm id="{04166100-3DAF-4FC3-BD6F-9F82E007DA7A}"/>
                                            </p:graphic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5">
                                            <p:graphicEl>
                                              <a:dgm id="{04166100-3DAF-4FC3-BD6F-9F82E007DA7A}"/>
                                            </p:graphic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5">
                                            <p:graphicEl>
                                              <a:dgm id="{CFC7EEC0-0BD8-462E-8C38-9BE4F8DCD2BB}"/>
                                            </p:graphicEl>
                                          </p:spTgt>
                                        </p:tgtEl>
                                        <p:attrNameLst>
                                          <p:attrName>style.visibility</p:attrName>
                                        </p:attrNameLst>
                                      </p:cBhvr>
                                      <p:to>
                                        <p:strVal val="visible"/>
                                      </p:to>
                                    </p:set>
                                    <p:anim calcmode="lin" valueType="num">
                                      <p:cBhvr additive="base">
                                        <p:cTn id="61" dur="500" fill="hold"/>
                                        <p:tgtEl>
                                          <p:spTgt spid="5">
                                            <p:graphicEl>
                                              <a:dgm id="{CFC7EEC0-0BD8-462E-8C38-9BE4F8DCD2BB}"/>
                                            </p:graphic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5">
                                            <p:graphicEl>
                                              <a:dgm id="{CFC7EEC0-0BD8-462E-8C38-9BE4F8DCD2BB}"/>
                                            </p:graphic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5">
                                            <p:graphicEl>
                                              <a:dgm id="{63E4D846-413B-42A3-BE9C-4273B083FDE5}"/>
                                            </p:graphicEl>
                                          </p:spTgt>
                                        </p:tgtEl>
                                        <p:attrNameLst>
                                          <p:attrName>style.visibility</p:attrName>
                                        </p:attrNameLst>
                                      </p:cBhvr>
                                      <p:to>
                                        <p:strVal val="visible"/>
                                      </p:to>
                                    </p:set>
                                    <p:anim calcmode="lin" valueType="num">
                                      <p:cBhvr additive="base">
                                        <p:cTn id="67" dur="500" fill="hold"/>
                                        <p:tgtEl>
                                          <p:spTgt spid="5">
                                            <p:graphicEl>
                                              <a:dgm id="{63E4D846-413B-42A3-BE9C-4273B083FDE5}"/>
                                            </p:graphic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5">
                                            <p:graphicEl>
                                              <a:dgm id="{63E4D846-413B-42A3-BE9C-4273B083FDE5}"/>
                                            </p:graphic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5">
                                            <p:graphicEl>
                                              <a:dgm id="{F591FD5F-793E-422B-80C5-26C6B68B03CA}"/>
                                            </p:graphicEl>
                                          </p:spTgt>
                                        </p:tgtEl>
                                        <p:attrNameLst>
                                          <p:attrName>style.visibility</p:attrName>
                                        </p:attrNameLst>
                                      </p:cBhvr>
                                      <p:to>
                                        <p:strVal val="visible"/>
                                      </p:to>
                                    </p:set>
                                    <p:anim calcmode="lin" valueType="num">
                                      <p:cBhvr additive="base">
                                        <p:cTn id="73" dur="500" fill="hold"/>
                                        <p:tgtEl>
                                          <p:spTgt spid="5">
                                            <p:graphicEl>
                                              <a:dgm id="{F591FD5F-793E-422B-80C5-26C6B68B03CA}"/>
                                            </p:graphic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5">
                                            <p:graphicEl>
                                              <a:dgm id="{F591FD5F-793E-422B-80C5-26C6B68B03CA}"/>
                                            </p:graphic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5">
                                            <p:graphicEl>
                                              <a:dgm id="{5DB50EF9-D340-4419-98C8-DC2175C82C8B}"/>
                                            </p:graphicEl>
                                          </p:spTgt>
                                        </p:tgtEl>
                                        <p:attrNameLst>
                                          <p:attrName>style.visibility</p:attrName>
                                        </p:attrNameLst>
                                      </p:cBhvr>
                                      <p:to>
                                        <p:strVal val="visible"/>
                                      </p:to>
                                    </p:set>
                                    <p:anim calcmode="lin" valueType="num">
                                      <p:cBhvr additive="base">
                                        <p:cTn id="79" dur="500" fill="hold"/>
                                        <p:tgtEl>
                                          <p:spTgt spid="5">
                                            <p:graphicEl>
                                              <a:dgm id="{5DB50EF9-D340-4419-98C8-DC2175C82C8B}"/>
                                            </p:graphic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5">
                                            <p:graphicEl>
                                              <a:dgm id="{5DB50EF9-D340-4419-98C8-DC2175C82C8B}"/>
                                            </p:graphic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5">
                                            <p:graphicEl>
                                              <a:dgm id="{D49D31B7-5F9F-4E41-A67C-3975F11CD1C8}"/>
                                            </p:graphicEl>
                                          </p:spTgt>
                                        </p:tgtEl>
                                        <p:attrNameLst>
                                          <p:attrName>style.visibility</p:attrName>
                                        </p:attrNameLst>
                                      </p:cBhvr>
                                      <p:to>
                                        <p:strVal val="visible"/>
                                      </p:to>
                                    </p:set>
                                    <p:anim calcmode="lin" valueType="num">
                                      <p:cBhvr additive="base">
                                        <p:cTn id="85" dur="500" fill="hold"/>
                                        <p:tgtEl>
                                          <p:spTgt spid="5">
                                            <p:graphicEl>
                                              <a:dgm id="{D49D31B7-5F9F-4E41-A67C-3975F11CD1C8}"/>
                                            </p:graphic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5">
                                            <p:graphicEl>
                                              <a:dgm id="{D49D31B7-5F9F-4E41-A67C-3975F11CD1C8}"/>
                                            </p:graphic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5">
                                            <p:graphicEl>
                                              <a:dgm id="{7DFDBC5D-6DAB-4B2B-933A-690D41234A97}"/>
                                            </p:graphicEl>
                                          </p:spTgt>
                                        </p:tgtEl>
                                        <p:attrNameLst>
                                          <p:attrName>style.visibility</p:attrName>
                                        </p:attrNameLst>
                                      </p:cBhvr>
                                      <p:to>
                                        <p:strVal val="visible"/>
                                      </p:to>
                                    </p:set>
                                    <p:anim calcmode="lin" valueType="num">
                                      <p:cBhvr additive="base">
                                        <p:cTn id="91" dur="500" fill="hold"/>
                                        <p:tgtEl>
                                          <p:spTgt spid="5">
                                            <p:graphicEl>
                                              <a:dgm id="{7DFDBC5D-6DAB-4B2B-933A-690D41234A97}"/>
                                            </p:graphic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5">
                                            <p:graphicEl>
                                              <a:dgm id="{7DFDBC5D-6DAB-4B2B-933A-690D41234A97}"/>
                                            </p:graphicEl>
                                          </p:spTgt>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5">
                                            <p:graphicEl>
                                              <a:dgm id="{21785272-9041-48C8-AA05-11678A70CDDE}"/>
                                            </p:graphicEl>
                                          </p:spTgt>
                                        </p:tgtEl>
                                        <p:attrNameLst>
                                          <p:attrName>style.visibility</p:attrName>
                                        </p:attrNameLst>
                                      </p:cBhvr>
                                      <p:to>
                                        <p:strVal val="visible"/>
                                      </p:to>
                                    </p:set>
                                    <p:anim calcmode="lin" valueType="num">
                                      <p:cBhvr additive="base">
                                        <p:cTn id="97" dur="500" fill="hold"/>
                                        <p:tgtEl>
                                          <p:spTgt spid="5">
                                            <p:graphicEl>
                                              <a:dgm id="{21785272-9041-48C8-AA05-11678A70CDDE}"/>
                                            </p:graphicEl>
                                          </p:spTgt>
                                        </p:tgtEl>
                                        <p:attrNameLst>
                                          <p:attrName>ppt_x</p:attrName>
                                        </p:attrNameLst>
                                      </p:cBhvr>
                                      <p:tavLst>
                                        <p:tav tm="0">
                                          <p:val>
                                            <p:strVal val="1+#ppt_w/2"/>
                                          </p:val>
                                        </p:tav>
                                        <p:tav tm="100000">
                                          <p:val>
                                            <p:strVal val="#ppt_x"/>
                                          </p:val>
                                        </p:tav>
                                      </p:tavLst>
                                    </p:anim>
                                    <p:anim calcmode="lin" valueType="num">
                                      <p:cBhvr additive="base">
                                        <p:cTn id="98" dur="500" fill="hold"/>
                                        <p:tgtEl>
                                          <p:spTgt spid="5">
                                            <p:graphicEl>
                                              <a:dgm id="{21785272-9041-48C8-AA05-11678A70CDDE}"/>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Computer Networks</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graphicFrame>
        <p:nvGraphicFramePr>
          <p:cNvPr id="6" name="Diagram 5"/>
          <p:cNvGraphicFramePr/>
          <p:nvPr>
            <p:extLst>
              <p:ext uri="{D42A27DB-BD31-4B8C-83A1-F6EECF244321}">
                <p14:modId xmlns:p14="http://schemas.microsoft.com/office/powerpoint/2010/main" val="976207827"/>
              </p:ext>
            </p:extLst>
          </p:nvPr>
        </p:nvGraphicFramePr>
        <p:xfrm>
          <a:off x="847882" y="1691968"/>
          <a:ext cx="7838918"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55869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8172FF83-EFC5-438D-990A-A8810F600217}"/>
                                            </p:graphicEl>
                                          </p:spTgt>
                                        </p:tgtEl>
                                        <p:attrNameLst>
                                          <p:attrName>style.visibility</p:attrName>
                                        </p:attrNameLst>
                                      </p:cBhvr>
                                      <p:to>
                                        <p:strVal val="visible"/>
                                      </p:to>
                                    </p:set>
                                    <p:anim calcmode="lin" valueType="num">
                                      <p:cBhvr additive="base">
                                        <p:cTn id="7" dur="500" fill="hold"/>
                                        <p:tgtEl>
                                          <p:spTgt spid="6">
                                            <p:graphicEl>
                                              <a:dgm id="{8172FF83-EFC5-438D-990A-A8810F600217}"/>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8172FF83-EFC5-438D-990A-A8810F600217}"/>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graphicEl>
                                              <a:dgm id="{F13B851B-91E4-436B-914B-687E5534519E}"/>
                                            </p:graphicEl>
                                          </p:spTgt>
                                        </p:tgtEl>
                                        <p:attrNameLst>
                                          <p:attrName>style.visibility</p:attrName>
                                        </p:attrNameLst>
                                      </p:cBhvr>
                                      <p:to>
                                        <p:strVal val="visible"/>
                                      </p:to>
                                    </p:set>
                                    <p:anim calcmode="lin" valueType="num">
                                      <p:cBhvr additive="base">
                                        <p:cTn id="13" dur="500" fill="hold"/>
                                        <p:tgtEl>
                                          <p:spTgt spid="6">
                                            <p:graphicEl>
                                              <a:dgm id="{F13B851B-91E4-436B-914B-687E5534519E}"/>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graphicEl>
                                              <a:dgm id="{F13B851B-91E4-436B-914B-687E5534519E}"/>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FC8C-72CB-E1EE-1F57-64ADFC751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5EF56-BBF0-7639-5E63-11C2D282BE4C}"/>
              </a:ext>
            </a:extLst>
          </p:cNvPr>
          <p:cNvSpPr>
            <a:spLocks noGrp="1"/>
          </p:cNvSpPr>
          <p:nvPr>
            <p:ph type="title"/>
          </p:nvPr>
        </p:nvSpPr>
        <p:spPr>
          <a:xfrm>
            <a:off x="457200" y="-299605"/>
            <a:ext cx="8229600" cy="1143000"/>
          </a:xfrm>
        </p:spPr>
        <p:txBody>
          <a:bodyPr/>
          <a:lstStyle/>
          <a:p>
            <a:r>
              <a:rPr lang="en-US"/>
              <a:t>Goals of Computer Networks</a:t>
            </a:r>
            <a:endParaRPr lang="en-GB"/>
          </a:p>
        </p:txBody>
      </p:sp>
      <p:sp>
        <p:nvSpPr>
          <p:cNvPr id="3" name="Slide Number Placeholder 2">
            <a:extLst>
              <a:ext uri="{FF2B5EF4-FFF2-40B4-BE49-F238E27FC236}">
                <a16:creationId xmlns:a16="http://schemas.microsoft.com/office/drawing/2014/main" id="{61D7E1D8-96D0-3421-374D-4DFF98BEE1D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graphicFrame>
        <p:nvGraphicFramePr>
          <p:cNvPr id="6" name="Diagram 5">
            <a:extLst>
              <a:ext uri="{FF2B5EF4-FFF2-40B4-BE49-F238E27FC236}">
                <a16:creationId xmlns:a16="http://schemas.microsoft.com/office/drawing/2014/main" id="{C5765544-0D61-3D68-2218-3BF4D7ECA55B}"/>
              </a:ext>
            </a:extLst>
          </p:cNvPr>
          <p:cNvGraphicFramePr/>
          <p:nvPr>
            <p:extLst>
              <p:ext uri="{D42A27DB-BD31-4B8C-83A1-F6EECF244321}">
                <p14:modId xmlns:p14="http://schemas.microsoft.com/office/powerpoint/2010/main" val="1372507989"/>
              </p:ext>
            </p:extLst>
          </p:nvPr>
        </p:nvGraphicFramePr>
        <p:xfrm>
          <a:off x="316568" y="1475956"/>
          <a:ext cx="8733653" cy="5128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14="http://schemas.microsoft.com/office/powerpoint/2010/main">
        <mc:Choice Requires="p14">
          <p:contentPart p14:bwMode="auto" r:id="rId7">
            <p14:nvContentPartPr>
              <p14:cNvPr id="43" name="Ink 42">
                <a:extLst>
                  <a:ext uri="{FF2B5EF4-FFF2-40B4-BE49-F238E27FC236}">
                    <a16:creationId xmlns:a16="http://schemas.microsoft.com/office/drawing/2014/main" id="{52B52AD7-1FF8-58D0-3D09-AAB3B4FA3426}"/>
                  </a:ext>
                </a:extLst>
              </p14:cNvPr>
              <p14:cNvContentPartPr/>
              <p14:nvPr/>
            </p14:nvContentPartPr>
            <p14:xfrm>
              <a:off x="4714407" y="2904344"/>
              <a:ext cx="11242" cy="12139"/>
            </p14:xfrm>
          </p:contentPart>
        </mc:Choice>
        <mc:Fallback xmlns="">
          <p:pic>
            <p:nvPicPr>
              <p:cNvPr id="43" name="Ink 42">
                <a:extLst>
                  <a:ext uri="{FF2B5EF4-FFF2-40B4-BE49-F238E27FC236}">
                    <a16:creationId xmlns:a16="http://schemas.microsoft.com/office/drawing/2014/main" id="{52B52AD7-1FF8-58D0-3D09-AAB3B4FA3426}"/>
                  </a:ext>
                </a:extLst>
              </p:cNvPr>
              <p:cNvPicPr/>
              <p:nvPr/>
            </p:nvPicPr>
            <p:blipFill>
              <a:blip r:embed="rId8"/>
              <a:stretch>
                <a:fillRect/>
              </a:stretch>
            </p:blipFill>
            <p:spPr>
              <a:xfrm>
                <a:off x="4152307" y="2887003"/>
                <a:ext cx="1124200" cy="46475"/>
              </a:xfrm>
              <a:prstGeom prst="rect">
                <a:avLst/>
              </a:prstGeom>
            </p:spPr>
          </p:pic>
        </mc:Fallback>
      </mc:AlternateContent>
    </p:spTree>
    <p:extLst>
      <p:ext uri="{BB962C8B-B14F-4D97-AF65-F5344CB8AC3E}">
        <p14:creationId xmlns:p14="http://schemas.microsoft.com/office/powerpoint/2010/main" val="258561436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BE9D43EA-8AEE-4832-B045-25C395999997}"/>
                                            </p:graphicEl>
                                          </p:spTgt>
                                        </p:tgtEl>
                                        <p:attrNameLst>
                                          <p:attrName>style.visibility</p:attrName>
                                        </p:attrNameLst>
                                      </p:cBhvr>
                                      <p:to>
                                        <p:strVal val="visible"/>
                                      </p:to>
                                    </p:set>
                                    <p:anim calcmode="lin" valueType="num">
                                      <p:cBhvr additive="base">
                                        <p:cTn id="7" dur="500" fill="hold"/>
                                        <p:tgtEl>
                                          <p:spTgt spid="6">
                                            <p:graphicEl>
                                              <a:dgm id="{BE9D43EA-8AEE-4832-B045-25C395999997}"/>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BE9D43EA-8AEE-4832-B045-25C395999997}"/>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graphicEl>
                                              <a:dgm id="{6B101EFD-D1E4-45CE-BA5D-F13F74BFE880}"/>
                                            </p:graphicEl>
                                          </p:spTgt>
                                        </p:tgtEl>
                                        <p:attrNameLst>
                                          <p:attrName>style.visibility</p:attrName>
                                        </p:attrNameLst>
                                      </p:cBhvr>
                                      <p:to>
                                        <p:strVal val="visible"/>
                                      </p:to>
                                    </p:set>
                                    <p:anim calcmode="lin" valueType="num">
                                      <p:cBhvr additive="base">
                                        <p:cTn id="13" dur="500" fill="hold"/>
                                        <p:tgtEl>
                                          <p:spTgt spid="6">
                                            <p:graphicEl>
                                              <a:dgm id="{6B101EFD-D1E4-45CE-BA5D-F13F74BFE880}"/>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graphicEl>
                                              <a:dgm id="{6B101EFD-D1E4-45CE-BA5D-F13F74BFE880}"/>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graphicEl>
                                              <a:dgm id="{AFDE374C-0FAC-4D59-A8E5-9021588474ED}"/>
                                            </p:graphicEl>
                                          </p:spTgt>
                                        </p:tgtEl>
                                        <p:attrNameLst>
                                          <p:attrName>style.visibility</p:attrName>
                                        </p:attrNameLst>
                                      </p:cBhvr>
                                      <p:to>
                                        <p:strVal val="visible"/>
                                      </p:to>
                                    </p:set>
                                    <p:anim calcmode="lin" valueType="num">
                                      <p:cBhvr additive="base">
                                        <p:cTn id="19" dur="500" fill="hold"/>
                                        <p:tgtEl>
                                          <p:spTgt spid="6">
                                            <p:graphicEl>
                                              <a:dgm id="{AFDE374C-0FAC-4D59-A8E5-9021588474ED}"/>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graphicEl>
                                              <a:dgm id="{AFDE374C-0FAC-4D59-A8E5-9021588474ED}"/>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graphicEl>
                                              <a:dgm id="{671DC057-CA97-4B8A-9877-F3088B83D95B}"/>
                                            </p:graphicEl>
                                          </p:spTgt>
                                        </p:tgtEl>
                                        <p:attrNameLst>
                                          <p:attrName>style.visibility</p:attrName>
                                        </p:attrNameLst>
                                      </p:cBhvr>
                                      <p:to>
                                        <p:strVal val="visible"/>
                                      </p:to>
                                    </p:set>
                                    <p:anim calcmode="lin" valueType="num">
                                      <p:cBhvr additive="base">
                                        <p:cTn id="25" dur="500" fill="hold"/>
                                        <p:tgtEl>
                                          <p:spTgt spid="6">
                                            <p:graphicEl>
                                              <a:dgm id="{671DC057-CA97-4B8A-9877-F3088B83D95B}"/>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graphicEl>
                                              <a:dgm id="{671DC057-CA97-4B8A-9877-F3088B83D95B}"/>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graphicEl>
                                              <a:dgm id="{B7090D6A-74D1-4D2A-BA0F-7A63DF5338ED}"/>
                                            </p:graphicEl>
                                          </p:spTgt>
                                        </p:tgtEl>
                                        <p:attrNameLst>
                                          <p:attrName>style.visibility</p:attrName>
                                        </p:attrNameLst>
                                      </p:cBhvr>
                                      <p:to>
                                        <p:strVal val="visible"/>
                                      </p:to>
                                    </p:set>
                                    <p:anim calcmode="lin" valueType="num">
                                      <p:cBhvr additive="base">
                                        <p:cTn id="31" dur="500" fill="hold"/>
                                        <p:tgtEl>
                                          <p:spTgt spid="6">
                                            <p:graphicEl>
                                              <a:dgm id="{B7090D6A-74D1-4D2A-BA0F-7A63DF5338ED}"/>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graphicEl>
                                              <a:dgm id="{B7090D6A-74D1-4D2A-BA0F-7A63DF5338ED}"/>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
                                            <p:graphicEl>
                                              <a:dgm id="{B70637A5-1A72-4B29-983E-C8CC12329A7B}"/>
                                            </p:graphicEl>
                                          </p:spTgt>
                                        </p:tgtEl>
                                        <p:attrNameLst>
                                          <p:attrName>style.visibility</p:attrName>
                                        </p:attrNameLst>
                                      </p:cBhvr>
                                      <p:to>
                                        <p:strVal val="visible"/>
                                      </p:to>
                                    </p:set>
                                    <p:anim calcmode="lin" valueType="num">
                                      <p:cBhvr additive="base">
                                        <p:cTn id="37" dur="500" fill="hold"/>
                                        <p:tgtEl>
                                          <p:spTgt spid="6">
                                            <p:graphicEl>
                                              <a:dgm id="{B70637A5-1A72-4B29-983E-C8CC12329A7B}"/>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graphicEl>
                                              <a:dgm id="{B70637A5-1A72-4B29-983E-C8CC12329A7B}"/>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
                                            <p:graphicEl>
                                              <a:dgm id="{74B5240E-FD48-4FA8-8463-8CDDAA849F01}"/>
                                            </p:graphicEl>
                                          </p:spTgt>
                                        </p:tgtEl>
                                        <p:attrNameLst>
                                          <p:attrName>style.visibility</p:attrName>
                                        </p:attrNameLst>
                                      </p:cBhvr>
                                      <p:to>
                                        <p:strVal val="visible"/>
                                      </p:to>
                                    </p:set>
                                    <p:anim calcmode="lin" valueType="num">
                                      <p:cBhvr additive="base">
                                        <p:cTn id="43" dur="500" fill="hold"/>
                                        <p:tgtEl>
                                          <p:spTgt spid="6">
                                            <p:graphicEl>
                                              <a:dgm id="{74B5240E-FD48-4FA8-8463-8CDDAA849F01}"/>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
                                            <p:graphicEl>
                                              <a:dgm id="{74B5240E-FD48-4FA8-8463-8CDDAA849F01}"/>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
                                            <p:graphicEl>
                                              <a:dgm id="{5359924F-7790-4D5B-AAEC-A441228C6C75}"/>
                                            </p:graphicEl>
                                          </p:spTgt>
                                        </p:tgtEl>
                                        <p:attrNameLst>
                                          <p:attrName>style.visibility</p:attrName>
                                        </p:attrNameLst>
                                      </p:cBhvr>
                                      <p:to>
                                        <p:strVal val="visible"/>
                                      </p:to>
                                    </p:set>
                                    <p:anim calcmode="lin" valueType="num">
                                      <p:cBhvr additive="base">
                                        <p:cTn id="49" dur="500" fill="hold"/>
                                        <p:tgtEl>
                                          <p:spTgt spid="6">
                                            <p:graphicEl>
                                              <a:dgm id="{5359924F-7790-4D5B-AAEC-A441228C6C75}"/>
                                            </p:graphic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
                                            <p:graphicEl>
                                              <a:dgm id="{5359924F-7790-4D5B-AAEC-A441228C6C75}"/>
                                            </p:graphic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
                                            <p:graphicEl>
                                              <a:dgm id="{AFEF7054-6C4C-4409-9B5E-88C94D3CADA1}"/>
                                            </p:graphicEl>
                                          </p:spTgt>
                                        </p:tgtEl>
                                        <p:attrNameLst>
                                          <p:attrName>style.visibility</p:attrName>
                                        </p:attrNameLst>
                                      </p:cBhvr>
                                      <p:to>
                                        <p:strVal val="visible"/>
                                      </p:to>
                                    </p:set>
                                    <p:anim calcmode="lin" valueType="num">
                                      <p:cBhvr additive="base">
                                        <p:cTn id="55" dur="500" fill="hold"/>
                                        <p:tgtEl>
                                          <p:spTgt spid="6">
                                            <p:graphicEl>
                                              <a:dgm id="{AFEF7054-6C4C-4409-9B5E-88C94D3CADA1}"/>
                                            </p:graphic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6">
                                            <p:graphicEl>
                                              <a:dgm id="{AFEF7054-6C4C-4409-9B5E-88C94D3CADA1}"/>
                                            </p:graphic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
                                            <p:graphicEl>
                                              <a:dgm id="{C7E2B488-013F-4D69-8C96-C625F2576E09}"/>
                                            </p:graphicEl>
                                          </p:spTgt>
                                        </p:tgtEl>
                                        <p:attrNameLst>
                                          <p:attrName>style.visibility</p:attrName>
                                        </p:attrNameLst>
                                      </p:cBhvr>
                                      <p:to>
                                        <p:strVal val="visible"/>
                                      </p:to>
                                    </p:set>
                                    <p:anim calcmode="lin" valueType="num">
                                      <p:cBhvr additive="base">
                                        <p:cTn id="61" dur="500" fill="hold"/>
                                        <p:tgtEl>
                                          <p:spTgt spid="6">
                                            <p:graphicEl>
                                              <a:dgm id="{C7E2B488-013F-4D69-8C96-C625F2576E09}"/>
                                            </p:graphic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6">
                                            <p:graphicEl>
                                              <a:dgm id="{C7E2B488-013F-4D69-8C96-C625F2576E09}"/>
                                            </p:graphic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6">
                                            <p:graphicEl>
                                              <a:dgm id="{55D50086-9B52-4C57-95B2-D9AF5D4C827D}"/>
                                            </p:graphicEl>
                                          </p:spTgt>
                                        </p:tgtEl>
                                        <p:attrNameLst>
                                          <p:attrName>style.visibility</p:attrName>
                                        </p:attrNameLst>
                                      </p:cBhvr>
                                      <p:to>
                                        <p:strVal val="visible"/>
                                      </p:to>
                                    </p:set>
                                    <p:anim calcmode="lin" valueType="num">
                                      <p:cBhvr additive="base">
                                        <p:cTn id="67" dur="500" fill="hold"/>
                                        <p:tgtEl>
                                          <p:spTgt spid="6">
                                            <p:graphicEl>
                                              <a:dgm id="{55D50086-9B52-4C57-95B2-D9AF5D4C827D}"/>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6">
                                            <p:graphicEl>
                                              <a:dgm id="{55D50086-9B52-4C57-95B2-D9AF5D4C827D}"/>
                                            </p:graphic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6">
                                            <p:graphicEl>
                                              <a:dgm id="{63E9F134-CD7B-46B2-B242-34C5188DB8E6}"/>
                                            </p:graphicEl>
                                          </p:spTgt>
                                        </p:tgtEl>
                                        <p:attrNameLst>
                                          <p:attrName>style.visibility</p:attrName>
                                        </p:attrNameLst>
                                      </p:cBhvr>
                                      <p:to>
                                        <p:strVal val="visible"/>
                                      </p:to>
                                    </p:set>
                                    <p:anim calcmode="lin" valueType="num">
                                      <p:cBhvr additive="base">
                                        <p:cTn id="73" dur="500" fill="hold"/>
                                        <p:tgtEl>
                                          <p:spTgt spid="6">
                                            <p:graphicEl>
                                              <a:dgm id="{63E9F134-CD7B-46B2-B242-34C5188DB8E6}"/>
                                            </p:graphic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6">
                                            <p:graphicEl>
                                              <a:dgm id="{63E9F134-CD7B-46B2-B242-34C5188DB8E6}"/>
                                            </p:graphic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6">
                                            <p:graphicEl>
                                              <a:dgm id="{21F0CEFE-6853-4599-9531-986D01FD4A58}"/>
                                            </p:graphicEl>
                                          </p:spTgt>
                                        </p:tgtEl>
                                        <p:attrNameLst>
                                          <p:attrName>style.visibility</p:attrName>
                                        </p:attrNameLst>
                                      </p:cBhvr>
                                      <p:to>
                                        <p:strVal val="visible"/>
                                      </p:to>
                                    </p:set>
                                    <p:anim calcmode="lin" valueType="num">
                                      <p:cBhvr additive="base">
                                        <p:cTn id="79" dur="500" fill="hold"/>
                                        <p:tgtEl>
                                          <p:spTgt spid="6">
                                            <p:graphicEl>
                                              <a:dgm id="{21F0CEFE-6853-4599-9531-986D01FD4A58}"/>
                                            </p:graphic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6">
                                            <p:graphicEl>
                                              <a:dgm id="{21F0CEFE-6853-4599-9531-986D01FD4A58}"/>
                                            </p:graphic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6">
                                            <p:graphicEl>
                                              <a:dgm id="{CB35CAE3-C9DB-4599-A4C0-A4310232FCAD}"/>
                                            </p:graphicEl>
                                          </p:spTgt>
                                        </p:tgtEl>
                                        <p:attrNameLst>
                                          <p:attrName>style.visibility</p:attrName>
                                        </p:attrNameLst>
                                      </p:cBhvr>
                                      <p:to>
                                        <p:strVal val="visible"/>
                                      </p:to>
                                    </p:set>
                                    <p:anim calcmode="lin" valueType="num">
                                      <p:cBhvr additive="base">
                                        <p:cTn id="85" dur="500" fill="hold"/>
                                        <p:tgtEl>
                                          <p:spTgt spid="6">
                                            <p:graphicEl>
                                              <a:dgm id="{CB35CAE3-C9DB-4599-A4C0-A4310232FCAD}"/>
                                            </p:graphic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6">
                                            <p:graphicEl>
                                              <a:dgm id="{CB35CAE3-C9DB-4599-A4C0-A4310232FCAD}"/>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D4FBD-1EF3-BF78-5214-649EDEDAB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AF333-5B18-8785-D64A-88265CDDFEF6}"/>
              </a:ext>
            </a:extLst>
          </p:cNvPr>
          <p:cNvSpPr>
            <a:spLocks noGrp="1"/>
          </p:cNvSpPr>
          <p:nvPr>
            <p:ph type="title"/>
          </p:nvPr>
        </p:nvSpPr>
        <p:spPr/>
        <p:txBody>
          <a:bodyPr/>
          <a:lstStyle/>
          <a:p>
            <a:r>
              <a:rPr lang="en-US" sz="3600"/>
              <a:t>Types of Computer Network Architecture</a:t>
            </a:r>
            <a:endParaRPr lang="en-GB" sz="3600"/>
          </a:p>
        </p:txBody>
      </p:sp>
      <p:sp>
        <p:nvSpPr>
          <p:cNvPr id="3" name="Slide Number Placeholder 2">
            <a:extLst>
              <a:ext uri="{FF2B5EF4-FFF2-40B4-BE49-F238E27FC236}">
                <a16:creationId xmlns:a16="http://schemas.microsoft.com/office/drawing/2014/main" id="{9F4A2FDA-D3F2-EFEC-A957-028B9AD929E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graphicFrame>
        <p:nvGraphicFramePr>
          <p:cNvPr id="6" name="Diagram 5">
            <a:extLst>
              <a:ext uri="{FF2B5EF4-FFF2-40B4-BE49-F238E27FC236}">
                <a16:creationId xmlns:a16="http://schemas.microsoft.com/office/drawing/2014/main" id="{0ADF23F9-8FCC-2466-8DA1-0DA4AEC22D61}"/>
              </a:ext>
            </a:extLst>
          </p:cNvPr>
          <p:cNvGraphicFramePr/>
          <p:nvPr>
            <p:extLst>
              <p:ext uri="{D42A27DB-BD31-4B8C-83A1-F6EECF244321}">
                <p14:modId xmlns:p14="http://schemas.microsoft.com/office/powerpoint/2010/main" val="1894835056"/>
              </p:ext>
            </p:extLst>
          </p:nvPr>
        </p:nvGraphicFramePr>
        <p:xfrm>
          <a:off x="573882" y="1533013"/>
          <a:ext cx="7996235" cy="4630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91888C30-AD6B-85D9-D738-2913FE4B1A77}"/>
                  </a:ext>
                </a:extLst>
              </p14:cNvPr>
              <p14:cNvContentPartPr/>
              <p14:nvPr/>
            </p14:nvContentPartPr>
            <p14:xfrm>
              <a:off x="7360171" y="3029463"/>
              <a:ext cx="11242" cy="17287"/>
            </p14:xfrm>
          </p:contentPart>
        </mc:Choice>
        <mc:Fallback xmlns="">
          <p:pic>
            <p:nvPicPr>
              <p:cNvPr id="15" name="Ink 14">
                <a:extLst>
                  <a:ext uri="{FF2B5EF4-FFF2-40B4-BE49-F238E27FC236}">
                    <a16:creationId xmlns:a16="http://schemas.microsoft.com/office/drawing/2014/main" id="{91888C30-AD6B-85D9-D738-2913FE4B1A77}"/>
                  </a:ext>
                </a:extLst>
              </p:cNvPr>
              <p:cNvPicPr/>
              <p:nvPr/>
            </p:nvPicPr>
            <p:blipFill>
              <a:blip r:embed="rId8"/>
              <a:stretch>
                <a:fillRect/>
              </a:stretch>
            </p:blipFill>
            <p:spPr>
              <a:xfrm>
                <a:off x="7327106" y="3011823"/>
                <a:ext cx="76710" cy="52214"/>
              </a:xfrm>
              <a:prstGeom prst="rect">
                <a:avLst/>
              </a:prstGeom>
            </p:spPr>
          </p:pic>
        </mc:Fallback>
      </mc:AlternateContent>
    </p:spTree>
    <p:extLst>
      <p:ext uri="{BB962C8B-B14F-4D97-AF65-F5344CB8AC3E}">
        <p14:creationId xmlns:p14="http://schemas.microsoft.com/office/powerpoint/2010/main" val="17773098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F00DD03E-CC47-47BB-8DB4-0CA4074D8DE1}"/>
                                            </p:graphicEl>
                                          </p:spTgt>
                                        </p:tgtEl>
                                        <p:attrNameLst>
                                          <p:attrName>style.visibility</p:attrName>
                                        </p:attrNameLst>
                                      </p:cBhvr>
                                      <p:to>
                                        <p:strVal val="visible"/>
                                      </p:to>
                                    </p:set>
                                    <p:anim calcmode="lin" valueType="num">
                                      <p:cBhvr additive="base">
                                        <p:cTn id="7" dur="500" fill="hold"/>
                                        <p:tgtEl>
                                          <p:spTgt spid="6">
                                            <p:graphicEl>
                                              <a:dgm id="{F00DD03E-CC47-47BB-8DB4-0CA4074D8DE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F00DD03E-CC47-47BB-8DB4-0CA4074D8DE1}"/>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graphicEl>
                                              <a:dgm id="{82997A16-1DF3-4098-95DD-A92C3DAD83FE}"/>
                                            </p:graphicEl>
                                          </p:spTgt>
                                        </p:tgtEl>
                                        <p:attrNameLst>
                                          <p:attrName>style.visibility</p:attrName>
                                        </p:attrNameLst>
                                      </p:cBhvr>
                                      <p:to>
                                        <p:strVal val="visible"/>
                                      </p:to>
                                    </p:set>
                                    <p:anim calcmode="lin" valueType="num">
                                      <p:cBhvr additive="base">
                                        <p:cTn id="11" dur="500" fill="hold"/>
                                        <p:tgtEl>
                                          <p:spTgt spid="6">
                                            <p:graphicEl>
                                              <a:dgm id="{82997A16-1DF3-4098-95DD-A92C3DAD83FE}"/>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82997A16-1DF3-4098-95DD-A92C3DAD83FE}"/>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graphicEl>
                                              <a:dgm id="{4C382E20-FACB-4F56-9E93-D2B069A6DC04}"/>
                                            </p:graphicEl>
                                          </p:spTgt>
                                        </p:tgtEl>
                                        <p:attrNameLst>
                                          <p:attrName>style.visibility</p:attrName>
                                        </p:attrNameLst>
                                      </p:cBhvr>
                                      <p:to>
                                        <p:strVal val="visible"/>
                                      </p:to>
                                    </p:set>
                                    <p:anim calcmode="lin" valueType="num">
                                      <p:cBhvr additive="base">
                                        <p:cTn id="17" dur="500" fill="hold"/>
                                        <p:tgtEl>
                                          <p:spTgt spid="6">
                                            <p:graphicEl>
                                              <a:dgm id="{4C382E20-FACB-4F56-9E93-D2B069A6DC04}"/>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4C382E20-FACB-4F56-9E93-D2B069A6DC04}"/>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graphicEl>
                                              <a:dgm id="{089A5221-5FA3-4B08-B763-8F059833B93F}"/>
                                            </p:graphicEl>
                                          </p:spTgt>
                                        </p:tgtEl>
                                        <p:attrNameLst>
                                          <p:attrName>style.visibility</p:attrName>
                                        </p:attrNameLst>
                                      </p:cBhvr>
                                      <p:to>
                                        <p:strVal val="visible"/>
                                      </p:to>
                                    </p:set>
                                    <p:anim calcmode="lin" valueType="num">
                                      <p:cBhvr additive="base">
                                        <p:cTn id="21" dur="500" fill="hold"/>
                                        <p:tgtEl>
                                          <p:spTgt spid="6">
                                            <p:graphicEl>
                                              <a:dgm id="{089A5221-5FA3-4B08-B763-8F059833B93F}"/>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graphicEl>
                                              <a:dgm id="{089A5221-5FA3-4B08-B763-8F059833B93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AB698-2DD2-EF9A-2820-B297DC64B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D2278-34A9-D002-9846-62AB300DB4D5}"/>
              </a:ext>
            </a:extLst>
          </p:cNvPr>
          <p:cNvSpPr>
            <a:spLocks noGrp="1"/>
          </p:cNvSpPr>
          <p:nvPr>
            <p:ph type="title"/>
          </p:nvPr>
        </p:nvSpPr>
        <p:spPr/>
        <p:txBody>
          <a:bodyPr/>
          <a:lstStyle/>
          <a:p>
            <a:r>
              <a:rPr lang="en-US" sz="4000"/>
              <a:t>Terminologies of Computer Networks</a:t>
            </a:r>
            <a:endParaRPr lang="en-GB" sz="4000"/>
          </a:p>
        </p:txBody>
      </p:sp>
      <p:sp>
        <p:nvSpPr>
          <p:cNvPr id="3" name="Slide Number Placeholder 2">
            <a:extLst>
              <a:ext uri="{FF2B5EF4-FFF2-40B4-BE49-F238E27FC236}">
                <a16:creationId xmlns:a16="http://schemas.microsoft.com/office/drawing/2014/main" id="{6C5E6CA0-03E4-31B1-B6FE-AF7A30607DC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graphicFrame>
        <p:nvGraphicFramePr>
          <p:cNvPr id="6" name="Diagram 5">
            <a:extLst>
              <a:ext uri="{FF2B5EF4-FFF2-40B4-BE49-F238E27FC236}">
                <a16:creationId xmlns:a16="http://schemas.microsoft.com/office/drawing/2014/main" id="{91A51F9C-89D6-0E17-6550-1D9CA7A82082}"/>
              </a:ext>
            </a:extLst>
          </p:cNvPr>
          <p:cNvGraphicFramePr/>
          <p:nvPr>
            <p:extLst>
              <p:ext uri="{D42A27DB-BD31-4B8C-83A1-F6EECF244321}">
                <p14:modId xmlns:p14="http://schemas.microsoft.com/office/powerpoint/2010/main" val="2189955245"/>
              </p:ext>
            </p:extLst>
          </p:nvPr>
        </p:nvGraphicFramePr>
        <p:xfrm>
          <a:off x="-651538" y="1436329"/>
          <a:ext cx="9338338" cy="5121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01300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graphicEl>
                                              <a:dgm id="{A98453DE-28EC-46F0-87B4-4D47F5DBC162}"/>
                                            </p:graphicEl>
                                          </p:spTgt>
                                        </p:tgtEl>
                                        <p:attrNameLst>
                                          <p:attrName>style.visibility</p:attrName>
                                        </p:attrNameLst>
                                      </p:cBhvr>
                                      <p:to>
                                        <p:strVal val="visible"/>
                                      </p:to>
                                    </p:set>
                                    <p:anim calcmode="lin" valueType="num">
                                      <p:cBhvr additive="base">
                                        <p:cTn id="7" dur="500" fill="hold"/>
                                        <p:tgtEl>
                                          <p:spTgt spid="6">
                                            <p:graphicEl>
                                              <a:dgm id="{A98453DE-28EC-46F0-87B4-4D47F5DBC162}"/>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graphicEl>
                                              <a:dgm id="{A98453DE-28EC-46F0-87B4-4D47F5DBC162}"/>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graphicEl>
                                              <a:dgm id="{04504C21-136D-40A8-88F9-037D6C705DCD}"/>
                                            </p:graphicEl>
                                          </p:spTgt>
                                        </p:tgtEl>
                                        <p:attrNameLst>
                                          <p:attrName>style.visibility</p:attrName>
                                        </p:attrNameLst>
                                      </p:cBhvr>
                                      <p:to>
                                        <p:strVal val="visible"/>
                                      </p:to>
                                    </p:set>
                                    <p:anim calcmode="lin" valueType="num">
                                      <p:cBhvr additive="base">
                                        <p:cTn id="11" dur="500" fill="hold"/>
                                        <p:tgtEl>
                                          <p:spTgt spid="6">
                                            <p:graphicEl>
                                              <a:dgm id="{04504C21-136D-40A8-88F9-037D6C705DCD}"/>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
                                            <p:graphicEl>
                                              <a:dgm id="{04504C21-136D-40A8-88F9-037D6C705DCD}"/>
                                            </p:graphic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
                                            <p:graphicEl>
                                              <a:dgm id="{6BA473CB-11A0-44F8-A905-33D4A9918311}"/>
                                            </p:graphicEl>
                                          </p:spTgt>
                                        </p:tgtEl>
                                        <p:attrNameLst>
                                          <p:attrName>style.visibility</p:attrName>
                                        </p:attrNameLst>
                                      </p:cBhvr>
                                      <p:to>
                                        <p:strVal val="visible"/>
                                      </p:to>
                                    </p:set>
                                    <p:anim calcmode="lin" valueType="num">
                                      <p:cBhvr additive="base">
                                        <p:cTn id="15" dur="500" fill="hold"/>
                                        <p:tgtEl>
                                          <p:spTgt spid="6">
                                            <p:graphicEl>
                                              <a:dgm id="{6BA473CB-11A0-44F8-A905-33D4A9918311}"/>
                                            </p:graphic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
                                            <p:graphicEl>
                                              <a:dgm id="{6BA473CB-11A0-44F8-A905-33D4A9918311}"/>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6">
                                            <p:graphicEl>
                                              <a:dgm id="{BEEBD134-873C-4A4F-9839-70E90E301CD8}"/>
                                            </p:graphicEl>
                                          </p:spTgt>
                                        </p:tgtEl>
                                        <p:attrNameLst>
                                          <p:attrName>style.visibility</p:attrName>
                                        </p:attrNameLst>
                                      </p:cBhvr>
                                      <p:to>
                                        <p:strVal val="visible"/>
                                      </p:to>
                                    </p:set>
                                    <p:anim calcmode="lin" valueType="num">
                                      <p:cBhvr additive="base">
                                        <p:cTn id="21" dur="500" fill="hold"/>
                                        <p:tgtEl>
                                          <p:spTgt spid="6">
                                            <p:graphicEl>
                                              <a:dgm id="{BEEBD134-873C-4A4F-9839-70E90E301CD8}"/>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
                                            <p:graphicEl>
                                              <a:dgm id="{BEEBD134-873C-4A4F-9839-70E90E301CD8}"/>
                                            </p:graphic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6">
                                            <p:graphicEl>
                                              <a:dgm id="{02AFBED7-7B71-46B7-A199-08C02B2C0101}"/>
                                            </p:graphicEl>
                                          </p:spTgt>
                                        </p:tgtEl>
                                        <p:attrNameLst>
                                          <p:attrName>style.visibility</p:attrName>
                                        </p:attrNameLst>
                                      </p:cBhvr>
                                      <p:to>
                                        <p:strVal val="visible"/>
                                      </p:to>
                                    </p:set>
                                    <p:anim calcmode="lin" valueType="num">
                                      <p:cBhvr additive="base">
                                        <p:cTn id="25" dur="500" fill="hold"/>
                                        <p:tgtEl>
                                          <p:spTgt spid="6">
                                            <p:graphicEl>
                                              <a:dgm id="{02AFBED7-7B71-46B7-A199-08C02B2C0101}"/>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
                                            <p:graphicEl>
                                              <a:dgm id="{02AFBED7-7B71-46B7-A199-08C02B2C0101}"/>
                                            </p:graphic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
                                            <p:graphicEl>
                                              <a:dgm id="{DA0C0E43-9F95-4E11-8445-E25903D2F0C4}"/>
                                            </p:graphicEl>
                                          </p:spTgt>
                                        </p:tgtEl>
                                        <p:attrNameLst>
                                          <p:attrName>style.visibility</p:attrName>
                                        </p:attrNameLst>
                                      </p:cBhvr>
                                      <p:to>
                                        <p:strVal val="visible"/>
                                      </p:to>
                                    </p:set>
                                    <p:anim calcmode="lin" valueType="num">
                                      <p:cBhvr additive="base">
                                        <p:cTn id="29" dur="500" fill="hold"/>
                                        <p:tgtEl>
                                          <p:spTgt spid="6">
                                            <p:graphicEl>
                                              <a:dgm id="{DA0C0E43-9F95-4E11-8445-E25903D2F0C4}"/>
                                            </p:graphic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
                                            <p:graphicEl>
                                              <a:dgm id="{DA0C0E43-9F95-4E11-8445-E25903D2F0C4}"/>
                                            </p:graphic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6">
                                            <p:graphicEl>
                                              <a:dgm id="{CCACA8E9-52D8-4D4B-A8EA-1404EB4E5DA4}"/>
                                            </p:graphicEl>
                                          </p:spTgt>
                                        </p:tgtEl>
                                        <p:attrNameLst>
                                          <p:attrName>style.visibility</p:attrName>
                                        </p:attrNameLst>
                                      </p:cBhvr>
                                      <p:to>
                                        <p:strVal val="visible"/>
                                      </p:to>
                                    </p:set>
                                    <p:anim calcmode="lin" valueType="num">
                                      <p:cBhvr additive="base">
                                        <p:cTn id="35" dur="500" fill="hold"/>
                                        <p:tgtEl>
                                          <p:spTgt spid="6">
                                            <p:graphicEl>
                                              <a:dgm id="{CCACA8E9-52D8-4D4B-A8EA-1404EB4E5DA4}"/>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
                                            <p:graphicEl>
                                              <a:dgm id="{CCACA8E9-52D8-4D4B-A8EA-1404EB4E5DA4}"/>
                                            </p:graphic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
                                            <p:graphicEl>
                                              <a:dgm id="{EF19CF2B-5C90-4982-894D-DBE119040B56}"/>
                                            </p:graphicEl>
                                          </p:spTgt>
                                        </p:tgtEl>
                                        <p:attrNameLst>
                                          <p:attrName>style.visibility</p:attrName>
                                        </p:attrNameLst>
                                      </p:cBhvr>
                                      <p:to>
                                        <p:strVal val="visible"/>
                                      </p:to>
                                    </p:set>
                                    <p:anim calcmode="lin" valueType="num">
                                      <p:cBhvr additive="base">
                                        <p:cTn id="39" dur="500" fill="hold"/>
                                        <p:tgtEl>
                                          <p:spTgt spid="6">
                                            <p:graphicEl>
                                              <a:dgm id="{EF19CF2B-5C90-4982-894D-DBE119040B56}"/>
                                            </p:graphic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
                                            <p:graphicEl>
                                              <a:dgm id="{EF19CF2B-5C90-4982-894D-DBE119040B56}"/>
                                            </p:graphic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6">
                                            <p:graphicEl>
                                              <a:dgm id="{8AD8C97A-E914-4B67-8B40-5791EFC39CD2}"/>
                                            </p:graphicEl>
                                          </p:spTgt>
                                        </p:tgtEl>
                                        <p:attrNameLst>
                                          <p:attrName>style.visibility</p:attrName>
                                        </p:attrNameLst>
                                      </p:cBhvr>
                                      <p:to>
                                        <p:strVal val="visible"/>
                                      </p:to>
                                    </p:set>
                                    <p:anim calcmode="lin" valueType="num">
                                      <p:cBhvr additive="base">
                                        <p:cTn id="43" dur="500" fill="hold"/>
                                        <p:tgtEl>
                                          <p:spTgt spid="6">
                                            <p:graphicEl>
                                              <a:dgm id="{8AD8C97A-E914-4B67-8B40-5791EFC39CD2}"/>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
                                            <p:graphicEl>
                                              <a:dgm id="{8AD8C97A-E914-4B67-8B40-5791EFC39CD2}"/>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6">
                                            <p:graphicEl>
                                              <a:dgm id="{2C31BBA0-2CF5-40C2-B434-B944FE65A374}"/>
                                            </p:graphicEl>
                                          </p:spTgt>
                                        </p:tgtEl>
                                        <p:attrNameLst>
                                          <p:attrName>style.visibility</p:attrName>
                                        </p:attrNameLst>
                                      </p:cBhvr>
                                      <p:to>
                                        <p:strVal val="visible"/>
                                      </p:to>
                                    </p:set>
                                    <p:anim calcmode="lin" valueType="num">
                                      <p:cBhvr additive="base">
                                        <p:cTn id="49" dur="500" fill="hold"/>
                                        <p:tgtEl>
                                          <p:spTgt spid="6">
                                            <p:graphicEl>
                                              <a:dgm id="{2C31BBA0-2CF5-40C2-B434-B944FE65A374}"/>
                                            </p:graphic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6">
                                            <p:graphicEl>
                                              <a:dgm id="{2C31BBA0-2CF5-40C2-B434-B944FE65A374}"/>
                                            </p:graphicEl>
                                          </p:spTgt>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6">
                                            <p:graphicEl>
                                              <a:dgm id="{9A610996-496E-4153-A3AF-970F69CDA86B}"/>
                                            </p:graphicEl>
                                          </p:spTgt>
                                        </p:tgtEl>
                                        <p:attrNameLst>
                                          <p:attrName>style.visibility</p:attrName>
                                        </p:attrNameLst>
                                      </p:cBhvr>
                                      <p:to>
                                        <p:strVal val="visible"/>
                                      </p:to>
                                    </p:set>
                                    <p:anim calcmode="lin" valueType="num">
                                      <p:cBhvr additive="base">
                                        <p:cTn id="53" dur="500" fill="hold"/>
                                        <p:tgtEl>
                                          <p:spTgt spid="6">
                                            <p:graphicEl>
                                              <a:dgm id="{9A610996-496E-4153-A3AF-970F69CDA86B}"/>
                                            </p:graphic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6">
                                            <p:graphicEl>
                                              <a:dgm id="{9A610996-496E-4153-A3AF-970F69CDA86B}"/>
                                            </p:graphicEl>
                                          </p:spTgt>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6">
                                            <p:graphicEl>
                                              <a:dgm id="{45F3C042-CBC1-4476-B266-8AC90DFFC2A5}"/>
                                            </p:graphicEl>
                                          </p:spTgt>
                                        </p:tgtEl>
                                        <p:attrNameLst>
                                          <p:attrName>style.visibility</p:attrName>
                                        </p:attrNameLst>
                                      </p:cBhvr>
                                      <p:to>
                                        <p:strVal val="visible"/>
                                      </p:to>
                                    </p:set>
                                    <p:anim calcmode="lin" valueType="num">
                                      <p:cBhvr additive="base">
                                        <p:cTn id="57" dur="500" fill="hold"/>
                                        <p:tgtEl>
                                          <p:spTgt spid="6">
                                            <p:graphicEl>
                                              <a:dgm id="{45F3C042-CBC1-4476-B266-8AC90DFFC2A5}"/>
                                            </p:graphic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6">
                                            <p:graphicEl>
                                              <a:dgm id="{45F3C042-CBC1-4476-B266-8AC90DFFC2A5}"/>
                                            </p:graphic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6">
                                            <p:graphicEl>
                                              <a:dgm id="{62313D06-DEDB-401F-BD8A-424D81650446}"/>
                                            </p:graphicEl>
                                          </p:spTgt>
                                        </p:tgtEl>
                                        <p:attrNameLst>
                                          <p:attrName>style.visibility</p:attrName>
                                        </p:attrNameLst>
                                      </p:cBhvr>
                                      <p:to>
                                        <p:strVal val="visible"/>
                                      </p:to>
                                    </p:set>
                                    <p:anim calcmode="lin" valueType="num">
                                      <p:cBhvr additive="base">
                                        <p:cTn id="63" dur="500" fill="hold"/>
                                        <p:tgtEl>
                                          <p:spTgt spid="6">
                                            <p:graphicEl>
                                              <a:dgm id="{62313D06-DEDB-401F-BD8A-424D81650446}"/>
                                            </p:graphic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6">
                                            <p:graphicEl>
                                              <a:dgm id="{62313D06-DEDB-401F-BD8A-424D81650446}"/>
                                            </p:graphicEl>
                                          </p:spTgt>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6">
                                            <p:graphicEl>
                                              <a:dgm id="{00B1C24F-BA66-44B9-AF11-37B74531B6A0}"/>
                                            </p:graphicEl>
                                          </p:spTgt>
                                        </p:tgtEl>
                                        <p:attrNameLst>
                                          <p:attrName>style.visibility</p:attrName>
                                        </p:attrNameLst>
                                      </p:cBhvr>
                                      <p:to>
                                        <p:strVal val="visible"/>
                                      </p:to>
                                    </p:set>
                                    <p:anim calcmode="lin" valueType="num">
                                      <p:cBhvr additive="base">
                                        <p:cTn id="67" dur="500" fill="hold"/>
                                        <p:tgtEl>
                                          <p:spTgt spid="6">
                                            <p:graphicEl>
                                              <a:dgm id="{00B1C24F-BA66-44B9-AF11-37B74531B6A0}"/>
                                            </p:graphic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6">
                                            <p:graphicEl>
                                              <a:dgm id="{00B1C24F-BA66-44B9-AF11-37B74531B6A0}"/>
                                            </p:graphicEl>
                                          </p:spTgt>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6">
                                            <p:graphicEl>
                                              <a:dgm id="{5AD5B146-BFEA-49DF-8D6F-B53B5E098123}"/>
                                            </p:graphicEl>
                                          </p:spTgt>
                                        </p:tgtEl>
                                        <p:attrNameLst>
                                          <p:attrName>style.visibility</p:attrName>
                                        </p:attrNameLst>
                                      </p:cBhvr>
                                      <p:to>
                                        <p:strVal val="visible"/>
                                      </p:to>
                                    </p:set>
                                    <p:anim calcmode="lin" valueType="num">
                                      <p:cBhvr additive="base">
                                        <p:cTn id="71" dur="500" fill="hold"/>
                                        <p:tgtEl>
                                          <p:spTgt spid="6">
                                            <p:graphicEl>
                                              <a:dgm id="{5AD5B146-BFEA-49DF-8D6F-B53B5E098123}"/>
                                            </p:graphic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6">
                                            <p:graphicEl>
                                              <a:dgm id="{5AD5B146-BFEA-49DF-8D6F-B53B5E098123}"/>
                                            </p:graphic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6">
                                            <p:graphicEl>
                                              <a:dgm id="{135A29A7-04EC-40AF-9B18-750E7FCC6A04}"/>
                                            </p:graphicEl>
                                          </p:spTgt>
                                        </p:tgtEl>
                                        <p:attrNameLst>
                                          <p:attrName>style.visibility</p:attrName>
                                        </p:attrNameLst>
                                      </p:cBhvr>
                                      <p:to>
                                        <p:strVal val="visible"/>
                                      </p:to>
                                    </p:set>
                                    <p:anim calcmode="lin" valueType="num">
                                      <p:cBhvr additive="base">
                                        <p:cTn id="77" dur="500" fill="hold"/>
                                        <p:tgtEl>
                                          <p:spTgt spid="6">
                                            <p:graphicEl>
                                              <a:dgm id="{135A29A7-04EC-40AF-9B18-750E7FCC6A04}"/>
                                            </p:graphic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6">
                                            <p:graphicEl>
                                              <a:dgm id="{135A29A7-04EC-40AF-9B18-750E7FCC6A04}"/>
                                            </p:graphicEl>
                                          </p:spTgt>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6">
                                            <p:graphicEl>
                                              <a:dgm id="{17D1B2F2-1671-4A31-AAC8-F82F16396C82}"/>
                                            </p:graphicEl>
                                          </p:spTgt>
                                        </p:tgtEl>
                                        <p:attrNameLst>
                                          <p:attrName>style.visibility</p:attrName>
                                        </p:attrNameLst>
                                      </p:cBhvr>
                                      <p:to>
                                        <p:strVal val="visible"/>
                                      </p:to>
                                    </p:set>
                                    <p:anim calcmode="lin" valueType="num">
                                      <p:cBhvr additive="base">
                                        <p:cTn id="81" dur="500" fill="hold"/>
                                        <p:tgtEl>
                                          <p:spTgt spid="6">
                                            <p:graphicEl>
                                              <a:dgm id="{17D1B2F2-1671-4A31-AAC8-F82F16396C82}"/>
                                            </p:graphicEl>
                                          </p:spTgt>
                                        </p:tgtEl>
                                        <p:attrNameLst>
                                          <p:attrName>ppt_x</p:attrName>
                                        </p:attrNameLst>
                                      </p:cBhvr>
                                      <p:tavLst>
                                        <p:tav tm="0">
                                          <p:val>
                                            <p:strVal val="1+#ppt_w/2"/>
                                          </p:val>
                                        </p:tav>
                                        <p:tav tm="100000">
                                          <p:val>
                                            <p:strVal val="#ppt_x"/>
                                          </p:val>
                                        </p:tav>
                                      </p:tavLst>
                                    </p:anim>
                                    <p:anim calcmode="lin" valueType="num">
                                      <p:cBhvr additive="base">
                                        <p:cTn id="82" dur="500" fill="hold"/>
                                        <p:tgtEl>
                                          <p:spTgt spid="6">
                                            <p:graphicEl>
                                              <a:dgm id="{17D1B2F2-1671-4A31-AAC8-F82F16396C82}"/>
                                            </p:graphicEl>
                                          </p:spTgt>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6">
                                            <p:graphicEl>
                                              <a:dgm id="{391A301F-43EA-4383-8764-09EB2721C298}"/>
                                            </p:graphicEl>
                                          </p:spTgt>
                                        </p:tgtEl>
                                        <p:attrNameLst>
                                          <p:attrName>style.visibility</p:attrName>
                                        </p:attrNameLst>
                                      </p:cBhvr>
                                      <p:to>
                                        <p:strVal val="visible"/>
                                      </p:to>
                                    </p:set>
                                    <p:anim calcmode="lin" valueType="num">
                                      <p:cBhvr additive="base">
                                        <p:cTn id="85" dur="500" fill="hold"/>
                                        <p:tgtEl>
                                          <p:spTgt spid="6">
                                            <p:graphicEl>
                                              <a:dgm id="{391A301F-43EA-4383-8764-09EB2721C298}"/>
                                            </p:graphic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6">
                                            <p:graphicEl>
                                              <a:dgm id="{391A301F-43EA-4383-8764-09EB2721C298}"/>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Computer Network Devices</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pic>
        <p:nvPicPr>
          <p:cNvPr id="5" name="Picture 4">
            <a:extLst>
              <a:ext uri="{FF2B5EF4-FFF2-40B4-BE49-F238E27FC236}">
                <a16:creationId xmlns:a16="http://schemas.microsoft.com/office/drawing/2014/main" id="{A9D5D68D-84BC-4DB9-9F04-37E615361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69864"/>
            <a:ext cx="8451004" cy="4577147"/>
          </a:xfrm>
          <a:prstGeom prst="rect">
            <a:avLst/>
          </a:prstGeom>
        </p:spPr>
      </p:pic>
    </p:spTree>
    <p:extLst>
      <p:ext uri="{BB962C8B-B14F-4D97-AF65-F5344CB8AC3E}">
        <p14:creationId xmlns:p14="http://schemas.microsoft.com/office/powerpoint/2010/main" val="213583978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NIC and MAC</a:t>
            </a:r>
            <a:endParaRPr lang="en-GB" dirty="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sp>
        <p:nvSpPr>
          <p:cNvPr id="4" name="Rectangle 1"/>
          <p:cNvSpPr>
            <a:spLocks noChangeArrowheads="1"/>
          </p:cNvSpPr>
          <p:nvPr/>
        </p:nvSpPr>
        <p:spPr bwMode="auto">
          <a:xfrm>
            <a:off x="5269187" y="5459977"/>
            <a:ext cx="227948"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inter-regular"/>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Diagram 5"/>
          <p:cNvGraphicFramePr/>
          <p:nvPr>
            <p:extLst>
              <p:ext uri="{D42A27DB-BD31-4B8C-83A1-F6EECF244321}">
                <p14:modId xmlns:p14="http://schemas.microsoft.com/office/powerpoint/2010/main" val="3969771170"/>
              </p:ext>
            </p:extLst>
          </p:nvPr>
        </p:nvGraphicFramePr>
        <p:xfrm>
          <a:off x="109602" y="1111951"/>
          <a:ext cx="8924796" cy="5593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80319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Hub</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sp>
        <p:nvSpPr>
          <p:cNvPr id="4" name="Rectangle 1"/>
          <p:cNvSpPr>
            <a:spLocks noChangeArrowheads="1"/>
          </p:cNvSpPr>
          <p:nvPr/>
        </p:nvSpPr>
        <p:spPr bwMode="auto">
          <a:xfrm>
            <a:off x="5269187" y="5459977"/>
            <a:ext cx="227948"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inter-regular"/>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Diagram 5"/>
          <p:cNvGraphicFramePr/>
          <p:nvPr>
            <p:extLst>
              <p:ext uri="{D42A27DB-BD31-4B8C-83A1-F6EECF244321}">
                <p14:modId xmlns:p14="http://schemas.microsoft.com/office/powerpoint/2010/main" val="3607167413"/>
              </p:ext>
            </p:extLst>
          </p:nvPr>
        </p:nvGraphicFramePr>
        <p:xfrm>
          <a:off x="444685" y="1698039"/>
          <a:ext cx="8465724" cy="4315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76060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Switch</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sp>
        <p:nvSpPr>
          <p:cNvPr id="4" name="Rectangle 1"/>
          <p:cNvSpPr>
            <a:spLocks noChangeArrowheads="1"/>
          </p:cNvSpPr>
          <p:nvPr/>
        </p:nvSpPr>
        <p:spPr bwMode="auto">
          <a:xfrm>
            <a:off x="5269187" y="5459977"/>
            <a:ext cx="227948"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inter-regular"/>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Diagram 5"/>
          <p:cNvGraphicFramePr/>
          <p:nvPr>
            <p:extLst>
              <p:ext uri="{D42A27DB-BD31-4B8C-83A1-F6EECF244321}">
                <p14:modId xmlns:p14="http://schemas.microsoft.com/office/powerpoint/2010/main" val="2711094981"/>
              </p:ext>
            </p:extLst>
          </p:nvPr>
        </p:nvGraphicFramePr>
        <p:xfrm>
          <a:off x="339138" y="1800200"/>
          <a:ext cx="8465724" cy="4095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91698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FA82A414-4BC6-4156-9BB8-C2F45ABD3A7F}"/>
                                            </p:graphicEl>
                                          </p:spTgt>
                                        </p:tgtEl>
                                        <p:attrNameLst>
                                          <p:attrName>style.visibility</p:attrName>
                                        </p:attrNameLst>
                                      </p:cBhvr>
                                      <p:to>
                                        <p:strVal val="visible"/>
                                      </p:to>
                                    </p:set>
                                    <p:animEffect transition="in" filter="fade">
                                      <p:cBhvr>
                                        <p:cTn id="7" dur="1000"/>
                                        <p:tgtEl>
                                          <p:spTgt spid="6">
                                            <p:graphicEl>
                                              <a:dgm id="{FA82A414-4BC6-4156-9BB8-C2F45ABD3A7F}"/>
                                            </p:graphicEl>
                                          </p:spTgt>
                                        </p:tgtEl>
                                      </p:cBhvr>
                                    </p:animEffect>
                                    <p:anim calcmode="lin" valueType="num">
                                      <p:cBhvr>
                                        <p:cTn id="8" dur="1000" fill="hold"/>
                                        <p:tgtEl>
                                          <p:spTgt spid="6">
                                            <p:graphicEl>
                                              <a:dgm id="{FA82A414-4BC6-4156-9BB8-C2F45ABD3A7F}"/>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FA82A414-4BC6-4156-9BB8-C2F45ABD3A7F}"/>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graphicEl>
                                              <a:dgm id="{149BE9DD-DF0D-4C97-AF5D-B2101BABFC4F}"/>
                                            </p:graphicEl>
                                          </p:spTgt>
                                        </p:tgtEl>
                                        <p:attrNameLst>
                                          <p:attrName>style.visibility</p:attrName>
                                        </p:attrNameLst>
                                      </p:cBhvr>
                                      <p:to>
                                        <p:strVal val="visible"/>
                                      </p:to>
                                    </p:set>
                                    <p:animEffect transition="in" filter="fade">
                                      <p:cBhvr>
                                        <p:cTn id="14" dur="1000"/>
                                        <p:tgtEl>
                                          <p:spTgt spid="6">
                                            <p:graphicEl>
                                              <a:dgm id="{149BE9DD-DF0D-4C97-AF5D-B2101BABFC4F}"/>
                                            </p:graphicEl>
                                          </p:spTgt>
                                        </p:tgtEl>
                                      </p:cBhvr>
                                    </p:animEffect>
                                    <p:anim calcmode="lin" valueType="num">
                                      <p:cBhvr>
                                        <p:cTn id="15" dur="1000" fill="hold"/>
                                        <p:tgtEl>
                                          <p:spTgt spid="6">
                                            <p:graphicEl>
                                              <a:dgm id="{149BE9DD-DF0D-4C97-AF5D-B2101BABFC4F}"/>
                                            </p:graphicEl>
                                          </p:spTgt>
                                        </p:tgtEl>
                                        <p:attrNameLst>
                                          <p:attrName>ppt_x</p:attrName>
                                        </p:attrNameLst>
                                      </p:cBhvr>
                                      <p:tavLst>
                                        <p:tav tm="0">
                                          <p:val>
                                            <p:strVal val="#ppt_x"/>
                                          </p:val>
                                        </p:tav>
                                        <p:tav tm="100000">
                                          <p:val>
                                            <p:strVal val="#ppt_x"/>
                                          </p:val>
                                        </p:tav>
                                      </p:tavLst>
                                    </p:anim>
                                    <p:anim calcmode="lin" valueType="num">
                                      <p:cBhvr>
                                        <p:cTn id="16" dur="1000" fill="hold"/>
                                        <p:tgtEl>
                                          <p:spTgt spid="6">
                                            <p:graphicEl>
                                              <a:dgm id="{149BE9DD-DF0D-4C97-AF5D-B2101BABFC4F}"/>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graphicEl>
                                              <a:dgm id="{EE0CB242-2162-486A-8368-B7DB061E31E8}"/>
                                            </p:graphicEl>
                                          </p:spTgt>
                                        </p:tgtEl>
                                        <p:attrNameLst>
                                          <p:attrName>style.visibility</p:attrName>
                                        </p:attrNameLst>
                                      </p:cBhvr>
                                      <p:to>
                                        <p:strVal val="visible"/>
                                      </p:to>
                                    </p:set>
                                    <p:animEffect transition="in" filter="fade">
                                      <p:cBhvr>
                                        <p:cTn id="21" dur="1000"/>
                                        <p:tgtEl>
                                          <p:spTgt spid="6">
                                            <p:graphicEl>
                                              <a:dgm id="{EE0CB242-2162-486A-8368-B7DB061E31E8}"/>
                                            </p:graphicEl>
                                          </p:spTgt>
                                        </p:tgtEl>
                                      </p:cBhvr>
                                    </p:animEffect>
                                    <p:anim calcmode="lin" valueType="num">
                                      <p:cBhvr>
                                        <p:cTn id="22" dur="1000" fill="hold"/>
                                        <p:tgtEl>
                                          <p:spTgt spid="6">
                                            <p:graphicEl>
                                              <a:dgm id="{EE0CB242-2162-486A-8368-B7DB061E31E8}"/>
                                            </p:graphicEl>
                                          </p:spTgt>
                                        </p:tgtEl>
                                        <p:attrNameLst>
                                          <p:attrName>ppt_x</p:attrName>
                                        </p:attrNameLst>
                                      </p:cBhvr>
                                      <p:tavLst>
                                        <p:tav tm="0">
                                          <p:val>
                                            <p:strVal val="#ppt_x"/>
                                          </p:val>
                                        </p:tav>
                                        <p:tav tm="100000">
                                          <p:val>
                                            <p:strVal val="#ppt_x"/>
                                          </p:val>
                                        </p:tav>
                                      </p:tavLst>
                                    </p:anim>
                                    <p:anim calcmode="lin" valueType="num">
                                      <p:cBhvr>
                                        <p:cTn id="23" dur="1000" fill="hold"/>
                                        <p:tgtEl>
                                          <p:spTgt spid="6">
                                            <p:graphicEl>
                                              <a:dgm id="{EE0CB242-2162-486A-8368-B7DB061E31E8}"/>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graphicEl>
                                              <a:dgm id="{8EFD9FAC-A193-46B4-B042-746A5A7D74B8}"/>
                                            </p:graphicEl>
                                          </p:spTgt>
                                        </p:tgtEl>
                                        <p:attrNameLst>
                                          <p:attrName>style.visibility</p:attrName>
                                        </p:attrNameLst>
                                      </p:cBhvr>
                                      <p:to>
                                        <p:strVal val="visible"/>
                                      </p:to>
                                    </p:set>
                                    <p:animEffect transition="in" filter="fade">
                                      <p:cBhvr>
                                        <p:cTn id="28" dur="1000"/>
                                        <p:tgtEl>
                                          <p:spTgt spid="6">
                                            <p:graphicEl>
                                              <a:dgm id="{8EFD9FAC-A193-46B4-B042-746A5A7D74B8}"/>
                                            </p:graphicEl>
                                          </p:spTgt>
                                        </p:tgtEl>
                                      </p:cBhvr>
                                    </p:animEffect>
                                    <p:anim calcmode="lin" valueType="num">
                                      <p:cBhvr>
                                        <p:cTn id="29" dur="1000" fill="hold"/>
                                        <p:tgtEl>
                                          <p:spTgt spid="6">
                                            <p:graphicEl>
                                              <a:dgm id="{8EFD9FAC-A193-46B4-B042-746A5A7D74B8}"/>
                                            </p:graphicEl>
                                          </p:spTgt>
                                        </p:tgtEl>
                                        <p:attrNameLst>
                                          <p:attrName>ppt_x</p:attrName>
                                        </p:attrNameLst>
                                      </p:cBhvr>
                                      <p:tavLst>
                                        <p:tav tm="0">
                                          <p:val>
                                            <p:strVal val="#ppt_x"/>
                                          </p:val>
                                        </p:tav>
                                        <p:tav tm="100000">
                                          <p:val>
                                            <p:strVal val="#ppt_x"/>
                                          </p:val>
                                        </p:tav>
                                      </p:tavLst>
                                    </p:anim>
                                    <p:anim calcmode="lin" valueType="num">
                                      <p:cBhvr>
                                        <p:cTn id="30" dur="1000" fill="hold"/>
                                        <p:tgtEl>
                                          <p:spTgt spid="6">
                                            <p:graphicEl>
                                              <a:dgm id="{8EFD9FAC-A193-46B4-B042-746A5A7D74B8}"/>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graphicEl>
                                              <a:dgm id="{7C59D03E-EFEA-4D66-85C9-744C1B29ECF7}"/>
                                            </p:graphicEl>
                                          </p:spTgt>
                                        </p:tgtEl>
                                        <p:attrNameLst>
                                          <p:attrName>style.visibility</p:attrName>
                                        </p:attrNameLst>
                                      </p:cBhvr>
                                      <p:to>
                                        <p:strVal val="visible"/>
                                      </p:to>
                                    </p:set>
                                    <p:animEffect transition="in" filter="fade">
                                      <p:cBhvr>
                                        <p:cTn id="35" dur="1000"/>
                                        <p:tgtEl>
                                          <p:spTgt spid="6">
                                            <p:graphicEl>
                                              <a:dgm id="{7C59D03E-EFEA-4D66-85C9-744C1B29ECF7}"/>
                                            </p:graphicEl>
                                          </p:spTgt>
                                        </p:tgtEl>
                                      </p:cBhvr>
                                    </p:animEffect>
                                    <p:anim calcmode="lin" valueType="num">
                                      <p:cBhvr>
                                        <p:cTn id="36" dur="1000" fill="hold"/>
                                        <p:tgtEl>
                                          <p:spTgt spid="6">
                                            <p:graphicEl>
                                              <a:dgm id="{7C59D03E-EFEA-4D66-85C9-744C1B29ECF7}"/>
                                            </p:graphicEl>
                                          </p:spTgt>
                                        </p:tgtEl>
                                        <p:attrNameLst>
                                          <p:attrName>ppt_x</p:attrName>
                                        </p:attrNameLst>
                                      </p:cBhvr>
                                      <p:tavLst>
                                        <p:tav tm="0">
                                          <p:val>
                                            <p:strVal val="#ppt_x"/>
                                          </p:val>
                                        </p:tav>
                                        <p:tav tm="100000">
                                          <p:val>
                                            <p:strVal val="#ppt_x"/>
                                          </p:val>
                                        </p:tav>
                                      </p:tavLst>
                                    </p:anim>
                                    <p:anim calcmode="lin" valueType="num">
                                      <p:cBhvr>
                                        <p:cTn id="37" dur="1000" fill="hold"/>
                                        <p:tgtEl>
                                          <p:spTgt spid="6">
                                            <p:graphicEl>
                                              <a:dgm id="{7C59D03E-EFEA-4D66-85C9-744C1B29ECF7}"/>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Router</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
        <p:nvSpPr>
          <p:cNvPr id="4" name="Rectangle 1"/>
          <p:cNvSpPr>
            <a:spLocks noChangeArrowheads="1"/>
          </p:cNvSpPr>
          <p:nvPr/>
        </p:nvSpPr>
        <p:spPr bwMode="auto">
          <a:xfrm>
            <a:off x="5269187" y="5459977"/>
            <a:ext cx="227948"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inter-regular"/>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Diagram 5"/>
          <p:cNvGraphicFramePr/>
          <p:nvPr>
            <p:extLst>
              <p:ext uri="{D42A27DB-BD31-4B8C-83A1-F6EECF244321}">
                <p14:modId xmlns:p14="http://schemas.microsoft.com/office/powerpoint/2010/main" val="1162253909"/>
              </p:ext>
            </p:extLst>
          </p:nvPr>
        </p:nvGraphicFramePr>
        <p:xfrm>
          <a:off x="177612" y="1590259"/>
          <a:ext cx="8788776" cy="4692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74873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C2ECC80B-026A-4235-84A9-49E62C4264B4}"/>
                                            </p:graphicEl>
                                          </p:spTgt>
                                        </p:tgtEl>
                                        <p:attrNameLst>
                                          <p:attrName>style.visibility</p:attrName>
                                        </p:attrNameLst>
                                      </p:cBhvr>
                                      <p:to>
                                        <p:strVal val="visible"/>
                                      </p:to>
                                    </p:set>
                                    <p:anim calcmode="lin" valueType="num">
                                      <p:cBhvr additive="base">
                                        <p:cTn id="7" dur="500" fill="hold"/>
                                        <p:tgtEl>
                                          <p:spTgt spid="6">
                                            <p:graphicEl>
                                              <a:dgm id="{C2ECC80B-026A-4235-84A9-49E62C4264B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C2ECC80B-026A-4235-84A9-49E62C4264B4}"/>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2CF446BA-68B8-4806-8012-53790B5065EC}"/>
                                            </p:graphicEl>
                                          </p:spTgt>
                                        </p:tgtEl>
                                        <p:attrNameLst>
                                          <p:attrName>style.visibility</p:attrName>
                                        </p:attrNameLst>
                                      </p:cBhvr>
                                      <p:to>
                                        <p:strVal val="visible"/>
                                      </p:to>
                                    </p:set>
                                    <p:anim calcmode="lin" valueType="num">
                                      <p:cBhvr additive="base">
                                        <p:cTn id="13" dur="500" fill="hold"/>
                                        <p:tgtEl>
                                          <p:spTgt spid="6">
                                            <p:graphicEl>
                                              <a:dgm id="{2CF446BA-68B8-4806-8012-53790B5065EC}"/>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2CF446BA-68B8-4806-8012-53790B5065EC}"/>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BB5EA57D-2AC7-4ACE-9B8F-A0E9316D572A}"/>
                                            </p:graphicEl>
                                          </p:spTgt>
                                        </p:tgtEl>
                                        <p:attrNameLst>
                                          <p:attrName>style.visibility</p:attrName>
                                        </p:attrNameLst>
                                      </p:cBhvr>
                                      <p:to>
                                        <p:strVal val="visible"/>
                                      </p:to>
                                    </p:set>
                                    <p:anim calcmode="lin" valueType="num">
                                      <p:cBhvr additive="base">
                                        <p:cTn id="19" dur="500" fill="hold"/>
                                        <p:tgtEl>
                                          <p:spTgt spid="6">
                                            <p:graphicEl>
                                              <a:dgm id="{BB5EA57D-2AC7-4ACE-9B8F-A0E9316D572A}"/>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BB5EA57D-2AC7-4ACE-9B8F-A0E9316D572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Modem</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sp>
        <p:nvSpPr>
          <p:cNvPr id="4" name="Rectangle 1"/>
          <p:cNvSpPr>
            <a:spLocks noChangeArrowheads="1"/>
          </p:cNvSpPr>
          <p:nvPr/>
        </p:nvSpPr>
        <p:spPr bwMode="auto">
          <a:xfrm>
            <a:off x="5269187" y="5459977"/>
            <a:ext cx="227948"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inter-regular"/>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Diagram 5"/>
          <p:cNvGraphicFramePr/>
          <p:nvPr>
            <p:extLst>
              <p:ext uri="{D42A27DB-BD31-4B8C-83A1-F6EECF244321}">
                <p14:modId xmlns:p14="http://schemas.microsoft.com/office/powerpoint/2010/main" val="2328409111"/>
              </p:ext>
            </p:extLst>
          </p:nvPr>
        </p:nvGraphicFramePr>
        <p:xfrm>
          <a:off x="444685" y="1498044"/>
          <a:ext cx="8465724" cy="49027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19664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6">
                                            <p:graphicEl>
                                              <a:dgm id="{C2ECC80B-026A-4235-84A9-49E62C4264B4}"/>
                                            </p:graphicEl>
                                          </p:spTgt>
                                        </p:tgtEl>
                                        <p:attrNameLst>
                                          <p:attrName>style.visibility</p:attrName>
                                        </p:attrNameLst>
                                      </p:cBhvr>
                                      <p:to>
                                        <p:strVal val="visible"/>
                                      </p:to>
                                    </p:set>
                                    <p:anim calcmode="lin" valueType="num">
                                      <p:cBhvr additive="base">
                                        <p:cTn id="7" dur="500" fill="hold"/>
                                        <p:tgtEl>
                                          <p:spTgt spid="6">
                                            <p:graphicEl>
                                              <a:dgm id="{C2ECC80B-026A-4235-84A9-49E62C4264B4}"/>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graphicEl>
                                              <a:dgm id="{C2ECC80B-026A-4235-84A9-49E62C4264B4}"/>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6">
                                            <p:graphicEl>
                                              <a:dgm id="{0F37E3E4-D304-4CB2-BB75-70C2D9769A44}"/>
                                            </p:graphicEl>
                                          </p:spTgt>
                                        </p:tgtEl>
                                        <p:attrNameLst>
                                          <p:attrName>style.visibility</p:attrName>
                                        </p:attrNameLst>
                                      </p:cBhvr>
                                      <p:to>
                                        <p:strVal val="visible"/>
                                      </p:to>
                                    </p:set>
                                    <p:anim calcmode="lin" valueType="num">
                                      <p:cBhvr additive="base">
                                        <p:cTn id="13" dur="500" fill="hold"/>
                                        <p:tgtEl>
                                          <p:spTgt spid="6">
                                            <p:graphicEl>
                                              <a:dgm id="{0F37E3E4-D304-4CB2-BB75-70C2D9769A44}"/>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
                                            <p:graphicEl>
                                              <a:dgm id="{0F37E3E4-D304-4CB2-BB75-70C2D9769A44}"/>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6">
                                            <p:graphicEl>
                                              <a:dgm id="{00B251FE-0C0F-4B81-BFD2-7F10C5B31BE3}"/>
                                            </p:graphicEl>
                                          </p:spTgt>
                                        </p:tgtEl>
                                        <p:attrNameLst>
                                          <p:attrName>style.visibility</p:attrName>
                                        </p:attrNameLst>
                                      </p:cBhvr>
                                      <p:to>
                                        <p:strVal val="visible"/>
                                      </p:to>
                                    </p:set>
                                    <p:anim calcmode="lin" valueType="num">
                                      <p:cBhvr additive="base">
                                        <p:cTn id="19" dur="500" fill="hold"/>
                                        <p:tgtEl>
                                          <p:spTgt spid="6">
                                            <p:graphicEl>
                                              <a:dgm id="{00B251FE-0C0F-4B81-BFD2-7F10C5B31BE3}"/>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
                                            <p:graphicEl>
                                              <a:dgm id="{00B251FE-0C0F-4B81-BFD2-7F10C5B31BE3}"/>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6">
                                            <p:graphicEl>
                                              <a:dgm id="{6112D730-748A-4F21-AF60-55D98779CBA5}"/>
                                            </p:graphicEl>
                                          </p:spTgt>
                                        </p:tgtEl>
                                        <p:attrNameLst>
                                          <p:attrName>style.visibility</p:attrName>
                                        </p:attrNameLst>
                                      </p:cBhvr>
                                      <p:to>
                                        <p:strVal val="visible"/>
                                      </p:to>
                                    </p:set>
                                    <p:anim calcmode="lin" valueType="num">
                                      <p:cBhvr additive="base">
                                        <p:cTn id="25" dur="500" fill="hold"/>
                                        <p:tgtEl>
                                          <p:spTgt spid="6">
                                            <p:graphicEl>
                                              <a:dgm id="{6112D730-748A-4F21-AF60-55D98779CBA5}"/>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
                                            <p:graphicEl>
                                              <a:dgm id="{6112D730-748A-4F21-AF60-55D98779CBA5}"/>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6">
                                            <p:graphicEl>
                                              <a:dgm id="{BF2EAB94-BEE9-401E-9BE6-F10A823A6BDF}"/>
                                            </p:graphicEl>
                                          </p:spTgt>
                                        </p:tgtEl>
                                        <p:attrNameLst>
                                          <p:attrName>style.visibility</p:attrName>
                                        </p:attrNameLst>
                                      </p:cBhvr>
                                      <p:to>
                                        <p:strVal val="visible"/>
                                      </p:to>
                                    </p:set>
                                    <p:anim calcmode="lin" valueType="num">
                                      <p:cBhvr additive="base">
                                        <p:cTn id="31" dur="500" fill="hold"/>
                                        <p:tgtEl>
                                          <p:spTgt spid="6">
                                            <p:graphicEl>
                                              <a:dgm id="{BF2EAB94-BEE9-401E-9BE6-F10A823A6BDF}"/>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
                                            <p:graphicEl>
                                              <a:dgm id="{BF2EAB94-BEE9-401E-9BE6-F10A823A6BD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Types of Computer Networks</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graphicFrame>
        <p:nvGraphicFramePr>
          <p:cNvPr id="4" name="Diagram 3"/>
          <p:cNvGraphicFramePr/>
          <p:nvPr>
            <p:extLst>
              <p:ext uri="{D42A27DB-BD31-4B8C-83A1-F6EECF244321}">
                <p14:modId xmlns:p14="http://schemas.microsoft.com/office/powerpoint/2010/main" val="12508481"/>
              </p:ext>
            </p:extLst>
          </p:nvPr>
        </p:nvGraphicFramePr>
        <p:xfrm>
          <a:off x="166253" y="1759528"/>
          <a:ext cx="8872751" cy="41292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83060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C7784466-795B-47DE-B5C4-274066299DDF}"/>
                                            </p:graphicEl>
                                          </p:spTgt>
                                        </p:tgtEl>
                                        <p:attrNameLst>
                                          <p:attrName>style.visibility</p:attrName>
                                        </p:attrNameLst>
                                      </p:cBhvr>
                                      <p:to>
                                        <p:strVal val="visible"/>
                                      </p:to>
                                    </p:set>
                                    <p:anim calcmode="lin" valueType="num">
                                      <p:cBhvr additive="base">
                                        <p:cTn id="7" dur="500" fill="hold"/>
                                        <p:tgtEl>
                                          <p:spTgt spid="4">
                                            <p:graphicEl>
                                              <a:dgm id="{C7784466-795B-47DE-B5C4-274066299DD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C7784466-795B-47DE-B5C4-274066299DD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BA2FD484-27C0-450A-9013-4DB64A4440D9}"/>
                                            </p:graphicEl>
                                          </p:spTgt>
                                        </p:tgtEl>
                                        <p:attrNameLst>
                                          <p:attrName>style.visibility</p:attrName>
                                        </p:attrNameLst>
                                      </p:cBhvr>
                                      <p:to>
                                        <p:strVal val="visible"/>
                                      </p:to>
                                    </p:set>
                                    <p:anim calcmode="lin" valueType="num">
                                      <p:cBhvr additive="base">
                                        <p:cTn id="13" dur="500" fill="hold"/>
                                        <p:tgtEl>
                                          <p:spTgt spid="4">
                                            <p:graphicEl>
                                              <a:dgm id="{BA2FD484-27C0-450A-9013-4DB64A4440D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BA2FD484-27C0-450A-9013-4DB64A4440D9}"/>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graphicEl>
                                              <a:dgm id="{9BACE281-B65C-4A97-B39F-05CFCC5E9947}"/>
                                            </p:graphicEl>
                                          </p:spTgt>
                                        </p:tgtEl>
                                        <p:attrNameLst>
                                          <p:attrName>style.visibility</p:attrName>
                                        </p:attrNameLst>
                                      </p:cBhvr>
                                      <p:to>
                                        <p:strVal val="visible"/>
                                      </p:to>
                                    </p:set>
                                    <p:anim calcmode="lin" valueType="num">
                                      <p:cBhvr additive="base">
                                        <p:cTn id="17" dur="500" fill="hold"/>
                                        <p:tgtEl>
                                          <p:spTgt spid="4">
                                            <p:graphicEl>
                                              <a:dgm id="{9BACE281-B65C-4A97-B39F-05CFCC5E9947}"/>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9BACE281-B65C-4A97-B39F-05CFCC5E9947}"/>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graphicEl>
                                              <a:dgm id="{19A00452-C3EE-43C5-A537-35AC0AB45172}"/>
                                            </p:graphicEl>
                                          </p:spTgt>
                                        </p:tgtEl>
                                        <p:attrNameLst>
                                          <p:attrName>style.visibility</p:attrName>
                                        </p:attrNameLst>
                                      </p:cBhvr>
                                      <p:to>
                                        <p:strVal val="visible"/>
                                      </p:to>
                                    </p:set>
                                    <p:anim calcmode="lin" valueType="num">
                                      <p:cBhvr additive="base">
                                        <p:cTn id="23" dur="500" fill="hold"/>
                                        <p:tgtEl>
                                          <p:spTgt spid="4">
                                            <p:graphicEl>
                                              <a:dgm id="{19A00452-C3EE-43C5-A537-35AC0AB45172}"/>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19A00452-C3EE-43C5-A537-35AC0AB45172}"/>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graphicEl>
                                              <a:dgm id="{196685CB-5312-4896-955A-94BCD5125E39}"/>
                                            </p:graphicEl>
                                          </p:spTgt>
                                        </p:tgtEl>
                                        <p:attrNameLst>
                                          <p:attrName>style.visibility</p:attrName>
                                        </p:attrNameLst>
                                      </p:cBhvr>
                                      <p:to>
                                        <p:strVal val="visible"/>
                                      </p:to>
                                    </p:set>
                                    <p:anim calcmode="lin" valueType="num">
                                      <p:cBhvr additive="base">
                                        <p:cTn id="27" dur="500" fill="hold"/>
                                        <p:tgtEl>
                                          <p:spTgt spid="4">
                                            <p:graphicEl>
                                              <a:dgm id="{196685CB-5312-4896-955A-94BCD5125E39}"/>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196685CB-5312-4896-955A-94BCD5125E39}"/>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graphicEl>
                                              <a:dgm id="{E11B9CA4-6F01-48A9-AFFB-0EEA9CF34DE0}"/>
                                            </p:graphicEl>
                                          </p:spTgt>
                                        </p:tgtEl>
                                        <p:attrNameLst>
                                          <p:attrName>style.visibility</p:attrName>
                                        </p:attrNameLst>
                                      </p:cBhvr>
                                      <p:to>
                                        <p:strVal val="visible"/>
                                      </p:to>
                                    </p:set>
                                    <p:anim calcmode="lin" valueType="num">
                                      <p:cBhvr additive="base">
                                        <p:cTn id="33" dur="500" fill="hold"/>
                                        <p:tgtEl>
                                          <p:spTgt spid="4">
                                            <p:graphicEl>
                                              <a:dgm id="{E11B9CA4-6F01-48A9-AFFB-0EEA9CF34DE0}"/>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E11B9CA4-6F01-48A9-AFFB-0EEA9CF34DE0}"/>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C9E3D5B5-25B8-4773-8742-6202D80399EA}"/>
                                            </p:graphicEl>
                                          </p:spTgt>
                                        </p:tgtEl>
                                        <p:attrNameLst>
                                          <p:attrName>style.visibility</p:attrName>
                                        </p:attrNameLst>
                                      </p:cBhvr>
                                      <p:to>
                                        <p:strVal val="visible"/>
                                      </p:to>
                                    </p:set>
                                    <p:anim calcmode="lin" valueType="num">
                                      <p:cBhvr additive="base">
                                        <p:cTn id="37" dur="500" fill="hold"/>
                                        <p:tgtEl>
                                          <p:spTgt spid="4">
                                            <p:graphicEl>
                                              <a:dgm id="{C9E3D5B5-25B8-4773-8742-6202D80399EA}"/>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C9E3D5B5-25B8-4773-8742-6202D80399EA}"/>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6D2953E7-9D48-4994-AFFC-973798604AF5}"/>
                                            </p:graphicEl>
                                          </p:spTgt>
                                        </p:tgtEl>
                                        <p:attrNameLst>
                                          <p:attrName>style.visibility</p:attrName>
                                        </p:attrNameLst>
                                      </p:cBhvr>
                                      <p:to>
                                        <p:strVal val="visible"/>
                                      </p:to>
                                    </p:set>
                                    <p:anim calcmode="lin" valueType="num">
                                      <p:cBhvr additive="base">
                                        <p:cTn id="43" dur="500" fill="hold"/>
                                        <p:tgtEl>
                                          <p:spTgt spid="4">
                                            <p:graphicEl>
                                              <a:dgm id="{6D2953E7-9D48-4994-AFFC-973798604AF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6D2953E7-9D48-4994-AFFC-973798604AF5}"/>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
                                            <p:graphicEl>
                                              <a:dgm id="{AFFBA548-EF92-4C0E-A3BC-F082163F9F9F}"/>
                                            </p:graphicEl>
                                          </p:spTgt>
                                        </p:tgtEl>
                                        <p:attrNameLst>
                                          <p:attrName>style.visibility</p:attrName>
                                        </p:attrNameLst>
                                      </p:cBhvr>
                                      <p:to>
                                        <p:strVal val="visible"/>
                                      </p:to>
                                    </p:set>
                                    <p:anim calcmode="lin" valueType="num">
                                      <p:cBhvr additive="base">
                                        <p:cTn id="47" dur="500" fill="hold"/>
                                        <p:tgtEl>
                                          <p:spTgt spid="4">
                                            <p:graphicEl>
                                              <a:dgm id="{AFFBA548-EF92-4C0E-A3BC-F082163F9F9F}"/>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graphicEl>
                                              <a:dgm id="{AFFBA548-EF92-4C0E-A3BC-F082163F9F9F}"/>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graphicEl>
                                              <a:dgm id="{E6C60DED-0BE9-420F-AE21-0CBE29973C33}"/>
                                            </p:graphicEl>
                                          </p:spTgt>
                                        </p:tgtEl>
                                        <p:attrNameLst>
                                          <p:attrName>style.visibility</p:attrName>
                                        </p:attrNameLst>
                                      </p:cBhvr>
                                      <p:to>
                                        <p:strVal val="visible"/>
                                      </p:to>
                                    </p:set>
                                    <p:anim calcmode="lin" valueType="num">
                                      <p:cBhvr additive="base">
                                        <p:cTn id="53" dur="500" fill="hold"/>
                                        <p:tgtEl>
                                          <p:spTgt spid="4">
                                            <p:graphicEl>
                                              <a:dgm id="{E6C60DED-0BE9-420F-AE21-0CBE29973C33}"/>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E6C60DED-0BE9-420F-AE21-0CBE29973C33}"/>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graphicEl>
                                              <a:dgm id="{496494BE-00CD-4F7F-A89B-0E72C3E18564}"/>
                                            </p:graphicEl>
                                          </p:spTgt>
                                        </p:tgtEl>
                                        <p:attrNameLst>
                                          <p:attrName>style.visibility</p:attrName>
                                        </p:attrNameLst>
                                      </p:cBhvr>
                                      <p:to>
                                        <p:strVal val="visible"/>
                                      </p:to>
                                    </p:set>
                                    <p:anim calcmode="lin" valueType="num">
                                      <p:cBhvr additive="base">
                                        <p:cTn id="57" dur="500" fill="hold"/>
                                        <p:tgtEl>
                                          <p:spTgt spid="4">
                                            <p:graphicEl>
                                              <a:dgm id="{496494BE-00CD-4F7F-A89B-0E72C3E18564}"/>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496494BE-00CD-4F7F-A89B-0E72C3E18564}"/>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graphicEl>
                                              <a:dgm id="{85D6E1DE-F045-4EEC-8DD4-9D25637D61B4}"/>
                                            </p:graphicEl>
                                          </p:spTgt>
                                        </p:tgtEl>
                                        <p:attrNameLst>
                                          <p:attrName>style.visibility</p:attrName>
                                        </p:attrNameLst>
                                      </p:cBhvr>
                                      <p:to>
                                        <p:strVal val="visible"/>
                                      </p:to>
                                    </p:set>
                                    <p:anim calcmode="lin" valueType="num">
                                      <p:cBhvr additive="base">
                                        <p:cTn id="63" dur="500" fill="hold"/>
                                        <p:tgtEl>
                                          <p:spTgt spid="4">
                                            <p:graphicEl>
                                              <a:dgm id="{85D6E1DE-F045-4EEC-8DD4-9D25637D61B4}"/>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graphicEl>
                                              <a:dgm id="{85D6E1DE-F045-4EEC-8DD4-9D25637D61B4}"/>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
                                            <p:graphicEl>
                                              <a:dgm id="{78159167-E4BD-4CF7-89AD-B2CB1BE0FBAC}"/>
                                            </p:graphicEl>
                                          </p:spTgt>
                                        </p:tgtEl>
                                        <p:attrNameLst>
                                          <p:attrName>style.visibility</p:attrName>
                                        </p:attrNameLst>
                                      </p:cBhvr>
                                      <p:to>
                                        <p:strVal val="visible"/>
                                      </p:to>
                                    </p:set>
                                    <p:anim calcmode="lin" valueType="num">
                                      <p:cBhvr additive="base">
                                        <p:cTn id="67" dur="500" fill="hold"/>
                                        <p:tgtEl>
                                          <p:spTgt spid="4">
                                            <p:graphicEl>
                                              <a:dgm id="{78159167-E4BD-4CF7-89AD-B2CB1BE0FBAC}"/>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graphicEl>
                                              <a:dgm id="{78159167-E4BD-4CF7-89AD-B2CB1BE0FBAC}"/>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graphicEl>
                                              <a:dgm id="{AF53D0F2-AFBF-4576-9BB7-380C441F9B4E}"/>
                                            </p:graphicEl>
                                          </p:spTgt>
                                        </p:tgtEl>
                                        <p:attrNameLst>
                                          <p:attrName>style.visibility</p:attrName>
                                        </p:attrNameLst>
                                      </p:cBhvr>
                                      <p:to>
                                        <p:strVal val="visible"/>
                                      </p:to>
                                    </p:set>
                                    <p:anim calcmode="lin" valueType="num">
                                      <p:cBhvr additive="base">
                                        <p:cTn id="73" dur="500" fill="hold"/>
                                        <p:tgtEl>
                                          <p:spTgt spid="4">
                                            <p:graphicEl>
                                              <a:dgm id="{AF53D0F2-AFBF-4576-9BB7-380C441F9B4E}"/>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graphicEl>
                                              <a:dgm id="{AF53D0F2-AFBF-4576-9BB7-380C441F9B4E}"/>
                                            </p:graphic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
                                            <p:graphicEl>
                                              <a:dgm id="{1625ED07-82F7-4AFD-A57B-29470B1D9CA9}"/>
                                            </p:graphicEl>
                                          </p:spTgt>
                                        </p:tgtEl>
                                        <p:attrNameLst>
                                          <p:attrName>style.visibility</p:attrName>
                                        </p:attrNameLst>
                                      </p:cBhvr>
                                      <p:to>
                                        <p:strVal val="visible"/>
                                      </p:to>
                                    </p:set>
                                    <p:anim calcmode="lin" valueType="num">
                                      <p:cBhvr additive="base">
                                        <p:cTn id="77" dur="500" fill="hold"/>
                                        <p:tgtEl>
                                          <p:spTgt spid="4">
                                            <p:graphicEl>
                                              <a:dgm id="{1625ED07-82F7-4AFD-A57B-29470B1D9CA9}"/>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graphicEl>
                                              <a:dgm id="{1625ED07-82F7-4AFD-A57B-29470B1D9CA9}"/>
                                            </p:graphic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4">
                                            <p:graphicEl>
                                              <a:dgm id="{9300FA56-388E-4003-8500-0BE306C87010}"/>
                                            </p:graphicEl>
                                          </p:spTgt>
                                        </p:tgtEl>
                                        <p:attrNameLst>
                                          <p:attrName>style.visibility</p:attrName>
                                        </p:attrNameLst>
                                      </p:cBhvr>
                                      <p:to>
                                        <p:strVal val="visible"/>
                                      </p:to>
                                    </p:set>
                                    <p:anim calcmode="lin" valueType="num">
                                      <p:cBhvr additive="base">
                                        <p:cTn id="83" dur="500" fill="hold"/>
                                        <p:tgtEl>
                                          <p:spTgt spid="4">
                                            <p:graphicEl>
                                              <a:dgm id="{9300FA56-388E-4003-8500-0BE306C87010}"/>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4">
                                            <p:graphicEl>
                                              <a:dgm id="{9300FA56-388E-4003-8500-0BE306C87010}"/>
                                            </p:graphic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
                                            <p:graphicEl>
                                              <a:dgm id="{51EAED39-4B07-4C80-843B-3A363D69B60C}"/>
                                            </p:graphicEl>
                                          </p:spTgt>
                                        </p:tgtEl>
                                        <p:attrNameLst>
                                          <p:attrName>style.visibility</p:attrName>
                                        </p:attrNameLst>
                                      </p:cBhvr>
                                      <p:to>
                                        <p:strVal val="visible"/>
                                      </p:to>
                                    </p:set>
                                    <p:anim calcmode="lin" valueType="num">
                                      <p:cBhvr additive="base">
                                        <p:cTn id="87" dur="500" fill="hold"/>
                                        <p:tgtEl>
                                          <p:spTgt spid="4">
                                            <p:graphicEl>
                                              <a:dgm id="{51EAED39-4B07-4C80-843B-3A363D69B60C}"/>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4">
                                            <p:graphicEl>
                                              <a:dgm id="{51EAED39-4B07-4C80-843B-3A363D69B60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fontAlgn="base"/>
            <a:r>
              <a:rPr lang="en-US" sz="4000">
                <a:solidFill>
                  <a:schemeClr val="accent6"/>
                </a:solidFill>
                <a:ea typeface="MS Gothic" panose="020B0609070205080204" pitchFamily="49" charset="-128"/>
              </a:rPr>
              <a:t>Personal Area Network (PAN)</a:t>
            </a:r>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Personal Area Network (PAN)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67126" y="2617994"/>
            <a:ext cx="5243358" cy="2787720"/>
          </a:xfrm>
          <a:prstGeom prst="rect">
            <a:avLst/>
          </a:prstGeom>
        </p:spPr>
      </p:pic>
    </p:spTree>
    <p:extLst>
      <p:ext uri="{BB962C8B-B14F-4D97-AF65-F5344CB8AC3E}">
        <p14:creationId xmlns:p14="http://schemas.microsoft.com/office/powerpoint/2010/main" val="5042210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fontAlgn="base"/>
            <a:r>
              <a:rPr lang="en-US" sz="4000">
                <a:solidFill>
                  <a:schemeClr val="accent6"/>
                </a:solidFill>
                <a:ea typeface="MS Gothic" panose="020B0609070205080204" pitchFamily="49" charset="-128"/>
              </a:rPr>
              <a:t>Personal Area Network (PAN)</a:t>
            </a:r>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Personal Area Network (PAN)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graphicFrame>
        <p:nvGraphicFramePr>
          <p:cNvPr id="4" name="Diagram 3"/>
          <p:cNvGraphicFramePr/>
          <p:nvPr>
            <p:extLst>
              <p:ext uri="{D42A27DB-BD31-4B8C-83A1-F6EECF244321}">
                <p14:modId xmlns:p14="http://schemas.microsoft.com/office/powerpoint/2010/main" val="1346127919"/>
              </p:ext>
            </p:extLst>
          </p:nvPr>
        </p:nvGraphicFramePr>
        <p:xfrm>
          <a:off x="1250372" y="2209800"/>
          <a:ext cx="7024255" cy="39505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36266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
                                            <p:graphicEl>
                                              <a:dgm id="{8C21A660-7084-439C-8C10-2B14FA1EF1F1}"/>
                                            </p:graphicEl>
                                          </p:spTgt>
                                        </p:tgtEl>
                                        <p:attrNameLst>
                                          <p:attrName>style.visibility</p:attrName>
                                        </p:attrNameLst>
                                      </p:cBhvr>
                                      <p:to>
                                        <p:strVal val="visible"/>
                                      </p:to>
                                    </p:set>
                                    <p:anim calcmode="lin" valueType="num">
                                      <p:cBhvr additive="base">
                                        <p:cTn id="7" dur="500" fill="hold"/>
                                        <p:tgtEl>
                                          <p:spTgt spid="4">
                                            <p:graphicEl>
                                              <a:dgm id="{8C21A660-7084-439C-8C10-2B14FA1EF1F1}"/>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8C21A660-7084-439C-8C10-2B14FA1EF1F1}"/>
                                            </p:graphicEl>
                                          </p:spTgt>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4">
                                            <p:graphicEl>
                                              <a:dgm id="{1B404FF8-91BA-4CE2-AE39-AF45CBC5050A}"/>
                                            </p:graphicEl>
                                          </p:spTgt>
                                        </p:tgtEl>
                                        <p:attrNameLst>
                                          <p:attrName>style.visibility</p:attrName>
                                        </p:attrNameLst>
                                      </p:cBhvr>
                                      <p:to>
                                        <p:strVal val="visible"/>
                                      </p:to>
                                    </p:set>
                                    <p:anim calcmode="lin" valueType="num">
                                      <p:cBhvr additive="base">
                                        <p:cTn id="11" dur="500" fill="hold"/>
                                        <p:tgtEl>
                                          <p:spTgt spid="4">
                                            <p:graphicEl>
                                              <a:dgm id="{1B404FF8-91BA-4CE2-AE39-AF45CBC5050A}"/>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graphicEl>
                                              <a:dgm id="{1B404FF8-91BA-4CE2-AE39-AF45CBC5050A}"/>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9" fill="hold" grpId="0" nodeType="clickEffect">
                                  <p:stCondLst>
                                    <p:cond delay="0"/>
                                  </p:stCondLst>
                                  <p:childTnLst>
                                    <p:set>
                                      <p:cBhvr>
                                        <p:cTn id="16" dur="1" fill="hold">
                                          <p:stCondLst>
                                            <p:cond delay="0"/>
                                          </p:stCondLst>
                                        </p:cTn>
                                        <p:tgtEl>
                                          <p:spTgt spid="4">
                                            <p:graphicEl>
                                              <a:dgm id="{AC13AE23-2F14-40AC-BF56-73C65257E269}"/>
                                            </p:graphicEl>
                                          </p:spTgt>
                                        </p:tgtEl>
                                        <p:attrNameLst>
                                          <p:attrName>style.visibility</p:attrName>
                                        </p:attrNameLst>
                                      </p:cBhvr>
                                      <p:to>
                                        <p:strVal val="visible"/>
                                      </p:to>
                                    </p:set>
                                    <p:anim calcmode="lin" valueType="num">
                                      <p:cBhvr additive="base">
                                        <p:cTn id="17" dur="500" fill="hold"/>
                                        <p:tgtEl>
                                          <p:spTgt spid="4">
                                            <p:graphicEl>
                                              <a:dgm id="{AC13AE23-2F14-40AC-BF56-73C65257E269}"/>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graphicEl>
                                              <a:dgm id="{AC13AE23-2F14-40AC-BF56-73C65257E269}"/>
                                            </p:graphicEl>
                                          </p:spTgt>
                                        </p:tgtEl>
                                        <p:attrNameLst>
                                          <p:attrName>ppt_y</p:attrName>
                                        </p:attrNameLst>
                                      </p:cBhvr>
                                      <p:tavLst>
                                        <p:tav tm="0">
                                          <p:val>
                                            <p:strVal val="0-#ppt_h/2"/>
                                          </p:val>
                                        </p:tav>
                                        <p:tav tm="100000">
                                          <p:val>
                                            <p:strVal val="#ppt_y"/>
                                          </p:val>
                                        </p:tav>
                                      </p:tavLst>
                                    </p:anim>
                                  </p:childTnLst>
                                </p:cTn>
                              </p:par>
                              <p:par>
                                <p:cTn id="19" presetID="2" presetClass="entr" presetSubtype="9" fill="hold" grpId="0" nodeType="withEffect">
                                  <p:stCondLst>
                                    <p:cond delay="0"/>
                                  </p:stCondLst>
                                  <p:childTnLst>
                                    <p:set>
                                      <p:cBhvr>
                                        <p:cTn id="20" dur="1" fill="hold">
                                          <p:stCondLst>
                                            <p:cond delay="0"/>
                                          </p:stCondLst>
                                        </p:cTn>
                                        <p:tgtEl>
                                          <p:spTgt spid="4">
                                            <p:graphicEl>
                                              <a:dgm id="{B8E09FC1-6D3B-4965-B57A-D22B8963473A}"/>
                                            </p:graphicEl>
                                          </p:spTgt>
                                        </p:tgtEl>
                                        <p:attrNameLst>
                                          <p:attrName>style.visibility</p:attrName>
                                        </p:attrNameLst>
                                      </p:cBhvr>
                                      <p:to>
                                        <p:strVal val="visible"/>
                                      </p:to>
                                    </p:set>
                                    <p:anim calcmode="lin" valueType="num">
                                      <p:cBhvr additive="base">
                                        <p:cTn id="21" dur="500" fill="hold"/>
                                        <p:tgtEl>
                                          <p:spTgt spid="4">
                                            <p:graphicEl>
                                              <a:dgm id="{B8E09FC1-6D3B-4965-B57A-D22B8963473A}"/>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
                                            <p:graphicEl>
                                              <a:dgm id="{B8E09FC1-6D3B-4965-B57A-D22B8963473A}"/>
                                            </p:graphic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9" fill="hold" grpId="0" nodeType="clickEffect">
                                  <p:stCondLst>
                                    <p:cond delay="0"/>
                                  </p:stCondLst>
                                  <p:childTnLst>
                                    <p:set>
                                      <p:cBhvr>
                                        <p:cTn id="26" dur="1" fill="hold">
                                          <p:stCondLst>
                                            <p:cond delay="0"/>
                                          </p:stCondLst>
                                        </p:cTn>
                                        <p:tgtEl>
                                          <p:spTgt spid="4">
                                            <p:graphicEl>
                                              <a:dgm id="{3F3901BA-EAA7-4E2D-BCF3-88D6D7F9E453}"/>
                                            </p:graphicEl>
                                          </p:spTgt>
                                        </p:tgtEl>
                                        <p:attrNameLst>
                                          <p:attrName>style.visibility</p:attrName>
                                        </p:attrNameLst>
                                      </p:cBhvr>
                                      <p:to>
                                        <p:strVal val="visible"/>
                                      </p:to>
                                    </p:set>
                                    <p:anim calcmode="lin" valueType="num">
                                      <p:cBhvr additive="base">
                                        <p:cTn id="27" dur="500" fill="hold"/>
                                        <p:tgtEl>
                                          <p:spTgt spid="4">
                                            <p:graphicEl>
                                              <a:dgm id="{3F3901BA-EAA7-4E2D-BCF3-88D6D7F9E453}"/>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4">
                                            <p:graphicEl>
                                              <a:dgm id="{3F3901BA-EAA7-4E2D-BCF3-88D6D7F9E453}"/>
                                            </p:graphicEl>
                                          </p:spTgt>
                                        </p:tgtEl>
                                        <p:attrNameLst>
                                          <p:attrName>ppt_y</p:attrName>
                                        </p:attrNameLst>
                                      </p:cBhvr>
                                      <p:tavLst>
                                        <p:tav tm="0">
                                          <p:val>
                                            <p:strVal val="0-#ppt_h/2"/>
                                          </p:val>
                                        </p:tav>
                                        <p:tav tm="100000">
                                          <p:val>
                                            <p:strVal val="#ppt_y"/>
                                          </p:val>
                                        </p:tav>
                                      </p:tavLst>
                                    </p:anim>
                                  </p:childTnLst>
                                </p:cTn>
                              </p:par>
                              <p:par>
                                <p:cTn id="29" presetID="2" presetClass="entr" presetSubtype="9" fill="hold" grpId="0" nodeType="withEffect">
                                  <p:stCondLst>
                                    <p:cond delay="0"/>
                                  </p:stCondLst>
                                  <p:childTnLst>
                                    <p:set>
                                      <p:cBhvr>
                                        <p:cTn id="30" dur="1" fill="hold">
                                          <p:stCondLst>
                                            <p:cond delay="0"/>
                                          </p:stCondLst>
                                        </p:cTn>
                                        <p:tgtEl>
                                          <p:spTgt spid="4">
                                            <p:graphicEl>
                                              <a:dgm id="{DFEA2346-DC2A-427C-ABD1-42EA0E6720D3}"/>
                                            </p:graphicEl>
                                          </p:spTgt>
                                        </p:tgtEl>
                                        <p:attrNameLst>
                                          <p:attrName>style.visibility</p:attrName>
                                        </p:attrNameLst>
                                      </p:cBhvr>
                                      <p:to>
                                        <p:strVal val="visible"/>
                                      </p:to>
                                    </p:set>
                                    <p:anim calcmode="lin" valueType="num">
                                      <p:cBhvr additive="base">
                                        <p:cTn id="31" dur="500" fill="hold"/>
                                        <p:tgtEl>
                                          <p:spTgt spid="4">
                                            <p:graphicEl>
                                              <a:dgm id="{DFEA2346-DC2A-427C-ABD1-42EA0E6720D3}"/>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DFEA2346-DC2A-427C-ABD1-42EA0E6720D3}"/>
                                            </p:graphic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9" fill="hold" grpId="0" nodeType="clickEffect">
                                  <p:stCondLst>
                                    <p:cond delay="0"/>
                                  </p:stCondLst>
                                  <p:childTnLst>
                                    <p:set>
                                      <p:cBhvr>
                                        <p:cTn id="36" dur="1" fill="hold">
                                          <p:stCondLst>
                                            <p:cond delay="0"/>
                                          </p:stCondLst>
                                        </p:cTn>
                                        <p:tgtEl>
                                          <p:spTgt spid="4">
                                            <p:graphicEl>
                                              <a:dgm id="{0E9BDB36-DCE4-4618-8097-1115C53891EA}"/>
                                            </p:graphicEl>
                                          </p:spTgt>
                                        </p:tgtEl>
                                        <p:attrNameLst>
                                          <p:attrName>style.visibility</p:attrName>
                                        </p:attrNameLst>
                                      </p:cBhvr>
                                      <p:to>
                                        <p:strVal val="visible"/>
                                      </p:to>
                                    </p:set>
                                    <p:anim calcmode="lin" valueType="num">
                                      <p:cBhvr additive="base">
                                        <p:cTn id="37" dur="500" fill="hold"/>
                                        <p:tgtEl>
                                          <p:spTgt spid="4">
                                            <p:graphicEl>
                                              <a:dgm id="{0E9BDB36-DCE4-4618-8097-1115C53891EA}"/>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0E9BDB36-DCE4-4618-8097-1115C53891EA}"/>
                                            </p:graphicEl>
                                          </p:spTgt>
                                        </p:tgtEl>
                                        <p:attrNameLst>
                                          <p:attrName>ppt_y</p:attrName>
                                        </p:attrNameLst>
                                      </p:cBhvr>
                                      <p:tavLst>
                                        <p:tav tm="0">
                                          <p:val>
                                            <p:strVal val="0-#ppt_h/2"/>
                                          </p:val>
                                        </p:tav>
                                        <p:tav tm="100000">
                                          <p:val>
                                            <p:strVal val="#ppt_y"/>
                                          </p:val>
                                        </p:tav>
                                      </p:tavLst>
                                    </p:anim>
                                  </p:childTnLst>
                                </p:cTn>
                              </p:par>
                              <p:par>
                                <p:cTn id="39" presetID="2" presetClass="entr" presetSubtype="9" fill="hold" grpId="0" nodeType="withEffect">
                                  <p:stCondLst>
                                    <p:cond delay="0"/>
                                  </p:stCondLst>
                                  <p:childTnLst>
                                    <p:set>
                                      <p:cBhvr>
                                        <p:cTn id="40" dur="1" fill="hold">
                                          <p:stCondLst>
                                            <p:cond delay="0"/>
                                          </p:stCondLst>
                                        </p:cTn>
                                        <p:tgtEl>
                                          <p:spTgt spid="4">
                                            <p:graphicEl>
                                              <a:dgm id="{BB8A1A8F-436A-4048-B589-DA95FDA8C76B}"/>
                                            </p:graphicEl>
                                          </p:spTgt>
                                        </p:tgtEl>
                                        <p:attrNameLst>
                                          <p:attrName>style.visibility</p:attrName>
                                        </p:attrNameLst>
                                      </p:cBhvr>
                                      <p:to>
                                        <p:strVal val="visible"/>
                                      </p:to>
                                    </p:set>
                                    <p:anim calcmode="lin" valueType="num">
                                      <p:cBhvr additive="base">
                                        <p:cTn id="41" dur="500" fill="hold"/>
                                        <p:tgtEl>
                                          <p:spTgt spid="4">
                                            <p:graphicEl>
                                              <a:dgm id="{BB8A1A8F-436A-4048-B589-DA95FDA8C76B}"/>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4">
                                            <p:graphicEl>
                                              <a:dgm id="{BB8A1A8F-436A-4048-B589-DA95FDA8C76B}"/>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pPr fontAlgn="base"/>
            <a:r>
              <a:rPr lang="en-US" sz="4000">
                <a:solidFill>
                  <a:schemeClr val="accent6"/>
                </a:solidFill>
                <a:ea typeface="MS Gothic" panose="020B0609070205080204" pitchFamily="49" charset="-128"/>
              </a:rPr>
              <a:t>Local Area Network (LAN)</a:t>
            </a:r>
          </a:p>
        </p:txBody>
      </p:sp>
      <p:sp>
        <p:nvSpPr>
          <p:cNvPr id="6"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Local Area Network (LAN)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1774" y="2261433"/>
            <a:ext cx="3240451" cy="4070006"/>
          </a:xfrm>
          <a:prstGeom prst="rect">
            <a:avLst/>
          </a:prstGeom>
        </p:spPr>
      </p:pic>
    </p:spTree>
    <p:extLst>
      <p:ext uri="{BB962C8B-B14F-4D97-AF65-F5344CB8AC3E}">
        <p14:creationId xmlns:p14="http://schemas.microsoft.com/office/powerpoint/2010/main" val="17682443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sz="4000">
                <a:solidFill>
                  <a:schemeClr val="accent6"/>
                </a:solidFill>
                <a:ea typeface="MS Gothic" panose="020B0609070205080204" pitchFamily="49" charset="-128"/>
              </a:rPr>
              <a:t>Local Area Network (LAN)</a:t>
            </a:r>
            <a:endParaRPr lang="en-GB" sz="4000"/>
          </a:p>
        </p:txBody>
      </p:sp>
      <p:sp>
        <p:nvSpPr>
          <p:cNvPr id="6"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Local Area Network (LAN)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graphicFrame>
        <p:nvGraphicFramePr>
          <p:cNvPr id="2" name="Diagram 1"/>
          <p:cNvGraphicFramePr/>
          <p:nvPr>
            <p:extLst>
              <p:ext uri="{D42A27DB-BD31-4B8C-83A1-F6EECF244321}">
                <p14:modId xmlns:p14="http://schemas.microsoft.com/office/powerpoint/2010/main" val="3880413555"/>
              </p:ext>
            </p:extLst>
          </p:nvPr>
        </p:nvGraphicFramePr>
        <p:xfrm>
          <a:off x="374072" y="2289142"/>
          <a:ext cx="8312728" cy="3853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614586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873A525E-212E-4390-BC11-53936B9E484F}"/>
                                            </p:graphicEl>
                                          </p:spTgt>
                                        </p:tgtEl>
                                        <p:attrNameLst>
                                          <p:attrName>style.visibility</p:attrName>
                                        </p:attrNameLst>
                                      </p:cBhvr>
                                      <p:to>
                                        <p:strVal val="visible"/>
                                      </p:to>
                                    </p:set>
                                    <p:anim calcmode="lin" valueType="num">
                                      <p:cBhvr additive="base">
                                        <p:cTn id="7" dur="500" fill="hold"/>
                                        <p:tgtEl>
                                          <p:spTgt spid="2">
                                            <p:graphicEl>
                                              <a:dgm id="{873A525E-212E-4390-BC11-53936B9E484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873A525E-212E-4390-BC11-53936B9E484F}"/>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graphicEl>
                                              <a:dgm id="{ED80E087-B1E6-4C0F-A37D-817FD21C1C5C}"/>
                                            </p:graphicEl>
                                          </p:spTgt>
                                        </p:tgtEl>
                                        <p:attrNameLst>
                                          <p:attrName>style.visibility</p:attrName>
                                        </p:attrNameLst>
                                      </p:cBhvr>
                                      <p:to>
                                        <p:strVal val="visible"/>
                                      </p:to>
                                    </p:set>
                                    <p:anim calcmode="lin" valueType="num">
                                      <p:cBhvr additive="base">
                                        <p:cTn id="11" dur="500" fill="hold"/>
                                        <p:tgtEl>
                                          <p:spTgt spid="2">
                                            <p:graphicEl>
                                              <a:dgm id="{ED80E087-B1E6-4C0F-A37D-817FD21C1C5C}"/>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graphicEl>
                                              <a:dgm id="{ED80E087-B1E6-4C0F-A37D-817FD21C1C5C}"/>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graphicEl>
                                              <a:dgm id="{D6FB0B9B-3E93-468F-BBC0-20C819B43109}"/>
                                            </p:graphicEl>
                                          </p:spTgt>
                                        </p:tgtEl>
                                        <p:attrNameLst>
                                          <p:attrName>style.visibility</p:attrName>
                                        </p:attrNameLst>
                                      </p:cBhvr>
                                      <p:to>
                                        <p:strVal val="visible"/>
                                      </p:to>
                                    </p:set>
                                    <p:anim calcmode="lin" valueType="num">
                                      <p:cBhvr additive="base">
                                        <p:cTn id="17" dur="500" fill="hold"/>
                                        <p:tgtEl>
                                          <p:spTgt spid="2">
                                            <p:graphicEl>
                                              <a:dgm id="{D6FB0B9B-3E93-468F-BBC0-20C819B43109}"/>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graphicEl>
                                              <a:dgm id="{D6FB0B9B-3E93-468F-BBC0-20C819B43109}"/>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graphicEl>
                                              <a:dgm id="{E02B810D-BF2B-4E5C-8487-D8742320C970}"/>
                                            </p:graphicEl>
                                          </p:spTgt>
                                        </p:tgtEl>
                                        <p:attrNameLst>
                                          <p:attrName>style.visibility</p:attrName>
                                        </p:attrNameLst>
                                      </p:cBhvr>
                                      <p:to>
                                        <p:strVal val="visible"/>
                                      </p:to>
                                    </p:set>
                                    <p:anim calcmode="lin" valueType="num">
                                      <p:cBhvr additive="base">
                                        <p:cTn id="21" dur="500" fill="hold"/>
                                        <p:tgtEl>
                                          <p:spTgt spid="2">
                                            <p:graphicEl>
                                              <a:dgm id="{E02B810D-BF2B-4E5C-8487-D8742320C970}"/>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graphicEl>
                                              <a:dgm id="{E02B810D-BF2B-4E5C-8487-D8742320C970}"/>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graphicEl>
                                              <a:dgm id="{A03DD8E8-5B57-41E9-A06E-493F9FB12A40}"/>
                                            </p:graphicEl>
                                          </p:spTgt>
                                        </p:tgtEl>
                                        <p:attrNameLst>
                                          <p:attrName>style.visibility</p:attrName>
                                        </p:attrNameLst>
                                      </p:cBhvr>
                                      <p:to>
                                        <p:strVal val="visible"/>
                                      </p:to>
                                    </p:set>
                                    <p:anim calcmode="lin" valueType="num">
                                      <p:cBhvr additive="base">
                                        <p:cTn id="27" dur="500" fill="hold"/>
                                        <p:tgtEl>
                                          <p:spTgt spid="2">
                                            <p:graphicEl>
                                              <a:dgm id="{A03DD8E8-5B57-41E9-A06E-493F9FB12A40}"/>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graphicEl>
                                              <a:dgm id="{A03DD8E8-5B57-41E9-A06E-493F9FB12A40}"/>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
                                            <p:graphicEl>
                                              <a:dgm id="{61AF973A-E432-4762-90D8-A3B4230D9360}"/>
                                            </p:graphicEl>
                                          </p:spTgt>
                                        </p:tgtEl>
                                        <p:attrNameLst>
                                          <p:attrName>style.visibility</p:attrName>
                                        </p:attrNameLst>
                                      </p:cBhvr>
                                      <p:to>
                                        <p:strVal val="visible"/>
                                      </p:to>
                                    </p:set>
                                    <p:anim calcmode="lin" valueType="num">
                                      <p:cBhvr additive="base">
                                        <p:cTn id="31" dur="500" fill="hold"/>
                                        <p:tgtEl>
                                          <p:spTgt spid="2">
                                            <p:graphicEl>
                                              <a:dgm id="{61AF973A-E432-4762-90D8-A3B4230D9360}"/>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graphicEl>
                                              <a:dgm id="{61AF973A-E432-4762-90D8-A3B4230D9360}"/>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graphicEl>
                                              <a:dgm id="{D56F4807-0A91-4893-AD42-FE3E562776F7}"/>
                                            </p:graphicEl>
                                          </p:spTgt>
                                        </p:tgtEl>
                                        <p:attrNameLst>
                                          <p:attrName>style.visibility</p:attrName>
                                        </p:attrNameLst>
                                      </p:cBhvr>
                                      <p:to>
                                        <p:strVal val="visible"/>
                                      </p:to>
                                    </p:set>
                                    <p:anim calcmode="lin" valueType="num">
                                      <p:cBhvr additive="base">
                                        <p:cTn id="37" dur="500" fill="hold"/>
                                        <p:tgtEl>
                                          <p:spTgt spid="2">
                                            <p:graphicEl>
                                              <a:dgm id="{D56F4807-0A91-4893-AD42-FE3E562776F7}"/>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graphicEl>
                                              <a:dgm id="{D56F4807-0A91-4893-AD42-FE3E562776F7}"/>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
                                            <p:graphicEl>
                                              <a:dgm id="{9143437C-F324-4004-B551-061A54E4038A}"/>
                                            </p:graphicEl>
                                          </p:spTgt>
                                        </p:tgtEl>
                                        <p:attrNameLst>
                                          <p:attrName>style.visibility</p:attrName>
                                        </p:attrNameLst>
                                      </p:cBhvr>
                                      <p:to>
                                        <p:strVal val="visible"/>
                                      </p:to>
                                    </p:set>
                                    <p:anim calcmode="lin" valueType="num">
                                      <p:cBhvr additive="base">
                                        <p:cTn id="41" dur="500" fill="hold"/>
                                        <p:tgtEl>
                                          <p:spTgt spid="2">
                                            <p:graphicEl>
                                              <a:dgm id="{9143437C-F324-4004-B551-061A54E4038A}"/>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graphicEl>
                                              <a:dgm id="{9143437C-F324-4004-B551-061A54E4038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Wide Area Network (WAN)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Wide Area Network (WAN)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10561" b="9574"/>
          <a:stretch/>
        </p:blipFill>
        <p:spPr>
          <a:xfrm>
            <a:off x="2050473" y="2422525"/>
            <a:ext cx="4339744" cy="309919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807895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Wide Area Network (WAN)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Wide Area Network (WAN)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a:p>
        </p:txBody>
      </p:sp>
      <p:graphicFrame>
        <p:nvGraphicFramePr>
          <p:cNvPr id="2" name="Diagram 1"/>
          <p:cNvGraphicFramePr/>
          <p:nvPr>
            <p:extLst>
              <p:ext uri="{D42A27DB-BD31-4B8C-83A1-F6EECF244321}">
                <p14:modId xmlns:p14="http://schemas.microsoft.com/office/powerpoint/2010/main" val="459188874"/>
              </p:ext>
            </p:extLst>
          </p:nvPr>
        </p:nvGraphicFramePr>
        <p:xfrm>
          <a:off x="986988" y="2160934"/>
          <a:ext cx="7152409" cy="40263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34787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
                                            <p:graphicEl>
                                              <a:dgm id="{53BC7082-6BB6-4D3A-A059-648ECAB32AFA}"/>
                                            </p:graphicEl>
                                          </p:spTgt>
                                        </p:tgtEl>
                                        <p:attrNameLst>
                                          <p:attrName>style.visibility</p:attrName>
                                        </p:attrNameLst>
                                      </p:cBhvr>
                                      <p:to>
                                        <p:strVal val="visible"/>
                                      </p:to>
                                    </p:set>
                                    <p:anim calcmode="lin" valueType="num">
                                      <p:cBhvr additive="base">
                                        <p:cTn id="7" dur="500" fill="hold"/>
                                        <p:tgtEl>
                                          <p:spTgt spid="2">
                                            <p:graphicEl>
                                              <a:dgm id="{53BC7082-6BB6-4D3A-A059-648ECAB32AFA}"/>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
                                            <p:graphicEl>
                                              <a:dgm id="{53BC7082-6BB6-4D3A-A059-648ECAB32AFA}"/>
                                            </p:graphicEl>
                                          </p:spTgt>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
                                            <p:graphicEl>
                                              <a:dgm id="{B2625DF5-CACA-48F6-8A4C-3D60C01D7F74}"/>
                                            </p:graphicEl>
                                          </p:spTgt>
                                        </p:tgtEl>
                                        <p:attrNameLst>
                                          <p:attrName>style.visibility</p:attrName>
                                        </p:attrNameLst>
                                      </p:cBhvr>
                                      <p:to>
                                        <p:strVal val="visible"/>
                                      </p:to>
                                    </p:set>
                                    <p:anim calcmode="lin" valueType="num">
                                      <p:cBhvr additive="base">
                                        <p:cTn id="11" dur="500" fill="hold"/>
                                        <p:tgtEl>
                                          <p:spTgt spid="2">
                                            <p:graphicEl>
                                              <a:dgm id="{B2625DF5-CACA-48F6-8A4C-3D60C01D7F74}"/>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
                                            <p:graphicEl>
                                              <a:dgm id="{B2625DF5-CACA-48F6-8A4C-3D60C01D7F74}"/>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2">
                                            <p:graphicEl>
                                              <a:dgm id="{F4A7ACEC-3F7A-4BC3-AB00-884382BEBA26}"/>
                                            </p:graphicEl>
                                          </p:spTgt>
                                        </p:tgtEl>
                                        <p:attrNameLst>
                                          <p:attrName>style.visibility</p:attrName>
                                        </p:attrNameLst>
                                      </p:cBhvr>
                                      <p:to>
                                        <p:strVal val="visible"/>
                                      </p:to>
                                    </p:set>
                                    <p:anim calcmode="lin" valueType="num">
                                      <p:cBhvr additive="base">
                                        <p:cTn id="17" dur="500" fill="hold"/>
                                        <p:tgtEl>
                                          <p:spTgt spid="2">
                                            <p:graphicEl>
                                              <a:dgm id="{F4A7ACEC-3F7A-4BC3-AB00-884382BEBA26}"/>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
                                            <p:graphicEl>
                                              <a:dgm id="{F4A7ACEC-3F7A-4BC3-AB00-884382BEBA26}"/>
                                            </p:graphicEl>
                                          </p:spTgt>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2">
                                            <p:graphicEl>
                                              <a:dgm id="{3255D98B-7A0F-4E22-BAD1-4B1EBFA0749D}"/>
                                            </p:graphicEl>
                                          </p:spTgt>
                                        </p:tgtEl>
                                        <p:attrNameLst>
                                          <p:attrName>style.visibility</p:attrName>
                                        </p:attrNameLst>
                                      </p:cBhvr>
                                      <p:to>
                                        <p:strVal val="visible"/>
                                      </p:to>
                                    </p:set>
                                    <p:anim calcmode="lin" valueType="num">
                                      <p:cBhvr additive="base">
                                        <p:cTn id="21" dur="500" fill="hold"/>
                                        <p:tgtEl>
                                          <p:spTgt spid="2">
                                            <p:graphicEl>
                                              <a:dgm id="{3255D98B-7A0F-4E22-BAD1-4B1EBFA0749D}"/>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2">
                                            <p:graphicEl>
                                              <a:dgm id="{3255D98B-7A0F-4E22-BAD1-4B1EBFA0749D}"/>
                                            </p:graphic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3" fill="hold" grpId="0" nodeType="clickEffect">
                                  <p:stCondLst>
                                    <p:cond delay="0"/>
                                  </p:stCondLst>
                                  <p:childTnLst>
                                    <p:set>
                                      <p:cBhvr>
                                        <p:cTn id="26" dur="1" fill="hold">
                                          <p:stCondLst>
                                            <p:cond delay="0"/>
                                          </p:stCondLst>
                                        </p:cTn>
                                        <p:tgtEl>
                                          <p:spTgt spid="2">
                                            <p:graphicEl>
                                              <a:dgm id="{8FDA14FC-1AB8-48B2-8BFA-B480546DF4AA}"/>
                                            </p:graphicEl>
                                          </p:spTgt>
                                        </p:tgtEl>
                                        <p:attrNameLst>
                                          <p:attrName>style.visibility</p:attrName>
                                        </p:attrNameLst>
                                      </p:cBhvr>
                                      <p:to>
                                        <p:strVal val="visible"/>
                                      </p:to>
                                    </p:set>
                                    <p:anim calcmode="lin" valueType="num">
                                      <p:cBhvr additive="base">
                                        <p:cTn id="27" dur="500" fill="hold"/>
                                        <p:tgtEl>
                                          <p:spTgt spid="2">
                                            <p:graphicEl>
                                              <a:dgm id="{8FDA14FC-1AB8-48B2-8BFA-B480546DF4AA}"/>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
                                            <p:graphicEl>
                                              <a:dgm id="{8FDA14FC-1AB8-48B2-8BFA-B480546DF4AA}"/>
                                            </p:graphicEl>
                                          </p:spTgt>
                                        </p:tgtEl>
                                        <p:attrNameLst>
                                          <p:attrName>ppt_y</p:attrName>
                                        </p:attrNameLst>
                                      </p:cBhvr>
                                      <p:tavLst>
                                        <p:tav tm="0">
                                          <p:val>
                                            <p:strVal val="0-#ppt_h/2"/>
                                          </p:val>
                                        </p:tav>
                                        <p:tav tm="100000">
                                          <p:val>
                                            <p:strVal val="#ppt_y"/>
                                          </p:val>
                                        </p:tav>
                                      </p:tavLst>
                                    </p:anim>
                                  </p:childTnLst>
                                </p:cTn>
                              </p:par>
                              <p:par>
                                <p:cTn id="29" presetID="2" presetClass="entr" presetSubtype="3" fill="hold" grpId="0" nodeType="withEffect">
                                  <p:stCondLst>
                                    <p:cond delay="0"/>
                                  </p:stCondLst>
                                  <p:childTnLst>
                                    <p:set>
                                      <p:cBhvr>
                                        <p:cTn id="30" dur="1" fill="hold">
                                          <p:stCondLst>
                                            <p:cond delay="0"/>
                                          </p:stCondLst>
                                        </p:cTn>
                                        <p:tgtEl>
                                          <p:spTgt spid="2">
                                            <p:graphicEl>
                                              <a:dgm id="{CFD1A90A-143C-41DE-BE23-7ABB2B5A28EE}"/>
                                            </p:graphicEl>
                                          </p:spTgt>
                                        </p:tgtEl>
                                        <p:attrNameLst>
                                          <p:attrName>style.visibility</p:attrName>
                                        </p:attrNameLst>
                                      </p:cBhvr>
                                      <p:to>
                                        <p:strVal val="visible"/>
                                      </p:to>
                                    </p:set>
                                    <p:anim calcmode="lin" valueType="num">
                                      <p:cBhvr additive="base">
                                        <p:cTn id="31" dur="500" fill="hold"/>
                                        <p:tgtEl>
                                          <p:spTgt spid="2">
                                            <p:graphicEl>
                                              <a:dgm id="{CFD1A90A-143C-41DE-BE23-7ABB2B5A28EE}"/>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
                                            <p:graphicEl>
                                              <a:dgm id="{CFD1A90A-143C-41DE-BE23-7ABB2B5A28EE}"/>
                                            </p:graphic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grpId="0" nodeType="clickEffect">
                                  <p:stCondLst>
                                    <p:cond delay="0"/>
                                  </p:stCondLst>
                                  <p:childTnLst>
                                    <p:set>
                                      <p:cBhvr>
                                        <p:cTn id="36" dur="1" fill="hold">
                                          <p:stCondLst>
                                            <p:cond delay="0"/>
                                          </p:stCondLst>
                                        </p:cTn>
                                        <p:tgtEl>
                                          <p:spTgt spid="2">
                                            <p:graphicEl>
                                              <a:dgm id="{57EDF0DC-4B9B-431D-A286-768490A0822E}"/>
                                            </p:graphicEl>
                                          </p:spTgt>
                                        </p:tgtEl>
                                        <p:attrNameLst>
                                          <p:attrName>style.visibility</p:attrName>
                                        </p:attrNameLst>
                                      </p:cBhvr>
                                      <p:to>
                                        <p:strVal val="visible"/>
                                      </p:to>
                                    </p:set>
                                    <p:anim calcmode="lin" valueType="num">
                                      <p:cBhvr additive="base">
                                        <p:cTn id="37" dur="500" fill="hold"/>
                                        <p:tgtEl>
                                          <p:spTgt spid="2">
                                            <p:graphicEl>
                                              <a:dgm id="{57EDF0DC-4B9B-431D-A286-768490A0822E}"/>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
                                            <p:graphicEl>
                                              <a:dgm id="{57EDF0DC-4B9B-431D-A286-768490A0822E}"/>
                                            </p:graphicEl>
                                          </p:spTgt>
                                        </p:tgtEl>
                                        <p:attrNameLst>
                                          <p:attrName>ppt_y</p:attrName>
                                        </p:attrNameLst>
                                      </p:cBhvr>
                                      <p:tavLst>
                                        <p:tav tm="0">
                                          <p:val>
                                            <p:strVal val="0-#ppt_h/2"/>
                                          </p:val>
                                        </p:tav>
                                        <p:tav tm="100000">
                                          <p:val>
                                            <p:strVal val="#ppt_y"/>
                                          </p:val>
                                        </p:tav>
                                      </p:tavLst>
                                    </p:anim>
                                  </p:childTnLst>
                                </p:cTn>
                              </p:par>
                              <p:par>
                                <p:cTn id="39" presetID="2" presetClass="entr" presetSubtype="3" fill="hold" grpId="0" nodeType="withEffect">
                                  <p:stCondLst>
                                    <p:cond delay="0"/>
                                  </p:stCondLst>
                                  <p:childTnLst>
                                    <p:set>
                                      <p:cBhvr>
                                        <p:cTn id="40" dur="1" fill="hold">
                                          <p:stCondLst>
                                            <p:cond delay="0"/>
                                          </p:stCondLst>
                                        </p:cTn>
                                        <p:tgtEl>
                                          <p:spTgt spid="2">
                                            <p:graphicEl>
                                              <a:dgm id="{42D2E799-16B7-4163-BBB1-78311137B284}"/>
                                            </p:graphicEl>
                                          </p:spTgt>
                                        </p:tgtEl>
                                        <p:attrNameLst>
                                          <p:attrName>style.visibility</p:attrName>
                                        </p:attrNameLst>
                                      </p:cBhvr>
                                      <p:to>
                                        <p:strVal val="visible"/>
                                      </p:to>
                                    </p:set>
                                    <p:anim calcmode="lin" valueType="num">
                                      <p:cBhvr additive="base">
                                        <p:cTn id="41" dur="500" fill="hold"/>
                                        <p:tgtEl>
                                          <p:spTgt spid="2">
                                            <p:graphicEl>
                                              <a:dgm id="{42D2E799-16B7-4163-BBB1-78311137B284}"/>
                                            </p:graphic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2">
                                            <p:graphicEl>
                                              <a:dgm id="{42D2E799-16B7-4163-BBB1-78311137B284}"/>
                                            </p:graphicEl>
                                          </p:spTgt>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3" fill="hold" grpId="0" nodeType="clickEffect">
                                  <p:stCondLst>
                                    <p:cond delay="0"/>
                                  </p:stCondLst>
                                  <p:childTnLst>
                                    <p:set>
                                      <p:cBhvr>
                                        <p:cTn id="46" dur="1" fill="hold">
                                          <p:stCondLst>
                                            <p:cond delay="0"/>
                                          </p:stCondLst>
                                        </p:cTn>
                                        <p:tgtEl>
                                          <p:spTgt spid="2">
                                            <p:graphicEl>
                                              <a:dgm id="{57EDF0DC-4B9B-431D-A286-768490A0822E}"/>
                                            </p:graphicEl>
                                          </p:spTgt>
                                        </p:tgtEl>
                                        <p:attrNameLst>
                                          <p:attrName>style.visibility</p:attrName>
                                        </p:attrNameLst>
                                      </p:cBhvr>
                                      <p:to>
                                        <p:strVal val="visible"/>
                                      </p:to>
                                    </p:set>
                                    <p:anim calcmode="lin" valueType="num">
                                      <p:cBhvr additive="base">
                                        <p:cTn id="47" dur="500" fill="hold"/>
                                        <p:tgtEl>
                                          <p:spTgt spid="2">
                                            <p:graphicEl>
                                              <a:dgm id="{57EDF0DC-4B9B-431D-A286-768490A0822E}"/>
                                            </p:graphic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2">
                                            <p:graphicEl>
                                              <a:dgm id="{57EDF0DC-4B9B-431D-A286-768490A0822E}"/>
                                            </p:graphicEl>
                                          </p:spTgt>
                                        </p:tgtEl>
                                        <p:attrNameLst>
                                          <p:attrName>ppt_y</p:attrName>
                                        </p:attrNameLst>
                                      </p:cBhvr>
                                      <p:tavLst>
                                        <p:tav tm="0">
                                          <p:val>
                                            <p:strVal val="0-#ppt_h/2"/>
                                          </p:val>
                                        </p:tav>
                                        <p:tav tm="100000">
                                          <p:val>
                                            <p:strVal val="#ppt_y"/>
                                          </p:val>
                                        </p:tav>
                                      </p:tavLst>
                                    </p:anim>
                                  </p:childTnLst>
                                </p:cTn>
                              </p:par>
                              <p:par>
                                <p:cTn id="49" presetID="2" presetClass="entr" presetSubtype="3" fill="hold" grpId="0" nodeType="withEffect">
                                  <p:stCondLst>
                                    <p:cond delay="0"/>
                                  </p:stCondLst>
                                  <p:childTnLst>
                                    <p:set>
                                      <p:cBhvr>
                                        <p:cTn id="50" dur="1" fill="hold">
                                          <p:stCondLst>
                                            <p:cond delay="0"/>
                                          </p:stCondLst>
                                        </p:cTn>
                                        <p:tgtEl>
                                          <p:spTgt spid="2">
                                            <p:graphicEl>
                                              <a:dgm id="{42D2E799-16B7-4163-BBB1-78311137B284}"/>
                                            </p:graphicEl>
                                          </p:spTgt>
                                        </p:tgtEl>
                                        <p:attrNameLst>
                                          <p:attrName>style.visibility</p:attrName>
                                        </p:attrNameLst>
                                      </p:cBhvr>
                                      <p:to>
                                        <p:strVal val="visible"/>
                                      </p:to>
                                    </p:set>
                                    <p:anim calcmode="lin" valueType="num">
                                      <p:cBhvr additive="base">
                                        <p:cTn id="51" dur="500" fill="hold"/>
                                        <p:tgtEl>
                                          <p:spTgt spid="2">
                                            <p:graphicEl>
                                              <a:dgm id="{42D2E799-16B7-4163-BBB1-78311137B284}"/>
                                            </p:graphic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2">
                                            <p:graphicEl>
                                              <a:dgm id="{42D2E799-16B7-4163-BBB1-78311137B284}"/>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Wireless Local Area Network (WLAN)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Wireless Local Area Network (WLAN)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20001"/>
          <a:stretch/>
        </p:blipFill>
        <p:spPr>
          <a:xfrm>
            <a:off x="457200" y="2474158"/>
            <a:ext cx="6188869" cy="3804459"/>
          </a:xfrm>
          <a:prstGeom prst="rect">
            <a:avLst/>
          </a:prstGeom>
        </p:spPr>
      </p:pic>
    </p:spTree>
    <p:extLst>
      <p:ext uri="{BB962C8B-B14F-4D97-AF65-F5344CB8AC3E}">
        <p14:creationId xmlns:p14="http://schemas.microsoft.com/office/powerpoint/2010/main" val="759972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Wireless Local Area Network (WLAN)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Wireless Local Area Network (WLAN)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graphicFrame>
        <p:nvGraphicFramePr>
          <p:cNvPr id="2" name="Diagram 1"/>
          <p:cNvGraphicFramePr/>
          <p:nvPr>
            <p:extLst>
              <p:ext uri="{D42A27DB-BD31-4B8C-83A1-F6EECF244321}">
                <p14:modId xmlns:p14="http://schemas.microsoft.com/office/powerpoint/2010/main" val="4247596501"/>
              </p:ext>
            </p:extLst>
          </p:nvPr>
        </p:nvGraphicFramePr>
        <p:xfrm>
          <a:off x="917862" y="2261433"/>
          <a:ext cx="7256319" cy="3720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69102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6A43FE28-D7AB-4EA2-A403-B82B8DB1085A}"/>
                                            </p:graphicEl>
                                          </p:spTgt>
                                        </p:tgtEl>
                                        <p:attrNameLst>
                                          <p:attrName>style.visibility</p:attrName>
                                        </p:attrNameLst>
                                      </p:cBhvr>
                                      <p:to>
                                        <p:strVal val="visible"/>
                                      </p:to>
                                    </p:set>
                                    <p:anim calcmode="lin" valueType="num">
                                      <p:cBhvr additive="base">
                                        <p:cTn id="7" dur="500" fill="hold"/>
                                        <p:tgtEl>
                                          <p:spTgt spid="2">
                                            <p:graphicEl>
                                              <a:dgm id="{6A43FE28-D7AB-4EA2-A403-B82B8DB1085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6A43FE28-D7AB-4EA2-A403-B82B8DB1085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CC85A00F-5EFB-4B3A-9F07-3DE28D9FF441}"/>
                                            </p:graphicEl>
                                          </p:spTgt>
                                        </p:tgtEl>
                                        <p:attrNameLst>
                                          <p:attrName>style.visibility</p:attrName>
                                        </p:attrNameLst>
                                      </p:cBhvr>
                                      <p:to>
                                        <p:strVal val="visible"/>
                                      </p:to>
                                    </p:set>
                                    <p:anim calcmode="lin" valueType="num">
                                      <p:cBhvr additive="base">
                                        <p:cTn id="13" dur="500" fill="hold"/>
                                        <p:tgtEl>
                                          <p:spTgt spid="2">
                                            <p:graphicEl>
                                              <a:dgm id="{CC85A00F-5EFB-4B3A-9F07-3DE28D9FF44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CC85A00F-5EFB-4B3A-9F07-3DE28D9FF441}"/>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graphicEl>
                                              <a:dgm id="{D795F90C-8563-4978-B893-40A6FBC3C5DC}"/>
                                            </p:graphicEl>
                                          </p:spTgt>
                                        </p:tgtEl>
                                        <p:attrNameLst>
                                          <p:attrName>style.visibility</p:attrName>
                                        </p:attrNameLst>
                                      </p:cBhvr>
                                      <p:to>
                                        <p:strVal val="visible"/>
                                      </p:to>
                                    </p:set>
                                    <p:anim calcmode="lin" valueType="num">
                                      <p:cBhvr additive="base">
                                        <p:cTn id="19" dur="500" fill="hold"/>
                                        <p:tgtEl>
                                          <p:spTgt spid="2">
                                            <p:graphicEl>
                                              <a:dgm id="{D795F90C-8563-4978-B893-40A6FBC3C5DC}"/>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graphicEl>
                                              <a:dgm id="{D795F90C-8563-4978-B893-40A6FBC3C5D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Metropolitan Area Network (MAN)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Metropolitan Area Network (MAN)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474158"/>
            <a:ext cx="7125036" cy="3685864"/>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0A29974-18B4-97AA-5E76-57CF6584408C}"/>
                  </a:ext>
                </a:extLst>
              </p14:cNvPr>
              <p14:cNvContentPartPr/>
              <p14:nvPr/>
            </p14:nvContentPartPr>
            <p14:xfrm>
              <a:off x="8038475" y="1920793"/>
              <a:ext cx="117567" cy="32461"/>
            </p14:xfrm>
          </p:contentPart>
        </mc:Choice>
        <mc:Fallback xmlns="">
          <p:pic>
            <p:nvPicPr>
              <p:cNvPr id="10" name="Ink 9">
                <a:extLst>
                  <a:ext uri="{FF2B5EF4-FFF2-40B4-BE49-F238E27FC236}">
                    <a16:creationId xmlns:a16="http://schemas.microsoft.com/office/drawing/2014/main" id="{F0A29974-18B4-97AA-5E76-57CF6584408C}"/>
                  </a:ext>
                </a:extLst>
              </p:cNvPr>
              <p:cNvPicPr/>
              <p:nvPr/>
            </p:nvPicPr>
            <p:blipFill>
              <a:blip r:embed="rId5"/>
              <a:stretch>
                <a:fillRect/>
              </a:stretch>
            </p:blipFill>
            <p:spPr>
              <a:xfrm>
                <a:off x="8020553" y="1902957"/>
                <a:ext cx="153052" cy="67776"/>
              </a:xfrm>
              <a:prstGeom prst="rect">
                <a:avLst/>
              </a:prstGeom>
            </p:spPr>
          </p:pic>
        </mc:Fallback>
      </mc:AlternateContent>
    </p:spTree>
    <p:extLst>
      <p:ext uri="{BB962C8B-B14F-4D97-AF65-F5344CB8AC3E}">
        <p14:creationId xmlns:p14="http://schemas.microsoft.com/office/powerpoint/2010/main" val="22147874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Metropolitan Area Network (MAN)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dirty="0">
                <a:solidFill>
                  <a:schemeClr val="accent6"/>
                </a:solidFill>
                <a:ea typeface="MS Gothic" panose="020B0609070205080204" pitchFamily="49" charset="-128"/>
              </a:rPr>
              <a:t>Metropolitan Area Network (MAN)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graphicFrame>
        <p:nvGraphicFramePr>
          <p:cNvPr id="2" name="Diagram 1"/>
          <p:cNvGraphicFramePr/>
          <p:nvPr>
            <p:extLst>
              <p:ext uri="{D42A27DB-BD31-4B8C-83A1-F6EECF244321}">
                <p14:modId xmlns:p14="http://schemas.microsoft.com/office/powerpoint/2010/main" val="1599741613"/>
              </p:ext>
            </p:extLst>
          </p:nvPr>
        </p:nvGraphicFramePr>
        <p:xfrm>
          <a:off x="533400" y="2209800"/>
          <a:ext cx="8077200" cy="4012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26344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graphicEl>
                                              <a:dgm id="{903C770C-7344-4DFE-835F-552682D70150}"/>
                                            </p:graphicEl>
                                          </p:spTgt>
                                        </p:tgtEl>
                                        <p:attrNameLst>
                                          <p:attrName>style.visibility</p:attrName>
                                        </p:attrNameLst>
                                      </p:cBhvr>
                                      <p:to>
                                        <p:strVal val="visible"/>
                                      </p:to>
                                    </p:set>
                                    <p:anim calcmode="lin" valueType="num">
                                      <p:cBhvr additive="base">
                                        <p:cTn id="7" dur="500" fill="hold"/>
                                        <p:tgtEl>
                                          <p:spTgt spid="2">
                                            <p:graphicEl>
                                              <a:dgm id="{903C770C-7344-4DFE-835F-552682D70150}"/>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
                                            <p:graphicEl>
                                              <a:dgm id="{903C770C-7344-4DFE-835F-552682D70150}"/>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
                                            <p:graphicEl>
                                              <a:dgm id="{FE98F690-E1E0-41F3-8F77-916E00078B89}"/>
                                            </p:graphicEl>
                                          </p:spTgt>
                                        </p:tgtEl>
                                        <p:attrNameLst>
                                          <p:attrName>style.visibility</p:attrName>
                                        </p:attrNameLst>
                                      </p:cBhvr>
                                      <p:to>
                                        <p:strVal val="visible"/>
                                      </p:to>
                                    </p:set>
                                    <p:anim calcmode="lin" valueType="num">
                                      <p:cBhvr additive="base">
                                        <p:cTn id="11" dur="500" fill="hold"/>
                                        <p:tgtEl>
                                          <p:spTgt spid="2">
                                            <p:graphicEl>
                                              <a:dgm id="{FE98F690-E1E0-41F3-8F77-916E00078B89}"/>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
                                            <p:graphicEl>
                                              <a:dgm id="{FE98F690-E1E0-41F3-8F77-916E00078B89}"/>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
                                            <p:graphicEl>
                                              <a:dgm id="{C161EE73-3D83-47B6-98F9-B22FB1B98D85}"/>
                                            </p:graphicEl>
                                          </p:spTgt>
                                        </p:tgtEl>
                                        <p:attrNameLst>
                                          <p:attrName>style.visibility</p:attrName>
                                        </p:attrNameLst>
                                      </p:cBhvr>
                                      <p:to>
                                        <p:strVal val="visible"/>
                                      </p:to>
                                    </p:set>
                                    <p:anim calcmode="lin" valueType="num">
                                      <p:cBhvr additive="base">
                                        <p:cTn id="17" dur="500" fill="hold"/>
                                        <p:tgtEl>
                                          <p:spTgt spid="2">
                                            <p:graphicEl>
                                              <a:dgm id="{C161EE73-3D83-47B6-98F9-B22FB1B98D85}"/>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
                                            <p:graphicEl>
                                              <a:dgm id="{C161EE73-3D83-47B6-98F9-B22FB1B98D85}"/>
                                            </p:graphic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2">
                                            <p:graphicEl>
                                              <a:dgm id="{AE973397-4427-4C31-9F10-426FB552F0A2}"/>
                                            </p:graphicEl>
                                          </p:spTgt>
                                        </p:tgtEl>
                                        <p:attrNameLst>
                                          <p:attrName>style.visibility</p:attrName>
                                        </p:attrNameLst>
                                      </p:cBhvr>
                                      <p:to>
                                        <p:strVal val="visible"/>
                                      </p:to>
                                    </p:set>
                                    <p:anim calcmode="lin" valueType="num">
                                      <p:cBhvr additive="base">
                                        <p:cTn id="21" dur="500" fill="hold"/>
                                        <p:tgtEl>
                                          <p:spTgt spid="2">
                                            <p:graphicEl>
                                              <a:dgm id="{AE973397-4427-4C31-9F10-426FB552F0A2}"/>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2">
                                            <p:graphicEl>
                                              <a:dgm id="{AE973397-4427-4C31-9F10-426FB552F0A2}"/>
                                            </p:graphic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
                                            <p:graphicEl>
                                              <a:dgm id="{6248687B-00A0-4AB9-9A8B-DD48C91188CA}"/>
                                            </p:graphicEl>
                                          </p:spTgt>
                                        </p:tgtEl>
                                        <p:attrNameLst>
                                          <p:attrName>style.visibility</p:attrName>
                                        </p:attrNameLst>
                                      </p:cBhvr>
                                      <p:to>
                                        <p:strVal val="visible"/>
                                      </p:to>
                                    </p:set>
                                    <p:anim calcmode="lin" valueType="num">
                                      <p:cBhvr additive="base">
                                        <p:cTn id="27" dur="500" fill="hold"/>
                                        <p:tgtEl>
                                          <p:spTgt spid="2">
                                            <p:graphicEl>
                                              <a:dgm id="{6248687B-00A0-4AB9-9A8B-DD48C91188CA}"/>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
                                            <p:graphicEl>
                                              <a:dgm id="{6248687B-00A0-4AB9-9A8B-DD48C91188CA}"/>
                                            </p:graphic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2">
                                            <p:graphicEl>
                                              <a:dgm id="{8F50F961-F53A-41A6-8339-9B3F4FD0AAB6}"/>
                                            </p:graphicEl>
                                          </p:spTgt>
                                        </p:tgtEl>
                                        <p:attrNameLst>
                                          <p:attrName>style.visibility</p:attrName>
                                        </p:attrNameLst>
                                      </p:cBhvr>
                                      <p:to>
                                        <p:strVal val="visible"/>
                                      </p:to>
                                    </p:set>
                                    <p:anim calcmode="lin" valueType="num">
                                      <p:cBhvr additive="base">
                                        <p:cTn id="31" dur="500" fill="hold"/>
                                        <p:tgtEl>
                                          <p:spTgt spid="2">
                                            <p:graphicEl>
                                              <a:dgm id="{8F50F961-F53A-41A6-8339-9B3F4FD0AAB6}"/>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
                                            <p:graphicEl>
                                              <a:dgm id="{8F50F961-F53A-41A6-8339-9B3F4FD0AAB6}"/>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Campus Area Network (CAN)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Campus Area Network (CAN)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pic>
        <p:nvPicPr>
          <p:cNvPr id="7" name="Picture 6">
            <a:extLst>
              <a:ext uri="{FF2B5EF4-FFF2-40B4-BE49-F238E27FC236}">
                <a16:creationId xmlns:a16="http://schemas.microsoft.com/office/drawing/2014/main" id="{25AA1848-AC45-4563-90B5-453E2F4C95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7624" y="2422525"/>
            <a:ext cx="5309752" cy="3792679"/>
          </a:xfrm>
          <a:prstGeom prst="rect">
            <a:avLst/>
          </a:prstGeom>
        </p:spPr>
      </p:pic>
    </p:spTree>
    <p:extLst>
      <p:ext uri="{BB962C8B-B14F-4D97-AF65-F5344CB8AC3E}">
        <p14:creationId xmlns:p14="http://schemas.microsoft.com/office/powerpoint/2010/main" val="20707198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Campus Area Network (CAN)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Campus Area Network (CAN)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a:p>
        </p:txBody>
      </p:sp>
      <p:graphicFrame>
        <p:nvGraphicFramePr>
          <p:cNvPr id="2" name="Diagram 1"/>
          <p:cNvGraphicFramePr/>
          <p:nvPr>
            <p:extLst>
              <p:ext uri="{D42A27DB-BD31-4B8C-83A1-F6EECF244321}">
                <p14:modId xmlns:p14="http://schemas.microsoft.com/office/powerpoint/2010/main" val="1525905491"/>
              </p:ext>
            </p:extLst>
          </p:nvPr>
        </p:nvGraphicFramePr>
        <p:xfrm>
          <a:off x="457200" y="2416719"/>
          <a:ext cx="8229600" cy="3263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70043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1070958D-AA97-4906-812A-7082332D0E79}"/>
                                            </p:graphicEl>
                                          </p:spTgt>
                                        </p:tgtEl>
                                        <p:attrNameLst>
                                          <p:attrName>style.visibility</p:attrName>
                                        </p:attrNameLst>
                                      </p:cBhvr>
                                      <p:to>
                                        <p:strVal val="visible"/>
                                      </p:to>
                                    </p:set>
                                    <p:anim calcmode="lin" valueType="num">
                                      <p:cBhvr additive="base">
                                        <p:cTn id="7" dur="500" fill="hold"/>
                                        <p:tgtEl>
                                          <p:spTgt spid="2">
                                            <p:graphicEl>
                                              <a:dgm id="{1070958D-AA97-4906-812A-7082332D0E79}"/>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1070958D-AA97-4906-812A-7082332D0E79}"/>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9482EBB7-BFCA-43F4-963C-38C4B9BC6CE2}"/>
                                            </p:graphicEl>
                                          </p:spTgt>
                                        </p:tgtEl>
                                        <p:attrNameLst>
                                          <p:attrName>style.visibility</p:attrName>
                                        </p:attrNameLst>
                                      </p:cBhvr>
                                      <p:to>
                                        <p:strVal val="visible"/>
                                      </p:to>
                                    </p:set>
                                    <p:anim calcmode="lin" valueType="num">
                                      <p:cBhvr additive="base">
                                        <p:cTn id="13" dur="500" fill="hold"/>
                                        <p:tgtEl>
                                          <p:spTgt spid="2">
                                            <p:graphicEl>
                                              <a:dgm id="{9482EBB7-BFCA-43F4-963C-38C4B9BC6CE2}"/>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9482EBB7-BFCA-43F4-963C-38C4B9BC6CE2}"/>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graphicEl>
                                              <a:dgm id="{F79D7FDB-BA47-4152-A710-98A20219F58D}"/>
                                            </p:graphicEl>
                                          </p:spTgt>
                                        </p:tgtEl>
                                        <p:attrNameLst>
                                          <p:attrName>style.visibility</p:attrName>
                                        </p:attrNameLst>
                                      </p:cBhvr>
                                      <p:to>
                                        <p:strVal val="visible"/>
                                      </p:to>
                                    </p:set>
                                    <p:anim calcmode="lin" valueType="num">
                                      <p:cBhvr additive="base">
                                        <p:cTn id="19" dur="500" fill="hold"/>
                                        <p:tgtEl>
                                          <p:spTgt spid="2">
                                            <p:graphicEl>
                                              <a:dgm id="{F79D7FDB-BA47-4152-A710-98A20219F58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graphicEl>
                                              <a:dgm id="{F79D7FDB-BA47-4152-A710-98A20219F58D}"/>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graphicEl>
                                              <a:dgm id="{E636F5A3-15DA-426C-80DA-D253A30F985D}"/>
                                            </p:graphicEl>
                                          </p:spTgt>
                                        </p:tgtEl>
                                        <p:attrNameLst>
                                          <p:attrName>style.visibility</p:attrName>
                                        </p:attrNameLst>
                                      </p:cBhvr>
                                      <p:to>
                                        <p:strVal val="visible"/>
                                      </p:to>
                                    </p:set>
                                    <p:anim calcmode="lin" valueType="num">
                                      <p:cBhvr additive="base">
                                        <p:cTn id="25" dur="500" fill="hold"/>
                                        <p:tgtEl>
                                          <p:spTgt spid="2">
                                            <p:graphicEl>
                                              <a:dgm id="{E636F5A3-15DA-426C-80DA-D253A30F985D}"/>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graphicEl>
                                              <a:dgm id="{E636F5A3-15DA-426C-80DA-D253A30F985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Storage Area Network (SAN)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Storage Area Network (SAN)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26</a:t>
            </a:fld>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945" y="2261433"/>
            <a:ext cx="5125781" cy="4118932"/>
          </a:xfrm>
          <a:prstGeom prst="rect">
            <a:avLst/>
          </a:prstGeom>
        </p:spPr>
      </p:pic>
    </p:spTree>
    <p:extLst>
      <p:ext uri="{BB962C8B-B14F-4D97-AF65-F5344CB8AC3E}">
        <p14:creationId xmlns:p14="http://schemas.microsoft.com/office/powerpoint/2010/main" val="36115749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Storage Area Network (SAN)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Storage Area Network (SAN)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27</a:t>
            </a:fld>
            <a:endParaRPr lang="en-US"/>
          </a:p>
        </p:txBody>
      </p:sp>
      <p:graphicFrame>
        <p:nvGraphicFramePr>
          <p:cNvPr id="2" name="Diagram 1"/>
          <p:cNvGraphicFramePr/>
          <p:nvPr>
            <p:extLst>
              <p:ext uri="{D42A27DB-BD31-4B8C-83A1-F6EECF244321}">
                <p14:modId xmlns:p14="http://schemas.microsoft.com/office/powerpoint/2010/main" val="3141991648"/>
              </p:ext>
            </p:extLst>
          </p:nvPr>
        </p:nvGraphicFramePr>
        <p:xfrm>
          <a:off x="845127" y="2250721"/>
          <a:ext cx="7384473"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31909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graphicEl>
                                              <a:dgm id="{9C50E497-78C5-4EA2-8DAA-781829D765B1}"/>
                                            </p:graphicEl>
                                          </p:spTgt>
                                        </p:tgtEl>
                                        <p:attrNameLst>
                                          <p:attrName>style.visibility</p:attrName>
                                        </p:attrNameLst>
                                      </p:cBhvr>
                                      <p:to>
                                        <p:strVal val="visible"/>
                                      </p:to>
                                    </p:set>
                                    <p:anim calcmode="lin" valueType="num">
                                      <p:cBhvr additive="base">
                                        <p:cTn id="7" dur="500" fill="hold"/>
                                        <p:tgtEl>
                                          <p:spTgt spid="2">
                                            <p:graphicEl>
                                              <a:dgm id="{9C50E497-78C5-4EA2-8DAA-781829D765B1}"/>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graphicEl>
                                              <a:dgm id="{9C50E497-78C5-4EA2-8DAA-781829D765B1}"/>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graphicEl>
                                              <a:dgm id="{23A53920-F540-4979-9647-952E29532622}"/>
                                            </p:graphicEl>
                                          </p:spTgt>
                                        </p:tgtEl>
                                        <p:attrNameLst>
                                          <p:attrName>style.visibility</p:attrName>
                                        </p:attrNameLst>
                                      </p:cBhvr>
                                      <p:to>
                                        <p:strVal val="visible"/>
                                      </p:to>
                                    </p:set>
                                    <p:anim calcmode="lin" valueType="num">
                                      <p:cBhvr additive="base">
                                        <p:cTn id="11" dur="500" fill="hold"/>
                                        <p:tgtEl>
                                          <p:spTgt spid="2">
                                            <p:graphicEl>
                                              <a:dgm id="{23A53920-F540-4979-9647-952E29532622}"/>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graphicEl>
                                              <a:dgm id="{23A53920-F540-4979-9647-952E29532622}"/>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
                                            <p:graphicEl>
                                              <a:dgm id="{4CAA8EB2-B81C-4A65-8673-B593402DCA2E}"/>
                                            </p:graphicEl>
                                          </p:spTgt>
                                        </p:tgtEl>
                                        <p:attrNameLst>
                                          <p:attrName>style.visibility</p:attrName>
                                        </p:attrNameLst>
                                      </p:cBhvr>
                                      <p:to>
                                        <p:strVal val="visible"/>
                                      </p:to>
                                    </p:set>
                                    <p:anim calcmode="lin" valueType="num">
                                      <p:cBhvr additive="base">
                                        <p:cTn id="17" dur="500" fill="hold"/>
                                        <p:tgtEl>
                                          <p:spTgt spid="2">
                                            <p:graphicEl>
                                              <a:dgm id="{4CAA8EB2-B81C-4A65-8673-B593402DCA2E}"/>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graphicEl>
                                              <a:dgm id="{4CAA8EB2-B81C-4A65-8673-B593402DCA2E}"/>
                                            </p:graphic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
                                            <p:graphicEl>
                                              <a:dgm id="{EB74E51C-B462-45C0-BB51-50BAAB23B767}"/>
                                            </p:graphicEl>
                                          </p:spTgt>
                                        </p:tgtEl>
                                        <p:attrNameLst>
                                          <p:attrName>style.visibility</p:attrName>
                                        </p:attrNameLst>
                                      </p:cBhvr>
                                      <p:to>
                                        <p:strVal val="visible"/>
                                      </p:to>
                                    </p:set>
                                    <p:anim calcmode="lin" valueType="num">
                                      <p:cBhvr additive="base">
                                        <p:cTn id="21" dur="500" fill="hold"/>
                                        <p:tgtEl>
                                          <p:spTgt spid="2">
                                            <p:graphicEl>
                                              <a:dgm id="{EB74E51C-B462-45C0-BB51-50BAAB23B767}"/>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
                                            <p:graphicEl>
                                              <a:dgm id="{EB74E51C-B462-45C0-BB51-50BAAB23B767}"/>
                                            </p:graphic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
                                            <p:graphicEl>
                                              <a:dgm id="{E40793F6-62C0-4C7A-B7E9-80999C75E00B}"/>
                                            </p:graphicEl>
                                          </p:spTgt>
                                        </p:tgtEl>
                                        <p:attrNameLst>
                                          <p:attrName>style.visibility</p:attrName>
                                        </p:attrNameLst>
                                      </p:cBhvr>
                                      <p:to>
                                        <p:strVal val="visible"/>
                                      </p:to>
                                    </p:set>
                                    <p:anim calcmode="lin" valueType="num">
                                      <p:cBhvr additive="base">
                                        <p:cTn id="27" dur="500" fill="hold"/>
                                        <p:tgtEl>
                                          <p:spTgt spid="2">
                                            <p:graphicEl>
                                              <a:dgm id="{E40793F6-62C0-4C7A-B7E9-80999C75E00B}"/>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graphicEl>
                                              <a:dgm id="{E40793F6-62C0-4C7A-B7E9-80999C75E00B}"/>
                                            </p:graphic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
                                            <p:graphicEl>
                                              <a:dgm id="{399F2875-1533-441A-977A-5AEF7505BEE8}"/>
                                            </p:graphicEl>
                                          </p:spTgt>
                                        </p:tgtEl>
                                        <p:attrNameLst>
                                          <p:attrName>style.visibility</p:attrName>
                                        </p:attrNameLst>
                                      </p:cBhvr>
                                      <p:to>
                                        <p:strVal val="visible"/>
                                      </p:to>
                                    </p:set>
                                    <p:anim calcmode="lin" valueType="num">
                                      <p:cBhvr additive="base">
                                        <p:cTn id="31" dur="500" fill="hold"/>
                                        <p:tgtEl>
                                          <p:spTgt spid="2">
                                            <p:graphicEl>
                                              <a:dgm id="{399F2875-1533-441A-977A-5AEF7505BEE8}"/>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graphicEl>
                                              <a:dgm id="{399F2875-1533-441A-977A-5AEF7505BEE8}"/>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
                                            <p:graphicEl>
                                              <a:dgm id="{C97AD3C6-C4AF-46D7-9D77-DAFBC2B36484}"/>
                                            </p:graphicEl>
                                          </p:spTgt>
                                        </p:tgtEl>
                                        <p:attrNameLst>
                                          <p:attrName>style.visibility</p:attrName>
                                        </p:attrNameLst>
                                      </p:cBhvr>
                                      <p:to>
                                        <p:strVal val="visible"/>
                                      </p:to>
                                    </p:set>
                                    <p:anim calcmode="lin" valueType="num">
                                      <p:cBhvr additive="base">
                                        <p:cTn id="37" dur="500" fill="hold"/>
                                        <p:tgtEl>
                                          <p:spTgt spid="2">
                                            <p:graphicEl>
                                              <a:dgm id="{C97AD3C6-C4AF-46D7-9D77-DAFBC2B36484}"/>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
                                            <p:graphicEl>
                                              <a:dgm id="{C97AD3C6-C4AF-46D7-9D77-DAFBC2B36484}"/>
                                            </p:graphic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2">
                                            <p:graphicEl>
                                              <a:dgm id="{1A737D12-09AE-49F1-B29C-F501BD66BFCE}"/>
                                            </p:graphicEl>
                                          </p:spTgt>
                                        </p:tgtEl>
                                        <p:attrNameLst>
                                          <p:attrName>style.visibility</p:attrName>
                                        </p:attrNameLst>
                                      </p:cBhvr>
                                      <p:to>
                                        <p:strVal val="visible"/>
                                      </p:to>
                                    </p:set>
                                    <p:anim calcmode="lin" valueType="num">
                                      <p:cBhvr additive="base">
                                        <p:cTn id="41" dur="500" fill="hold"/>
                                        <p:tgtEl>
                                          <p:spTgt spid="2">
                                            <p:graphicEl>
                                              <a:dgm id="{1A737D12-09AE-49F1-B29C-F501BD66BFCE}"/>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
                                            <p:graphicEl>
                                              <a:dgm id="{1A737D12-09AE-49F1-B29C-F501BD66BFCE}"/>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Enterprise Private Network (EPN)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Enterprise Private Network (EPN)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28</a:t>
            </a:fld>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46" y="2209800"/>
            <a:ext cx="6151418" cy="4135407"/>
          </a:xfrm>
          <a:prstGeom prst="rect">
            <a:avLst/>
          </a:prstGeom>
        </p:spPr>
      </p:pic>
    </p:spTree>
    <p:extLst>
      <p:ext uri="{BB962C8B-B14F-4D97-AF65-F5344CB8AC3E}">
        <p14:creationId xmlns:p14="http://schemas.microsoft.com/office/powerpoint/2010/main" val="23210395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sz="4000">
                <a:solidFill>
                  <a:schemeClr val="accent6"/>
                </a:solidFill>
                <a:ea typeface="MS Gothic" panose="020B0609070205080204" pitchFamily="49" charset="-128"/>
              </a:rPr>
              <a:t>Enterprise Private Network (EPN)</a:t>
            </a:r>
            <a:endParaRPr lang="en-GB" sz="4000"/>
          </a:p>
        </p:txBody>
      </p:sp>
      <p:sp>
        <p:nvSpPr>
          <p:cNvPr id="5" name="CustomShape 2">
            <a:extLst>
              <a:ext uri="{FF2B5EF4-FFF2-40B4-BE49-F238E27FC236}">
                <a16:creationId xmlns:a16="http://schemas.microsoft.com/office/drawing/2014/main" id="{86A1AFB0-DB90-403A-9889-AFB48C81C8C8}"/>
              </a:ext>
            </a:extLst>
          </p:cNvPr>
          <p:cNvSpPr txBox="1">
            <a:spLocks noGrp="1"/>
          </p:cNvSpPr>
          <p:nvPr>
            <p:ph type="body" idx="1"/>
          </p:nvPr>
        </p:nvSpPr>
        <p:spPr>
          <a:xfrm>
            <a:off x="457200" y="1547325"/>
            <a:ext cx="8229600" cy="598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999" tIns="44999" rIns="44999" bIns="44999">
            <a:spAutoFit/>
          </a:bodyPr>
          <a:lstStyle>
            <a:lvl1pPr marL="343080" indent="-342358">
              <a:spcBef>
                <a:spcPts val="600"/>
              </a:spcBef>
              <a:buSzPct val="100000"/>
              <a:buBlip>
                <a:blip r:embed="rId2"/>
              </a:buBlip>
              <a:defRPr sz="3300" spc="-1">
                <a:solidFill>
                  <a:srgbClr val="00102F"/>
                </a:solidFill>
                <a:latin typeface="Calibri"/>
                <a:ea typeface="Calibri"/>
                <a:cs typeface="Calibri"/>
                <a:sym typeface="Calibri"/>
              </a:defRPr>
            </a:lvl1pPr>
          </a:lstStyle>
          <a:p>
            <a:pPr fontAlgn="base"/>
            <a:r>
              <a:rPr lang="en-US" sz="2800">
                <a:solidFill>
                  <a:schemeClr val="accent6"/>
                </a:solidFill>
                <a:ea typeface="MS Gothic" panose="020B0609070205080204" pitchFamily="49" charset="-128"/>
              </a:rPr>
              <a:t>Enterprise Private Network (EPN)</a:t>
            </a:r>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29</a:t>
            </a:fld>
            <a:endParaRPr lang="en-US"/>
          </a:p>
        </p:txBody>
      </p:sp>
      <p:graphicFrame>
        <p:nvGraphicFramePr>
          <p:cNvPr id="4" name="Diagram 3"/>
          <p:cNvGraphicFramePr/>
          <p:nvPr>
            <p:extLst>
              <p:ext uri="{D42A27DB-BD31-4B8C-83A1-F6EECF244321}">
                <p14:modId xmlns:p14="http://schemas.microsoft.com/office/powerpoint/2010/main" val="72103055"/>
              </p:ext>
            </p:extLst>
          </p:nvPr>
        </p:nvGraphicFramePr>
        <p:xfrm>
          <a:off x="457200" y="2422525"/>
          <a:ext cx="8007927" cy="37811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634256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5B7BF3ED-FED2-410B-9D84-D9A03E529D0D}"/>
                                            </p:graphicEl>
                                          </p:spTgt>
                                        </p:tgtEl>
                                        <p:attrNameLst>
                                          <p:attrName>style.visibility</p:attrName>
                                        </p:attrNameLst>
                                      </p:cBhvr>
                                      <p:to>
                                        <p:strVal val="visible"/>
                                      </p:to>
                                    </p:set>
                                    <p:anim calcmode="lin" valueType="num">
                                      <p:cBhvr additive="base">
                                        <p:cTn id="7" dur="500" fill="hold"/>
                                        <p:tgtEl>
                                          <p:spTgt spid="4">
                                            <p:graphicEl>
                                              <a:dgm id="{5B7BF3ED-FED2-410B-9D84-D9A03E529D0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5B7BF3ED-FED2-410B-9D84-D9A03E529D0D}"/>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2E59E62D-272B-4868-84C7-96D38238C489}"/>
                                            </p:graphicEl>
                                          </p:spTgt>
                                        </p:tgtEl>
                                        <p:attrNameLst>
                                          <p:attrName>style.visibility</p:attrName>
                                        </p:attrNameLst>
                                      </p:cBhvr>
                                      <p:to>
                                        <p:strVal val="visible"/>
                                      </p:to>
                                    </p:set>
                                    <p:anim calcmode="lin" valueType="num">
                                      <p:cBhvr additive="base">
                                        <p:cTn id="13" dur="500" fill="hold"/>
                                        <p:tgtEl>
                                          <p:spTgt spid="4">
                                            <p:graphicEl>
                                              <a:dgm id="{2E59E62D-272B-4868-84C7-96D38238C48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2E59E62D-272B-4868-84C7-96D38238C489}"/>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1CB74E58-74D1-425B-A9F4-B38917EAECA1}"/>
                                            </p:graphicEl>
                                          </p:spTgt>
                                        </p:tgtEl>
                                        <p:attrNameLst>
                                          <p:attrName>style.visibility</p:attrName>
                                        </p:attrNameLst>
                                      </p:cBhvr>
                                      <p:to>
                                        <p:strVal val="visible"/>
                                      </p:to>
                                    </p:set>
                                    <p:anim calcmode="lin" valueType="num">
                                      <p:cBhvr additive="base">
                                        <p:cTn id="19" dur="500" fill="hold"/>
                                        <p:tgtEl>
                                          <p:spTgt spid="4">
                                            <p:graphicEl>
                                              <a:dgm id="{1CB74E58-74D1-425B-A9F4-B38917EAECA1}"/>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1CB74E58-74D1-425B-A9F4-B38917EAECA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a:solidFill>
                  <a:schemeClr val="accent6"/>
                </a:solidFill>
                <a:ea typeface="MS Gothic" panose="020B0609070205080204" pitchFamily="49" charset="-128"/>
              </a:rPr>
              <a:t>Virtual Private Network (VPN)</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30</a:t>
            </a:fld>
            <a:endParaRPr lang="en-US"/>
          </a:p>
        </p:txBody>
      </p:sp>
      <p:sp>
        <p:nvSpPr>
          <p:cNvPr id="6" name="CustomShape 2">
            <a:extLst>
              <a:ext uri="{FF2B5EF4-FFF2-40B4-BE49-F238E27FC236}">
                <a16:creationId xmlns:a16="http://schemas.microsoft.com/office/drawing/2014/main" id="{86A1AFB0-DB90-403A-9889-AFB48C81C8C8}"/>
              </a:ext>
            </a:extLst>
          </p:cNvPr>
          <p:cNvSpPr txBox="1">
            <a:spLocks/>
          </p:cNvSpPr>
          <p:nvPr/>
        </p:nvSpPr>
        <p:spPr>
          <a:xfrm>
            <a:off x="457200" y="1557525"/>
            <a:ext cx="7908878" cy="110654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44999" tIns="44999" rIns="44999" bIns="44999" anchor="t" anchorCtr="0">
            <a:spAutoFit/>
          </a:bodyPr>
          <a:lstStyle>
            <a:defPPr marR="0" lvl="0" algn="l" rtl="0">
              <a:lnSpc>
                <a:spcPct val="100000"/>
              </a:lnSpc>
              <a:spcBef>
                <a:spcPts val="0"/>
              </a:spcBef>
              <a:spcAft>
                <a:spcPts val="0"/>
              </a:spcAft>
            </a:defPPr>
            <a:lvl1pPr marL="343080" marR="0" lvl="0" indent="-342358" algn="l" rtl="0">
              <a:lnSpc>
                <a:spcPct val="100000"/>
              </a:lnSpc>
              <a:spcBef>
                <a:spcPts val="600"/>
              </a:spcBef>
              <a:spcAft>
                <a:spcPts val="0"/>
              </a:spcAft>
              <a:buClr>
                <a:srgbClr val="000F2E"/>
              </a:buClr>
              <a:buSzPct val="100000"/>
              <a:buFont typeface="Calibri"/>
              <a:buBlip>
                <a:blip r:embed="rId2"/>
              </a:buBlip>
              <a:defRPr sz="3300" b="0" i="0" u="none" strike="noStrike" cap="none" spc="-1">
                <a:solidFill>
                  <a:srgbClr val="00102F"/>
                </a:solidFill>
                <a:latin typeface="Calibri"/>
                <a:ea typeface="Calibri"/>
                <a:cs typeface="Calibri"/>
                <a:sym typeface="Calibri"/>
              </a:defRPr>
            </a:lvl1pPr>
            <a:lvl2pPr marL="914400" marR="0" lvl="1" indent="-406400" algn="l" rtl="0">
              <a:lnSpc>
                <a:spcPct val="100000"/>
              </a:lnSpc>
              <a:spcBef>
                <a:spcPts val="1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1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1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1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342900" indent="-342900">
              <a:buBlip>
                <a:blip r:embed="rId3"/>
              </a:buBlip>
            </a:pPr>
            <a:r>
              <a:rPr lang="en-US" sz="2800">
                <a:solidFill>
                  <a:schemeClr val="accent6"/>
                </a:solidFill>
              </a:rPr>
              <a:t>Virtual Private Network (VPN)</a:t>
            </a:r>
          </a:p>
          <a:p>
            <a:pPr marL="722" indent="0" algn="just" fontAlgn="base">
              <a:buNone/>
            </a:pPr>
            <a:endParaRPr lang="en-US" sz="2800">
              <a:solidFill>
                <a:schemeClr val="accent6"/>
              </a:solidFill>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309" y="2422525"/>
            <a:ext cx="6179127" cy="3633326"/>
          </a:xfrm>
          <a:prstGeom prst="rect">
            <a:avLst/>
          </a:prstGeom>
        </p:spPr>
      </p:pic>
    </p:spTree>
    <p:extLst>
      <p:ext uri="{BB962C8B-B14F-4D97-AF65-F5344CB8AC3E}">
        <p14:creationId xmlns:p14="http://schemas.microsoft.com/office/powerpoint/2010/main" val="1996857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a:solidFill>
                  <a:schemeClr val="accent6"/>
                </a:solidFill>
                <a:ea typeface="MS Gothic" panose="020B0609070205080204" pitchFamily="49" charset="-128"/>
              </a:rPr>
              <a:t>Virtual Private Network (VPN)</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31</a:t>
            </a:fld>
            <a:endParaRPr lang="en-US"/>
          </a:p>
        </p:txBody>
      </p:sp>
      <p:sp>
        <p:nvSpPr>
          <p:cNvPr id="6" name="CustomShape 2">
            <a:extLst>
              <a:ext uri="{FF2B5EF4-FFF2-40B4-BE49-F238E27FC236}">
                <a16:creationId xmlns:a16="http://schemas.microsoft.com/office/drawing/2014/main" id="{86A1AFB0-DB90-403A-9889-AFB48C81C8C8}"/>
              </a:ext>
            </a:extLst>
          </p:cNvPr>
          <p:cNvSpPr txBox="1">
            <a:spLocks/>
          </p:cNvSpPr>
          <p:nvPr/>
        </p:nvSpPr>
        <p:spPr>
          <a:xfrm>
            <a:off x="457200" y="1557525"/>
            <a:ext cx="7908878" cy="110654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44999" tIns="44999" rIns="44999" bIns="44999" anchor="t" anchorCtr="0">
            <a:spAutoFit/>
          </a:bodyPr>
          <a:lstStyle>
            <a:defPPr marR="0" lvl="0" algn="l" rtl="0">
              <a:lnSpc>
                <a:spcPct val="100000"/>
              </a:lnSpc>
              <a:spcBef>
                <a:spcPts val="0"/>
              </a:spcBef>
              <a:spcAft>
                <a:spcPts val="0"/>
              </a:spcAft>
            </a:defPPr>
            <a:lvl1pPr marL="343080" marR="0" lvl="0" indent="-342358" algn="l" rtl="0">
              <a:lnSpc>
                <a:spcPct val="100000"/>
              </a:lnSpc>
              <a:spcBef>
                <a:spcPts val="600"/>
              </a:spcBef>
              <a:spcAft>
                <a:spcPts val="0"/>
              </a:spcAft>
              <a:buClr>
                <a:srgbClr val="000F2E"/>
              </a:buClr>
              <a:buSzPct val="100000"/>
              <a:buFont typeface="Calibri"/>
              <a:buBlip>
                <a:blip r:embed="rId2"/>
              </a:buBlip>
              <a:defRPr sz="3300" b="0" i="0" u="none" strike="noStrike" cap="none" spc="-1">
                <a:solidFill>
                  <a:srgbClr val="00102F"/>
                </a:solidFill>
                <a:latin typeface="Calibri"/>
                <a:ea typeface="Calibri"/>
                <a:cs typeface="Calibri"/>
                <a:sym typeface="Calibri"/>
              </a:defRPr>
            </a:lvl1pPr>
            <a:lvl2pPr marL="914400" marR="0" lvl="1" indent="-406400" algn="l" rtl="0">
              <a:lnSpc>
                <a:spcPct val="100000"/>
              </a:lnSpc>
              <a:spcBef>
                <a:spcPts val="1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1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1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1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342900" indent="-342900">
              <a:buBlip>
                <a:blip r:embed="rId3"/>
              </a:buBlip>
            </a:pPr>
            <a:r>
              <a:rPr lang="en-US" sz="2800">
                <a:solidFill>
                  <a:schemeClr val="accent6"/>
                </a:solidFill>
              </a:rPr>
              <a:t>Virtual Private Network (VPN)</a:t>
            </a:r>
          </a:p>
          <a:p>
            <a:pPr marL="722" indent="0" algn="just" fontAlgn="base">
              <a:buNone/>
            </a:pPr>
            <a:endParaRPr lang="en-US" sz="2800">
              <a:solidFill>
                <a:schemeClr val="accent6"/>
              </a:solidFill>
            </a:endParaRPr>
          </a:p>
        </p:txBody>
      </p:sp>
      <p:graphicFrame>
        <p:nvGraphicFramePr>
          <p:cNvPr id="4" name="Diagram 3"/>
          <p:cNvGraphicFramePr/>
          <p:nvPr>
            <p:extLst>
              <p:ext uri="{D42A27DB-BD31-4B8C-83A1-F6EECF244321}">
                <p14:modId xmlns:p14="http://schemas.microsoft.com/office/powerpoint/2010/main" val="3648524469"/>
              </p:ext>
            </p:extLst>
          </p:nvPr>
        </p:nvGraphicFramePr>
        <p:xfrm>
          <a:off x="777922" y="2344537"/>
          <a:ext cx="7559086" cy="39058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77246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graphicEl>
                                              <a:dgm id="{32D8014C-9F0D-4738-91A5-5826368566F2}"/>
                                            </p:graphicEl>
                                          </p:spTgt>
                                        </p:tgtEl>
                                        <p:attrNameLst>
                                          <p:attrName>style.visibility</p:attrName>
                                        </p:attrNameLst>
                                      </p:cBhvr>
                                      <p:to>
                                        <p:strVal val="visible"/>
                                      </p:to>
                                    </p:set>
                                    <p:anim calcmode="lin" valueType="num">
                                      <p:cBhvr additive="base">
                                        <p:cTn id="7" dur="500" fill="hold"/>
                                        <p:tgtEl>
                                          <p:spTgt spid="4">
                                            <p:graphicEl>
                                              <a:dgm id="{32D8014C-9F0D-4738-91A5-5826368566F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32D8014C-9F0D-4738-91A5-5826368566F2}"/>
                                            </p:graphic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
                                            <p:graphicEl>
                                              <a:dgm id="{9925A395-D2E9-4E67-94A1-186ABBE0CD28}"/>
                                            </p:graphicEl>
                                          </p:spTgt>
                                        </p:tgtEl>
                                        <p:attrNameLst>
                                          <p:attrName>style.visibility</p:attrName>
                                        </p:attrNameLst>
                                      </p:cBhvr>
                                      <p:to>
                                        <p:strVal val="visible"/>
                                      </p:to>
                                    </p:set>
                                    <p:anim calcmode="lin" valueType="num">
                                      <p:cBhvr additive="base">
                                        <p:cTn id="13" dur="500" fill="hold"/>
                                        <p:tgtEl>
                                          <p:spTgt spid="4">
                                            <p:graphicEl>
                                              <a:dgm id="{9925A395-D2E9-4E67-94A1-186ABBE0CD2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9925A395-D2E9-4E67-94A1-186ABBE0CD28}"/>
                                            </p:graphic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4">
                                            <p:graphicEl>
                                              <a:dgm id="{5B2E0AA0-F8C4-47F9-80D4-D69A42470E16}"/>
                                            </p:graphicEl>
                                          </p:spTgt>
                                        </p:tgtEl>
                                        <p:attrNameLst>
                                          <p:attrName>style.visibility</p:attrName>
                                        </p:attrNameLst>
                                      </p:cBhvr>
                                      <p:to>
                                        <p:strVal val="visible"/>
                                      </p:to>
                                    </p:set>
                                    <p:anim calcmode="lin" valueType="num">
                                      <p:cBhvr additive="base">
                                        <p:cTn id="19" dur="500" fill="hold"/>
                                        <p:tgtEl>
                                          <p:spTgt spid="4">
                                            <p:graphicEl>
                                              <a:dgm id="{5B2E0AA0-F8C4-47F9-80D4-D69A42470E16}"/>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5B2E0AA0-F8C4-47F9-80D4-D69A42470E16}"/>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AD070-6119-287E-1BC8-02AA7E4FE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4318C-8D67-7DD9-242A-CF181064ABC9}"/>
              </a:ext>
            </a:extLst>
          </p:cNvPr>
          <p:cNvSpPr>
            <a:spLocks noGrp="1"/>
          </p:cNvSpPr>
          <p:nvPr>
            <p:ph type="title"/>
          </p:nvPr>
        </p:nvSpPr>
        <p:spPr/>
        <p:txBody>
          <a:bodyPr/>
          <a:lstStyle/>
          <a:p>
            <a:r>
              <a:rPr lang="en-US" sz="4400">
                <a:solidFill>
                  <a:schemeClr val="accent6"/>
                </a:solidFill>
                <a:ea typeface="MS Gothic" panose="020B0609070205080204" pitchFamily="49" charset="-128"/>
              </a:rPr>
              <a:t>Network Protocols</a:t>
            </a:r>
            <a:endParaRPr lang="en-GB"/>
          </a:p>
        </p:txBody>
      </p:sp>
      <p:sp>
        <p:nvSpPr>
          <p:cNvPr id="3" name="Slide Number Placeholder 2">
            <a:extLst>
              <a:ext uri="{FF2B5EF4-FFF2-40B4-BE49-F238E27FC236}">
                <a16:creationId xmlns:a16="http://schemas.microsoft.com/office/drawing/2014/main" id="{264ADD61-A0A6-8D83-FB15-A21643756F5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32</a:t>
            </a:fld>
            <a:endParaRPr lang="en-US"/>
          </a:p>
        </p:txBody>
      </p:sp>
      <p:graphicFrame>
        <p:nvGraphicFramePr>
          <p:cNvPr id="4" name="Diagram 3">
            <a:extLst>
              <a:ext uri="{FF2B5EF4-FFF2-40B4-BE49-F238E27FC236}">
                <a16:creationId xmlns:a16="http://schemas.microsoft.com/office/drawing/2014/main" id="{E4B131B6-FC39-BF78-D601-1BAF01EE547C}"/>
              </a:ext>
            </a:extLst>
          </p:cNvPr>
          <p:cNvGraphicFramePr/>
          <p:nvPr>
            <p:extLst>
              <p:ext uri="{D42A27DB-BD31-4B8C-83A1-F6EECF244321}">
                <p14:modId xmlns:p14="http://schemas.microsoft.com/office/powerpoint/2010/main" val="1074303214"/>
              </p:ext>
            </p:extLst>
          </p:nvPr>
        </p:nvGraphicFramePr>
        <p:xfrm>
          <a:off x="608626" y="1553736"/>
          <a:ext cx="8137842" cy="4886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F8F888D7-D436-B8E8-777F-53F713EA8567}"/>
                  </a:ext>
                </a:extLst>
              </p14:cNvPr>
              <p14:cNvContentPartPr/>
              <p14:nvPr/>
            </p14:nvContentPartPr>
            <p14:xfrm>
              <a:off x="8763371" y="2040370"/>
              <a:ext cx="13500" cy="13500"/>
            </p14:xfrm>
          </p:contentPart>
        </mc:Choice>
        <mc:Fallback xmlns="">
          <p:pic>
            <p:nvPicPr>
              <p:cNvPr id="24" name="Ink 23">
                <a:extLst>
                  <a:ext uri="{FF2B5EF4-FFF2-40B4-BE49-F238E27FC236}">
                    <a16:creationId xmlns:a16="http://schemas.microsoft.com/office/drawing/2014/main" id="{F8F888D7-D436-B8E8-777F-53F713EA8567}"/>
                  </a:ext>
                </a:extLst>
              </p:cNvPr>
              <p:cNvPicPr/>
              <p:nvPr/>
            </p:nvPicPr>
            <p:blipFill>
              <a:blip r:embed="rId8"/>
              <a:stretch>
                <a:fillRect/>
              </a:stretch>
            </p:blipFill>
            <p:spPr>
              <a:xfrm>
                <a:off x="8731228" y="2008227"/>
                <a:ext cx="77143" cy="77143"/>
              </a:xfrm>
              <a:prstGeom prst="rect">
                <a:avLst/>
              </a:prstGeom>
            </p:spPr>
          </p:pic>
        </mc:Fallback>
      </mc:AlternateContent>
    </p:spTree>
    <p:extLst>
      <p:ext uri="{BB962C8B-B14F-4D97-AF65-F5344CB8AC3E}">
        <p14:creationId xmlns:p14="http://schemas.microsoft.com/office/powerpoint/2010/main" val="9434772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graphicEl>
                                              <a:dgm id="{32D8014C-9F0D-4738-91A5-5826368566F2}"/>
                                            </p:graphicEl>
                                          </p:spTgt>
                                        </p:tgtEl>
                                        <p:attrNameLst>
                                          <p:attrName>style.visibility</p:attrName>
                                        </p:attrNameLst>
                                      </p:cBhvr>
                                      <p:to>
                                        <p:strVal val="visible"/>
                                      </p:to>
                                    </p:set>
                                    <p:anim calcmode="lin" valueType="num">
                                      <p:cBhvr additive="base">
                                        <p:cTn id="7" dur="500" fill="hold"/>
                                        <p:tgtEl>
                                          <p:spTgt spid="4">
                                            <p:graphicEl>
                                              <a:dgm id="{32D8014C-9F0D-4738-91A5-5826368566F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32D8014C-9F0D-4738-91A5-5826368566F2}"/>
                                            </p:graphic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
                                            <p:graphicEl>
                                              <a:dgm id="{4972E72F-7EB3-4BC5-8B4F-9B04EE5BB9F9}"/>
                                            </p:graphicEl>
                                          </p:spTgt>
                                        </p:tgtEl>
                                        <p:attrNameLst>
                                          <p:attrName>style.visibility</p:attrName>
                                        </p:attrNameLst>
                                      </p:cBhvr>
                                      <p:to>
                                        <p:strVal val="visible"/>
                                      </p:to>
                                    </p:set>
                                    <p:anim calcmode="lin" valueType="num">
                                      <p:cBhvr additive="base">
                                        <p:cTn id="13" dur="500" fill="hold"/>
                                        <p:tgtEl>
                                          <p:spTgt spid="4">
                                            <p:graphicEl>
                                              <a:dgm id="{4972E72F-7EB3-4BC5-8B4F-9B04EE5BB9F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4972E72F-7EB3-4BC5-8B4F-9B04EE5BB9F9}"/>
                                            </p:graphic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4">
                                            <p:graphicEl>
                                              <a:dgm id="{21817B0A-63E3-4401-83C7-4F78FDC63255}"/>
                                            </p:graphicEl>
                                          </p:spTgt>
                                        </p:tgtEl>
                                        <p:attrNameLst>
                                          <p:attrName>style.visibility</p:attrName>
                                        </p:attrNameLst>
                                      </p:cBhvr>
                                      <p:to>
                                        <p:strVal val="visible"/>
                                      </p:to>
                                    </p:set>
                                    <p:anim calcmode="lin" valueType="num">
                                      <p:cBhvr additive="base">
                                        <p:cTn id="19" dur="500" fill="hold"/>
                                        <p:tgtEl>
                                          <p:spTgt spid="4">
                                            <p:graphicEl>
                                              <a:dgm id="{21817B0A-63E3-4401-83C7-4F78FDC6325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21817B0A-63E3-4401-83C7-4F78FDC63255}"/>
                                            </p:graphic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4">
                                            <p:graphicEl>
                                              <a:dgm id="{6C47C13F-C23F-489C-9A81-9207C8B6ADE7}"/>
                                            </p:graphicEl>
                                          </p:spTgt>
                                        </p:tgtEl>
                                        <p:attrNameLst>
                                          <p:attrName>style.visibility</p:attrName>
                                        </p:attrNameLst>
                                      </p:cBhvr>
                                      <p:to>
                                        <p:strVal val="visible"/>
                                      </p:to>
                                    </p:set>
                                    <p:anim calcmode="lin" valueType="num">
                                      <p:cBhvr additive="base">
                                        <p:cTn id="25" dur="500" fill="hold"/>
                                        <p:tgtEl>
                                          <p:spTgt spid="4">
                                            <p:graphicEl>
                                              <a:dgm id="{6C47C13F-C23F-489C-9A81-9207C8B6ADE7}"/>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6C47C13F-C23F-489C-9A81-9207C8B6ADE7}"/>
                                            </p:graphic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4">
                                            <p:graphicEl>
                                              <a:dgm id="{0AEADAE0-D6E7-48AA-B44C-67C31DE7F81C}"/>
                                            </p:graphicEl>
                                          </p:spTgt>
                                        </p:tgtEl>
                                        <p:attrNameLst>
                                          <p:attrName>style.visibility</p:attrName>
                                        </p:attrNameLst>
                                      </p:cBhvr>
                                      <p:to>
                                        <p:strVal val="visible"/>
                                      </p:to>
                                    </p:set>
                                    <p:anim calcmode="lin" valueType="num">
                                      <p:cBhvr additive="base">
                                        <p:cTn id="31" dur="500" fill="hold"/>
                                        <p:tgtEl>
                                          <p:spTgt spid="4">
                                            <p:graphicEl>
                                              <a:dgm id="{0AEADAE0-D6E7-48AA-B44C-67C31DE7F81C}"/>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0AEADAE0-D6E7-48AA-B44C-67C31DE7F81C}"/>
                                            </p:graphic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4">
                                            <p:graphicEl>
                                              <a:dgm id="{CA9B7466-AC4B-4365-B028-27F9DA0A1DED}"/>
                                            </p:graphicEl>
                                          </p:spTgt>
                                        </p:tgtEl>
                                        <p:attrNameLst>
                                          <p:attrName>style.visibility</p:attrName>
                                        </p:attrNameLst>
                                      </p:cBhvr>
                                      <p:to>
                                        <p:strVal val="visible"/>
                                      </p:to>
                                    </p:set>
                                    <p:anim calcmode="lin" valueType="num">
                                      <p:cBhvr additive="base">
                                        <p:cTn id="37" dur="500" fill="hold"/>
                                        <p:tgtEl>
                                          <p:spTgt spid="4">
                                            <p:graphicEl>
                                              <a:dgm id="{CA9B7466-AC4B-4365-B028-27F9DA0A1DED}"/>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CA9B7466-AC4B-4365-B028-27F9DA0A1DED}"/>
                                            </p:graphicEl>
                                          </p:spTgt>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4">
                                            <p:graphicEl>
                                              <a:dgm id="{46E582F2-A5CE-43DD-87B0-B1A4F4120E4D}"/>
                                            </p:graphicEl>
                                          </p:spTgt>
                                        </p:tgtEl>
                                        <p:attrNameLst>
                                          <p:attrName>style.visibility</p:attrName>
                                        </p:attrNameLst>
                                      </p:cBhvr>
                                      <p:to>
                                        <p:strVal val="visible"/>
                                      </p:to>
                                    </p:set>
                                    <p:anim calcmode="lin" valueType="num">
                                      <p:cBhvr additive="base">
                                        <p:cTn id="43" dur="500" fill="hold"/>
                                        <p:tgtEl>
                                          <p:spTgt spid="4">
                                            <p:graphicEl>
                                              <a:dgm id="{46E582F2-A5CE-43DD-87B0-B1A4F4120E4D}"/>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46E582F2-A5CE-43DD-87B0-B1A4F4120E4D}"/>
                                            </p:graphicEl>
                                          </p:spTgt>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 fill="hold" grpId="0" nodeType="clickEffect">
                                  <p:stCondLst>
                                    <p:cond delay="0"/>
                                  </p:stCondLst>
                                  <p:childTnLst>
                                    <p:set>
                                      <p:cBhvr>
                                        <p:cTn id="48" dur="1" fill="hold">
                                          <p:stCondLst>
                                            <p:cond delay="0"/>
                                          </p:stCondLst>
                                        </p:cTn>
                                        <p:tgtEl>
                                          <p:spTgt spid="4">
                                            <p:graphicEl>
                                              <a:dgm id="{973D6A87-6B2B-42E1-B499-A21494D5E416}"/>
                                            </p:graphicEl>
                                          </p:spTgt>
                                        </p:tgtEl>
                                        <p:attrNameLst>
                                          <p:attrName>style.visibility</p:attrName>
                                        </p:attrNameLst>
                                      </p:cBhvr>
                                      <p:to>
                                        <p:strVal val="visible"/>
                                      </p:to>
                                    </p:set>
                                    <p:anim calcmode="lin" valueType="num">
                                      <p:cBhvr additive="base">
                                        <p:cTn id="49" dur="500" fill="hold"/>
                                        <p:tgtEl>
                                          <p:spTgt spid="4">
                                            <p:graphicEl>
                                              <a:dgm id="{973D6A87-6B2B-42E1-B499-A21494D5E416}"/>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973D6A87-6B2B-42E1-B499-A21494D5E416}"/>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Internet </a:t>
            </a:r>
            <a:r>
              <a:rPr lang="en-US" sz="4000" err="1"/>
              <a:t>vs</a:t>
            </a:r>
            <a:r>
              <a:rPr lang="en-US" sz="4000"/>
              <a:t> internet</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33</a:t>
            </a:fld>
            <a:endParaRPr lang="en-US"/>
          </a:p>
        </p:txBody>
      </p:sp>
      <p:graphicFrame>
        <p:nvGraphicFramePr>
          <p:cNvPr id="4" name="Diagram 3"/>
          <p:cNvGraphicFramePr/>
          <p:nvPr>
            <p:extLst>
              <p:ext uri="{D42A27DB-BD31-4B8C-83A1-F6EECF244321}">
                <p14:modId xmlns:p14="http://schemas.microsoft.com/office/powerpoint/2010/main" val="927409911"/>
              </p:ext>
            </p:extLst>
          </p:nvPr>
        </p:nvGraphicFramePr>
        <p:xfrm>
          <a:off x="839931" y="1820717"/>
          <a:ext cx="5656118" cy="37707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3391" y="1820717"/>
            <a:ext cx="3314123" cy="3314123"/>
          </a:xfrm>
          <a:prstGeom prst="rect">
            <a:avLst/>
          </a:prstGeom>
        </p:spPr>
      </p:pic>
    </p:spTree>
    <p:extLst>
      <p:ext uri="{BB962C8B-B14F-4D97-AF65-F5344CB8AC3E}">
        <p14:creationId xmlns:p14="http://schemas.microsoft.com/office/powerpoint/2010/main" val="18255430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Internet</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34</a:t>
            </a:fld>
            <a:endParaRPr lang="en-US"/>
          </a:p>
        </p:txBody>
      </p:sp>
      <p:graphicFrame>
        <p:nvGraphicFramePr>
          <p:cNvPr id="4" name="Diagram 3"/>
          <p:cNvGraphicFramePr/>
          <p:nvPr>
            <p:extLst>
              <p:ext uri="{D42A27DB-BD31-4B8C-83A1-F6EECF244321}">
                <p14:modId xmlns:p14="http://schemas.microsoft.com/office/powerpoint/2010/main" val="4114366144"/>
              </p:ext>
            </p:extLst>
          </p:nvPr>
        </p:nvGraphicFramePr>
        <p:xfrm>
          <a:off x="793805" y="1755058"/>
          <a:ext cx="7767484" cy="3937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51962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internet</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35</a:t>
            </a:fld>
            <a:endParaRPr lang="en-US"/>
          </a:p>
        </p:txBody>
      </p:sp>
      <p:sp>
        <p:nvSpPr>
          <p:cNvPr id="9" name="CustomShape 2">
            <a:extLst>
              <a:ext uri="{FF2B5EF4-FFF2-40B4-BE49-F238E27FC236}">
                <a16:creationId xmlns:a16="http://schemas.microsoft.com/office/drawing/2014/main" id="{86A1AFB0-DB90-403A-9889-AFB48C81C8C8}"/>
              </a:ext>
            </a:extLst>
          </p:cNvPr>
          <p:cNvSpPr txBox="1">
            <a:spLocks/>
          </p:cNvSpPr>
          <p:nvPr/>
        </p:nvSpPr>
        <p:spPr>
          <a:xfrm>
            <a:off x="457200" y="1711098"/>
            <a:ext cx="7908878" cy="3768807"/>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44999" tIns="44999" rIns="44999" bIns="44999" anchor="t" anchorCtr="0">
            <a:spAutoFit/>
          </a:bodyPr>
          <a:lstStyle>
            <a:defPPr marR="0" lvl="0" algn="l" rtl="0">
              <a:lnSpc>
                <a:spcPct val="100000"/>
              </a:lnSpc>
              <a:spcBef>
                <a:spcPts val="0"/>
              </a:spcBef>
              <a:spcAft>
                <a:spcPts val="0"/>
              </a:spcAft>
            </a:defPPr>
            <a:lvl1pPr marL="343080" marR="0" lvl="0" indent="-342358" algn="l" rtl="0">
              <a:lnSpc>
                <a:spcPct val="100000"/>
              </a:lnSpc>
              <a:spcBef>
                <a:spcPts val="600"/>
              </a:spcBef>
              <a:spcAft>
                <a:spcPts val="0"/>
              </a:spcAft>
              <a:buClr>
                <a:srgbClr val="000F2E"/>
              </a:buClr>
              <a:buSzPct val="100000"/>
              <a:buFont typeface="Calibri"/>
              <a:buBlip>
                <a:blip r:embed="rId2"/>
              </a:buBlip>
              <a:defRPr sz="3300" b="0" i="0" u="none" strike="noStrike" cap="none" spc="-1">
                <a:solidFill>
                  <a:srgbClr val="00102F"/>
                </a:solidFill>
                <a:latin typeface="Calibri"/>
                <a:ea typeface="Calibri"/>
                <a:cs typeface="Calibri"/>
                <a:sym typeface="Calibri"/>
              </a:defRPr>
            </a:lvl1pPr>
            <a:lvl2pPr marL="914400" marR="0" lvl="1" indent="-406400" algn="l" rtl="0">
              <a:lnSpc>
                <a:spcPct val="100000"/>
              </a:lnSpc>
              <a:spcBef>
                <a:spcPts val="1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1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1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1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algn="just" fontAlgn="base"/>
            <a:r>
              <a:rPr lang="en-US" sz="2800">
                <a:solidFill>
                  <a:schemeClr val="accent6"/>
                </a:solidFill>
              </a:rPr>
              <a:t>The internet sounds similar to Internet, but it is different. The word Internet starts with capital </a:t>
            </a:r>
            <a:r>
              <a:rPr lang="en-US" sz="2800" b="1">
                <a:solidFill>
                  <a:schemeClr val="accent6"/>
                </a:solidFill>
              </a:rPr>
              <a:t>I</a:t>
            </a:r>
            <a:r>
              <a:rPr lang="en-US" sz="2800">
                <a:solidFill>
                  <a:schemeClr val="accent6"/>
                </a:solidFill>
              </a:rPr>
              <a:t>, while the word internet begins with small </a:t>
            </a:r>
            <a:r>
              <a:rPr lang="en-US" sz="2800" b="1" err="1">
                <a:solidFill>
                  <a:schemeClr val="accent6"/>
                </a:solidFill>
              </a:rPr>
              <a:t>i</a:t>
            </a:r>
            <a:r>
              <a:rPr lang="en-US" sz="2800">
                <a:solidFill>
                  <a:schemeClr val="accent6"/>
                </a:solidFill>
              </a:rPr>
              <a:t>. </a:t>
            </a:r>
          </a:p>
          <a:p>
            <a:pPr algn="just" fontAlgn="base"/>
            <a:r>
              <a:rPr lang="en-US" sz="2800">
                <a:solidFill>
                  <a:schemeClr val="accent6"/>
                </a:solidFill>
              </a:rPr>
              <a:t>Any group of network which is connected with external network through a gateway such as Border Gateway Protocol (BGP) is considered as </a:t>
            </a:r>
            <a:r>
              <a:rPr lang="en-US" sz="2800" i="1">
                <a:solidFill>
                  <a:schemeClr val="accent6"/>
                </a:solidFill>
              </a:rPr>
              <a:t>internet</a:t>
            </a:r>
            <a:r>
              <a:rPr lang="en-US" sz="2800">
                <a:solidFill>
                  <a:schemeClr val="accent6"/>
                </a:solidFill>
              </a:rPr>
              <a:t>.</a:t>
            </a:r>
          </a:p>
          <a:p>
            <a:pPr algn="just" fontAlgn="base"/>
            <a:r>
              <a:rPr lang="en-US" sz="2800">
                <a:solidFill>
                  <a:schemeClr val="accent6"/>
                </a:solidFill>
              </a:rPr>
              <a:t> Usually this type of network is setup to provide the connectivity between two companies.</a:t>
            </a:r>
          </a:p>
        </p:txBody>
      </p:sp>
    </p:spTree>
    <p:extLst>
      <p:ext uri="{BB962C8B-B14F-4D97-AF65-F5344CB8AC3E}">
        <p14:creationId xmlns:p14="http://schemas.microsoft.com/office/powerpoint/2010/main" val="40831922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Intranet vs Extranet</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36</a:t>
            </a:fld>
            <a:endParaRPr lang="en-US"/>
          </a:p>
        </p:txBody>
      </p:sp>
      <p:graphicFrame>
        <p:nvGraphicFramePr>
          <p:cNvPr id="4" name="Diagram 3"/>
          <p:cNvGraphicFramePr/>
          <p:nvPr>
            <p:extLst>
              <p:ext uri="{D42A27DB-BD31-4B8C-83A1-F6EECF244321}">
                <p14:modId xmlns:p14="http://schemas.microsoft.com/office/powerpoint/2010/main" val="1412030626"/>
              </p:ext>
            </p:extLst>
          </p:nvPr>
        </p:nvGraphicFramePr>
        <p:xfrm>
          <a:off x="174912" y="1798779"/>
          <a:ext cx="5656118" cy="37707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72677" y="1798779"/>
            <a:ext cx="3314123" cy="3314123"/>
          </a:xfrm>
          <a:prstGeom prst="rect">
            <a:avLst/>
          </a:prstGeom>
        </p:spPr>
      </p:pic>
    </p:spTree>
    <p:extLst>
      <p:ext uri="{BB962C8B-B14F-4D97-AF65-F5344CB8AC3E}">
        <p14:creationId xmlns:p14="http://schemas.microsoft.com/office/powerpoint/2010/main" val="3293970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Intranet</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37</a:t>
            </a:fld>
            <a:endParaRPr lang="en-US"/>
          </a:p>
        </p:txBody>
      </p:sp>
      <p:graphicFrame>
        <p:nvGraphicFramePr>
          <p:cNvPr id="4" name="Diagram 3"/>
          <p:cNvGraphicFramePr/>
          <p:nvPr>
            <p:extLst>
              <p:ext uri="{D42A27DB-BD31-4B8C-83A1-F6EECF244321}">
                <p14:modId xmlns:p14="http://schemas.microsoft.com/office/powerpoint/2010/main" val="1223336009"/>
              </p:ext>
            </p:extLst>
          </p:nvPr>
        </p:nvGraphicFramePr>
        <p:xfrm>
          <a:off x="668594" y="1588729"/>
          <a:ext cx="8018206" cy="4708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8995820F-4224-BCFD-229E-CB7F6E5D892E}"/>
                  </a:ext>
                </a:extLst>
              </p14:cNvPr>
              <p14:cNvContentPartPr/>
              <p14:nvPr/>
            </p14:nvContentPartPr>
            <p14:xfrm>
              <a:off x="3612629" y="1841600"/>
              <a:ext cx="55885" cy="11242"/>
            </p14:xfrm>
          </p:contentPart>
        </mc:Choice>
        <mc:Fallback xmlns="">
          <p:pic>
            <p:nvPicPr>
              <p:cNvPr id="15" name="Ink 14">
                <a:extLst>
                  <a:ext uri="{FF2B5EF4-FFF2-40B4-BE49-F238E27FC236}">
                    <a16:creationId xmlns:a16="http://schemas.microsoft.com/office/drawing/2014/main" id="{8995820F-4224-BCFD-229E-CB7F6E5D892E}"/>
                  </a:ext>
                </a:extLst>
              </p:cNvPr>
              <p:cNvPicPr/>
              <p:nvPr/>
            </p:nvPicPr>
            <p:blipFill>
              <a:blip r:embed="rId8"/>
              <a:stretch>
                <a:fillRect/>
              </a:stretch>
            </p:blipFill>
            <p:spPr>
              <a:xfrm>
                <a:off x="3594717" y="1810372"/>
                <a:ext cx="91350" cy="73073"/>
              </a:xfrm>
              <a:prstGeom prst="rect">
                <a:avLst/>
              </a:prstGeom>
            </p:spPr>
          </p:pic>
        </mc:Fallback>
      </mc:AlternateContent>
    </p:spTree>
    <p:extLst>
      <p:ext uri="{BB962C8B-B14F-4D97-AF65-F5344CB8AC3E}">
        <p14:creationId xmlns:p14="http://schemas.microsoft.com/office/powerpoint/2010/main" val="41038352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graphicEl>
                                              <a:dgm id="{D57DECF6-6E67-4654-A551-7851C004EAB0}"/>
                                            </p:graphicEl>
                                          </p:spTgt>
                                        </p:tgtEl>
                                        <p:attrNameLst>
                                          <p:attrName>style.visibility</p:attrName>
                                        </p:attrNameLst>
                                      </p:cBhvr>
                                      <p:to>
                                        <p:strVal val="visible"/>
                                      </p:to>
                                    </p:set>
                                    <p:animEffect transition="in" filter="fade">
                                      <p:cBhvr>
                                        <p:cTn id="7" dur="1000"/>
                                        <p:tgtEl>
                                          <p:spTgt spid="4">
                                            <p:graphicEl>
                                              <a:dgm id="{D57DECF6-6E67-4654-A551-7851C004EAB0}"/>
                                            </p:graphicEl>
                                          </p:spTgt>
                                        </p:tgtEl>
                                      </p:cBhvr>
                                    </p:animEffect>
                                    <p:anim calcmode="lin" valueType="num">
                                      <p:cBhvr>
                                        <p:cTn id="8" dur="1000" fill="hold"/>
                                        <p:tgtEl>
                                          <p:spTgt spid="4">
                                            <p:graphicEl>
                                              <a:dgm id="{D57DECF6-6E67-4654-A551-7851C004EAB0}"/>
                                            </p:graphicEl>
                                          </p:spTgt>
                                        </p:tgtEl>
                                        <p:attrNameLst>
                                          <p:attrName>ppt_x</p:attrName>
                                        </p:attrNameLst>
                                      </p:cBhvr>
                                      <p:tavLst>
                                        <p:tav tm="0">
                                          <p:val>
                                            <p:strVal val="#ppt_x"/>
                                          </p:val>
                                        </p:tav>
                                        <p:tav tm="100000">
                                          <p:val>
                                            <p:strVal val="#ppt_x"/>
                                          </p:val>
                                        </p:tav>
                                      </p:tavLst>
                                    </p:anim>
                                    <p:anim calcmode="lin" valueType="num">
                                      <p:cBhvr>
                                        <p:cTn id="9" dur="1000" fill="hold"/>
                                        <p:tgtEl>
                                          <p:spTgt spid="4">
                                            <p:graphicEl>
                                              <a:dgm id="{D57DECF6-6E67-4654-A551-7851C004EAB0}"/>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4">
                                            <p:graphicEl>
                                              <a:dgm id="{C90EB799-75D8-45D8-9F82-89D3C34AC5AA}"/>
                                            </p:graphicEl>
                                          </p:spTgt>
                                        </p:tgtEl>
                                        <p:attrNameLst>
                                          <p:attrName>style.visibility</p:attrName>
                                        </p:attrNameLst>
                                      </p:cBhvr>
                                      <p:to>
                                        <p:strVal val="visible"/>
                                      </p:to>
                                    </p:set>
                                    <p:animEffect transition="in" filter="fade">
                                      <p:cBhvr>
                                        <p:cTn id="14" dur="1000"/>
                                        <p:tgtEl>
                                          <p:spTgt spid="4">
                                            <p:graphicEl>
                                              <a:dgm id="{C90EB799-75D8-45D8-9F82-89D3C34AC5AA}"/>
                                            </p:graphicEl>
                                          </p:spTgt>
                                        </p:tgtEl>
                                      </p:cBhvr>
                                    </p:animEffect>
                                    <p:anim calcmode="lin" valueType="num">
                                      <p:cBhvr>
                                        <p:cTn id="15" dur="1000" fill="hold"/>
                                        <p:tgtEl>
                                          <p:spTgt spid="4">
                                            <p:graphicEl>
                                              <a:dgm id="{C90EB799-75D8-45D8-9F82-89D3C34AC5AA}"/>
                                            </p:graphicEl>
                                          </p:spTgt>
                                        </p:tgtEl>
                                        <p:attrNameLst>
                                          <p:attrName>ppt_x</p:attrName>
                                        </p:attrNameLst>
                                      </p:cBhvr>
                                      <p:tavLst>
                                        <p:tav tm="0">
                                          <p:val>
                                            <p:strVal val="#ppt_x"/>
                                          </p:val>
                                        </p:tav>
                                        <p:tav tm="100000">
                                          <p:val>
                                            <p:strVal val="#ppt_x"/>
                                          </p:val>
                                        </p:tav>
                                      </p:tavLst>
                                    </p:anim>
                                    <p:anim calcmode="lin" valueType="num">
                                      <p:cBhvr>
                                        <p:cTn id="16" dur="1000" fill="hold"/>
                                        <p:tgtEl>
                                          <p:spTgt spid="4">
                                            <p:graphicEl>
                                              <a:dgm id="{C90EB799-75D8-45D8-9F82-89D3C34AC5AA}"/>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4">
                                            <p:graphicEl>
                                              <a:dgm id="{97D9C8FD-012F-4BC4-B00D-7C8300BA62B4}"/>
                                            </p:graphicEl>
                                          </p:spTgt>
                                        </p:tgtEl>
                                        <p:attrNameLst>
                                          <p:attrName>style.visibility</p:attrName>
                                        </p:attrNameLst>
                                      </p:cBhvr>
                                      <p:to>
                                        <p:strVal val="visible"/>
                                      </p:to>
                                    </p:set>
                                    <p:animEffect transition="in" filter="fade">
                                      <p:cBhvr>
                                        <p:cTn id="21" dur="1000"/>
                                        <p:tgtEl>
                                          <p:spTgt spid="4">
                                            <p:graphicEl>
                                              <a:dgm id="{97D9C8FD-012F-4BC4-B00D-7C8300BA62B4}"/>
                                            </p:graphicEl>
                                          </p:spTgt>
                                        </p:tgtEl>
                                      </p:cBhvr>
                                    </p:animEffect>
                                    <p:anim calcmode="lin" valueType="num">
                                      <p:cBhvr>
                                        <p:cTn id="22" dur="1000" fill="hold"/>
                                        <p:tgtEl>
                                          <p:spTgt spid="4">
                                            <p:graphicEl>
                                              <a:dgm id="{97D9C8FD-012F-4BC4-B00D-7C8300BA62B4}"/>
                                            </p:graphicEl>
                                          </p:spTgt>
                                        </p:tgtEl>
                                        <p:attrNameLst>
                                          <p:attrName>ppt_x</p:attrName>
                                        </p:attrNameLst>
                                      </p:cBhvr>
                                      <p:tavLst>
                                        <p:tav tm="0">
                                          <p:val>
                                            <p:strVal val="#ppt_x"/>
                                          </p:val>
                                        </p:tav>
                                        <p:tav tm="100000">
                                          <p:val>
                                            <p:strVal val="#ppt_x"/>
                                          </p:val>
                                        </p:tav>
                                      </p:tavLst>
                                    </p:anim>
                                    <p:anim calcmode="lin" valueType="num">
                                      <p:cBhvr>
                                        <p:cTn id="23" dur="1000" fill="hold"/>
                                        <p:tgtEl>
                                          <p:spTgt spid="4">
                                            <p:graphicEl>
                                              <a:dgm id="{97D9C8FD-012F-4BC4-B00D-7C8300BA62B4}"/>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4">
                                            <p:graphicEl>
                                              <a:dgm id="{9CE8C62A-00E8-4DE2-B54E-4A2C79C531D6}"/>
                                            </p:graphicEl>
                                          </p:spTgt>
                                        </p:tgtEl>
                                        <p:attrNameLst>
                                          <p:attrName>style.visibility</p:attrName>
                                        </p:attrNameLst>
                                      </p:cBhvr>
                                      <p:to>
                                        <p:strVal val="visible"/>
                                      </p:to>
                                    </p:set>
                                    <p:animEffect transition="in" filter="fade">
                                      <p:cBhvr>
                                        <p:cTn id="28" dur="1000"/>
                                        <p:tgtEl>
                                          <p:spTgt spid="4">
                                            <p:graphicEl>
                                              <a:dgm id="{9CE8C62A-00E8-4DE2-B54E-4A2C79C531D6}"/>
                                            </p:graphicEl>
                                          </p:spTgt>
                                        </p:tgtEl>
                                      </p:cBhvr>
                                    </p:animEffect>
                                    <p:anim calcmode="lin" valueType="num">
                                      <p:cBhvr>
                                        <p:cTn id="29" dur="1000" fill="hold"/>
                                        <p:tgtEl>
                                          <p:spTgt spid="4">
                                            <p:graphicEl>
                                              <a:dgm id="{9CE8C62A-00E8-4DE2-B54E-4A2C79C531D6}"/>
                                            </p:graphicEl>
                                          </p:spTgt>
                                        </p:tgtEl>
                                        <p:attrNameLst>
                                          <p:attrName>ppt_x</p:attrName>
                                        </p:attrNameLst>
                                      </p:cBhvr>
                                      <p:tavLst>
                                        <p:tav tm="0">
                                          <p:val>
                                            <p:strVal val="#ppt_x"/>
                                          </p:val>
                                        </p:tav>
                                        <p:tav tm="100000">
                                          <p:val>
                                            <p:strVal val="#ppt_x"/>
                                          </p:val>
                                        </p:tav>
                                      </p:tavLst>
                                    </p:anim>
                                    <p:anim calcmode="lin" valueType="num">
                                      <p:cBhvr>
                                        <p:cTn id="30" dur="1000" fill="hold"/>
                                        <p:tgtEl>
                                          <p:spTgt spid="4">
                                            <p:graphicEl>
                                              <a:dgm id="{9CE8C62A-00E8-4DE2-B54E-4A2C79C531D6}"/>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Extranet</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38</a:t>
            </a:fld>
            <a:endParaRPr lang="en-US"/>
          </a:p>
        </p:txBody>
      </p:sp>
      <p:graphicFrame>
        <p:nvGraphicFramePr>
          <p:cNvPr id="4" name="Diagram 3"/>
          <p:cNvGraphicFramePr/>
          <p:nvPr>
            <p:extLst>
              <p:ext uri="{D42A27DB-BD31-4B8C-83A1-F6EECF244321}">
                <p14:modId xmlns:p14="http://schemas.microsoft.com/office/powerpoint/2010/main" val="216118773"/>
              </p:ext>
            </p:extLst>
          </p:nvPr>
        </p:nvGraphicFramePr>
        <p:xfrm>
          <a:off x="344130" y="1769806"/>
          <a:ext cx="7693742" cy="40853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95533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61137584-04E8-4BEA-88EA-1B313C8DB83F}"/>
                                            </p:graphicEl>
                                          </p:spTgt>
                                        </p:tgtEl>
                                        <p:attrNameLst>
                                          <p:attrName>style.visibility</p:attrName>
                                        </p:attrNameLst>
                                      </p:cBhvr>
                                      <p:to>
                                        <p:strVal val="visible"/>
                                      </p:to>
                                    </p:set>
                                    <p:anim calcmode="lin" valueType="num">
                                      <p:cBhvr additive="base">
                                        <p:cTn id="7" dur="500" fill="hold"/>
                                        <p:tgtEl>
                                          <p:spTgt spid="4">
                                            <p:graphicEl>
                                              <a:dgm id="{61137584-04E8-4BEA-88EA-1B313C8DB83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61137584-04E8-4BEA-88EA-1B313C8DB83F}"/>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graphicEl>
                                              <a:dgm id="{5BC2CFE8-D7B5-4DEF-A143-BE2D973D839E}"/>
                                            </p:graphicEl>
                                          </p:spTgt>
                                        </p:tgtEl>
                                        <p:attrNameLst>
                                          <p:attrName>style.visibility</p:attrName>
                                        </p:attrNameLst>
                                      </p:cBhvr>
                                      <p:to>
                                        <p:strVal val="visible"/>
                                      </p:to>
                                    </p:set>
                                    <p:anim calcmode="lin" valueType="num">
                                      <p:cBhvr additive="base">
                                        <p:cTn id="11" dur="500" fill="hold"/>
                                        <p:tgtEl>
                                          <p:spTgt spid="4">
                                            <p:graphicEl>
                                              <a:dgm id="{5BC2CFE8-D7B5-4DEF-A143-BE2D973D839E}"/>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graphicEl>
                                              <a:dgm id="{5BC2CFE8-D7B5-4DEF-A143-BE2D973D839E}"/>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graphicEl>
                                              <a:dgm id="{01932DAA-A9D1-4B1D-BE0D-B4E48FA7866F}"/>
                                            </p:graphicEl>
                                          </p:spTgt>
                                        </p:tgtEl>
                                        <p:attrNameLst>
                                          <p:attrName>style.visibility</p:attrName>
                                        </p:attrNameLst>
                                      </p:cBhvr>
                                      <p:to>
                                        <p:strVal val="visible"/>
                                      </p:to>
                                    </p:set>
                                    <p:anim calcmode="lin" valueType="num">
                                      <p:cBhvr additive="base">
                                        <p:cTn id="17" dur="500" fill="hold"/>
                                        <p:tgtEl>
                                          <p:spTgt spid="4">
                                            <p:graphicEl>
                                              <a:dgm id="{01932DAA-A9D1-4B1D-BE0D-B4E48FA7866F}"/>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01932DAA-A9D1-4B1D-BE0D-B4E48FA7866F}"/>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graphicEl>
                                              <a:dgm id="{8E2A89CD-3F05-4DB5-BE82-B9CF8232D552}"/>
                                            </p:graphicEl>
                                          </p:spTgt>
                                        </p:tgtEl>
                                        <p:attrNameLst>
                                          <p:attrName>style.visibility</p:attrName>
                                        </p:attrNameLst>
                                      </p:cBhvr>
                                      <p:to>
                                        <p:strVal val="visible"/>
                                      </p:to>
                                    </p:set>
                                    <p:anim calcmode="lin" valueType="num">
                                      <p:cBhvr additive="base">
                                        <p:cTn id="21" dur="500" fill="hold"/>
                                        <p:tgtEl>
                                          <p:spTgt spid="4">
                                            <p:graphicEl>
                                              <a:dgm id="{8E2A89CD-3F05-4DB5-BE82-B9CF8232D552}"/>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graphicEl>
                                              <a:dgm id="{8E2A89CD-3F05-4DB5-BE82-B9CF8232D55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39</a:t>
            </a:fld>
            <a:endParaRPr lang="en-US"/>
          </a:p>
        </p:txBody>
      </p:sp>
      <p:graphicFrame>
        <p:nvGraphicFramePr>
          <p:cNvPr id="4" name="Diagram 3"/>
          <p:cNvGraphicFramePr/>
          <p:nvPr>
            <p:extLst>
              <p:ext uri="{D42A27DB-BD31-4B8C-83A1-F6EECF244321}">
                <p14:modId xmlns:p14="http://schemas.microsoft.com/office/powerpoint/2010/main" val="3418525071"/>
              </p:ext>
            </p:extLst>
          </p:nvPr>
        </p:nvGraphicFramePr>
        <p:xfrm>
          <a:off x="826074" y="1667453"/>
          <a:ext cx="6350579" cy="4017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p:cNvSpPr txBox="1">
            <a:spLocks/>
          </p:cNvSpPr>
          <p:nvPr/>
        </p:nvSpPr>
        <p:spPr>
          <a:xfrm>
            <a:off x="647700" y="38678"/>
            <a:ext cx="8229600" cy="1143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rgbClr val="000F2E"/>
              </a:buClr>
              <a:buSzPts val="4400"/>
              <a:buFont typeface="Calibri"/>
              <a:buNone/>
              <a:defRPr sz="4400" b="1" i="0" u="none" strike="noStrike" cap="none">
                <a:solidFill>
                  <a:srgbClr val="000F2E"/>
                </a:solidFill>
                <a:latin typeface="Calibri"/>
                <a:ea typeface="Calibri"/>
                <a:cs typeface="Calibri"/>
                <a:sym typeface="Calibri"/>
              </a:defRPr>
            </a:lvl1pPr>
            <a:lvl2pPr marR="0" lvl="1"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t>VPN vs Client/Server </a:t>
            </a:r>
            <a:endParaRPr lang="en-GB"/>
          </a:p>
        </p:txBody>
      </p:sp>
    </p:spTree>
    <p:extLst>
      <p:ext uri="{BB962C8B-B14F-4D97-AF65-F5344CB8AC3E}">
        <p14:creationId xmlns:p14="http://schemas.microsoft.com/office/powerpoint/2010/main" val="22962380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Virtual Private Network (VPN)</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40</a:t>
            </a:fld>
            <a:endParaRPr lang="en-US"/>
          </a:p>
        </p:txBody>
      </p:sp>
      <p:graphicFrame>
        <p:nvGraphicFramePr>
          <p:cNvPr id="4" name="Diagram 3">
            <a:extLst>
              <a:ext uri="{FF2B5EF4-FFF2-40B4-BE49-F238E27FC236}">
                <a16:creationId xmlns:a16="http://schemas.microsoft.com/office/drawing/2014/main" id="{9A82AE07-CEDA-F9A5-6F23-2C1570AA6935}"/>
              </a:ext>
            </a:extLst>
          </p:cNvPr>
          <p:cNvGraphicFramePr/>
          <p:nvPr>
            <p:extLst>
              <p:ext uri="{D42A27DB-BD31-4B8C-83A1-F6EECF244321}">
                <p14:modId xmlns:p14="http://schemas.microsoft.com/office/powerpoint/2010/main" val="2543565929"/>
              </p:ext>
            </p:extLst>
          </p:nvPr>
        </p:nvGraphicFramePr>
        <p:xfrm>
          <a:off x="448446" y="1485490"/>
          <a:ext cx="8077201" cy="4404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1202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graphicEl>
                                              <a:dgm id="{44116110-7727-4F56-917A-572C4F811969}"/>
                                            </p:graphicEl>
                                          </p:spTgt>
                                        </p:tgtEl>
                                        <p:attrNameLst>
                                          <p:attrName>style.visibility</p:attrName>
                                        </p:attrNameLst>
                                      </p:cBhvr>
                                      <p:to>
                                        <p:strVal val="visible"/>
                                      </p:to>
                                    </p:set>
                                    <p:animEffect transition="in" filter="fade">
                                      <p:cBhvr>
                                        <p:cTn id="7" dur="1000"/>
                                        <p:tgtEl>
                                          <p:spTgt spid="4">
                                            <p:graphicEl>
                                              <a:dgm id="{44116110-7727-4F56-917A-572C4F811969}"/>
                                            </p:graphicEl>
                                          </p:spTgt>
                                        </p:tgtEl>
                                      </p:cBhvr>
                                    </p:animEffect>
                                    <p:anim calcmode="lin" valueType="num">
                                      <p:cBhvr>
                                        <p:cTn id="8" dur="1000" fill="hold"/>
                                        <p:tgtEl>
                                          <p:spTgt spid="4">
                                            <p:graphicEl>
                                              <a:dgm id="{44116110-7727-4F56-917A-572C4F811969}"/>
                                            </p:graphicEl>
                                          </p:spTgt>
                                        </p:tgtEl>
                                        <p:attrNameLst>
                                          <p:attrName>ppt_x</p:attrName>
                                        </p:attrNameLst>
                                      </p:cBhvr>
                                      <p:tavLst>
                                        <p:tav tm="0">
                                          <p:val>
                                            <p:strVal val="#ppt_x"/>
                                          </p:val>
                                        </p:tav>
                                        <p:tav tm="100000">
                                          <p:val>
                                            <p:strVal val="#ppt_x"/>
                                          </p:val>
                                        </p:tav>
                                      </p:tavLst>
                                    </p:anim>
                                    <p:anim calcmode="lin" valueType="num">
                                      <p:cBhvr>
                                        <p:cTn id="9" dur="1000" fill="hold"/>
                                        <p:tgtEl>
                                          <p:spTgt spid="4">
                                            <p:graphicEl>
                                              <a:dgm id="{44116110-7727-4F56-917A-572C4F811969}"/>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graphicEl>
                                              <a:dgm id="{69E39316-C2BA-4E74-8BFB-5C8F1BE7F61D}"/>
                                            </p:graphicEl>
                                          </p:spTgt>
                                        </p:tgtEl>
                                        <p:attrNameLst>
                                          <p:attrName>style.visibility</p:attrName>
                                        </p:attrNameLst>
                                      </p:cBhvr>
                                      <p:to>
                                        <p:strVal val="visible"/>
                                      </p:to>
                                    </p:set>
                                    <p:animEffect transition="in" filter="fade">
                                      <p:cBhvr>
                                        <p:cTn id="14" dur="1000"/>
                                        <p:tgtEl>
                                          <p:spTgt spid="4">
                                            <p:graphicEl>
                                              <a:dgm id="{69E39316-C2BA-4E74-8BFB-5C8F1BE7F61D}"/>
                                            </p:graphicEl>
                                          </p:spTgt>
                                        </p:tgtEl>
                                      </p:cBhvr>
                                    </p:animEffect>
                                    <p:anim calcmode="lin" valueType="num">
                                      <p:cBhvr>
                                        <p:cTn id="15" dur="1000" fill="hold"/>
                                        <p:tgtEl>
                                          <p:spTgt spid="4">
                                            <p:graphicEl>
                                              <a:dgm id="{69E39316-C2BA-4E74-8BFB-5C8F1BE7F61D}"/>
                                            </p:graphicEl>
                                          </p:spTgt>
                                        </p:tgtEl>
                                        <p:attrNameLst>
                                          <p:attrName>ppt_x</p:attrName>
                                        </p:attrNameLst>
                                      </p:cBhvr>
                                      <p:tavLst>
                                        <p:tav tm="0">
                                          <p:val>
                                            <p:strVal val="#ppt_x"/>
                                          </p:val>
                                        </p:tav>
                                        <p:tav tm="100000">
                                          <p:val>
                                            <p:strVal val="#ppt_x"/>
                                          </p:val>
                                        </p:tav>
                                      </p:tavLst>
                                    </p:anim>
                                    <p:anim calcmode="lin" valueType="num">
                                      <p:cBhvr>
                                        <p:cTn id="16" dur="1000" fill="hold"/>
                                        <p:tgtEl>
                                          <p:spTgt spid="4">
                                            <p:graphicEl>
                                              <a:dgm id="{69E39316-C2BA-4E74-8BFB-5C8F1BE7F61D}"/>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Client/Server Network </a:t>
            </a:r>
            <a:endParaRPr lang="en-GB"/>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41</a:t>
            </a:fld>
            <a:endParaRPr lang="en-US"/>
          </a:p>
        </p:txBody>
      </p:sp>
      <p:graphicFrame>
        <p:nvGraphicFramePr>
          <p:cNvPr id="4" name="Diagram 3">
            <a:extLst>
              <a:ext uri="{FF2B5EF4-FFF2-40B4-BE49-F238E27FC236}">
                <a16:creationId xmlns:a16="http://schemas.microsoft.com/office/drawing/2014/main" id="{250526FC-8100-9AAE-A447-21298A58BF8D}"/>
              </a:ext>
            </a:extLst>
          </p:cNvPr>
          <p:cNvGraphicFramePr/>
          <p:nvPr>
            <p:extLst>
              <p:ext uri="{D42A27DB-BD31-4B8C-83A1-F6EECF244321}">
                <p14:modId xmlns:p14="http://schemas.microsoft.com/office/powerpoint/2010/main" val="3435639955"/>
              </p:ext>
            </p:extLst>
          </p:nvPr>
        </p:nvGraphicFramePr>
        <p:xfrm>
          <a:off x="147484" y="1660319"/>
          <a:ext cx="8539316" cy="4612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25180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
                                            <p:graphicEl>
                                              <a:dgm id="{4A1FE69F-4F9D-4696-BA78-30566120679C}"/>
                                            </p:graphicEl>
                                          </p:spTgt>
                                        </p:tgtEl>
                                        <p:attrNameLst>
                                          <p:attrName>style.visibility</p:attrName>
                                        </p:attrNameLst>
                                      </p:cBhvr>
                                      <p:to>
                                        <p:strVal val="visible"/>
                                      </p:to>
                                    </p:set>
                                    <p:anim calcmode="lin" valueType="num">
                                      <p:cBhvr additive="base">
                                        <p:cTn id="7" dur="500" fill="hold"/>
                                        <p:tgtEl>
                                          <p:spTgt spid="4">
                                            <p:graphicEl>
                                              <a:dgm id="{4A1FE69F-4F9D-4696-BA78-30566120679C}"/>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4A1FE69F-4F9D-4696-BA78-30566120679C}"/>
                                            </p:graphicEl>
                                          </p:spTgt>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4">
                                            <p:graphicEl>
                                              <a:dgm id="{32A4832F-CED8-407B-9DB9-2A6853CE27C0}"/>
                                            </p:graphicEl>
                                          </p:spTgt>
                                        </p:tgtEl>
                                        <p:attrNameLst>
                                          <p:attrName>style.visibility</p:attrName>
                                        </p:attrNameLst>
                                      </p:cBhvr>
                                      <p:to>
                                        <p:strVal val="visible"/>
                                      </p:to>
                                    </p:set>
                                    <p:anim calcmode="lin" valueType="num">
                                      <p:cBhvr additive="base">
                                        <p:cTn id="11" dur="500" fill="hold"/>
                                        <p:tgtEl>
                                          <p:spTgt spid="4">
                                            <p:graphicEl>
                                              <a:dgm id="{32A4832F-CED8-407B-9DB9-2A6853CE27C0}"/>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graphicEl>
                                              <a:dgm id="{32A4832F-CED8-407B-9DB9-2A6853CE27C0}"/>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9" fill="hold" grpId="0" nodeType="clickEffect">
                                  <p:stCondLst>
                                    <p:cond delay="0"/>
                                  </p:stCondLst>
                                  <p:childTnLst>
                                    <p:set>
                                      <p:cBhvr>
                                        <p:cTn id="16" dur="1" fill="hold">
                                          <p:stCondLst>
                                            <p:cond delay="0"/>
                                          </p:stCondLst>
                                        </p:cTn>
                                        <p:tgtEl>
                                          <p:spTgt spid="4">
                                            <p:graphicEl>
                                              <a:dgm id="{EA434674-CE7F-4D67-8165-18CFDEE207B5}"/>
                                            </p:graphicEl>
                                          </p:spTgt>
                                        </p:tgtEl>
                                        <p:attrNameLst>
                                          <p:attrName>style.visibility</p:attrName>
                                        </p:attrNameLst>
                                      </p:cBhvr>
                                      <p:to>
                                        <p:strVal val="visible"/>
                                      </p:to>
                                    </p:set>
                                    <p:anim calcmode="lin" valueType="num">
                                      <p:cBhvr additive="base">
                                        <p:cTn id="17" dur="500" fill="hold"/>
                                        <p:tgtEl>
                                          <p:spTgt spid="4">
                                            <p:graphicEl>
                                              <a:dgm id="{EA434674-CE7F-4D67-8165-18CFDEE207B5}"/>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graphicEl>
                                              <a:dgm id="{EA434674-CE7F-4D67-8165-18CFDEE207B5}"/>
                                            </p:graphicEl>
                                          </p:spTgt>
                                        </p:tgtEl>
                                        <p:attrNameLst>
                                          <p:attrName>ppt_y</p:attrName>
                                        </p:attrNameLst>
                                      </p:cBhvr>
                                      <p:tavLst>
                                        <p:tav tm="0">
                                          <p:val>
                                            <p:strVal val="0-#ppt_h/2"/>
                                          </p:val>
                                        </p:tav>
                                        <p:tav tm="100000">
                                          <p:val>
                                            <p:strVal val="#ppt_y"/>
                                          </p:val>
                                        </p:tav>
                                      </p:tavLst>
                                    </p:anim>
                                  </p:childTnLst>
                                </p:cTn>
                              </p:par>
                              <p:par>
                                <p:cTn id="19" presetID="2" presetClass="entr" presetSubtype="9" fill="hold" grpId="0" nodeType="withEffect">
                                  <p:stCondLst>
                                    <p:cond delay="0"/>
                                  </p:stCondLst>
                                  <p:childTnLst>
                                    <p:set>
                                      <p:cBhvr>
                                        <p:cTn id="20" dur="1" fill="hold">
                                          <p:stCondLst>
                                            <p:cond delay="0"/>
                                          </p:stCondLst>
                                        </p:cTn>
                                        <p:tgtEl>
                                          <p:spTgt spid="4">
                                            <p:graphicEl>
                                              <a:dgm id="{4C9715D7-1E08-42D8-9E3F-ECD15EF95D27}"/>
                                            </p:graphicEl>
                                          </p:spTgt>
                                        </p:tgtEl>
                                        <p:attrNameLst>
                                          <p:attrName>style.visibility</p:attrName>
                                        </p:attrNameLst>
                                      </p:cBhvr>
                                      <p:to>
                                        <p:strVal val="visible"/>
                                      </p:to>
                                    </p:set>
                                    <p:anim calcmode="lin" valueType="num">
                                      <p:cBhvr additive="base">
                                        <p:cTn id="21" dur="500" fill="hold"/>
                                        <p:tgtEl>
                                          <p:spTgt spid="4">
                                            <p:graphicEl>
                                              <a:dgm id="{4C9715D7-1E08-42D8-9E3F-ECD15EF95D27}"/>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
                                            <p:graphicEl>
                                              <a:dgm id="{4C9715D7-1E08-42D8-9E3F-ECD15EF95D27}"/>
                                            </p:graphic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9" fill="hold" grpId="0" nodeType="clickEffect">
                                  <p:stCondLst>
                                    <p:cond delay="0"/>
                                  </p:stCondLst>
                                  <p:childTnLst>
                                    <p:set>
                                      <p:cBhvr>
                                        <p:cTn id="26" dur="1" fill="hold">
                                          <p:stCondLst>
                                            <p:cond delay="0"/>
                                          </p:stCondLst>
                                        </p:cTn>
                                        <p:tgtEl>
                                          <p:spTgt spid="4">
                                            <p:graphicEl>
                                              <a:dgm id="{5ACE18CD-DFB5-4F44-9A93-F99FBD320593}"/>
                                            </p:graphicEl>
                                          </p:spTgt>
                                        </p:tgtEl>
                                        <p:attrNameLst>
                                          <p:attrName>style.visibility</p:attrName>
                                        </p:attrNameLst>
                                      </p:cBhvr>
                                      <p:to>
                                        <p:strVal val="visible"/>
                                      </p:to>
                                    </p:set>
                                    <p:anim calcmode="lin" valueType="num">
                                      <p:cBhvr additive="base">
                                        <p:cTn id="27" dur="500" fill="hold"/>
                                        <p:tgtEl>
                                          <p:spTgt spid="4">
                                            <p:graphicEl>
                                              <a:dgm id="{5ACE18CD-DFB5-4F44-9A93-F99FBD320593}"/>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4">
                                            <p:graphicEl>
                                              <a:dgm id="{5ACE18CD-DFB5-4F44-9A93-F99FBD320593}"/>
                                            </p:graphicEl>
                                          </p:spTgt>
                                        </p:tgtEl>
                                        <p:attrNameLst>
                                          <p:attrName>ppt_y</p:attrName>
                                        </p:attrNameLst>
                                      </p:cBhvr>
                                      <p:tavLst>
                                        <p:tav tm="0">
                                          <p:val>
                                            <p:strVal val="0-#ppt_h/2"/>
                                          </p:val>
                                        </p:tav>
                                        <p:tav tm="100000">
                                          <p:val>
                                            <p:strVal val="#ppt_y"/>
                                          </p:val>
                                        </p:tav>
                                      </p:tavLst>
                                    </p:anim>
                                  </p:childTnLst>
                                </p:cTn>
                              </p:par>
                              <p:par>
                                <p:cTn id="29" presetID="2" presetClass="entr" presetSubtype="9" fill="hold" grpId="0" nodeType="withEffect">
                                  <p:stCondLst>
                                    <p:cond delay="0"/>
                                  </p:stCondLst>
                                  <p:childTnLst>
                                    <p:set>
                                      <p:cBhvr>
                                        <p:cTn id="30" dur="1" fill="hold">
                                          <p:stCondLst>
                                            <p:cond delay="0"/>
                                          </p:stCondLst>
                                        </p:cTn>
                                        <p:tgtEl>
                                          <p:spTgt spid="4">
                                            <p:graphicEl>
                                              <a:dgm id="{976726B8-519A-46A0-8511-50F97312660C}"/>
                                            </p:graphicEl>
                                          </p:spTgt>
                                        </p:tgtEl>
                                        <p:attrNameLst>
                                          <p:attrName>style.visibility</p:attrName>
                                        </p:attrNameLst>
                                      </p:cBhvr>
                                      <p:to>
                                        <p:strVal val="visible"/>
                                      </p:to>
                                    </p:set>
                                    <p:anim calcmode="lin" valueType="num">
                                      <p:cBhvr additive="base">
                                        <p:cTn id="31" dur="500" fill="hold"/>
                                        <p:tgtEl>
                                          <p:spTgt spid="4">
                                            <p:graphicEl>
                                              <a:dgm id="{976726B8-519A-46A0-8511-50F97312660C}"/>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976726B8-519A-46A0-8511-50F97312660C}"/>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Benefits of Computer Networks</a:t>
            </a:r>
            <a:endParaRPr lang="en-GB" sz="4000"/>
          </a:p>
        </p:txBody>
      </p:sp>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42</a:t>
            </a:fld>
            <a:endParaRPr lang="en-US"/>
          </a:p>
        </p:txBody>
      </p:sp>
      <p:graphicFrame>
        <p:nvGraphicFramePr>
          <p:cNvPr id="4" name="Diagram 3"/>
          <p:cNvGraphicFramePr/>
          <p:nvPr>
            <p:extLst>
              <p:ext uri="{D42A27DB-BD31-4B8C-83A1-F6EECF244321}">
                <p14:modId xmlns:p14="http://schemas.microsoft.com/office/powerpoint/2010/main" val="683648230"/>
              </p:ext>
            </p:extLst>
          </p:nvPr>
        </p:nvGraphicFramePr>
        <p:xfrm>
          <a:off x="1088448" y="1593273"/>
          <a:ext cx="7348104" cy="4655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4401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4">
                                            <p:graphicEl>
                                              <a:dgm id="{0DC28D34-89DE-4348-A231-E1A4BE2F1777}"/>
                                            </p:graphicEl>
                                          </p:spTgt>
                                        </p:tgtEl>
                                        <p:attrNameLst>
                                          <p:attrName>style.visibility</p:attrName>
                                        </p:attrNameLst>
                                      </p:cBhvr>
                                      <p:to>
                                        <p:strVal val="visible"/>
                                      </p:to>
                                    </p:set>
                                    <p:anim calcmode="lin" valueType="num">
                                      <p:cBhvr additive="base">
                                        <p:cTn id="7" dur="500" fill="hold"/>
                                        <p:tgtEl>
                                          <p:spTgt spid="4">
                                            <p:graphicEl>
                                              <a:dgm id="{0DC28D34-89DE-4348-A231-E1A4BE2F1777}"/>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graphicEl>
                                              <a:dgm id="{0DC28D34-89DE-4348-A231-E1A4BE2F1777}"/>
                                            </p:graphicEl>
                                          </p:spTgt>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4">
                                            <p:graphicEl>
                                              <a:dgm id="{E3B19050-1D8F-450C-B6CD-7E9ACE310468}"/>
                                            </p:graphicEl>
                                          </p:spTgt>
                                        </p:tgtEl>
                                        <p:attrNameLst>
                                          <p:attrName>style.visibility</p:attrName>
                                        </p:attrNameLst>
                                      </p:cBhvr>
                                      <p:to>
                                        <p:strVal val="visible"/>
                                      </p:to>
                                    </p:set>
                                    <p:anim calcmode="lin" valueType="num">
                                      <p:cBhvr additive="base">
                                        <p:cTn id="11" dur="500" fill="hold"/>
                                        <p:tgtEl>
                                          <p:spTgt spid="4">
                                            <p:graphicEl>
                                              <a:dgm id="{E3B19050-1D8F-450C-B6CD-7E9ACE310468}"/>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
                                            <p:graphicEl>
                                              <a:dgm id="{E3B19050-1D8F-450C-B6CD-7E9ACE310468}"/>
                                            </p:graphicEl>
                                          </p:spTgt>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4">
                                            <p:graphicEl>
                                              <a:dgm id="{23E94DE7-C9E2-4F73-8167-5ADEC0CA1743}"/>
                                            </p:graphicEl>
                                          </p:spTgt>
                                        </p:tgtEl>
                                        <p:attrNameLst>
                                          <p:attrName>style.visibility</p:attrName>
                                        </p:attrNameLst>
                                      </p:cBhvr>
                                      <p:to>
                                        <p:strVal val="visible"/>
                                      </p:to>
                                    </p:set>
                                    <p:anim calcmode="lin" valueType="num">
                                      <p:cBhvr additive="base">
                                        <p:cTn id="15" dur="500" fill="hold"/>
                                        <p:tgtEl>
                                          <p:spTgt spid="4">
                                            <p:graphicEl>
                                              <a:dgm id="{23E94DE7-C9E2-4F73-8167-5ADEC0CA1743}"/>
                                            </p:graphic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4">
                                            <p:graphicEl>
                                              <a:dgm id="{23E94DE7-C9E2-4F73-8167-5ADEC0CA1743}"/>
                                            </p:graphic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3" fill="hold" grpId="0" nodeType="clickEffect">
                                  <p:stCondLst>
                                    <p:cond delay="0"/>
                                  </p:stCondLst>
                                  <p:childTnLst>
                                    <p:set>
                                      <p:cBhvr>
                                        <p:cTn id="20" dur="1" fill="hold">
                                          <p:stCondLst>
                                            <p:cond delay="0"/>
                                          </p:stCondLst>
                                        </p:cTn>
                                        <p:tgtEl>
                                          <p:spTgt spid="4">
                                            <p:graphicEl>
                                              <a:dgm id="{BAA390F1-8A60-496A-BBFB-71A1C6AD1BE2}"/>
                                            </p:graphicEl>
                                          </p:spTgt>
                                        </p:tgtEl>
                                        <p:attrNameLst>
                                          <p:attrName>style.visibility</p:attrName>
                                        </p:attrNameLst>
                                      </p:cBhvr>
                                      <p:to>
                                        <p:strVal val="visible"/>
                                      </p:to>
                                    </p:set>
                                    <p:anim calcmode="lin" valueType="num">
                                      <p:cBhvr additive="base">
                                        <p:cTn id="21" dur="500" fill="hold"/>
                                        <p:tgtEl>
                                          <p:spTgt spid="4">
                                            <p:graphicEl>
                                              <a:dgm id="{BAA390F1-8A60-496A-BBFB-71A1C6AD1BE2}"/>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4">
                                            <p:graphicEl>
                                              <a:dgm id="{BAA390F1-8A60-496A-BBFB-71A1C6AD1BE2}"/>
                                            </p:graphicEl>
                                          </p:spTgt>
                                        </p:tgtEl>
                                        <p:attrNameLst>
                                          <p:attrName>ppt_y</p:attrName>
                                        </p:attrNameLst>
                                      </p:cBhvr>
                                      <p:tavLst>
                                        <p:tav tm="0">
                                          <p:val>
                                            <p:strVal val="0-#ppt_h/2"/>
                                          </p:val>
                                        </p:tav>
                                        <p:tav tm="100000">
                                          <p:val>
                                            <p:strVal val="#ppt_y"/>
                                          </p:val>
                                        </p:tav>
                                      </p:tavLst>
                                    </p:anim>
                                  </p:childTnLst>
                                </p:cTn>
                              </p:par>
                              <p:par>
                                <p:cTn id="23" presetID="2" presetClass="entr" presetSubtype="3" fill="hold" grpId="0" nodeType="withEffect">
                                  <p:stCondLst>
                                    <p:cond delay="0"/>
                                  </p:stCondLst>
                                  <p:childTnLst>
                                    <p:set>
                                      <p:cBhvr>
                                        <p:cTn id="24" dur="1" fill="hold">
                                          <p:stCondLst>
                                            <p:cond delay="0"/>
                                          </p:stCondLst>
                                        </p:cTn>
                                        <p:tgtEl>
                                          <p:spTgt spid="4">
                                            <p:graphicEl>
                                              <a:dgm id="{64131B80-2C16-4F71-A07A-1622AF9329AA}"/>
                                            </p:graphicEl>
                                          </p:spTgt>
                                        </p:tgtEl>
                                        <p:attrNameLst>
                                          <p:attrName>style.visibility</p:attrName>
                                        </p:attrNameLst>
                                      </p:cBhvr>
                                      <p:to>
                                        <p:strVal val="visible"/>
                                      </p:to>
                                    </p:set>
                                    <p:anim calcmode="lin" valueType="num">
                                      <p:cBhvr additive="base">
                                        <p:cTn id="25" dur="500" fill="hold"/>
                                        <p:tgtEl>
                                          <p:spTgt spid="4">
                                            <p:graphicEl>
                                              <a:dgm id="{64131B80-2C16-4F71-A07A-1622AF9329AA}"/>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
                                            <p:graphicEl>
                                              <a:dgm id="{64131B80-2C16-4F71-A07A-1622AF9329AA}"/>
                                            </p:graphic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3" fill="hold" grpId="0" nodeType="clickEffect">
                                  <p:stCondLst>
                                    <p:cond delay="0"/>
                                  </p:stCondLst>
                                  <p:childTnLst>
                                    <p:set>
                                      <p:cBhvr>
                                        <p:cTn id="30" dur="1" fill="hold">
                                          <p:stCondLst>
                                            <p:cond delay="0"/>
                                          </p:stCondLst>
                                        </p:cTn>
                                        <p:tgtEl>
                                          <p:spTgt spid="4">
                                            <p:graphicEl>
                                              <a:dgm id="{DC47E58A-E0EC-4C75-B286-2C70CE471B22}"/>
                                            </p:graphicEl>
                                          </p:spTgt>
                                        </p:tgtEl>
                                        <p:attrNameLst>
                                          <p:attrName>style.visibility</p:attrName>
                                        </p:attrNameLst>
                                      </p:cBhvr>
                                      <p:to>
                                        <p:strVal val="visible"/>
                                      </p:to>
                                    </p:set>
                                    <p:anim calcmode="lin" valueType="num">
                                      <p:cBhvr additive="base">
                                        <p:cTn id="31" dur="500" fill="hold"/>
                                        <p:tgtEl>
                                          <p:spTgt spid="4">
                                            <p:graphicEl>
                                              <a:dgm id="{DC47E58A-E0EC-4C75-B286-2C70CE471B22}"/>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
                                            <p:graphicEl>
                                              <a:dgm id="{DC47E58A-E0EC-4C75-B286-2C70CE471B22}"/>
                                            </p:graphicEl>
                                          </p:spTgt>
                                        </p:tgtEl>
                                        <p:attrNameLst>
                                          <p:attrName>ppt_y</p:attrName>
                                        </p:attrNameLst>
                                      </p:cBhvr>
                                      <p:tavLst>
                                        <p:tav tm="0">
                                          <p:val>
                                            <p:strVal val="0-#ppt_h/2"/>
                                          </p:val>
                                        </p:tav>
                                        <p:tav tm="100000">
                                          <p:val>
                                            <p:strVal val="#ppt_y"/>
                                          </p:val>
                                        </p:tav>
                                      </p:tavLst>
                                    </p:anim>
                                  </p:childTnLst>
                                </p:cTn>
                              </p:par>
                              <p:par>
                                <p:cTn id="33" presetID="2" presetClass="entr" presetSubtype="3" fill="hold" grpId="0" nodeType="withEffect">
                                  <p:stCondLst>
                                    <p:cond delay="0"/>
                                  </p:stCondLst>
                                  <p:childTnLst>
                                    <p:set>
                                      <p:cBhvr>
                                        <p:cTn id="34" dur="1" fill="hold">
                                          <p:stCondLst>
                                            <p:cond delay="0"/>
                                          </p:stCondLst>
                                        </p:cTn>
                                        <p:tgtEl>
                                          <p:spTgt spid="4">
                                            <p:graphicEl>
                                              <a:dgm id="{7744E175-BD3F-49BB-89BF-E9C5CF041466}"/>
                                            </p:graphicEl>
                                          </p:spTgt>
                                        </p:tgtEl>
                                        <p:attrNameLst>
                                          <p:attrName>style.visibility</p:attrName>
                                        </p:attrNameLst>
                                      </p:cBhvr>
                                      <p:to>
                                        <p:strVal val="visible"/>
                                      </p:to>
                                    </p:set>
                                    <p:anim calcmode="lin" valueType="num">
                                      <p:cBhvr additive="base">
                                        <p:cTn id="35" dur="500" fill="hold"/>
                                        <p:tgtEl>
                                          <p:spTgt spid="4">
                                            <p:graphicEl>
                                              <a:dgm id="{7744E175-BD3F-49BB-89BF-E9C5CF041466}"/>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4">
                                            <p:graphicEl>
                                              <a:dgm id="{7744E175-BD3F-49BB-89BF-E9C5CF041466}"/>
                                            </p:graphicEl>
                                          </p:spTgt>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3" fill="hold" grpId="0" nodeType="clickEffect">
                                  <p:stCondLst>
                                    <p:cond delay="0"/>
                                  </p:stCondLst>
                                  <p:childTnLst>
                                    <p:set>
                                      <p:cBhvr>
                                        <p:cTn id="40" dur="1" fill="hold">
                                          <p:stCondLst>
                                            <p:cond delay="0"/>
                                          </p:stCondLst>
                                        </p:cTn>
                                        <p:tgtEl>
                                          <p:spTgt spid="4">
                                            <p:graphicEl>
                                              <a:dgm id="{775431AF-C741-4882-9A48-AE613B00C9FC}"/>
                                            </p:graphicEl>
                                          </p:spTgt>
                                        </p:tgtEl>
                                        <p:attrNameLst>
                                          <p:attrName>style.visibility</p:attrName>
                                        </p:attrNameLst>
                                      </p:cBhvr>
                                      <p:to>
                                        <p:strVal val="visible"/>
                                      </p:to>
                                    </p:set>
                                    <p:anim calcmode="lin" valueType="num">
                                      <p:cBhvr additive="base">
                                        <p:cTn id="41" dur="500" fill="hold"/>
                                        <p:tgtEl>
                                          <p:spTgt spid="4">
                                            <p:graphicEl>
                                              <a:dgm id="{775431AF-C741-4882-9A48-AE613B00C9FC}"/>
                                            </p:graphic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4">
                                            <p:graphicEl>
                                              <a:dgm id="{775431AF-C741-4882-9A48-AE613B00C9FC}"/>
                                            </p:graphicEl>
                                          </p:spTgt>
                                        </p:tgtEl>
                                        <p:attrNameLst>
                                          <p:attrName>ppt_y</p:attrName>
                                        </p:attrNameLst>
                                      </p:cBhvr>
                                      <p:tavLst>
                                        <p:tav tm="0">
                                          <p:val>
                                            <p:strVal val="0-#ppt_h/2"/>
                                          </p:val>
                                        </p:tav>
                                        <p:tav tm="100000">
                                          <p:val>
                                            <p:strVal val="#ppt_y"/>
                                          </p:val>
                                        </p:tav>
                                      </p:tavLst>
                                    </p:anim>
                                  </p:childTnLst>
                                </p:cTn>
                              </p:par>
                              <p:par>
                                <p:cTn id="43" presetID="2" presetClass="entr" presetSubtype="3" fill="hold" grpId="0" nodeType="withEffect">
                                  <p:stCondLst>
                                    <p:cond delay="0"/>
                                  </p:stCondLst>
                                  <p:childTnLst>
                                    <p:set>
                                      <p:cBhvr>
                                        <p:cTn id="44" dur="1" fill="hold">
                                          <p:stCondLst>
                                            <p:cond delay="0"/>
                                          </p:stCondLst>
                                        </p:cTn>
                                        <p:tgtEl>
                                          <p:spTgt spid="4">
                                            <p:graphicEl>
                                              <a:dgm id="{4D545CF2-3C14-4406-9655-9CCB06B88C95}"/>
                                            </p:graphicEl>
                                          </p:spTgt>
                                        </p:tgtEl>
                                        <p:attrNameLst>
                                          <p:attrName>style.visibility</p:attrName>
                                        </p:attrNameLst>
                                      </p:cBhvr>
                                      <p:to>
                                        <p:strVal val="visible"/>
                                      </p:to>
                                    </p:set>
                                    <p:anim calcmode="lin" valueType="num">
                                      <p:cBhvr additive="base">
                                        <p:cTn id="45" dur="500" fill="hold"/>
                                        <p:tgtEl>
                                          <p:spTgt spid="4">
                                            <p:graphicEl>
                                              <a:dgm id="{4D545CF2-3C14-4406-9655-9CCB06B88C95}"/>
                                            </p:graphic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4">
                                            <p:graphicEl>
                                              <a:dgm id="{4D545CF2-3C14-4406-9655-9CCB06B88C95}"/>
                                            </p:graphicEl>
                                          </p:spTgt>
                                        </p:tgtEl>
                                        <p:attrNameLst>
                                          <p:attrName>ppt_y</p:attrName>
                                        </p:attrNameLst>
                                      </p:cBhvr>
                                      <p:tavLst>
                                        <p:tav tm="0">
                                          <p:val>
                                            <p:strVal val="0-#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3" fill="hold" grpId="0" nodeType="clickEffect">
                                  <p:stCondLst>
                                    <p:cond delay="0"/>
                                  </p:stCondLst>
                                  <p:childTnLst>
                                    <p:set>
                                      <p:cBhvr>
                                        <p:cTn id="50" dur="1" fill="hold">
                                          <p:stCondLst>
                                            <p:cond delay="0"/>
                                          </p:stCondLst>
                                        </p:cTn>
                                        <p:tgtEl>
                                          <p:spTgt spid="4">
                                            <p:graphicEl>
                                              <a:dgm id="{A4240154-DA29-4E59-90B8-4DB9DD1AD196}"/>
                                            </p:graphicEl>
                                          </p:spTgt>
                                        </p:tgtEl>
                                        <p:attrNameLst>
                                          <p:attrName>style.visibility</p:attrName>
                                        </p:attrNameLst>
                                      </p:cBhvr>
                                      <p:to>
                                        <p:strVal val="visible"/>
                                      </p:to>
                                    </p:set>
                                    <p:anim calcmode="lin" valueType="num">
                                      <p:cBhvr additive="base">
                                        <p:cTn id="51" dur="500" fill="hold"/>
                                        <p:tgtEl>
                                          <p:spTgt spid="4">
                                            <p:graphicEl>
                                              <a:dgm id="{A4240154-DA29-4E59-90B8-4DB9DD1AD196}"/>
                                            </p:graphic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4">
                                            <p:graphicEl>
                                              <a:dgm id="{A4240154-DA29-4E59-90B8-4DB9DD1AD196}"/>
                                            </p:graphicEl>
                                          </p:spTgt>
                                        </p:tgtEl>
                                        <p:attrNameLst>
                                          <p:attrName>ppt_y</p:attrName>
                                        </p:attrNameLst>
                                      </p:cBhvr>
                                      <p:tavLst>
                                        <p:tav tm="0">
                                          <p:val>
                                            <p:strVal val="0-#ppt_h/2"/>
                                          </p:val>
                                        </p:tav>
                                        <p:tav tm="100000">
                                          <p:val>
                                            <p:strVal val="#ppt_y"/>
                                          </p:val>
                                        </p:tav>
                                      </p:tavLst>
                                    </p:anim>
                                  </p:childTnLst>
                                </p:cTn>
                              </p:par>
                              <p:par>
                                <p:cTn id="53" presetID="2" presetClass="entr" presetSubtype="3" fill="hold" grpId="0" nodeType="withEffect">
                                  <p:stCondLst>
                                    <p:cond delay="0"/>
                                  </p:stCondLst>
                                  <p:childTnLst>
                                    <p:set>
                                      <p:cBhvr>
                                        <p:cTn id="54" dur="1" fill="hold">
                                          <p:stCondLst>
                                            <p:cond delay="0"/>
                                          </p:stCondLst>
                                        </p:cTn>
                                        <p:tgtEl>
                                          <p:spTgt spid="4">
                                            <p:graphicEl>
                                              <a:dgm id="{05AF7382-F247-44F3-98A6-4DCCA31F31EE}"/>
                                            </p:graphicEl>
                                          </p:spTgt>
                                        </p:tgtEl>
                                        <p:attrNameLst>
                                          <p:attrName>style.visibility</p:attrName>
                                        </p:attrNameLst>
                                      </p:cBhvr>
                                      <p:to>
                                        <p:strVal val="visible"/>
                                      </p:to>
                                    </p:set>
                                    <p:anim calcmode="lin" valueType="num">
                                      <p:cBhvr additive="base">
                                        <p:cTn id="55" dur="500" fill="hold"/>
                                        <p:tgtEl>
                                          <p:spTgt spid="4">
                                            <p:graphicEl>
                                              <a:dgm id="{05AF7382-F247-44F3-98A6-4DCCA31F31EE}"/>
                                            </p:graphic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4">
                                            <p:graphicEl>
                                              <a:dgm id="{05AF7382-F247-44F3-98A6-4DCCA31F31EE}"/>
                                            </p:graphicEl>
                                          </p:spTgt>
                                        </p:tgtEl>
                                        <p:attrNameLst>
                                          <p:attrName>ppt_y</p:attrName>
                                        </p:attrNameLst>
                                      </p:cBhvr>
                                      <p:tavLst>
                                        <p:tav tm="0">
                                          <p:val>
                                            <p:strVal val="0-#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3" fill="hold" grpId="0" nodeType="clickEffect">
                                  <p:stCondLst>
                                    <p:cond delay="0"/>
                                  </p:stCondLst>
                                  <p:childTnLst>
                                    <p:set>
                                      <p:cBhvr>
                                        <p:cTn id="60" dur="1" fill="hold">
                                          <p:stCondLst>
                                            <p:cond delay="0"/>
                                          </p:stCondLst>
                                        </p:cTn>
                                        <p:tgtEl>
                                          <p:spTgt spid="4">
                                            <p:graphicEl>
                                              <a:dgm id="{3A1C773B-FA16-4DF4-87F1-2D200C84F7B6}"/>
                                            </p:graphicEl>
                                          </p:spTgt>
                                        </p:tgtEl>
                                        <p:attrNameLst>
                                          <p:attrName>style.visibility</p:attrName>
                                        </p:attrNameLst>
                                      </p:cBhvr>
                                      <p:to>
                                        <p:strVal val="visible"/>
                                      </p:to>
                                    </p:set>
                                    <p:anim calcmode="lin" valueType="num">
                                      <p:cBhvr additive="base">
                                        <p:cTn id="61" dur="500" fill="hold"/>
                                        <p:tgtEl>
                                          <p:spTgt spid="4">
                                            <p:graphicEl>
                                              <a:dgm id="{3A1C773B-FA16-4DF4-87F1-2D200C84F7B6}"/>
                                            </p:graphic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4">
                                            <p:graphicEl>
                                              <a:dgm id="{3A1C773B-FA16-4DF4-87F1-2D200C84F7B6}"/>
                                            </p:graphicEl>
                                          </p:spTgt>
                                        </p:tgtEl>
                                        <p:attrNameLst>
                                          <p:attrName>ppt_y</p:attrName>
                                        </p:attrNameLst>
                                      </p:cBhvr>
                                      <p:tavLst>
                                        <p:tav tm="0">
                                          <p:val>
                                            <p:strVal val="0-#ppt_h/2"/>
                                          </p:val>
                                        </p:tav>
                                        <p:tav tm="100000">
                                          <p:val>
                                            <p:strVal val="#ppt_y"/>
                                          </p:val>
                                        </p:tav>
                                      </p:tavLst>
                                    </p:anim>
                                  </p:childTnLst>
                                </p:cTn>
                              </p:par>
                              <p:par>
                                <p:cTn id="63" presetID="2" presetClass="entr" presetSubtype="3" fill="hold" grpId="0" nodeType="withEffect">
                                  <p:stCondLst>
                                    <p:cond delay="0"/>
                                  </p:stCondLst>
                                  <p:childTnLst>
                                    <p:set>
                                      <p:cBhvr>
                                        <p:cTn id="64" dur="1" fill="hold">
                                          <p:stCondLst>
                                            <p:cond delay="0"/>
                                          </p:stCondLst>
                                        </p:cTn>
                                        <p:tgtEl>
                                          <p:spTgt spid="4">
                                            <p:graphicEl>
                                              <a:dgm id="{F2AB8C35-BE99-4B50-B73F-DC9401D0170D}"/>
                                            </p:graphicEl>
                                          </p:spTgt>
                                        </p:tgtEl>
                                        <p:attrNameLst>
                                          <p:attrName>style.visibility</p:attrName>
                                        </p:attrNameLst>
                                      </p:cBhvr>
                                      <p:to>
                                        <p:strVal val="visible"/>
                                      </p:to>
                                    </p:set>
                                    <p:anim calcmode="lin" valueType="num">
                                      <p:cBhvr additive="base">
                                        <p:cTn id="65" dur="500" fill="hold"/>
                                        <p:tgtEl>
                                          <p:spTgt spid="4">
                                            <p:graphicEl>
                                              <a:dgm id="{F2AB8C35-BE99-4B50-B73F-DC9401D0170D}"/>
                                            </p:graphicEl>
                                          </p:spTgt>
                                        </p:tgtEl>
                                        <p:attrNameLst>
                                          <p:attrName>ppt_x</p:attrName>
                                        </p:attrNameLst>
                                      </p:cBhvr>
                                      <p:tavLst>
                                        <p:tav tm="0">
                                          <p:val>
                                            <p:strVal val="1+#ppt_w/2"/>
                                          </p:val>
                                        </p:tav>
                                        <p:tav tm="100000">
                                          <p:val>
                                            <p:strVal val="#ppt_x"/>
                                          </p:val>
                                        </p:tav>
                                      </p:tavLst>
                                    </p:anim>
                                    <p:anim calcmode="lin" valueType="num">
                                      <p:cBhvr additive="base">
                                        <p:cTn id="66" dur="500" fill="hold"/>
                                        <p:tgtEl>
                                          <p:spTgt spid="4">
                                            <p:graphicEl>
                                              <a:dgm id="{F2AB8C35-BE99-4B50-B73F-DC9401D0170D}"/>
                                            </p:graphicEl>
                                          </p:spTgt>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3" fill="hold" grpId="0" nodeType="clickEffect">
                                  <p:stCondLst>
                                    <p:cond delay="0"/>
                                  </p:stCondLst>
                                  <p:childTnLst>
                                    <p:set>
                                      <p:cBhvr>
                                        <p:cTn id="70" dur="1" fill="hold">
                                          <p:stCondLst>
                                            <p:cond delay="0"/>
                                          </p:stCondLst>
                                        </p:cTn>
                                        <p:tgtEl>
                                          <p:spTgt spid="4">
                                            <p:graphicEl>
                                              <a:dgm id="{39EDF904-11DF-446E-9EA0-85DCC2FF269C}"/>
                                            </p:graphicEl>
                                          </p:spTgt>
                                        </p:tgtEl>
                                        <p:attrNameLst>
                                          <p:attrName>style.visibility</p:attrName>
                                        </p:attrNameLst>
                                      </p:cBhvr>
                                      <p:to>
                                        <p:strVal val="visible"/>
                                      </p:to>
                                    </p:set>
                                    <p:anim calcmode="lin" valueType="num">
                                      <p:cBhvr additive="base">
                                        <p:cTn id="71" dur="500" fill="hold"/>
                                        <p:tgtEl>
                                          <p:spTgt spid="4">
                                            <p:graphicEl>
                                              <a:dgm id="{39EDF904-11DF-446E-9EA0-85DCC2FF269C}"/>
                                            </p:graphic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4">
                                            <p:graphicEl>
                                              <a:dgm id="{39EDF904-11DF-446E-9EA0-85DCC2FF269C}"/>
                                            </p:graphicEl>
                                          </p:spTgt>
                                        </p:tgtEl>
                                        <p:attrNameLst>
                                          <p:attrName>ppt_y</p:attrName>
                                        </p:attrNameLst>
                                      </p:cBhvr>
                                      <p:tavLst>
                                        <p:tav tm="0">
                                          <p:val>
                                            <p:strVal val="0-#ppt_h/2"/>
                                          </p:val>
                                        </p:tav>
                                        <p:tav tm="100000">
                                          <p:val>
                                            <p:strVal val="#ppt_y"/>
                                          </p:val>
                                        </p:tav>
                                      </p:tavLst>
                                    </p:anim>
                                  </p:childTnLst>
                                </p:cTn>
                              </p:par>
                              <p:par>
                                <p:cTn id="73" presetID="2" presetClass="entr" presetSubtype="3" fill="hold" grpId="0" nodeType="withEffect">
                                  <p:stCondLst>
                                    <p:cond delay="0"/>
                                  </p:stCondLst>
                                  <p:childTnLst>
                                    <p:set>
                                      <p:cBhvr>
                                        <p:cTn id="74" dur="1" fill="hold">
                                          <p:stCondLst>
                                            <p:cond delay="0"/>
                                          </p:stCondLst>
                                        </p:cTn>
                                        <p:tgtEl>
                                          <p:spTgt spid="4">
                                            <p:graphicEl>
                                              <a:dgm id="{6F64121D-DF01-4E4A-B9A2-6A74FD0CF55B}"/>
                                            </p:graphicEl>
                                          </p:spTgt>
                                        </p:tgtEl>
                                        <p:attrNameLst>
                                          <p:attrName>style.visibility</p:attrName>
                                        </p:attrNameLst>
                                      </p:cBhvr>
                                      <p:to>
                                        <p:strVal val="visible"/>
                                      </p:to>
                                    </p:set>
                                    <p:anim calcmode="lin" valueType="num">
                                      <p:cBhvr additive="base">
                                        <p:cTn id="75" dur="500" fill="hold"/>
                                        <p:tgtEl>
                                          <p:spTgt spid="4">
                                            <p:graphicEl>
                                              <a:dgm id="{6F64121D-DF01-4E4A-B9A2-6A74FD0CF55B}"/>
                                            </p:graphicEl>
                                          </p:spTgt>
                                        </p:tgtEl>
                                        <p:attrNameLst>
                                          <p:attrName>ppt_x</p:attrName>
                                        </p:attrNameLst>
                                      </p:cBhvr>
                                      <p:tavLst>
                                        <p:tav tm="0">
                                          <p:val>
                                            <p:strVal val="1+#ppt_w/2"/>
                                          </p:val>
                                        </p:tav>
                                        <p:tav tm="100000">
                                          <p:val>
                                            <p:strVal val="#ppt_x"/>
                                          </p:val>
                                        </p:tav>
                                      </p:tavLst>
                                    </p:anim>
                                    <p:anim calcmode="lin" valueType="num">
                                      <p:cBhvr additive="base">
                                        <p:cTn id="76" dur="500" fill="hold"/>
                                        <p:tgtEl>
                                          <p:spTgt spid="4">
                                            <p:graphicEl>
                                              <a:dgm id="{6F64121D-DF01-4E4A-B9A2-6A74FD0CF55B}"/>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7BF2C-47CB-757E-8B48-231D1DE57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57E33-F72F-6738-1484-BA3CD942E730}"/>
              </a:ext>
            </a:extLst>
          </p:cNvPr>
          <p:cNvSpPr>
            <a:spLocks noGrp="1"/>
          </p:cNvSpPr>
          <p:nvPr>
            <p:ph type="title"/>
          </p:nvPr>
        </p:nvSpPr>
        <p:spPr/>
        <p:txBody>
          <a:bodyPr/>
          <a:lstStyle/>
          <a:p>
            <a:r>
              <a:rPr lang="en-US" sz="4000"/>
              <a:t>Computer Network Security</a:t>
            </a:r>
            <a:endParaRPr lang="en-GB" sz="4000"/>
          </a:p>
        </p:txBody>
      </p:sp>
      <p:sp>
        <p:nvSpPr>
          <p:cNvPr id="3" name="Slide Number Placeholder 2">
            <a:extLst>
              <a:ext uri="{FF2B5EF4-FFF2-40B4-BE49-F238E27FC236}">
                <a16:creationId xmlns:a16="http://schemas.microsoft.com/office/drawing/2014/main" id="{CFA6B2E4-35B9-E858-DB75-C9CA3F2F52F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43</a:t>
            </a:fld>
            <a:endParaRPr lang="en-US"/>
          </a:p>
        </p:txBody>
      </p:sp>
      <p:graphicFrame>
        <p:nvGraphicFramePr>
          <p:cNvPr id="4" name="Diagram 3">
            <a:extLst>
              <a:ext uri="{FF2B5EF4-FFF2-40B4-BE49-F238E27FC236}">
                <a16:creationId xmlns:a16="http://schemas.microsoft.com/office/drawing/2014/main" id="{09CA6D7C-7E5B-B427-3660-F41B08725338}"/>
              </a:ext>
            </a:extLst>
          </p:cNvPr>
          <p:cNvGraphicFramePr/>
          <p:nvPr>
            <p:extLst>
              <p:ext uri="{D42A27DB-BD31-4B8C-83A1-F6EECF244321}">
                <p14:modId xmlns:p14="http://schemas.microsoft.com/office/powerpoint/2010/main" val="1900994351"/>
              </p:ext>
            </p:extLst>
          </p:nvPr>
        </p:nvGraphicFramePr>
        <p:xfrm>
          <a:off x="457200" y="1520536"/>
          <a:ext cx="8372168" cy="4791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71468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4">
                                            <p:graphicEl>
                                              <a:dgm id="{0A3B8DD4-A58A-4BDB-AEB4-0A857FBC295E}"/>
                                            </p:graphicEl>
                                          </p:spTgt>
                                        </p:tgtEl>
                                        <p:attrNameLst>
                                          <p:attrName>style.visibility</p:attrName>
                                        </p:attrNameLst>
                                      </p:cBhvr>
                                      <p:to>
                                        <p:strVal val="visible"/>
                                      </p:to>
                                    </p:set>
                                    <p:anim calcmode="lin" valueType="num">
                                      <p:cBhvr additive="base">
                                        <p:cTn id="7" dur="500" fill="hold"/>
                                        <p:tgtEl>
                                          <p:spTgt spid="4">
                                            <p:graphicEl>
                                              <a:dgm id="{0A3B8DD4-A58A-4BDB-AEB4-0A857FBC295E}"/>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graphicEl>
                                              <a:dgm id="{0A3B8DD4-A58A-4BDB-AEB4-0A857FBC295E}"/>
                                            </p:graphicEl>
                                          </p:spTgt>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4">
                                            <p:graphicEl>
                                              <a:dgm id="{6287AB04-1F49-4F0F-A73D-BAC76C6CFA92}"/>
                                            </p:graphicEl>
                                          </p:spTgt>
                                        </p:tgtEl>
                                        <p:attrNameLst>
                                          <p:attrName>style.visibility</p:attrName>
                                        </p:attrNameLst>
                                      </p:cBhvr>
                                      <p:to>
                                        <p:strVal val="visible"/>
                                      </p:to>
                                    </p:set>
                                    <p:anim calcmode="lin" valueType="num">
                                      <p:cBhvr additive="base">
                                        <p:cTn id="11" dur="500" fill="hold"/>
                                        <p:tgtEl>
                                          <p:spTgt spid="4">
                                            <p:graphicEl>
                                              <a:dgm id="{6287AB04-1F49-4F0F-A73D-BAC76C6CFA92}"/>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
                                            <p:graphicEl>
                                              <a:dgm id="{6287AB04-1F49-4F0F-A73D-BAC76C6CFA92}"/>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4">
                                            <p:graphicEl>
                                              <a:dgm id="{E6CF56B0-0C93-4356-9DCA-BF8684C6ECDE}"/>
                                            </p:graphicEl>
                                          </p:spTgt>
                                        </p:tgtEl>
                                        <p:attrNameLst>
                                          <p:attrName>style.visibility</p:attrName>
                                        </p:attrNameLst>
                                      </p:cBhvr>
                                      <p:to>
                                        <p:strVal val="visible"/>
                                      </p:to>
                                    </p:set>
                                    <p:anim calcmode="lin" valueType="num">
                                      <p:cBhvr additive="base">
                                        <p:cTn id="17" dur="500" fill="hold"/>
                                        <p:tgtEl>
                                          <p:spTgt spid="4">
                                            <p:graphicEl>
                                              <a:dgm id="{E6CF56B0-0C93-4356-9DCA-BF8684C6ECDE}"/>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
                                            <p:graphicEl>
                                              <a:dgm id="{E6CF56B0-0C93-4356-9DCA-BF8684C6ECDE}"/>
                                            </p:graphicEl>
                                          </p:spTgt>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4">
                                            <p:graphicEl>
                                              <a:dgm id="{1DEF5304-8C9C-4810-B351-FE5C89D3C623}"/>
                                            </p:graphicEl>
                                          </p:spTgt>
                                        </p:tgtEl>
                                        <p:attrNameLst>
                                          <p:attrName>style.visibility</p:attrName>
                                        </p:attrNameLst>
                                      </p:cBhvr>
                                      <p:to>
                                        <p:strVal val="visible"/>
                                      </p:to>
                                    </p:set>
                                    <p:anim calcmode="lin" valueType="num">
                                      <p:cBhvr additive="base">
                                        <p:cTn id="21" dur="500" fill="hold"/>
                                        <p:tgtEl>
                                          <p:spTgt spid="4">
                                            <p:graphicEl>
                                              <a:dgm id="{1DEF5304-8C9C-4810-B351-FE5C89D3C623}"/>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4">
                                            <p:graphicEl>
                                              <a:dgm id="{1DEF5304-8C9C-4810-B351-FE5C89D3C623}"/>
                                            </p:graphic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3" fill="hold" grpId="0" nodeType="clickEffect">
                                  <p:stCondLst>
                                    <p:cond delay="0"/>
                                  </p:stCondLst>
                                  <p:childTnLst>
                                    <p:set>
                                      <p:cBhvr>
                                        <p:cTn id="26" dur="1" fill="hold">
                                          <p:stCondLst>
                                            <p:cond delay="0"/>
                                          </p:stCondLst>
                                        </p:cTn>
                                        <p:tgtEl>
                                          <p:spTgt spid="4">
                                            <p:graphicEl>
                                              <a:dgm id="{83076EB3-C93E-4C60-ABE9-283841CC951F}"/>
                                            </p:graphicEl>
                                          </p:spTgt>
                                        </p:tgtEl>
                                        <p:attrNameLst>
                                          <p:attrName>style.visibility</p:attrName>
                                        </p:attrNameLst>
                                      </p:cBhvr>
                                      <p:to>
                                        <p:strVal val="visible"/>
                                      </p:to>
                                    </p:set>
                                    <p:anim calcmode="lin" valueType="num">
                                      <p:cBhvr additive="base">
                                        <p:cTn id="27" dur="500" fill="hold"/>
                                        <p:tgtEl>
                                          <p:spTgt spid="4">
                                            <p:graphicEl>
                                              <a:dgm id="{83076EB3-C93E-4C60-ABE9-283841CC951F}"/>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4">
                                            <p:graphicEl>
                                              <a:dgm id="{83076EB3-C93E-4C60-ABE9-283841CC951F}"/>
                                            </p:graphicEl>
                                          </p:spTgt>
                                        </p:tgtEl>
                                        <p:attrNameLst>
                                          <p:attrName>ppt_y</p:attrName>
                                        </p:attrNameLst>
                                      </p:cBhvr>
                                      <p:tavLst>
                                        <p:tav tm="0">
                                          <p:val>
                                            <p:strVal val="0-#ppt_h/2"/>
                                          </p:val>
                                        </p:tav>
                                        <p:tav tm="100000">
                                          <p:val>
                                            <p:strVal val="#ppt_y"/>
                                          </p:val>
                                        </p:tav>
                                      </p:tavLst>
                                    </p:anim>
                                  </p:childTnLst>
                                </p:cTn>
                              </p:par>
                              <p:par>
                                <p:cTn id="29" presetID="2" presetClass="entr" presetSubtype="3" fill="hold" grpId="0" nodeType="withEffect">
                                  <p:stCondLst>
                                    <p:cond delay="0"/>
                                  </p:stCondLst>
                                  <p:childTnLst>
                                    <p:set>
                                      <p:cBhvr>
                                        <p:cTn id="30" dur="1" fill="hold">
                                          <p:stCondLst>
                                            <p:cond delay="0"/>
                                          </p:stCondLst>
                                        </p:cTn>
                                        <p:tgtEl>
                                          <p:spTgt spid="4">
                                            <p:graphicEl>
                                              <a:dgm id="{88497BFE-B035-4501-BF9E-3ABEE438F43B}"/>
                                            </p:graphicEl>
                                          </p:spTgt>
                                        </p:tgtEl>
                                        <p:attrNameLst>
                                          <p:attrName>style.visibility</p:attrName>
                                        </p:attrNameLst>
                                      </p:cBhvr>
                                      <p:to>
                                        <p:strVal val="visible"/>
                                      </p:to>
                                    </p:set>
                                    <p:anim calcmode="lin" valueType="num">
                                      <p:cBhvr additive="base">
                                        <p:cTn id="31" dur="500" fill="hold"/>
                                        <p:tgtEl>
                                          <p:spTgt spid="4">
                                            <p:graphicEl>
                                              <a:dgm id="{88497BFE-B035-4501-BF9E-3ABEE438F43B}"/>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
                                            <p:graphicEl>
                                              <a:dgm id="{88497BFE-B035-4501-BF9E-3ABEE438F43B}"/>
                                            </p:graphic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grpId="0" nodeType="clickEffect">
                                  <p:stCondLst>
                                    <p:cond delay="0"/>
                                  </p:stCondLst>
                                  <p:childTnLst>
                                    <p:set>
                                      <p:cBhvr>
                                        <p:cTn id="36" dur="1" fill="hold">
                                          <p:stCondLst>
                                            <p:cond delay="0"/>
                                          </p:stCondLst>
                                        </p:cTn>
                                        <p:tgtEl>
                                          <p:spTgt spid="4">
                                            <p:graphicEl>
                                              <a:dgm id="{18F9B900-D511-4B4A-95D8-F5D67733634E}"/>
                                            </p:graphicEl>
                                          </p:spTgt>
                                        </p:tgtEl>
                                        <p:attrNameLst>
                                          <p:attrName>style.visibility</p:attrName>
                                        </p:attrNameLst>
                                      </p:cBhvr>
                                      <p:to>
                                        <p:strVal val="visible"/>
                                      </p:to>
                                    </p:set>
                                    <p:anim calcmode="lin" valueType="num">
                                      <p:cBhvr additive="base">
                                        <p:cTn id="37" dur="500" fill="hold"/>
                                        <p:tgtEl>
                                          <p:spTgt spid="4">
                                            <p:graphicEl>
                                              <a:dgm id="{18F9B900-D511-4B4A-95D8-F5D67733634E}"/>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
                                            <p:graphicEl>
                                              <a:dgm id="{18F9B900-D511-4B4A-95D8-F5D67733634E}"/>
                                            </p:graphicEl>
                                          </p:spTgt>
                                        </p:tgtEl>
                                        <p:attrNameLst>
                                          <p:attrName>ppt_y</p:attrName>
                                        </p:attrNameLst>
                                      </p:cBhvr>
                                      <p:tavLst>
                                        <p:tav tm="0">
                                          <p:val>
                                            <p:strVal val="0-#ppt_h/2"/>
                                          </p:val>
                                        </p:tav>
                                        <p:tav tm="100000">
                                          <p:val>
                                            <p:strVal val="#ppt_y"/>
                                          </p:val>
                                        </p:tav>
                                      </p:tavLst>
                                    </p:anim>
                                  </p:childTnLst>
                                </p:cTn>
                              </p:par>
                              <p:par>
                                <p:cTn id="39" presetID="2" presetClass="entr" presetSubtype="3" fill="hold" grpId="0" nodeType="withEffect">
                                  <p:stCondLst>
                                    <p:cond delay="0"/>
                                  </p:stCondLst>
                                  <p:childTnLst>
                                    <p:set>
                                      <p:cBhvr>
                                        <p:cTn id="40" dur="1" fill="hold">
                                          <p:stCondLst>
                                            <p:cond delay="0"/>
                                          </p:stCondLst>
                                        </p:cTn>
                                        <p:tgtEl>
                                          <p:spTgt spid="4">
                                            <p:graphicEl>
                                              <a:dgm id="{1F90655B-CA98-4C92-B78A-5504CA228DC7}"/>
                                            </p:graphicEl>
                                          </p:spTgt>
                                        </p:tgtEl>
                                        <p:attrNameLst>
                                          <p:attrName>style.visibility</p:attrName>
                                        </p:attrNameLst>
                                      </p:cBhvr>
                                      <p:to>
                                        <p:strVal val="visible"/>
                                      </p:to>
                                    </p:set>
                                    <p:anim calcmode="lin" valueType="num">
                                      <p:cBhvr additive="base">
                                        <p:cTn id="41" dur="500" fill="hold"/>
                                        <p:tgtEl>
                                          <p:spTgt spid="4">
                                            <p:graphicEl>
                                              <a:dgm id="{1F90655B-CA98-4C92-B78A-5504CA228DC7}"/>
                                            </p:graphic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4">
                                            <p:graphicEl>
                                              <a:dgm id="{1F90655B-CA98-4C92-B78A-5504CA228DC7}"/>
                                            </p:graphicEl>
                                          </p:spTgt>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3" fill="hold" grpId="0" nodeType="clickEffect">
                                  <p:stCondLst>
                                    <p:cond delay="0"/>
                                  </p:stCondLst>
                                  <p:childTnLst>
                                    <p:set>
                                      <p:cBhvr>
                                        <p:cTn id="46" dur="1" fill="hold">
                                          <p:stCondLst>
                                            <p:cond delay="0"/>
                                          </p:stCondLst>
                                        </p:cTn>
                                        <p:tgtEl>
                                          <p:spTgt spid="4">
                                            <p:graphicEl>
                                              <a:dgm id="{4F984E02-9D88-472C-9F66-72DB7C17AAC6}"/>
                                            </p:graphicEl>
                                          </p:spTgt>
                                        </p:tgtEl>
                                        <p:attrNameLst>
                                          <p:attrName>style.visibility</p:attrName>
                                        </p:attrNameLst>
                                      </p:cBhvr>
                                      <p:to>
                                        <p:strVal val="visible"/>
                                      </p:to>
                                    </p:set>
                                    <p:anim calcmode="lin" valueType="num">
                                      <p:cBhvr additive="base">
                                        <p:cTn id="47" dur="500" fill="hold"/>
                                        <p:tgtEl>
                                          <p:spTgt spid="4">
                                            <p:graphicEl>
                                              <a:dgm id="{4F984E02-9D88-472C-9F66-72DB7C17AAC6}"/>
                                            </p:graphic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4">
                                            <p:graphicEl>
                                              <a:dgm id="{4F984E02-9D88-472C-9F66-72DB7C17AAC6}"/>
                                            </p:graphicEl>
                                          </p:spTgt>
                                        </p:tgtEl>
                                        <p:attrNameLst>
                                          <p:attrName>ppt_y</p:attrName>
                                        </p:attrNameLst>
                                      </p:cBhvr>
                                      <p:tavLst>
                                        <p:tav tm="0">
                                          <p:val>
                                            <p:strVal val="0-#ppt_h/2"/>
                                          </p:val>
                                        </p:tav>
                                        <p:tav tm="100000">
                                          <p:val>
                                            <p:strVal val="#ppt_y"/>
                                          </p:val>
                                        </p:tav>
                                      </p:tavLst>
                                    </p:anim>
                                  </p:childTnLst>
                                </p:cTn>
                              </p:par>
                              <p:par>
                                <p:cTn id="49" presetID="2" presetClass="entr" presetSubtype="3" fill="hold" grpId="0" nodeType="withEffect">
                                  <p:stCondLst>
                                    <p:cond delay="0"/>
                                  </p:stCondLst>
                                  <p:childTnLst>
                                    <p:set>
                                      <p:cBhvr>
                                        <p:cTn id="50" dur="1" fill="hold">
                                          <p:stCondLst>
                                            <p:cond delay="0"/>
                                          </p:stCondLst>
                                        </p:cTn>
                                        <p:tgtEl>
                                          <p:spTgt spid="4">
                                            <p:graphicEl>
                                              <a:dgm id="{A03FC2FD-BBA2-493A-930C-5A4E68537186}"/>
                                            </p:graphicEl>
                                          </p:spTgt>
                                        </p:tgtEl>
                                        <p:attrNameLst>
                                          <p:attrName>style.visibility</p:attrName>
                                        </p:attrNameLst>
                                      </p:cBhvr>
                                      <p:to>
                                        <p:strVal val="visible"/>
                                      </p:to>
                                    </p:set>
                                    <p:anim calcmode="lin" valueType="num">
                                      <p:cBhvr additive="base">
                                        <p:cTn id="51" dur="500" fill="hold"/>
                                        <p:tgtEl>
                                          <p:spTgt spid="4">
                                            <p:graphicEl>
                                              <a:dgm id="{A03FC2FD-BBA2-493A-930C-5A4E68537186}"/>
                                            </p:graphic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4">
                                            <p:graphicEl>
                                              <a:dgm id="{A03FC2FD-BBA2-493A-930C-5A4E68537186}"/>
                                            </p:graphicEl>
                                          </p:spTgt>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3" fill="hold" grpId="0" nodeType="clickEffect">
                                  <p:stCondLst>
                                    <p:cond delay="0"/>
                                  </p:stCondLst>
                                  <p:childTnLst>
                                    <p:set>
                                      <p:cBhvr>
                                        <p:cTn id="56" dur="1" fill="hold">
                                          <p:stCondLst>
                                            <p:cond delay="0"/>
                                          </p:stCondLst>
                                        </p:cTn>
                                        <p:tgtEl>
                                          <p:spTgt spid="4">
                                            <p:graphicEl>
                                              <a:dgm id="{640F659F-5C6B-490A-8C44-D88231DDC86E}"/>
                                            </p:graphicEl>
                                          </p:spTgt>
                                        </p:tgtEl>
                                        <p:attrNameLst>
                                          <p:attrName>style.visibility</p:attrName>
                                        </p:attrNameLst>
                                      </p:cBhvr>
                                      <p:to>
                                        <p:strVal val="visible"/>
                                      </p:to>
                                    </p:set>
                                    <p:anim calcmode="lin" valueType="num">
                                      <p:cBhvr additive="base">
                                        <p:cTn id="57" dur="500" fill="hold"/>
                                        <p:tgtEl>
                                          <p:spTgt spid="4">
                                            <p:graphicEl>
                                              <a:dgm id="{640F659F-5C6B-490A-8C44-D88231DDC86E}"/>
                                            </p:graphic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4">
                                            <p:graphicEl>
                                              <a:dgm id="{640F659F-5C6B-490A-8C44-D88231DDC86E}"/>
                                            </p:graphicEl>
                                          </p:spTgt>
                                        </p:tgtEl>
                                        <p:attrNameLst>
                                          <p:attrName>ppt_y</p:attrName>
                                        </p:attrNameLst>
                                      </p:cBhvr>
                                      <p:tavLst>
                                        <p:tav tm="0">
                                          <p:val>
                                            <p:strVal val="0-#ppt_h/2"/>
                                          </p:val>
                                        </p:tav>
                                        <p:tav tm="100000">
                                          <p:val>
                                            <p:strVal val="#ppt_y"/>
                                          </p:val>
                                        </p:tav>
                                      </p:tavLst>
                                    </p:anim>
                                  </p:childTnLst>
                                </p:cTn>
                              </p:par>
                              <p:par>
                                <p:cTn id="59" presetID="2" presetClass="entr" presetSubtype="3" fill="hold" grpId="0" nodeType="withEffect">
                                  <p:stCondLst>
                                    <p:cond delay="0"/>
                                  </p:stCondLst>
                                  <p:childTnLst>
                                    <p:set>
                                      <p:cBhvr>
                                        <p:cTn id="60" dur="1" fill="hold">
                                          <p:stCondLst>
                                            <p:cond delay="0"/>
                                          </p:stCondLst>
                                        </p:cTn>
                                        <p:tgtEl>
                                          <p:spTgt spid="4">
                                            <p:graphicEl>
                                              <a:dgm id="{3742C10F-8490-45FA-9C7F-9BBAE850A271}"/>
                                            </p:graphicEl>
                                          </p:spTgt>
                                        </p:tgtEl>
                                        <p:attrNameLst>
                                          <p:attrName>style.visibility</p:attrName>
                                        </p:attrNameLst>
                                      </p:cBhvr>
                                      <p:to>
                                        <p:strVal val="visible"/>
                                      </p:to>
                                    </p:set>
                                    <p:anim calcmode="lin" valueType="num">
                                      <p:cBhvr additive="base">
                                        <p:cTn id="61" dur="500" fill="hold"/>
                                        <p:tgtEl>
                                          <p:spTgt spid="4">
                                            <p:graphicEl>
                                              <a:dgm id="{3742C10F-8490-45FA-9C7F-9BBAE850A271}"/>
                                            </p:graphic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4">
                                            <p:graphicEl>
                                              <a:dgm id="{3742C10F-8490-45FA-9C7F-9BBAE850A271}"/>
                                            </p:graphicEl>
                                          </p:spTgt>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3" fill="hold" grpId="0" nodeType="clickEffect">
                                  <p:stCondLst>
                                    <p:cond delay="0"/>
                                  </p:stCondLst>
                                  <p:childTnLst>
                                    <p:set>
                                      <p:cBhvr>
                                        <p:cTn id="66" dur="1" fill="hold">
                                          <p:stCondLst>
                                            <p:cond delay="0"/>
                                          </p:stCondLst>
                                        </p:cTn>
                                        <p:tgtEl>
                                          <p:spTgt spid="4">
                                            <p:graphicEl>
                                              <a:dgm id="{8A66C467-8CEA-4861-8E34-F50D1B70EAEA}"/>
                                            </p:graphicEl>
                                          </p:spTgt>
                                        </p:tgtEl>
                                        <p:attrNameLst>
                                          <p:attrName>style.visibility</p:attrName>
                                        </p:attrNameLst>
                                      </p:cBhvr>
                                      <p:to>
                                        <p:strVal val="visible"/>
                                      </p:to>
                                    </p:set>
                                    <p:anim calcmode="lin" valueType="num">
                                      <p:cBhvr additive="base">
                                        <p:cTn id="67" dur="500" fill="hold"/>
                                        <p:tgtEl>
                                          <p:spTgt spid="4">
                                            <p:graphicEl>
                                              <a:dgm id="{8A66C467-8CEA-4861-8E34-F50D1B70EAEA}"/>
                                            </p:graphic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4">
                                            <p:graphicEl>
                                              <a:dgm id="{8A66C467-8CEA-4861-8E34-F50D1B70EAEA}"/>
                                            </p:graphicEl>
                                          </p:spTgt>
                                        </p:tgtEl>
                                        <p:attrNameLst>
                                          <p:attrName>ppt_y</p:attrName>
                                        </p:attrNameLst>
                                      </p:cBhvr>
                                      <p:tavLst>
                                        <p:tav tm="0">
                                          <p:val>
                                            <p:strVal val="0-#ppt_h/2"/>
                                          </p:val>
                                        </p:tav>
                                        <p:tav tm="100000">
                                          <p:val>
                                            <p:strVal val="#ppt_y"/>
                                          </p:val>
                                        </p:tav>
                                      </p:tavLst>
                                    </p:anim>
                                  </p:childTnLst>
                                </p:cTn>
                              </p:par>
                              <p:par>
                                <p:cTn id="69" presetID="2" presetClass="entr" presetSubtype="3" fill="hold" grpId="0" nodeType="withEffect">
                                  <p:stCondLst>
                                    <p:cond delay="0"/>
                                  </p:stCondLst>
                                  <p:childTnLst>
                                    <p:set>
                                      <p:cBhvr>
                                        <p:cTn id="70" dur="1" fill="hold">
                                          <p:stCondLst>
                                            <p:cond delay="0"/>
                                          </p:stCondLst>
                                        </p:cTn>
                                        <p:tgtEl>
                                          <p:spTgt spid="4">
                                            <p:graphicEl>
                                              <a:dgm id="{DDFF09BA-87A0-4B95-AFDB-489CF6829808}"/>
                                            </p:graphicEl>
                                          </p:spTgt>
                                        </p:tgtEl>
                                        <p:attrNameLst>
                                          <p:attrName>style.visibility</p:attrName>
                                        </p:attrNameLst>
                                      </p:cBhvr>
                                      <p:to>
                                        <p:strVal val="visible"/>
                                      </p:to>
                                    </p:set>
                                    <p:anim calcmode="lin" valueType="num">
                                      <p:cBhvr additive="base">
                                        <p:cTn id="71" dur="500" fill="hold"/>
                                        <p:tgtEl>
                                          <p:spTgt spid="4">
                                            <p:graphicEl>
                                              <a:dgm id="{DDFF09BA-87A0-4B95-AFDB-489CF6829808}"/>
                                            </p:graphic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4">
                                            <p:graphicEl>
                                              <a:dgm id="{DDFF09BA-87A0-4B95-AFDB-489CF6829808}"/>
                                            </p:graphicEl>
                                          </p:spTgt>
                                        </p:tgtEl>
                                        <p:attrNameLst>
                                          <p:attrName>ppt_y</p:attrName>
                                        </p:attrNameLst>
                                      </p:cBhvr>
                                      <p:tavLst>
                                        <p:tav tm="0">
                                          <p:val>
                                            <p:strVal val="0-#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3" fill="hold" grpId="0" nodeType="clickEffect">
                                  <p:stCondLst>
                                    <p:cond delay="0"/>
                                  </p:stCondLst>
                                  <p:childTnLst>
                                    <p:set>
                                      <p:cBhvr>
                                        <p:cTn id="76" dur="1" fill="hold">
                                          <p:stCondLst>
                                            <p:cond delay="0"/>
                                          </p:stCondLst>
                                        </p:cTn>
                                        <p:tgtEl>
                                          <p:spTgt spid="4">
                                            <p:graphicEl>
                                              <a:dgm id="{2AF3F1F2-BFD0-4440-89CA-2D46904E0342}"/>
                                            </p:graphicEl>
                                          </p:spTgt>
                                        </p:tgtEl>
                                        <p:attrNameLst>
                                          <p:attrName>style.visibility</p:attrName>
                                        </p:attrNameLst>
                                      </p:cBhvr>
                                      <p:to>
                                        <p:strVal val="visible"/>
                                      </p:to>
                                    </p:set>
                                    <p:anim calcmode="lin" valueType="num">
                                      <p:cBhvr additive="base">
                                        <p:cTn id="77" dur="500" fill="hold"/>
                                        <p:tgtEl>
                                          <p:spTgt spid="4">
                                            <p:graphicEl>
                                              <a:dgm id="{2AF3F1F2-BFD0-4440-89CA-2D46904E0342}"/>
                                            </p:graphic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4">
                                            <p:graphicEl>
                                              <a:dgm id="{2AF3F1F2-BFD0-4440-89CA-2D46904E0342}"/>
                                            </p:graphicEl>
                                          </p:spTgt>
                                        </p:tgtEl>
                                        <p:attrNameLst>
                                          <p:attrName>ppt_y</p:attrName>
                                        </p:attrNameLst>
                                      </p:cBhvr>
                                      <p:tavLst>
                                        <p:tav tm="0">
                                          <p:val>
                                            <p:strVal val="0-#ppt_h/2"/>
                                          </p:val>
                                        </p:tav>
                                        <p:tav tm="100000">
                                          <p:val>
                                            <p:strVal val="#ppt_y"/>
                                          </p:val>
                                        </p:tav>
                                      </p:tavLst>
                                    </p:anim>
                                  </p:childTnLst>
                                </p:cTn>
                              </p:par>
                              <p:par>
                                <p:cTn id="79" presetID="2" presetClass="entr" presetSubtype="3" fill="hold" grpId="0" nodeType="withEffect">
                                  <p:stCondLst>
                                    <p:cond delay="0"/>
                                  </p:stCondLst>
                                  <p:childTnLst>
                                    <p:set>
                                      <p:cBhvr>
                                        <p:cTn id="80" dur="1" fill="hold">
                                          <p:stCondLst>
                                            <p:cond delay="0"/>
                                          </p:stCondLst>
                                        </p:cTn>
                                        <p:tgtEl>
                                          <p:spTgt spid="4">
                                            <p:graphicEl>
                                              <a:dgm id="{7B8D52E4-9E68-494F-9436-6220ED7074FC}"/>
                                            </p:graphicEl>
                                          </p:spTgt>
                                        </p:tgtEl>
                                        <p:attrNameLst>
                                          <p:attrName>style.visibility</p:attrName>
                                        </p:attrNameLst>
                                      </p:cBhvr>
                                      <p:to>
                                        <p:strVal val="visible"/>
                                      </p:to>
                                    </p:set>
                                    <p:anim calcmode="lin" valueType="num">
                                      <p:cBhvr additive="base">
                                        <p:cTn id="81" dur="500" fill="hold"/>
                                        <p:tgtEl>
                                          <p:spTgt spid="4">
                                            <p:graphicEl>
                                              <a:dgm id="{7B8D52E4-9E68-494F-9436-6220ED7074FC}"/>
                                            </p:graphicEl>
                                          </p:spTgt>
                                        </p:tgtEl>
                                        <p:attrNameLst>
                                          <p:attrName>ppt_x</p:attrName>
                                        </p:attrNameLst>
                                      </p:cBhvr>
                                      <p:tavLst>
                                        <p:tav tm="0">
                                          <p:val>
                                            <p:strVal val="1+#ppt_w/2"/>
                                          </p:val>
                                        </p:tav>
                                        <p:tav tm="100000">
                                          <p:val>
                                            <p:strVal val="#ppt_x"/>
                                          </p:val>
                                        </p:tav>
                                      </p:tavLst>
                                    </p:anim>
                                    <p:anim calcmode="lin" valueType="num">
                                      <p:cBhvr additive="base">
                                        <p:cTn id="82" dur="500" fill="hold"/>
                                        <p:tgtEl>
                                          <p:spTgt spid="4">
                                            <p:graphicEl>
                                              <a:dgm id="{7B8D52E4-9E68-494F-9436-6220ED7074FC}"/>
                                            </p:graphicEl>
                                          </p:spTgt>
                                        </p:tgtEl>
                                        <p:attrNameLst>
                                          <p:attrName>ppt_y</p:attrName>
                                        </p:attrNameLst>
                                      </p:cBhvr>
                                      <p:tavLst>
                                        <p:tav tm="0">
                                          <p:val>
                                            <p:strVal val="0-#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3" fill="hold" grpId="0" nodeType="clickEffect">
                                  <p:stCondLst>
                                    <p:cond delay="0"/>
                                  </p:stCondLst>
                                  <p:childTnLst>
                                    <p:set>
                                      <p:cBhvr>
                                        <p:cTn id="86" dur="1" fill="hold">
                                          <p:stCondLst>
                                            <p:cond delay="0"/>
                                          </p:stCondLst>
                                        </p:cTn>
                                        <p:tgtEl>
                                          <p:spTgt spid="4">
                                            <p:graphicEl>
                                              <a:dgm id="{F4D0797E-F671-4F05-A8EE-F130FC16B0BA}"/>
                                            </p:graphicEl>
                                          </p:spTgt>
                                        </p:tgtEl>
                                        <p:attrNameLst>
                                          <p:attrName>style.visibility</p:attrName>
                                        </p:attrNameLst>
                                      </p:cBhvr>
                                      <p:to>
                                        <p:strVal val="visible"/>
                                      </p:to>
                                    </p:set>
                                    <p:anim calcmode="lin" valueType="num">
                                      <p:cBhvr additive="base">
                                        <p:cTn id="87" dur="500" fill="hold"/>
                                        <p:tgtEl>
                                          <p:spTgt spid="4">
                                            <p:graphicEl>
                                              <a:dgm id="{F4D0797E-F671-4F05-A8EE-F130FC16B0BA}"/>
                                            </p:graphicEl>
                                          </p:spTgt>
                                        </p:tgtEl>
                                        <p:attrNameLst>
                                          <p:attrName>ppt_x</p:attrName>
                                        </p:attrNameLst>
                                      </p:cBhvr>
                                      <p:tavLst>
                                        <p:tav tm="0">
                                          <p:val>
                                            <p:strVal val="1+#ppt_w/2"/>
                                          </p:val>
                                        </p:tav>
                                        <p:tav tm="100000">
                                          <p:val>
                                            <p:strVal val="#ppt_x"/>
                                          </p:val>
                                        </p:tav>
                                      </p:tavLst>
                                    </p:anim>
                                    <p:anim calcmode="lin" valueType="num">
                                      <p:cBhvr additive="base">
                                        <p:cTn id="88" dur="500" fill="hold"/>
                                        <p:tgtEl>
                                          <p:spTgt spid="4">
                                            <p:graphicEl>
                                              <a:dgm id="{F4D0797E-F671-4F05-A8EE-F130FC16B0BA}"/>
                                            </p:graphicEl>
                                          </p:spTgt>
                                        </p:tgtEl>
                                        <p:attrNameLst>
                                          <p:attrName>ppt_y</p:attrName>
                                        </p:attrNameLst>
                                      </p:cBhvr>
                                      <p:tavLst>
                                        <p:tav tm="0">
                                          <p:val>
                                            <p:strVal val="0-#ppt_h/2"/>
                                          </p:val>
                                        </p:tav>
                                        <p:tav tm="100000">
                                          <p:val>
                                            <p:strVal val="#ppt_y"/>
                                          </p:val>
                                        </p:tav>
                                      </p:tavLst>
                                    </p:anim>
                                  </p:childTnLst>
                                </p:cTn>
                              </p:par>
                              <p:par>
                                <p:cTn id="89" presetID="2" presetClass="entr" presetSubtype="3" fill="hold" grpId="0" nodeType="withEffect">
                                  <p:stCondLst>
                                    <p:cond delay="0"/>
                                  </p:stCondLst>
                                  <p:childTnLst>
                                    <p:set>
                                      <p:cBhvr>
                                        <p:cTn id="90" dur="1" fill="hold">
                                          <p:stCondLst>
                                            <p:cond delay="0"/>
                                          </p:stCondLst>
                                        </p:cTn>
                                        <p:tgtEl>
                                          <p:spTgt spid="4">
                                            <p:graphicEl>
                                              <a:dgm id="{43326967-6EA2-4E29-8152-681A2F3DD9DA}"/>
                                            </p:graphicEl>
                                          </p:spTgt>
                                        </p:tgtEl>
                                        <p:attrNameLst>
                                          <p:attrName>style.visibility</p:attrName>
                                        </p:attrNameLst>
                                      </p:cBhvr>
                                      <p:to>
                                        <p:strVal val="visible"/>
                                      </p:to>
                                    </p:set>
                                    <p:anim calcmode="lin" valueType="num">
                                      <p:cBhvr additive="base">
                                        <p:cTn id="91" dur="500" fill="hold"/>
                                        <p:tgtEl>
                                          <p:spTgt spid="4">
                                            <p:graphicEl>
                                              <a:dgm id="{43326967-6EA2-4E29-8152-681A2F3DD9DA}"/>
                                            </p:graphic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4">
                                            <p:graphicEl>
                                              <a:dgm id="{43326967-6EA2-4E29-8152-681A2F3DD9DA}"/>
                                            </p:graphicEl>
                                          </p:spTgt>
                                        </p:tgtEl>
                                        <p:attrNameLst>
                                          <p:attrName>ppt_y</p:attrName>
                                        </p:attrNameLst>
                                      </p:cBhvr>
                                      <p:tavLst>
                                        <p:tav tm="0">
                                          <p:val>
                                            <p:strVal val="0-#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3" fill="hold" grpId="0" nodeType="clickEffect">
                                  <p:stCondLst>
                                    <p:cond delay="0"/>
                                  </p:stCondLst>
                                  <p:childTnLst>
                                    <p:set>
                                      <p:cBhvr>
                                        <p:cTn id="96" dur="1" fill="hold">
                                          <p:stCondLst>
                                            <p:cond delay="0"/>
                                          </p:stCondLst>
                                        </p:cTn>
                                        <p:tgtEl>
                                          <p:spTgt spid="4">
                                            <p:graphicEl>
                                              <a:dgm id="{8EF3CBDE-E393-4937-BF98-F793B112EF5E}"/>
                                            </p:graphicEl>
                                          </p:spTgt>
                                        </p:tgtEl>
                                        <p:attrNameLst>
                                          <p:attrName>style.visibility</p:attrName>
                                        </p:attrNameLst>
                                      </p:cBhvr>
                                      <p:to>
                                        <p:strVal val="visible"/>
                                      </p:to>
                                    </p:set>
                                    <p:anim calcmode="lin" valueType="num">
                                      <p:cBhvr additive="base">
                                        <p:cTn id="97" dur="500" fill="hold"/>
                                        <p:tgtEl>
                                          <p:spTgt spid="4">
                                            <p:graphicEl>
                                              <a:dgm id="{8EF3CBDE-E393-4937-BF98-F793B112EF5E}"/>
                                            </p:graphicEl>
                                          </p:spTgt>
                                        </p:tgtEl>
                                        <p:attrNameLst>
                                          <p:attrName>ppt_x</p:attrName>
                                        </p:attrNameLst>
                                      </p:cBhvr>
                                      <p:tavLst>
                                        <p:tav tm="0">
                                          <p:val>
                                            <p:strVal val="1+#ppt_w/2"/>
                                          </p:val>
                                        </p:tav>
                                        <p:tav tm="100000">
                                          <p:val>
                                            <p:strVal val="#ppt_x"/>
                                          </p:val>
                                        </p:tav>
                                      </p:tavLst>
                                    </p:anim>
                                    <p:anim calcmode="lin" valueType="num">
                                      <p:cBhvr additive="base">
                                        <p:cTn id="98" dur="500" fill="hold"/>
                                        <p:tgtEl>
                                          <p:spTgt spid="4">
                                            <p:graphicEl>
                                              <a:dgm id="{8EF3CBDE-E393-4937-BF98-F793B112EF5E}"/>
                                            </p:graphicEl>
                                          </p:spTgt>
                                        </p:tgtEl>
                                        <p:attrNameLst>
                                          <p:attrName>ppt_y</p:attrName>
                                        </p:attrNameLst>
                                      </p:cBhvr>
                                      <p:tavLst>
                                        <p:tav tm="0">
                                          <p:val>
                                            <p:strVal val="0-#ppt_h/2"/>
                                          </p:val>
                                        </p:tav>
                                        <p:tav tm="100000">
                                          <p:val>
                                            <p:strVal val="#ppt_y"/>
                                          </p:val>
                                        </p:tav>
                                      </p:tavLst>
                                    </p:anim>
                                  </p:childTnLst>
                                </p:cTn>
                              </p:par>
                              <p:par>
                                <p:cTn id="99" presetID="2" presetClass="entr" presetSubtype="3" fill="hold" grpId="0" nodeType="withEffect">
                                  <p:stCondLst>
                                    <p:cond delay="0"/>
                                  </p:stCondLst>
                                  <p:childTnLst>
                                    <p:set>
                                      <p:cBhvr>
                                        <p:cTn id="100" dur="1" fill="hold">
                                          <p:stCondLst>
                                            <p:cond delay="0"/>
                                          </p:stCondLst>
                                        </p:cTn>
                                        <p:tgtEl>
                                          <p:spTgt spid="4">
                                            <p:graphicEl>
                                              <a:dgm id="{8D45E68C-159E-4DE7-9A98-C923AFFD83F4}"/>
                                            </p:graphicEl>
                                          </p:spTgt>
                                        </p:tgtEl>
                                        <p:attrNameLst>
                                          <p:attrName>style.visibility</p:attrName>
                                        </p:attrNameLst>
                                      </p:cBhvr>
                                      <p:to>
                                        <p:strVal val="visible"/>
                                      </p:to>
                                    </p:set>
                                    <p:anim calcmode="lin" valueType="num">
                                      <p:cBhvr additive="base">
                                        <p:cTn id="101" dur="500" fill="hold"/>
                                        <p:tgtEl>
                                          <p:spTgt spid="4">
                                            <p:graphicEl>
                                              <a:dgm id="{8D45E68C-159E-4DE7-9A98-C923AFFD83F4}"/>
                                            </p:graphicEl>
                                          </p:spTgt>
                                        </p:tgtEl>
                                        <p:attrNameLst>
                                          <p:attrName>ppt_x</p:attrName>
                                        </p:attrNameLst>
                                      </p:cBhvr>
                                      <p:tavLst>
                                        <p:tav tm="0">
                                          <p:val>
                                            <p:strVal val="1+#ppt_w/2"/>
                                          </p:val>
                                        </p:tav>
                                        <p:tav tm="100000">
                                          <p:val>
                                            <p:strVal val="#ppt_x"/>
                                          </p:val>
                                        </p:tav>
                                      </p:tavLst>
                                    </p:anim>
                                    <p:anim calcmode="lin" valueType="num">
                                      <p:cBhvr additive="base">
                                        <p:cTn id="102" dur="500" fill="hold"/>
                                        <p:tgtEl>
                                          <p:spTgt spid="4">
                                            <p:graphicEl>
                                              <a:dgm id="{8D45E68C-159E-4DE7-9A98-C923AFFD83F4}"/>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72023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SST-Theme3">
  <a:themeElements>
    <a:clrScheme name="Custom 1">
      <a:dk1>
        <a:srgbClr val="002060"/>
      </a:dk1>
      <a:lt1>
        <a:srgbClr val="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ST-Theme3" id="{19FA4AEF-6FF8-4EA7-B305-9BE5D4ECCCA5}" vid="{A328A429-1CDE-49DF-A990-0DFEB0585E5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SST-Theme3</Template>
  <TotalTime>70</TotalTime>
  <Words>2975</Words>
  <Application>Microsoft Office PowerPoint</Application>
  <PresentationFormat>On-screen Show (4:3)</PresentationFormat>
  <Paragraphs>266</Paragraphs>
  <Slides>44</Slides>
  <Notes>2</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SST-Theme3</vt:lpstr>
      <vt:lpstr>Computer Networks  </vt:lpstr>
      <vt:lpstr>Learning Objectives</vt:lpstr>
      <vt:lpstr>Computer Networks</vt:lpstr>
      <vt:lpstr>Goals of Computer Networks</vt:lpstr>
      <vt:lpstr>Types of Computer Network Architecture</vt:lpstr>
      <vt:lpstr>Terminologies of Computer Networks</vt:lpstr>
      <vt:lpstr>Computer Network Devices</vt:lpstr>
      <vt:lpstr>NIC and MAC</vt:lpstr>
      <vt:lpstr>Hub</vt:lpstr>
      <vt:lpstr>Switch</vt:lpstr>
      <vt:lpstr>Router</vt:lpstr>
      <vt:lpstr>Modem</vt:lpstr>
      <vt:lpstr>Types of Computer Networks</vt:lpstr>
      <vt:lpstr>Personal Area Network (PAN)</vt:lpstr>
      <vt:lpstr>Personal Area Network (PAN)</vt:lpstr>
      <vt:lpstr>Local Area Network (LAN)</vt:lpstr>
      <vt:lpstr>Local Area Network (LAN)</vt:lpstr>
      <vt:lpstr>Wide Area Network (WAN)</vt:lpstr>
      <vt:lpstr>Wide Area Network (WAN)</vt:lpstr>
      <vt:lpstr>Wireless Local Area Network (WLAN)</vt:lpstr>
      <vt:lpstr>Wireless Local Area Network (WLAN)</vt:lpstr>
      <vt:lpstr>Metropolitan Area Network (MAN)</vt:lpstr>
      <vt:lpstr>Metropolitan Area Network (MAN)</vt:lpstr>
      <vt:lpstr>Campus Area Network (CAN)</vt:lpstr>
      <vt:lpstr>Campus Area Network (CAN)</vt:lpstr>
      <vt:lpstr>Storage Area Network (SAN)</vt:lpstr>
      <vt:lpstr>Storage Area Network (SAN)</vt:lpstr>
      <vt:lpstr>Enterprise Private Network (EPN)</vt:lpstr>
      <vt:lpstr>Enterprise Private Network (EPN)</vt:lpstr>
      <vt:lpstr>Virtual Private Network (VPN)</vt:lpstr>
      <vt:lpstr>Virtual Private Network (VPN)</vt:lpstr>
      <vt:lpstr>Network Protocols</vt:lpstr>
      <vt:lpstr>Internet vs internet</vt:lpstr>
      <vt:lpstr>Internet</vt:lpstr>
      <vt:lpstr>internet</vt:lpstr>
      <vt:lpstr>Intranet vs Extranet</vt:lpstr>
      <vt:lpstr>Intranet</vt:lpstr>
      <vt:lpstr>Extranet</vt:lpstr>
      <vt:lpstr>PowerPoint Presentation</vt:lpstr>
      <vt:lpstr>Virtual Private Network (VPN)</vt:lpstr>
      <vt:lpstr>Client/Server Network </vt:lpstr>
      <vt:lpstr>Benefits of Computer Networks</vt:lpstr>
      <vt:lpstr>Computer Network Security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Moruson</dc:creator>
  <cp:lastModifiedBy>Desmond Moru</cp:lastModifiedBy>
  <cp:revision>2</cp:revision>
  <dcterms:modified xsi:type="dcterms:W3CDTF">2025-10-25T16:43:17Z</dcterms:modified>
</cp:coreProperties>
</file>