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6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7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2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21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9" r:id="rId3"/>
    <p:sldId id="29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77" r:id="rId23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001746"/>
    <a:srgbClr val="FFC000"/>
    <a:srgbClr val="FFFFFF"/>
    <a:srgbClr val="00206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list1" loCatId="list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2000" b="1" i="0" dirty="0"/>
            <a:t>Change Directory Command:</a:t>
          </a:r>
          <a:r>
            <a:rPr lang="en-US" sz="2000" b="0" i="0" dirty="0"/>
            <a:t> </a:t>
          </a:r>
          <a:r>
            <a:rPr lang="en-US" sz="2000" b="1" i="1" dirty="0">
              <a:solidFill>
                <a:srgbClr val="FFFF00"/>
              </a:solidFill>
            </a:rPr>
            <a:t>cd</a:t>
          </a:r>
          <a:r>
            <a:rPr lang="en-US" sz="2000" b="0" i="0" dirty="0"/>
            <a:t> </a:t>
          </a:r>
          <a:endParaRPr lang="en-US" sz="2000" dirty="0"/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D67DF791-813D-494D-A1FF-9374B85E91FF}">
      <dgm:prSet custT="1"/>
      <dgm:spPr/>
      <dgm:t>
        <a:bodyPr/>
        <a:lstStyle/>
        <a:p>
          <a:r>
            <a:rPr lang="en-US" sz="2000" b="1" i="0"/>
            <a:t>Example:</a:t>
          </a:r>
          <a:r>
            <a:rPr lang="en-US" sz="2000" b="0" i="0"/>
            <a:t> cd “path/to/directory/”</a:t>
          </a:r>
          <a:endParaRPr lang="en-US" sz="2000" dirty="0"/>
        </a:p>
      </dgm:t>
    </dgm:pt>
    <dgm:pt modelId="{C7186F9E-4FB7-47DA-A85F-EA023CE4EF90}" type="parTrans" cxnId="{BE522CF7-4EDE-437A-B9A7-19B63AEDACFE}">
      <dgm:prSet/>
      <dgm:spPr/>
      <dgm:t>
        <a:bodyPr/>
        <a:lstStyle/>
        <a:p>
          <a:endParaRPr lang="en-US"/>
        </a:p>
      </dgm:t>
    </dgm:pt>
    <dgm:pt modelId="{4395741D-EDE5-4CFF-B5C1-799832F92573}" type="sibTrans" cxnId="{BE522CF7-4EDE-437A-B9A7-19B63AEDACFE}">
      <dgm:prSet/>
      <dgm:spPr/>
      <dgm:t>
        <a:bodyPr/>
        <a:lstStyle/>
        <a:p>
          <a:endParaRPr lang="en-US"/>
        </a:p>
      </dgm:t>
    </dgm:pt>
    <dgm:pt modelId="{98C2C2FB-6D8D-48F2-8311-6F479B73C380}">
      <dgm:prSet custT="1"/>
      <dgm:spPr/>
      <dgm:t>
        <a:bodyPr/>
        <a:lstStyle/>
        <a:p>
          <a:r>
            <a:rPr lang="en-US" sz="2000" b="0" i="0" dirty="0"/>
            <a:t>List/Check Directory </a:t>
          </a:r>
          <a:r>
            <a:rPr lang="en-US" sz="2000" b="1" i="0" dirty="0"/>
            <a:t>Command:</a:t>
          </a:r>
          <a:r>
            <a:rPr lang="en-US" sz="2000" b="0" i="0" dirty="0"/>
            <a:t> </a:t>
          </a:r>
          <a:r>
            <a:rPr lang="en-US" sz="2000" b="1" i="1" dirty="0">
              <a:solidFill>
                <a:srgbClr val="FFFF00"/>
              </a:solidFill>
            </a:rPr>
            <a:t>ls</a:t>
          </a:r>
          <a:r>
            <a:rPr lang="en-US" sz="2000" b="0" i="0" dirty="0"/>
            <a:t> </a:t>
          </a:r>
          <a:endParaRPr lang="en-US" sz="2000" dirty="0"/>
        </a:p>
      </dgm:t>
    </dgm:pt>
    <dgm:pt modelId="{1AA6BA55-E608-4AAF-AC90-36AB08EDBFE3}" type="parTrans" cxnId="{BF36BE30-09E3-42E9-B1B6-5DEAC312EA55}">
      <dgm:prSet/>
      <dgm:spPr/>
      <dgm:t>
        <a:bodyPr/>
        <a:lstStyle/>
        <a:p>
          <a:endParaRPr lang="en-US"/>
        </a:p>
      </dgm:t>
    </dgm:pt>
    <dgm:pt modelId="{170FCA54-3A4D-483A-B5FB-5B46232FFFD5}" type="sibTrans" cxnId="{BF36BE30-09E3-42E9-B1B6-5DEAC312EA55}">
      <dgm:prSet/>
      <dgm:spPr/>
      <dgm:t>
        <a:bodyPr/>
        <a:lstStyle/>
        <a:p>
          <a:endParaRPr lang="en-US"/>
        </a:p>
      </dgm:t>
    </dgm:pt>
    <dgm:pt modelId="{BE89ECF2-CFE9-4FCB-907D-09D8DCFEA870}">
      <dgm:prSet custT="1"/>
      <dgm:spPr/>
      <dgm:t>
        <a:bodyPr/>
        <a:lstStyle/>
        <a:p>
          <a:r>
            <a:rPr lang="en-US" sz="2000" b="1" i="0"/>
            <a:t>Example:</a:t>
          </a:r>
          <a:r>
            <a:rPr lang="en-US" sz="2000" b="0" i="0"/>
            <a:t> ls “path/to/directory/”</a:t>
          </a:r>
          <a:endParaRPr lang="en-US" sz="2000" dirty="0"/>
        </a:p>
      </dgm:t>
    </dgm:pt>
    <dgm:pt modelId="{3B87FE89-03D6-413D-8D8E-372DFFCD28D4}" type="parTrans" cxnId="{EB01276B-3157-4A5A-A12B-3F515698B5D7}">
      <dgm:prSet/>
      <dgm:spPr/>
      <dgm:t>
        <a:bodyPr/>
        <a:lstStyle/>
        <a:p>
          <a:endParaRPr lang="en-US"/>
        </a:p>
      </dgm:t>
    </dgm:pt>
    <dgm:pt modelId="{A3F314FA-319E-4638-8809-B112CC99C9C9}" type="sibTrans" cxnId="{EB01276B-3157-4A5A-A12B-3F515698B5D7}">
      <dgm:prSet/>
      <dgm:spPr/>
      <dgm:t>
        <a:bodyPr/>
        <a:lstStyle/>
        <a:p>
          <a:endParaRPr lang="en-US"/>
        </a:p>
      </dgm:t>
    </dgm:pt>
    <dgm:pt modelId="{6ED0E24B-8D14-4DE6-886F-33DB036E36B0}">
      <dgm:prSet custT="1"/>
      <dgm:spPr/>
      <dgm:t>
        <a:bodyPr/>
        <a:lstStyle/>
        <a:p>
          <a:r>
            <a:rPr lang="en-US" sz="2000" b="0" i="0" dirty="0"/>
            <a:t>Open Files </a:t>
          </a:r>
          <a:r>
            <a:rPr lang="en-US" sz="2000" b="1" i="0" dirty="0"/>
            <a:t>Command:</a:t>
          </a:r>
          <a:r>
            <a:rPr lang="en-US" sz="2000" b="0" i="0" dirty="0"/>
            <a:t> </a:t>
          </a:r>
          <a:r>
            <a:rPr lang="en-US" sz="2000" b="1" i="1" dirty="0">
              <a:solidFill>
                <a:srgbClr val="FFFF00"/>
              </a:solidFill>
            </a:rPr>
            <a:t>open</a:t>
          </a:r>
        </a:p>
      </dgm:t>
    </dgm:pt>
    <dgm:pt modelId="{044360DB-C620-4015-BC19-A9A2C04BAED2}" type="parTrans" cxnId="{E0F1D75F-0588-405C-B8B9-DC89C4D111E7}">
      <dgm:prSet/>
      <dgm:spPr/>
      <dgm:t>
        <a:bodyPr/>
        <a:lstStyle/>
        <a:p>
          <a:endParaRPr lang="en-US"/>
        </a:p>
      </dgm:t>
    </dgm:pt>
    <dgm:pt modelId="{85F6B475-AC1C-4C70-9BC2-BC205B0A84F7}" type="sibTrans" cxnId="{E0F1D75F-0588-405C-B8B9-DC89C4D111E7}">
      <dgm:prSet/>
      <dgm:spPr/>
      <dgm:t>
        <a:bodyPr/>
        <a:lstStyle/>
        <a:p>
          <a:endParaRPr lang="en-US"/>
        </a:p>
      </dgm:t>
    </dgm:pt>
    <dgm:pt modelId="{29883C17-C580-4E6F-9FD2-AC3C75E43E7B}">
      <dgm:prSet custT="1"/>
      <dgm:spPr/>
      <dgm:t>
        <a:bodyPr/>
        <a:lstStyle/>
        <a:p>
          <a:r>
            <a:rPr lang="en-US" sz="2000" b="1" i="0" dirty="0"/>
            <a:t>Example:</a:t>
          </a:r>
          <a:r>
            <a:rPr lang="en-US" sz="2000" b="0" i="0" dirty="0"/>
            <a:t> open “filename”</a:t>
          </a:r>
          <a:endParaRPr lang="en-US" sz="2000" dirty="0"/>
        </a:p>
      </dgm:t>
    </dgm:pt>
    <dgm:pt modelId="{22A45788-27B3-4888-B127-3FDEDF1BC90E}" type="parTrans" cxnId="{8271C31A-C8FF-46FD-888A-3243A8CB982F}">
      <dgm:prSet/>
      <dgm:spPr/>
      <dgm:t>
        <a:bodyPr/>
        <a:lstStyle/>
        <a:p>
          <a:endParaRPr lang="en-US"/>
        </a:p>
      </dgm:t>
    </dgm:pt>
    <dgm:pt modelId="{4C34A328-9DE1-459F-87EB-82562F07B9EE}" type="sibTrans" cxnId="{8271C31A-C8FF-46FD-888A-3243A8CB982F}">
      <dgm:prSet/>
      <dgm:spPr/>
      <dgm:t>
        <a:bodyPr/>
        <a:lstStyle/>
        <a:p>
          <a:endParaRPr lang="en-US"/>
        </a:p>
      </dgm:t>
    </dgm:pt>
    <dgm:pt modelId="{B890E482-66B2-4559-A35C-D1F7A2CE9B1A}">
      <dgm:prSet custT="1"/>
      <dgm:spPr/>
      <dgm:t>
        <a:bodyPr/>
        <a:lstStyle/>
        <a:p>
          <a:r>
            <a:rPr lang="en-US" sz="2000" b="0" i="0" dirty="0"/>
            <a:t>Copy a file to another Directory </a:t>
          </a:r>
          <a:r>
            <a:rPr lang="en-US" sz="2000" b="1" i="0" dirty="0"/>
            <a:t>Command:</a:t>
          </a:r>
          <a:r>
            <a:rPr lang="en-US" sz="2000" b="0" i="0" dirty="0"/>
            <a:t> </a:t>
          </a:r>
          <a:r>
            <a:rPr lang="en-US" sz="2000" b="1" i="1" dirty="0">
              <a:solidFill>
                <a:srgbClr val="FFFF00"/>
              </a:solidFill>
            </a:rPr>
            <a:t>cp</a:t>
          </a:r>
        </a:p>
      </dgm:t>
    </dgm:pt>
    <dgm:pt modelId="{E7E576EB-E819-44F6-9E1A-492C0A4B747B}" type="parTrans" cxnId="{81FB16D3-6EAE-42E7-B145-7AB94875F4CA}">
      <dgm:prSet/>
      <dgm:spPr/>
      <dgm:t>
        <a:bodyPr/>
        <a:lstStyle/>
        <a:p>
          <a:endParaRPr lang="en-US"/>
        </a:p>
      </dgm:t>
    </dgm:pt>
    <dgm:pt modelId="{43F322BB-92C0-4F89-A199-4D534E29280F}" type="sibTrans" cxnId="{81FB16D3-6EAE-42E7-B145-7AB94875F4CA}">
      <dgm:prSet/>
      <dgm:spPr/>
      <dgm:t>
        <a:bodyPr/>
        <a:lstStyle/>
        <a:p>
          <a:endParaRPr lang="en-US"/>
        </a:p>
      </dgm:t>
    </dgm:pt>
    <dgm:pt modelId="{FAD5CCC2-CEE9-40D8-94F8-FA92B7F591F2}">
      <dgm:prSet custT="1"/>
      <dgm:spPr/>
      <dgm:t>
        <a:bodyPr/>
        <a:lstStyle/>
        <a:p>
          <a:r>
            <a:rPr lang="en-US" sz="2000" b="1" i="0"/>
            <a:t>Example:</a:t>
          </a:r>
          <a:r>
            <a:rPr lang="en-US" sz="2000" b="0" i="0"/>
            <a:t> cp “filename” “newfilename” </a:t>
          </a:r>
          <a:endParaRPr lang="en-US" sz="2000" dirty="0"/>
        </a:p>
      </dgm:t>
    </dgm:pt>
    <dgm:pt modelId="{96B775E3-224E-4402-8651-7826F468AA67}" type="parTrans" cxnId="{095DEAB0-2148-4B0C-86FA-9B6E4CD52526}">
      <dgm:prSet/>
      <dgm:spPr/>
      <dgm:t>
        <a:bodyPr/>
        <a:lstStyle/>
        <a:p>
          <a:endParaRPr lang="en-US"/>
        </a:p>
      </dgm:t>
    </dgm:pt>
    <dgm:pt modelId="{286A7F6F-78C5-4E74-A1FA-F736A484B601}" type="sibTrans" cxnId="{095DEAB0-2148-4B0C-86FA-9B6E4CD52526}">
      <dgm:prSet/>
      <dgm:spPr/>
      <dgm:t>
        <a:bodyPr/>
        <a:lstStyle/>
        <a:p>
          <a:endParaRPr lang="en-US"/>
        </a:p>
      </dgm:t>
    </dgm:pt>
    <dgm:pt modelId="{30009111-C8EF-4416-9C74-EEDF4799455C}">
      <dgm:prSet custT="1"/>
      <dgm:spPr/>
      <dgm:t>
        <a:bodyPr/>
        <a:lstStyle/>
        <a:p>
          <a:r>
            <a:rPr lang="en-US" sz="2000" b="0" i="0" dirty="0"/>
            <a:t>Move a file </a:t>
          </a:r>
          <a:r>
            <a:rPr lang="en-US" sz="2000" b="1" i="0" dirty="0"/>
            <a:t>Command:</a:t>
          </a:r>
          <a:r>
            <a:rPr lang="en-US" sz="2000" b="0" i="0" dirty="0"/>
            <a:t> </a:t>
          </a:r>
          <a:r>
            <a:rPr lang="en-US" sz="2000" b="1" i="1" dirty="0">
              <a:solidFill>
                <a:srgbClr val="FFFF00"/>
              </a:solidFill>
            </a:rPr>
            <a:t>mv</a:t>
          </a:r>
        </a:p>
      </dgm:t>
    </dgm:pt>
    <dgm:pt modelId="{B5056E46-4E4D-4AE4-B689-7CCFE205DBCB}" type="parTrans" cxnId="{E9DA8B28-96F5-4A5A-A635-AC9CCD1B73B9}">
      <dgm:prSet/>
      <dgm:spPr/>
      <dgm:t>
        <a:bodyPr/>
        <a:lstStyle/>
        <a:p>
          <a:endParaRPr lang="en-US"/>
        </a:p>
      </dgm:t>
    </dgm:pt>
    <dgm:pt modelId="{043B7F9E-E5BB-4CA2-9AC8-4E4E2D4AFC25}" type="sibTrans" cxnId="{E9DA8B28-96F5-4A5A-A635-AC9CCD1B73B9}">
      <dgm:prSet/>
      <dgm:spPr/>
      <dgm:t>
        <a:bodyPr/>
        <a:lstStyle/>
        <a:p>
          <a:endParaRPr lang="en-US"/>
        </a:p>
      </dgm:t>
    </dgm:pt>
    <dgm:pt modelId="{05111BF4-12E9-439C-A57D-F24EC741512C}">
      <dgm:prSet custT="1"/>
      <dgm:spPr/>
      <dgm:t>
        <a:bodyPr/>
        <a:lstStyle/>
        <a:p>
          <a:r>
            <a:rPr lang="en-US" sz="2000" b="1" i="0"/>
            <a:t>Example:</a:t>
          </a:r>
          <a:r>
            <a:rPr lang="en-US" sz="2000" b="0" i="0"/>
            <a:t> mv “filename” “path/to/new/file/location” </a:t>
          </a:r>
          <a:endParaRPr lang="en-US" sz="2000" dirty="0"/>
        </a:p>
      </dgm:t>
    </dgm:pt>
    <dgm:pt modelId="{0E4D956A-1B22-4BDB-A5F4-1ADC7703160B}" type="parTrans" cxnId="{C351051C-10C7-44F0-80A6-A1B24BD9261C}">
      <dgm:prSet/>
      <dgm:spPr/>
      <dgm:t>
        <a:bodyPr/>
        <a:lstStyle/>
        <a:p>
          <a:endParaRPr lang="en-US"/>
        </a:p>
      </dgm:t>
    </dgm:pt>
    <dgm:pt modelId="{B019E671-81D3-42EC-BF2A-1729C4B5C66E}" type="sibTrans" cxnId="{C351051C-10C7-44F0-80A6-A1B24BD9261C}">
      <dgm:prSet/>
      <dgm:spPr/>
      <dgm:t>
        <a:bodyPr/>
        <a:lstStyle/>
        <a:p>
          <a:endParaRPr lang="en-US"/>
        </a:p>
      </dgm:t>
    </dgm:pt>
    <dgm:pt modelId="{AF7F3FD7-17D4-4114-A144-4A26AC896ECE}">
      <dgm:prSet custT="1"/>
      <dgm:spPr/>
      <dgm:t>
        <a:bodyPr/>
        <a:lstStyle/>
        <a:p>
          <a:r>
            <a:rPr lang="en-US" sz="2000" b="0" i="0" dirty="0"/>
            <a:t>Create a file </a:t>
          </a:r>
          <a:r>
            <a:rPr lang="en-US" sz="2000" b="1" i="0" dirty="0"/>
            <a:t>Command:</a:t>
          </a:r>
          <a:r>
            <a:rPr lang="en-US" sz="2000" b="0" i="0" dirty="0"/>
            <a:t> </a:t>
          </a:r>
          <a:r>
            <a:rPr lang="en-US" sz="2000" b="1" i="1" dirty="0">
              <a:solidFill>
                <a:srgbClr val="FFFF00"/>
              </a:solidFill>
            </a:rPr>
            <a:t>touch</a:t>
          </a:r>
        </a:p>
      </dgm:t>
    </dgm:pt>
    <dgm:pt modelId="{1D870B98-8723-430E-8AC6-064C3EFDD759}" type="parTrans" cxnId="{761B48D6-AC12-4FCE-8C78-131B883F5149}">
      <dgm:prSet/>
      <dgm:spPr/>
      <dgm:t>
        <a:bodyPr/>
        <a:lstStyle/>
        <a:p>
          <a:endParaRPr lang="en-US"/>
        </a:p>
      </dgm:t>
    </dgm:pt>
    <dgm:pt modelId="{E27CEC84-BEB1-4DA4-915E-5AFAAA44925B}" type="sibTrans" cxnId="{761B48D6-AC12-4FCE-8C78-131B883F5149}">
      <dgm:prSet/>
      <dgm:spPr/>
      <dgm:t>
        <a:bodyPr/>
        <a:lstStyle/>
        <a:p>
          <a:endParaRPr lang="en-US"/>
        </a:p>
      </dgm:t>
    </dgm:pt>
    <dgm:pt modelId="{77152BD2-4650-49BB-90F6-F5D86A3DD175}">
      <dgm:prSet custT="1"/>
      <dgm:spPr/>
      <dgm:t>
        <a:bodyPr/>
        <a:lstStyle/>
        <a:p>
          <a:r>
            <a:rPr lang="en-US" sz="2000" b="1" i="0"/>
            <a:t>Example:</a:t>
          </a:r>
          <a:r>
            <a:rPr lang="en-US" sz="2000" b="0" i="0"/>
            <a:t> touch myfile.txt </a:t>
          </a:r>
          <a:endParaRPr lang="en-US" sz="2000" dirty="0"/>
        </a:p>
      </dgm:t>
    </dgm:pt>
    <dgm:pt modelId="{D6F137A8-A9E6-4222-9916-7125AD5838BF}" type="parTrans" cxnId="{1A289639-5094-45B0-A778-31EB541A1D70}">
      <dgm:prSet/>
      <dgm:spPr/>
      <dgm:t>
        <a:bodyPr/>
        <a:lstStyle/>
        <a:p>
          <a:endParaRPr lang="en-US"/>
        </a:p>
      </dgm:t>
    </dgm:pt>
    <dgm:pt modelId="{6BAC91B5-F03E-4791-BC6B-5522409C0369}" type="sibTrans" cxnId="{1A289639-5094-45B0-A778-31EB541A1D70}">
      <dgm:prSet/>
      <dgm:spPr/>
      <dgm:t>
        <a:bodyPr/>
        <a:lstStyle/>
        <a:p>
          <a:endParaRPr lang="en-US"/>
        </a:p>
      </dgm:t>
    </dgm:pt>
    <dgm:pt modelId="{7EC284C4-D410-4F9C-BE98-3A2C92B241D3}" type="pres">
      <dgm:prSet presAssocID="{0D4BB93C-C77C-424D-93D7-D4D9166FCFA0}" presName="linear" presStyleCnt="0">
        <dgm:presLayoutVars>
          <dgm:dir/>
          <dgm:animLvl val="lvl"/>
          <dgm:resizeHandles val="exact"/>
        </dgm:presLayoutVars>
      </dgm:prSet>
      <dgm:spPr/>
    </dgm:pt>
    <dgm:pt modelId="{AC2E3275-1130-4340-832C-40D17CF6B507}" type="pres">
      <dgm:prSet presAssocID="{A4B45D05-892C-42E3-AA96-0A2C807EECA6}" presName="parentLin" presStyleCnt="0"/>
      <dgm:spPr/>
    </dgm:pt>
    <dgm:pt modelId="{DD9BEF57-4327-4B1B-87D2-BF9A59CC6951}" type="pres">
      <dgm:prSet presAssocID="{A4B45D05-892C-42E3-AA96-0A2C807EECA6}" presName="parentLeftMargin" presStyleLbl="node1" presStyleIdx="0" presStyleCnt="6"/>
      <dgm:spPr/>
    </dgm:pt>
    <dgm:pt modelId="{C3BECC1B-4E3A-488A-8C99-49D266715AE9}" type="pres">
      <dgm:prSet presAssocID="{A4B45D05-892C-42E3-AA96-0A2C807EECA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1F0BDC4-C021-40F5-AF68-BA8829855617}" type="pres">
      <dgm:prSet presAssocID="{A4B45D05-892C-42E3-AA96-0A2C807EECA6}" presName="negativeSpace" presStyleCnt="0"/>
      <dgm:spPr/>
    </dgm:pt>
    <dgm:pt modelId="{A5E6545D-B0BB-459C-BCB7-C993CEA20C34}" type="pres">
      <dgm:prSet presAssocID="{A4B45D05-892C-42E3-AA96-0A2C807EECA6}" presName="childText" presStyleLbl="conFgAcc1" presStyleIdx="0" presStyleCnt="6">
        <dgm:presLayoutVars>
          <dgm:bulletEnabled val="1"/>
        </dgm:presLayoutVars>
      </dgm:prSet>
      <dgm:spPr/>
    </dgm:pt>
    <dgm:pt modelId="{01F4EAE7-F4D0-489B-A789-E475519E3050}" type="pres">
      <dgm:prSet presAssocID="{CCC5A701-0D3A-4B65-B443-D332EEFB4DF5}" presName="spaceBetweenRectangles" presStyleCnt="0"/>
      <dgm:spPr/>
    </dgm:pt>
    <dgm:pt modelId="{015A22FE-0FE7-4FA4-8179-33657F461DB3}" type="pres">
      <dgm:prSet presAssocID="{98C2C2FB-6D8D-48F2-8311-6F479B73C380}" presName="parentLin" presStyleCnt="0"/>
      <dgm:spPr/>
    </dgm:pt>
    <dgm:pt modelId="{B9A268D8-F1BF-46E7-AC98-94BEB72619A3}" type="pres">
      <dgm:prSet presAssocID="{98C2C2FB-6D8D-48F2-8311-6F479B73C380}" presName="parentLeftMargin" presStyleLbl="node1" presStyleIdx="0" presStyleCnt="6"/>
      <dgm:spPr/>
    </dgm:pt>
    <dgm:pt modelId="{955B283F-5588-41AD-8402-582AEBDFB418}" type="pres">
      <dgm:prSet presAssocID="{98C2C2FB-6D8D-48F2-8311-6F479B73C38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CA825AD-DF1D-4DED-A20A-B01D87A90654}" type="pres">
      <dgm:prSet presAssocID="{98C2C2FB-6D8D-48F2-8311-6F479B73C380}" presName="negativeSpace" presStyleCnt="0"/>
      <dgm:spPr/>
    </dgm:pt>
    <dgm:pt modelId="{2770B40F-71E3-4FCE-B1A2-5E30AA503C6E}" type="pres">
      <dgm:prSet presAssocID="{98C2C2FB-6D8D-48F2-8311-6F479B73C380}" presName="childText" presStyleLbl="conFgAcc1" presStyleIdx="1" presStyleCnt="6">
        <dgm:presLayoutVars>
          <dgm:bulletEnabled val="1"/>
        </dgm:presLayoutVars>
      </dgm:prSet>
      <dgm:spPr/>
    </dgm:pt>
    <dgm:pt modelId="{9E14FA70-53B0-4C99-B1F6-DBF5D9C016F6}" type="pres">
      <dgm:prSet presAssocID="{170FCA54-3A4D-483A-B5FB-5B46232FFFD5}" presName="spaceBetweenRectangles" presStyleCnt="0"/>
      <dgm:spPr/>
    </dgm:pt>
    <dgm:pt modelId="{F7064A96-8F53-42CE-9347-87C364DB7FEC}" type="pres">
      <dgm:prSet presAssocID="{6ED0E24B-8D14-4DE6-886F-33DB036E36B0}" presName="parentLin" presStyleCnt="0"/>
      <dgm:spPr/>
    </dgm:pt>
    <dgm:pt modelId="{CB9A61F8-4563-449F-A7C1-B5C7807C51DA}" type="pres">
      <dgm:prSet presAssocID="{6ED0E24B-8D14-4DE6-886F-33DB036E36B0}" presName="parentLeftMargin" presStyleLbl="node1" presStyleIdx="1" presStyleCnt="6"/>
      <dgm:spPr/>
    </dgm:pt>
    <dgm:pt modelId="{30069C1F-EDD2-412C-A523-EB1FBDE6F0F4}" type="pres">
      <dgm:prSet presAssocID="{6ED0E24B-8D14-4DE6-886F-33DB036E36B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64915EA-4EB8-4CB3-B5AC-07FE0D7CDA69}" type="pres">
      <dgm:prSet presAssocID="{6ED0E24B-8D14-4DE6-886F-33DB036E36B0}" presName="negativeSpace" presStyleCnt="0"/>
      <dgm:spPr/>
    </dgm:pt>
    <dgm:pt modelId="{5D35EA4F-623E-4385-A309-18B571F2FBD7}" type="pres">
      <dgm:prSet presAssocID="{6ED0E24B-8D14-4DE6-886F-33DB036E36B0}" presName="childText" presStyleLbl="conFgAcc1" presStyleIdx="2" presStyleCnt="6">
        <dgm:presLayoutVars>
          <dgm:bulletEnabled val="1"/>
        </dgm:presLayoutVars>
      </dgm:prSet>
      <dgm:spPr/>
    </dgm:pt>
    <dgm:pt modelId="{C924E14E-0F9C-4023-ACC9-DFCE06014AE6}" type="pres">
      <dgm:prSet presAssocID="{85F6B475-AC1C-4C70-9BC2-BC205B0A84F7}" presName="spaceBetweenRectangles" presStyleCnt="0"/>
      <dgm:spPr/>
    </dgm:pt>
    <dgm:pt modelId="{BCA44AC6-1C61-4815-95E7-CDCD6952B91C}" type="pres">
      <dgm:prSet presAssocID="{B890E482-66B2-4559-A35C-D1F7A2CE9B1A}" presName="parentLin" presStyleCnt="0"/>
      <dgm:spPr/>
    </dgm:pt>
    <dgm:pt modelId="{F50A07CD-A360-4809-9875-18C2E0428313}" type="pres">
      <dgm:prSet presAssocID="{B890E482-66B2-4559-A35C-D1F7A2CE9B1A}" presName="parentLeftMargin" presStyleLbl="node1" presStyleIdx="2" presStyleCnt="6"/>
      <dgm:spPr/>
    </dgm:pt>
    <dgm:pt modelId="{9D410846-05C2-4E8A-85B1-313437088579}" type="pres">
      <dgm:prSet presAssocID="{B890E482-66B2-4559-A35C-D1F7A2CE9B1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4CA4023-EDFE-49F0-8087-BD681F7B7F22}" type="pres">
      <dgm:prSet presAssocID="{B890E482-66B2-4559-A35C-D1F7A2CE9B1A}" presName="negativeSpace" presStyleCnt="0"/>
      <dgm:spPr/>
    </dgm:pt>
    <dgm:pt modelId="{D64AB9F8-7D93-4D4F-9957-D5122A017065}" type="pres">
      <dgm:prSet presAssocID="{B890E482-66B2-4559-A35C-D1F7A2CE9B1A}" presName="childText" presStyleLbl="conFgAcc1" presStyleIdx="3" presStyleCnt="6">
        <dgm:presLayoutVars>
          <dgm:bulletEnabled val="1"/>
        </dgm:presLayoutVars>
      </dgm:prSet>
      <dgm:spPr/>
    </dgm:pt>
    <dgm:pt modelId="{806AC944-0121-413B-8DD4-0637A6BE9420}" type="pres">
      <dgm:prSet presAssocID="{43F322BB-92C0-4F89-A199-4D534E29280F}" presName="spaceBetweenRectangles" presStyleCnt="0"/>
      <dgm:spPr/>
    </dgm:pt>
    <dgm:pt modelId="{F3F9EF0D-E9AB-4CA9-83FC-F7314740EEA7}" type="pres">
      <dgm:prSet presAssocID="{30009111-C8EF-4416-9C74-EEDF4799455C}" presName="parentLin" presStyleCnt="0"/>
      <dgm:spPr/>
    </dgm:pt>
    <dgm:pt modelId="{7D80E80B-2267-4221-ADBF-69E75770304C}" type="pres">
      <dgm:prSet presAssocID="{30009111-C8EF-4416-9C74-EEDF4799455C}" presName="parentLeftMargin" presStyleLbl="node1" presStyleIdx="3" presStyleCnt="6"/>
      <dgm:spPr/>
    </dgm:pt>
    <dgm:pt modelId="{D6E93F10-5CF8-4B57-8E91-B071FA45DA35}" type="pres">
      <dgm:prSet presAssocID="{30009111-C8EF-4416-9C74-EEDF4799455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B97AD7E-8D24-49AA-892F-14B87C14D53F}" type="pres">
      <dgm:prSet presAssocID="{30009111-C8EF-4416-9C74-EEDF4799455C}" presName="negativeSpace" presStyleCnt="0"/>
      <dgm:spPr/>
    </dgm:pt>
    <dgm:pt modelId="{D2EC84CE-86BA-493C-8FEF-5239FE472E83}" type="pres">
      <dgm:prSet presAssocID="{30009111-C8EF-4416-9C74-EEDF4799455C}" presName="childText" presStyleLbl="conFgAcc1" presStyleIdx="4" presStyleCnt="6">
        <dgm:presLayoutVars>
          <dgm:bulletEnabled val="1"/>
        </dgm:presLayoutVars>
      </dgm:prSet>
      <dgm:spPr/>
    </dgm:pt>
    <dgm:pt modelId="{D5F781F0-BB88-4598-B51C-48B00C99820A}" type="pres">
      <dgm:prSet presAssocID="{043B7F9E-E5BB-4CA2-9AC8-4E4E2D4AFC25}" presName="spaceBetweenRectangles" presStyleCnt="0"/>
      <dgm:spPr/>
    </dgm:pt>
    <dgm:pt modelId="{1CB65D0D-3D96-45E6-9A9D-2E451C14DF16}" type="pres">
      <dgm:prSet presAssocID="{AF7F3FD7-17D4-4114-A144-4A26AC896ECE}" presName="parentLin" presStyleCnt="0"/>
      <dgm:spPr/>
    </dgm:pt>
    <dgm:pt modelId="{6C928BB8-73C2-4804-A8D3-2F44BA6FCFC3}" type="pres">
      <dgm:prSet presAssocID="{AF7F3FD7-17D4-4114-A144-4A26AC896ECE}" presName="parentLeftMargin" presStyleLbl="node1" presStyleIdx="4" presStyleCnt="6"/>
      <dgm:spPr/>
    </dgm:pt>
    <dgm:pt modelId="{B290A518-E292-4F7E-A2F3-2C538C50768A}" type="pres">
      <dgm:prSet presAssocID="{AF7F3FD7-17D4-4114-A144-4A26AC896EC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7E0AD555-FCDF-4BDB-BEF9-1C835473030C}" type="pres">
      <dgm:prSet presAssocID="{AF7F3FD7-17D4-4114-A144-4A26AC896ECE}" presName="negativeSpace" presStyleCnt="0"/>
      <dgm:spPr/>
    </dgm:pt>
    <dgm:pt modelId="{84126731-3712-4DE9-874B-D9AEA68820F4}" type="pres">
      <dgm:prSet presAssocID="{AF7F3FD7-17D4-4114-A144-4A26AC896EC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ADBC260F-89F9-4EDC-B70D-47ACADA2019D}" type="presOf" srcId="{AF7F3FD7-17D4-4114-A144-4A26AC896ECE}" destId="{6C928BB8-73C2-4804-A8D3-2F44BA6FCFC3}" srcOrd="0" destOrd="0" presId="urn:microsoft.com/office/officeart/2005/8/layout/list1"/>
    <dgm:cxn modelId="{17951210-5BE9-41E0-8DF5-2929A9F76427}" type="presOf" srcId="{0D4BB93C-C77C-424D-93D7-D4D9166FCFA0}" destId="{7EC284C4-D410-4F9C-BE98-3A2C92B241D3}" srcOrd="0" destOrd="0" presId="urn:microsoft.com/office/officeart/2005/8/layout/list1"/>
    <dgm:cxn modelId="{8271C31A-C8FF-46FD-888A-3243A8CB982F}" srcId="{6ED0E24B-8D14-4DE6-886F-33DB036E36B0}" destId="{29883C17-C580-4E6F-9FD2-AC3C75E43E7B}" srcOrd="0" destOrd="0" parTransId="{22A45788-27B3-4888-B127-3FDEDF1BC90E}" sibTransId="{4C34A328-9DE1-459F-87EB-82562F07B9EE}"/>
    <dgm:cxn modelId="{C351051C-10C7-44F0-80A6-A1B24BD9261C}" srcId="{30009111-C8EF-4416-9C74-EEDF4799455C}" destId="{05111BF4-12E9-439C-A57D-F24EC741512C}" srcOrd="0" destOrd="0" parTransId="{0E4D956A-1B22-4BDB-A5F4-1ADC7703160B}" sibTransId="{B019E671-81D3-42EC-BF2A-1729C4B5C66E}"/>
    <dgm:cxn modelId="{E9DA8B28-96F5-4A5A-A635-AC9CCD1B73B9}" srcId="{0D4BB93C-C77C-424D-93D7-D4D9166FCFA0}" destId="{30009111-C8EF-4416-9C74-EEDF4799455C}" srcOrd="4" destOrd="0" parTransId="{B5056E46-4E4D-4AE4-B689-7CCFE205DBCB}" sibTransId="{043B7F9E-E5BB-4CA2-9AC8-4E4E2D4AFC25}"/>
    <dgm:cxn modelId="{8572B228-2618-475A-BBB8-CE539B0AA7E2}" type="presOf" srcId="{B890E482-66B2-4559-A35C-D1F7A2CE9B1A}" destId="{F50A07CD-A360-4809-9875-18C2E0428313}" srcOrd="0" destOrd="0" presId="urn:microsoft.com/office/officeart/2005/8/layout/list1"/>
    <dgm:cxn modelId="{4F76C32D-579B-4AFC-99A1-B142197D0B9F}" type="presOf" srcId="{A4B45D05-892C-42E3-AA96-0A2C807EECA6}" destId="{C3BECC1B-4E3A-488A-8C99-49D266715AE9}" srcOrd="1" destOrd="0" presId="urn:microsoft.com/office/officeart/2005/8/layout/list1"/>
    <dgm:cxn modelId="{BF36BE30-09E3-42E9-B1B6-5DEAC312EA55}" srcId="{0D4BB93C-C77C-424D-93D7-D4D9166FCFA0}" destId="{98C2C2FB-6D8D-48F2-8311-6F479B73C380}" srcOrd="1" destOrd="0" parTransId="{1AA6BA55-E608-4AAF-AC90-36AB08EDBFE3}" sibTransId="{170FCA54-3A4D-483A-B5FB-5B46232FFFD5}"/>
    <dgm:cxn modelId="{F7082931-736E-4B9B-8BEB-20D95E4F35CF}" type="presOf" srcId="{05111BF4-12E9-439C-A57D-F24EC741512C}" destId="{D2EC84CE-86BA-493C-8FEF-5239FE472E83}" srcOrd="0" destOrd="0" presId="urn:microsoft.com/office/officeart/2005/8/layout/list1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892C0037-CED2-4822-BA93-7A3B2425F397}" type="presOf" srcId="{FAD5CCC2-CEE9-40D8-94F8-FA92B7F591F2}" destId="{D64AB9F8-7D93-4D4F-9957-D5122A017065}" srcOrd="0" destOrd="0" presId="urn:microsoft.com/office/officeart/2005/8/layout/list1"/>
    <dgm:cxn modelId="{1A289639-5094-45B0-A778-31EB541A1D70}" srcId="{AF7F3FD7-17D4-4114-A144-4A26AC896ECE}" destId="{77152BD2-4650-49BB-90F6-F5D86A3DD175}" srcOrd="0" destOrd="0" parTransId="{D6F137A8-A9E6-4222-9916-7125AD5838BF}" sibTransId="{6BAC91B5-F03E-4791-BC6B-5522409C0369}"/>
    <dgm:cxn modelId="{E6B72C3A-C97B-4D40-AADB-993800E1E75E}" type="presOf" srcId="{AF7F3FD7-17D4-4114-A144-4A26AC896ECE}" destId="{B290A518-E292-4F7E-A2F3-2C538C50768A}" srcOrd="1" destOrd="0" presId="urn:microsoft.com/office/officeart/2005/8/layout/list1"/>
    <dgm:cxn modelId="{E0F1D75F-0588-405C-B8B9-DC89C4D111E7}" srcId="{0D4BB93C-C77C-424D-93D7-D4D9166FCFA0}" destId="{6ED0E24B-8D14-4DE6-886F-33DB036E36B0}" srcOrd="2" destOrd="0" parTransId="{044360DB-C620-4015-BC19-A9A2C04BAED2}" sibTransId="{85F6B475-AC1C-4C70-9BC2-BC205B0A84F7}"/>
    <dgm:cxn modelId="{52EB3961-9096-4AC3-9678-8095C9F30BFA}" type="presOf" srcId="{6ED0E24B-8D14-4DE6-886F-33DB036E36B0}" destId="{30069C1F-EDD2-412C-A523-EB1FBDE6F0F4}" srcOrd="1" destOrd="0" presId="urn:microsoft.com/office/officeart/2005/8/layout/list1"/>
    <dgm:cxn modelId="{0B95DB45-D680-42F4-9169-B6B4519B6AD2}" type="presOf" srcId="{98C2C2FB-6D8D-48F2-8311-6F479B73C380}" destId="{B9A268D8-F1BF-46E7-AC98-94BEB72619A3}" srcOrd="0" destOrd="0" presId="urn:microsoft.com/office/officeart/2005/8/layout/list1"/>
    <dgm:cxn modelId="{EB01276B-3157-4A5A-A12B-3F515698B5D7}" srcId="{98C2C2FB-6D8D-48F2-8311-6F479B73C380}" destId="{BE89ECF2-CFE9-4FCB-907D-09D8DCFEA870}" srcOrd="0" destOrd="0" parTransId="{3B87FE89-03D6-413D-8D8E-372DFFCD28D4}" sibTransId="{A3F314FA-319E-4638-8809-B112CC99C9C9}"/>
    <dgm:cxn modelId="{8AB30F71-5FAC-4CFA-A8A6-3C4A901833FD}" type="presOf" srcId="{BE89ECF2-CFE9-4FCB-907D-09D8DCFEA870}" destId="{2770B40F-71E3-4FCE-B1A2-5E30AA503C6E}" srcOrd="0" destOrd="0" presId="urn:microsoft.com/office/officeart/2005/8/layout/list1"/>
    <dgm:cxn modelId="{8691B151-E848-4BE4-B60B-973A6D804FCE}" type="presOf" srcId="{D67DF791-813D-494D-A1FF-9374B85E91FF}" destId="{A5E6545D-B0BB-459C-BCB7-C993CEA20C34}" srcOrd="0" destOrd="0" presId="urn:microsoft.com/office/officeart/2005/8/layout/list1"/>
    <dgm:cxn modelId="{9A720156-E7EF-4D70-9B52-3FE646F2CF8D}" type="presOf" srcId="{6ED0E24B-8D14-4DE6-886F-33DB036E36B0}" destId="{CB9A61F8-4563-449F-A7C1-B5C7807C51DA}" srcOrd="0" destOrd="0" presId="urn:microsoft.com/office/officeart/2005/8/layout/list1"/>
    <dgm:cxn modelId="{6270047E-5204-45CE-BABD-5DB3D8D9FDFB}" type="presOf" srcId="{B890E482-66B2-4559-A35C-D1F7A2CE9B1A}" destId="{9D410846-05C2-4E8A-85B1-313437088579}" srcOrd="1" destOrd="0" presId="urn:microsoft.com/office/officeart/2005/8/layout/list1"/>
    <dgm:cxn modelId="{0FD41F9A-B943-4505-85CA-36B81CB78676}" type="presOf" srcId="{30009111-C8EF-4416-9C74-EEDF4799455C}" destId="{D6E93F10-5CF8-4B57-8E91-B071FA45DA35}" srcOrd="1" destOrd="0" presId="urn:microsoft.com/office/officeart/2005/8/layout/list1"/>
    <dgm:cxn modelId="{095DEAB0-2148-4B0C-86FA-9B6E4CD52526}" srcId="{B890E482-66B2-4559-A35C-D1F7A2CE9B1A}" destId="{FAD5CCC2-CEE9-40D8-94F8-FA92B7F591F2}" srcOrd="0" destOrd="0" parTransId="{96B775E3-224E-4402-8651-7826F468AA67}" sibTransId="{286A7F6F-78C5-4E74-A1FA-F736A484B601}"/>
    <dgm:cxn modelId="{7667C5B1-6780-4730-91DC-A92E0B5840C8}" type="presOf" srcId="{A4B45D05-892C-42E3-AA96-0A2C807EECA6}" destId="{DD9BEF57-4327-4B1B-87D2-BF9A59CC6951}" srcOrd="0" destOrd="0" presId="urn:microsoft.com/office/officeart/2005/8/layout/list1"/>
    <dgm:cxn modelId="{FCB8C6C7-3B64-4704-B378-57FECC7D398C}" type="presOf" srcId="{30009111-C8EF-4416-9C74-EEDF4799455C}" destId="{7D80E80B-2267-4221-ADBF-69E75770304C}" srcOrd="0" destOrd="0" presId="urn:microsoft.com/office/officeart/2005/8/layout/list1"/>
    <dgm:cxn modelId="{B16BBBCE-6178-4702-BD68-56EABD6762AA}" type="presOf" srcId="{98C2C2FB-6D8D-48F2-8311-6F479B73C380}" destId="{955B283F-5588-41AD-8402-582AEBDFB418}" srcOrd="1" destOrd="0" presId="urn:microsoft.com/office/officeart/2005/8/layout/list1"/>
    <dgm:cxn modelId="{81FB16D3-6EAE-42E7-B145-7AB94875F4CA}" srcId="{0D4BB93C-C77C-424D-93D7-D4D9166FCFA0}" destId="{B890E482-66B2-4559-A35C-D1F7A2CE9B1A}" srcOrd="3" destOrd="0" parTransId="{E7E576EB-E819-44F6-9E1A-492C0A4B747B}" sibTransId="{43F322BB-92C0-4F89-A199-4D534E29280F}"/>
    <dgm:cxn modelId="{761B48D6-AC12-4FCE-8C78-131B883F5149}" srcId="{0D4BB93C-C77C-424D-93D7-D4D9166FCFA0}" destId="{AF7F3FD7-17D4-4114-A144-4A26AC896ECE}" srcOrd="5" destOrd="0" parTransId="{1D870B98-8723-430E-8AC6-064C3EFDD759}" sibTransId="{E27CEC84-BEB1-4DA4-915E-5AFAAA44925B}"/>
    <dgm:cxn modelId="{1B918DE3-BADB-4C8E-B2C3-0306449C79E1}" type="presOf" srcId="{77152BD2-4650-49BB-90F6-F5D86A3DD175}" destId="{84126731-3712-4DE9-874B-D9AEA68820F4}" srcOrd="0" destOrd="0" presId="urn:microsoft.com/office/officeart/2005/8/layout/list1"/>
    <dgm:cxn modelId="{C445EEF5-FAAC-4F71-BA95-927A01AD7695}" type="presOf" srcId="{29883C17-C580-4E6F-9FD2-AC3C75E43E7B}" destId="{5D35EA4F-623E-4385-A309-18B571F2FBD7}" srcOrd="0" destOrd="0" presId="urn:microsoft.com/office/officeart/2005/8/layout/list1"/>
    <dgm:cxn modelId="{BE522CF7-4EDE-437A-B9A7-19B63AEDACFE}" srcId="{A4B45D05-892C-42E3-AA96-0A2C807EECA6}" destId="{D67DF791-813D-494D-A1FF-9374B85E91FF}" srcOrd="0" destOrd="0" parTransId="{C7186F9E-4FB7-47DA-A85F-EA023CE4EF90}" sibTransId="{4395741D-EDE5-4CFF-B5C1-799832F92573}"/>
    <dgm:cxn modelId="{36FF08CE-1160-40DE-A57F-258E4F1EC79E}" type="presParOf" srcId="{7EC284C4-D410-4F9C-BE98-3A2C92B241D3}" destId="{AC2E3275-1130-4340-832C-40D17CF6B507}" srcOrd="0" destOrd="0" presId="urn:microsoft.com/office/officeart/2005/8/layout/list1"/>
    <dgm:cxn modelId="{97F5FBFB-9CEB-445A-BC01-537E3014B0C3}" type="presParOf" srcId="{AC2E3275-1130-4340-832C-40D17CF6B507}" destId="{DD9BEF57-4327-4B1B-87D2-BF9A59CC6951}" srcOrd="0" destOrd="0" presId="urn:microsoft.com/office/officeart/2005/8/layout/list1"/>
    <dgm:cxn modelId="{1D96B642-4CA5-4A38-8B78-69510B3F3F03}" type="presParOf" srcId="{AC2E3275-1130-4340-832C-40D17CF6B507}" destId="{C3BECC1B-4E3A-488A-8C99-49D266715AE9}" srcOrd="1" destOrd="0" presId="urn:microsoft.com/office/officeart/2005/8/layout/list1"/>
    <dgm:cxn modelId="{4C799C8B-5619-419A-9C73-71472F52684C}" type="presParOf" srcId="{7EC284C4-D410-4F9C-BE98-3A2C92B241D3}" destId="{01F0BDC4-C021-40F5-AF68-BA8829855617}" srcOrd="1" destOrd="0" presId="urn:microsoft.com/office/officeart/2005/8/layout/list1"/>
    <dgm:cxn modelId="{9292B8B9-1D26-4892-B5C8-F7D6372565DE}" type="presParOf" srcId="{7EC284C4-D410-4F9C-BE98-3A2C92B241D3}" destId="{A5E6545D-B0BB-459C-BCB7-C993CEA20C34}" srcOrd="2" destOrd="0" presId="urn:microsoft.com/office/officeart/2005/8/layout/list1"/>
    <dgm:cxn modelId="{113434DD-701C-458A-AC77-D044306D2BE9}" type="presParOf" srcId="{7EC284C4-D410-4F9C-BE98-3A2C92B241D3}" destId="{01F4EAE7-F4D0-489B-A789-E475519E3050}" srcOrd="3" destOrd="0" presId="urn:microsoft.com/office/officeart/2005/8/layout/list1"/>
    <dgm:cxn modelId="{0F9C557A-33A5-4B1E-8AE7-50D703A490E1}" type="presParOf" srcId="{7EC284C4-D410-4F9C-BE98-3A2C92B241D3}" destId="{015A22FE-0FE7-4FA4-8179-33657F461DB3}" srcOrd="4" destOrd="0" presId="urn:microsoft.com/office/officeart/2005/8/layout/list1"/>
    <dgm:cxn modelId="{68E038A5-11AB-4665-9599-27472CCB57B6}" type="presParOf" srcId="{015A22FE-0FE7-4FA4-8179-33657F461DB3}" destId="{B9A268D8-F1BF-46E7-AC98-94BEB72619A3}" srcOrd="0" destOrd="0" presId="urn:microsoft.com/office/officeart/2005/8/layout/list1"/>
    <dgm:cxn modelId="{0E2E887F-B17E-456D-BE5C-164B5CFD568E}" type="presParOf" srcId="{015A22FE-0FE7-4FA4-8179-33657F461DB3}" destId="{955B283F-5588-41AD-8402-582AEBDFB418}" srcOrd="1" destOrd="0" presId="urn:microsoft.com/office/officeart/2005/8/layout/list1"/>
    <dgm:cxn modelId="{B83A980B-CB74-4524-B6AD-31E71F4A1939}" type="presParOf" srcId="{7EC284C4-D410-4F9C-BE98-3A2C92B241D3}" destId="{FCA825AD-DF1D-4DED-A20A-B01D87A90654}" srcOrd="5" destOrd="0" presId="urn:microsoft.com/office/officeart/2005/8/layout/list1"/>
    <dgm:cxn modelId="{9EDDB507-6F8B-4593-ABB2-A91E510BD86C}" type="presParOf" srcId="{7EC284C4-D410-4F9C-BE98-3A2C92B241D3}" destId="{2770B40F-71E3-4FCE-B1A2-5E30AA503C6E}" srcOrd="6" destOrd="0" presId="urn:microsoft.com/office/officeart/2005/8/layout/list1"/>
    <dgm:cxn modelId="{910F8DDC-8DB4-4582-8654-C4A34DD38692}" type="presParOf" srcId="{7EC284C4-D410-4F9C-BE98-3A2C92B241D3}" destId="{9E14FA70-53B0-4C99-B1F6-DBF5D9C016F6}" srcOrd="7" destOrd="0" presId="urn:microsoft.com/office/officeart/2005/8/layout/list1"/>
    <dgm:cxn modelId="{21726A8B-950E-44EC-92C5-94B1ADD1D089}" type="presParOf" srcId="{7EC284C4-D410-4F9C-BE98-3A2C92B241D3}" destId="{F7064A96-8F53-42CE-9347-87C364DB7FEC}" srcOrd="8" destOrd="0" presId="urn:microsoft.com/office/officeart/2005/8/layout/list1"/>
    <dgm:cxn modelId="{96E4A1FF-91FC-46B7-A7AB-624A46B468F7}" type="presParOf" srcId="{F7064A96-8F53-42CE-9347-87C364DB7FEC}" destId="{CB9A61F8-4563-449F-A7C1-B5C7807C51DA}" srcOrd="0" destOrd="0" presId="urn:microsoft.com/office/officeart/2005/8/layout/list1"/>
    <dgm:cxn modelId="{79B1DDBC-7BFB-4BEB-B3F4-2C8B9A511F5B}" type="presParOf" srcId="{F7064A96-8F53-42CE-9347-87C364DB7FEC}" destId="{30069C1F-EDD2-412C-A523-EB1FBDE6F0F4}" srcOrd="1" destOrd="0" presId="urn:microsoft.com/office/officeart/2005/8/layout/list1"/>
    <dgm:cxn modelId="{B7F4D4ED-6F0E-40AE-8F86-AFAC1C9180B1}" type="presParOf" srcId="{7EC284C4-D410-4F9C-BE98-3A2C92B241D3}" destId="{464915EA-4EB8-4CB3-B5AC-07FE0D7CDA69}" srcOrd="9" destOrd="0" presId="urn:microsoft.com/office/officeart/2005/8/layout/list1"/>
    <dgm:cxn modelId="{5C74D159-9D1F-41B7-A67D-7DEEA69EA71B}" type="presParOf" srcId="{7EC284C4-D410-4F9C-BE98-3A2C92B241D3}" destId="{5D35EA4F-623E-4385-A309-18B571F2FBD7}" srcOrd="10" destOrd="0" presId="urn:microsoft.com/office/officeart/2005/8/layout/list1"/>
    <dgm:cxn modelId="{E0F6FCE0-FC6F-45D0-A97E-F4ED47FFB59A}" type="presParOf" srcId="{7EC284C4-D410-4F9C-BE98-3A2C92B241D3}" destId="{C924E14E-0F9C-4023-ACC9-DFCE06014AE6}" srcOrd="11" destOrd="0" presId="urn:microsoft.com/office/officeart/2005/8/layout/list1"/>
    <dgm:cxn modelId="{3AAB51F8-7729-4846-99CA-7325CB131485}" type="presParOf" srcId="{7EC284C4-D410-4F9C-BE98-3A2C92B241D3}" destId="{BCA44AC6-1C61-4815-95E7-CDCD6952B91C}" srcOrd="12" destOrd="0" presId="urn:microsoft.com/office/officeart/2005/8/layout/list1"/>
    <dgm:cxn modelId="{B8B9CF43-BDDD-4CE1-8140-1F69CA4B5969}" type="presParOf" srcId="{BCA44AC6-1C61-4815-95E7-CDCD6952B91C}" destId="{F50A07CD-A360-4809-9875-18C2E0428313}" srcOrd="0" destOrd="0" presId="urn:microsoft.com/office/officeart/2005/8/layout/list1"/>
    <dgm:cxn modelId="{8D702B6D-54ED-4E76-AD72-3C733D41679D}" type="presParOf" srcId="{BCA44AC6-1C61-4815-95E7-CDCD6952B91C}" destId="{9D410846-05C2-4E8A-85B1-313437088579}" srcOrd="1" destOrd="0" presId="urn:microsoft.com/office/officeart/2005/8/layout/list1"/>
    <dgm:cxn modelId="{21F9CB29-A540-4C8D-A8DA-80C3C5C3EA1E}" type="presParOf" srcId="{7EC284C4-D410-4F9C-BE98-3A2C92B241D3}" destId="{74CA4023-EDFE-49F0-8087-BD681F7B7F22}" srcOrd="13" destOrd="0" presId="urn:microsoft.com/office/officeart/2005/8/layout/list1"/>
    <dgm:cxn modelId="{A646F258-D571-4D68-AAFB-A3A67B392C91}" type="presParOf" srcId="{7EC284C4-D410-4F9C-BE98-3A2C92B241D3}" destId="{D64AB9F8-7D93-4D4F-9957-D5122A017065}" srcOrd="14" destOrd="0" presId="urn:microsoft.com/office/officeart/2005/8/layout/list1"/>
    <dgm:cxn modelId="{414F6B94-E6EF-48B8-8261-C52E32953885}" type="presParOf" srcId="{7EC284C4-D410-4F9C-BE98-3A2C92B241D3}" destId="{806AC944-0121-413B-8DD4-0637A6BE9420}" srcOrd="15" destOrd="0" presId="urn:microsoft.com/office/officeart/2005/8/layout/list1"/>
    <dgm:cxn modelId="{F7B81A1B-2AD5-409F-AF46-B0FE381B05D7}" type="presParOf" srcId="{7EC284C4-D410-4F9C-BE98-3A2C92B241D3}" destId="{F3F9EF0D-E9AB-4CA9-83FC-F7314740EEA7}" srcOrd="16" destOrd="0" presId="urn:microsoft.com/office/officeart/2005/8/layout/list1"/>
    <dgm:cxn modelId="{9CCA8F00-CEA0-4C14-97F3-A606579EF69F}" type="presParOf" srcId="{F3F9EF0D-E9AB-4CA9-83FC-F7314740EEA7}" destId="{7D80E80B-2267-4221-ADBF-69E75770304C}" srcOrd="0" destOrd="0" presId="urn:microsoft.com/office/officeart/2005/8/layout/list1"/>
    <dgm:cxn modelId="{725A3284-2BC4-4F11-8DBE-01E09357A092}" type="presParOf" srcId="{F3F9EF0D-E9AB-4CA9-83FC-F7314740EEA7}" destId="{D6E93F10-5CF8-4B57-8E91-B071FA45DA35}" srcOrd="1" destOrd="0" presId="urn:microsoft.com/office/officeart/2005/8/layout/list1"/>
    <dgm:cxn modelId="{A7A0DCBA-3D96-454F-B178-243674FD53F6}" type="presParOf" srcId="{7EC284C4-D410-4F9C-BE98-3A2C92B241D3}" destId="{1B97AD7E-8D24-49AA-892F-14B87C14D53F}" srcOrd="17" destOrd="0" presId="urn:microsoft.com/office/officeart/2005/8/layout/list1"/>
    <dgm:cxn modelId="{F573031C-55B2-434C-B842-A19FE0D9F3EB}" type="presParOf" srcId="{7EC284C4-D410-4F9C-BE98-3A2C92B241D3}" destId="{D2EC84CE-86BA-493C-8FEF-5239FE472E83}" srcOrd="18" destOrd="0" presId="urn:microsoft.com/office/officeart/2005/8/layout/list1"/>
    <dgm:cxn modelId="{97251DD4-B292-4869-9C21-8E02F92D00C9}" type="presParOf" srcId="{7EC284C4-D410-4F9C-BE98-3A2C92B241D3}" destId="{D5F781F0-BB88-4598-B51C-48B00C99820A}" srcOrd="19" destOrd="0" presId="urn:microsoft.com/office/officeart/2005/8/layout/list1"/>
    <dgm:cxn modelId="{8307736C-18C2-4736-B2FD-5CC9844B4F93}" type="presParOf" srcId="{7EC284C4-D410-4F9C-BE98-3A2C92B241D3}" destId="{1CB65D0D-3D96-45E6-9A9D-2E451C14DF16}" srcOrd="20" destOrd="0" presId="urn:microsoft.com/office/officeart/2005/8/layout/list1"/>
    <dgm:cxn modelId="{1C8F556A-0C15-4814-B1EE-EDC3293B43F1}" type="presParOf" srcId="{1CB65D0D-3D96-45E6-9A9D-2E451C14DF16}" destId="{6C928BB8-73C2-4804-A8D3-2F44BA6FCFC3}" srcOrd="0" destOrd="0" presId="urn:microsoft.com/office/officeart/2005/8/layout/list1"/>
    <dgm:cxn modelId="{5D688D18-895A-4A0F-BD1D-D925A56F72A4}" type="presParOf" srcId="{1CB65D0D-3D96-45E6-9A9D-2E451C14DF16}" destId="{B290A518-E292-4F7E-A2F3-2C538C50768A}" srcOrd="1" destOrd="0" presId="urn:microsoft.com/office/officeart/2005/8/layout/list1"/>
    <dgm:cxn modelId="{983FA05A-D484-4564-B6CB-030AB34AA991}" type="presParOf" srcId="{7EC284C4-D410-4F9C-BE98-3A2C92B241D3}" destId="{7E0AD555-FCDF-4BDB-BEF9-1C835473030C}" srcOrd="21" destOrd="0" presId="urn:microsoft.com/office/officeart/2005/8/layout/list1"/>
    <dgm:cxn modelId="{C0CEFA79-9F31-4993-BDD5-1E3BCB2F5F31}" type="presParOf" srcId="{7EC284C4-D410-4F9C-BE98-3A2C92B241D3}" destId="{84126731-3712-4DE9-874B-D9AEA68820F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2000" b="0" i="0" dirty="0"/>
            <a:t>The Windows command line is one of the most powerful utilities on a Windows PC. With it, you can interact with the OS directly and do a lot of things not available in the graphical user interface (GUI).</a:t>
          </a:r>
          <a:endParaRPr lang="en-US" sz="2000" dirty="0"/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To see more detailed information about your system you won’t see in the GUI, use the command &gt;&gt;</a:t>
          </a:r>
          <a:r>
            <a:rPr lang="en-US" sz="1600" b="0" i="1" dirty="0" err="1">
              <a:solidFill>
                <a:srgbClr val="FFFF00"/>
              </a:solidFill>
            </a:rPr>
            <a:t>systeminfo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>
              <a:solidFill>
                <a:srgbClr val="FFFF00"/>
              </a:solidFill>
            </a:rPr>
            <a:t>prompt</a:t>
          </a:r>
          <a:r>
            <a:rPr lang="en-US" sz="1600" b="0" i="0" dirty="0"/>
            <a:t> command to change that default text with the syntax </a:t>
          </a:r>
          <a:r>
            <a:rPr lang="en-US" sz="1600" b="0" i="1" dirty="0">
              <a:solidFill>
                <a:srgbClr val="FFFF00"/>
              </a:solidFill>
            </a:rPr>
            <a:t>prompt </a:t>
          </a:r>
          <a:r>
            <a:rPr lang="en-US" sz="1600" b="0" i="1" dirty="0" err="1">
              <a:solidFill>
                <a:srgbClr val="FFFF00"/>
              </a:solidFill>
            </a:rPr>
            <a:t>prompt_name</a:t>
          </a:r>
          <a:r>
            <a:rPr lang="en-US" sz="1600" b="0" i="1" dirty="0">
              <a:solidFill>
                <a:srgbClr val="FFFF00"/>
              </a:solidFill>
            </a:rPr>
            <a:t> $G</a:t>
          </a:r>
          <a:r>
            <a:rPr lang="en-US" sz="1600" b="0" i="0" dirty="0"/>
            <a:t>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 err="1">
              <a:solidFill>
                <a:srgbClr val="FFFF00"/>
              </a:solidFill>
            </a:rPr>
            <a:t>dir</a:t>
          </a:r>
          <a:r>
            <a:rPr lang="en-US" sz="1600" b="0" i="0" dirty="0"/>
            <a:t> command to check files in a directory/folder: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>
              <a:solidFill>
                <a:srgbClr val="FFFF00"/>
              </a:solidFill>
            </a:rPr>
            <a:t>prompt</a:t>
          </a:r>
          <a:r>
            <a:rPr lang="en-US" sz="1600" b="0" i="0" dirty="0"/>
            <a:t> command to return to original path:</a:t>
          </a:r>
          <a:endParaRPr lang="en-US" sz="1600" i="1" dirty="0">
            <a:solidFill>
              <a:srgbClr val="FFFF00"/>
            </a:solidFill>
          </a:endParaRPr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 err="1">
              <a:solidFill>
                <a:srgbClr val="FFFF00"/>
              </a:solidFill>
            </a:rPr>
            <a:t>driverquery</a:t>
          </a:r>
          <a:r>
            <a:rPr lang="en-US" sz="1600" b="0" i="0" dirty="0"/>
            <a:t> command to check all your installed drivers: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 err="1">
              <a:solidFill>
                <a:srgbClr val="FFFF00"/>
              </a:solidFill>
            </a:rPr>
            <a:t>netsat</a:t>
          </a:r>
          <a:r>
            <a:rPr lang="en-US" sz="1600" b="0" i="1" dirty="0">
              <a:solidFill>
                <a:srgbClr val="FFFF00"/>
              </a:solidFill>
            </a:rPr>
            <a:t> -an</a:t>
          </a:r>
          <a:r>
            <a:rPr lang="en-US" sz="1600" b="0" i="0" dirty="0"/>
            <a:t> command to show all open ports, their addresses and states: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>
              <a:solidFill>
                <a:srgbClr val="FFFF00"/>
              </a:solidFill>
            </a:rPr>
            <a:t>ping</a:t>
          </a:r>
          <a:r>
            <a:rPr lang="en-US" sz="1600" b="0" i="0" dirty="0"/>
            <a:t> command to check any website IP address and state: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Enter </a:t>
          </a:r>
          <a:r>
            <a:rPr lang="en-US" sz="1600" b="0" i="1" dirty="0">
              <a:solidFill>
                <a:srgbClr val="FFFF00"/>
              </a:solidFill>
            </a:rPr>
            <a:t>color </a:t>
          </a:r>
          <a:r>
            <a:rPr lang="en-US" sz="1600" b="0" i="1" dirty="0" err="1">
              <a:solidFill>
                <a:srgbClr val="FFFF00"/>
              </a:solidFill>
            </a:rPr>
            <a:t>attr</a:t>
          </a:r>
          <a:r>
            <a:rPr lang="en-US" sz="1600" b="0" i="0" dirty="0"/>
            <a:t> command to see the colors you can change to: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D95C3ACE-34DE-496D-92BE-F2EF1C93B046}">
      <dgm:prSet custT="1"/>
      <dgm:spPr>
        <a:solidFill>
          <a:schemeClr val="accent2"/>
        </a:solidFill>
      </dgm:spPr>
      <dgm:t>
        <a:bodyPr/>
        <a:lstStyle/>
        <a:p>
          <a:r>
            <a:rPr lang="en-US" sz="1600" i="1" dirty="0">
              <a:solidFill>
                <a:schemeClr val="bg1"/>
              </a:solidFill>
            </a:rPr>
            <a:t>Entering </a:t>
          </a:r>
          <a:r>
            <a:rPr lang="en-US" sz="1600" i="1" dirty="0">
              <a:solidFill>
                <a:srgbClr val="FFFF00"/>
              </a:solidFill>
            </a:rPr>
            <a:t>color 2 </a:t>
          </a:r>
          <a:r>
            <a:rPr lang="en-US" sz="1600" i="1" dirty="0">
              <a:solidFill>
                <a:schemeClr val="bg1"/>
              </a:solidFill>
            </a:rPr>
            <a:t>changes the color of the terminal to green</a:t>
          </a:r>
        </a:p>
      </dgm:t>
    </dgm:pt>
    <dgm:pt modelId="{AFC91161-DFBF-44A2-9ABB-C8A5658375C2}" type="parTrans" cxnId="{7E0513DA-01C3-4E84-8818-21A2E108ABBF}">
      <dgm:prSet/>
      <dgm:spPr/>
      <dgm:t>
        <a:bodyPr/>
        <a:lstStyle/>
        <a:p>
          <a:endParaRPr lang="en-US"/>
        </a:p>
      </dgm:t>
    </dgm:pt>
    <dgm:pt modelId="{AEB38E22-4B17-4B4E-9452-E2B83500E534}" type="sibTrans" cxnId="{7E0513DA-01C3-4E84-8818-21A2E108ABBF}">
      <dgm:prSet/>
      <dgm:spPr/>
      <dgm:t>
        <a:bodyPr/>
        <a:lstStyle/>
        <a:p>
          <a:endParaRPr lang="en-US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2" custScaleX="93818" custLinFactNeighborY="-2295">
        <dgm:presLayoutVars>
          <dgm:chMax val="0"/>
          <dgm:bulletEnabled val="1"/>
        </dgm:presLayoutVars>
      </dgm:prSet>
      <dgm:spPr/>
    </dgm:pt>
    <dgm:pt modelId="{C41C74FE-8E9D-48C6-A5FB-7DC5F3E0E68D}" type="pres">
      <dgm:prSet presAssocID="{CCC5A701-0D3A-4B65-B443-D332EEFB4DF5}" presName="spacer" presStyleCnt="0"/>
      <dgm:spPr/>
    </dgm:pt>
    <dgm:pt modelId="{08744B33-EBA3-498E-9678-3C915A6E2BAA}" type="pres">
      <dgm:prSet presAssocID="{D95C3ACE-34DE-496D-92BE-F2EF1C93B046}" presName="parentText" presStyleLbl="node1" presStyleIdx="1" presStyleCnt="2" custScaleX="94722" custLinFactNeighborX="917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5A44EFA6-2741-4C2A-B467-2693F82C5A38}" type="presOf" srcId="{D95C3ACE-34DE-496D-92BE-F2EF1C93B046}" destId="{08744B33-EBA3-498E-9678-3C915A6E2BAA}" srcOrd="0" destOrd="0" presId="urn:microsoft.com/office/officeart/2005/8/layout/vList2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7E0513DA-01C3-4E84-8818-21A2E108ABBF}" srcId="{0D4BB93C-C77C-424D-93D7-D4D9166FCFA0}" destId="{D95C3ACE-34DE-496D-92BE-F2EF1C93B046}" srcOrd="1" destOrd="0" parTransId="{AFC91161-DFBF-44A2-9ABB-C8A5658375C2}" sibTransId="{AEB38E22-4B17-4B4E-9452-E2B83500E534}"/>
    <dgm:cxn modelId="{D1C6C50E-AC7D-4B7E-AEA7-BAD6B8D920CA}" type="presParOf" srcId="{20BE797C-754C-43D4-9205-32231EA53C5F}" destId="{5B2908BC-A878-4800-B0EF-BD3796865A48}" srcOrd="0" destOrd="0" presId="urn:microsoft.com/office/officeart/2005/8/layout/vList2"/>
    <dgm:cxn modelId="{B5674E96-2947-4DFA-AB19-27E9367A2B11}" type="presParOf" srcId="{20BE797C-754C-43D4-9205-32231EA53C5F}" destId="{C41C74FE-8E9D-48C6-A5FB-7DC5F3E0E68D}" srcOrd="1" destOrd="0" presId="urn:microsoft.com/office/officeart/2005/8/layout/vList2"/>
    <dgm:cxn modelId="{AB73D099-5E8A-4AA3-A260-E65BF3A9AC50}" type="presParOf" srcId="{20BE797C-754C-43D4-9205-32231EA53C5F}" destId="{08744B33-EBA3-498E-9678-3C915A6E2BA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>
              <a:solidFill>
                <a:srgbClr val="FFFF00"/>
              </a:solidFill>
            </a:rPr>
            <a:t>ipconfig</a:t>
          </a:r>
          <a:r>
            <a:rPr lang="en-US" sz="1600" b="0" i="0" dirty="0"/>
            <a:t> command to show information about PC IP Address and Connections: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>
              <a:solidFill>
                <a:srgbClr val="FFFF00"/>
              </a:solidFill>
            </a:rPr>
            <a:t>del</a:t>
          </a:r>
          <a:r>
            <a:rPr lang="en-US" sz="1600" b="0" i="0" dirty="0"/>
            <a:t> command to delete a file: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>
              <a:solidFill>
                <a:srgbClr val="FFFF00"/>
              </a:solidFill>
            </a:rPr>
            <a:t>start</a:t>
          </a:r>
          <a:r>
            <a:rPr lang="en-US" sz="1600" b="0" i="0" dirty="0"/>
            <a:t> command to log on to a Website form command line: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 err="1">
              <a:solidFill>
                <a:srgbClr val="FFFF00"/>
              </a:solidFill>
            </a:rPr>
            <a:t>ver</a:t>
          </a:r>
          <a:r>
            <a:rPr lang="en-US" sz="1600" b="0" i="0" dirty="0"/>
            <a:t> command to show the version of the Operating System: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0" i="1" dirty="0" err="1">
              <a:solidFill>
                <a:srgbClr val="FFFF00"/>
              </a:solidFill>
            </a:rPr>
            <a:t>mkdir</a:t>
          </a:r>
          <a:r>
            <a:rPr lang="en-US" sz="1600" b="0" i="0" dirty="0"/>
            <a:t> command to create a new folder: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1" i="1" dirty="0" err="1">
              <a:solidFill>
                <a:srgbClr val="FFFF00"/>
              </a:solidFill>
            </a:rPr>
            <a:t>rmdir</a:t>
          </a:r>
          <a:r>
            <a:rPr lang="en-US" sz="1600" b="0" i="0" dirty="0"/>
            <a:t> command to delete a folder: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1" i="1" dirty="0">
              <a:solidFill>
                <a:srgbClr val="FFFF00"/>
              </a:solidFill>
            </a:rPr>
            <a:t>move</a:t>
          </a:r>
          <a:r>
            <a:rPr lang="en-US" sz="1600" b="0" i="0" dirty="0"/>
            <a:t> command to move a File or Folder to a Specified Folder: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1" i="1" dirty="0">
              <a:solidFill>
                <a:srgbClr val="FFFF00"/>
              </a:solidFill>
            </a:rPr>
            <a:t>ren</a:t>
          </a:r>
          <a:r>
            <a:rPr lang="en-US" sz="1600" b="0" i="0" dirty="0"/>
            <a:t> command to rename a file with the syntax </a:t>
          </a:r>
        </a:p>
        <a:p>
          <a:r>
            <a:rPr lang="en-US" sz="1600" b="0" i="1" dirty="0">
              <a:solidFill>
                <a:srgbClr val="FFFF00"/>
              </a:solidFill>
            </a:rPr>
            <a:t>ren </a:t>
          </a:r>
          <a:r>
            <a:rPr lang="en-US" sz="1600" b="0" i="1" dirty="0" err="1">
              <a:solidFill>
                <a:srgbClr val="FFFF00"/>
              </a:solidFill>
            </a:rPr>
            <a:t>filename.ext</a:t>
          </a:r>
          <a:r>
            <a:rPr lang="en-US" sz="1600" b="0" i="1" dirty="0">
              <a:solidFill>
                <a:srgbClr val="FFFF00"/>
              </a:solidFill>
            </a:rPr>
            <a:t> new-</a:t>
          </a:r>
          <a:r>
            <a:rPr lang="en-US" sz="1600" b="0" i="1" dirty="0" err="1">
              <a:solidFill>
                <a:srgbClr val="FFFF00"/>
              </a:solidFill>
            </a:rPr>
            <a:t>name.ext</a:t>
          </a:r>
          <a:r>
            <a:rPr lang="en-US" sz="1600" b="0" i="0" dirty="0"/>
            <a:t>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You can use the </a:t>
          </a:r>
          <a:r>
            <a:rPr lang="en-US" sz="1600" b="1" i="1" dirty="0" err="1">
              <a:solidFill>
                <a:srgbClr val="FFFF00"/>
              </a:solidFill>
            </a:rPr>
            <a:t>cls</a:t>
          </a:r>
          <a:r>
            <a:rPr lang="en-US" sz="1600" b="1" i="1" dirty="0">
              <a:solidFill>
                <a:srgbClr val="FFFF00"/>
              </a:solidFill>
            </a:rPr>
            <a:t> </a:t>
          </a:r>
          <a:r>
            <a:rPr lang="en-US" sz="1600" b="0" i="0" dirty="0"/>
            <a:t>command to clear the command line &amp; </a:t>
          </a:r>
          <a:r>
            <a:rPr lang="en-US" sz="1600" b="0" i="1" dirty="0">
              <a:solidFill>
                <a:srgbClr val="FFFF00"/>
              </a:solidFill>
            </a:rPr>
            <a:t>exit</a:t>
          </a:r>
          <a:r>
            <a:rPr lang="en-US" sz="1600" b="0" i="0" dirty="0"/>
            <a:t> command to close the command line :</a:t>
          </a:r>
          <a:endParaRPr lang="en-US" sz="1600" i="1" dirty="0">
            <a:solidFill>
              <a:srgbClr val="FFFF00"/>
            </a:solidFill>
          </a:endParaRP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D4BB93C-C77C-424D-93D7-D4D9166FCFA0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A4B45D05-892C-42E3-AA96-0A2C807EECA6}">
      <dgm:prSet custT="1"/>
      <dgm:spPr/>
      <dgm:t>
        <a:bodyPr/>
        <a:lstStyle/>
        <a:p>
          <a:r>
            <a:rPr lang="en-US" sz="1600" b="0" i="0" dirty="0"/>
            <a:t>Enter </a:t>
          </a:r>
          <a:r>
            <a:rPr lang="en-US" sz="1600" b="1" i="1" dirty="0">
              <a:solidFill>
                <a:srgbClr val="FFFF00"/>
              </a:solidFill>
            </a:rPr>
            <a:t>shutdown</a:t>
          </a:r>
          <a:r>
            <a:rPr lang="en-US" sz="1600" b="0" i="0" dirty="0"/>
            <a:t> command to see the extension you can use to perform the action:</a:t>
          </a:r>
        </a:p>
        <a:p>
          <a:r>
            <a:rPr lang="en-US" sz="1600" b="0" i="0" dirty="0"/>
            <a:t>E.g. </a:t>
          </a:r>
          <a:r>
            <a:rPr lang="en-US" sz="1600" b="1" i="1" dirty="0">
              <a:solidFill>
                <a:srgbClr val="FFFF00"/>
              </a:solidFill>
            </a:rPr>
            <a:t>shutdown /r</a:t>
          </a:r>
          <a:r>
            <a:rPr lang="en-US" sz="1600" b="1" i="0" dirty="0"/>
            <a:t> </a:t>
          </a:r>
          <a:r>
            <a:rPr lang="en-US" sz="1600" b="0" i="0" dirty="0"/>
            <a:t>will restart your computer</a:t>
          </a:r>
        </a:p>
      </dgm:t>
    </dgm:pt>
    <dgm:pt modelId="{C0F6ED68-9EDD-476D-ACAA-6BC705D9813C}" type="parTrans" cxnId="{AD4A8233-471E-4D3D-9228-5A913EA034F0}">
      <dgm:prSet/>
      <dgm:spPr/>
      <dgm:t>
        <a:bodyPr/>
        <a:lstStyle/>
        <a:p>
          <a:endParaRPr lang="en-US" sz="2400"/>
        </a:p>
      </dgm:t>
    </dgm:pt>
    <dgm:pt modelId="{CCC5A701-0D3A-4B65-B443-D332EEFB4DF5}" type="sibTrans" cxnId="{AD4A8233-471E-4D3D-9228-5A913EA034F0}">
      <dgm:prSet/>
      <dgm:spPr/>
      <dgm:t>
        <a:bodyPr/>
        <a:lstStyle/>
        <a:p>
          <a:endParaRPr lang="en-US" sz="2400"/>
        </a:p>
      </dgm:t>
    </dgm:pt>
    <dgm:pt modelId="{20BE797C-754C-43D4-9205-32231EA53C5F}" type="pres">
      <dgm:prSet presAssocID="{0D4BB93C-C77C-424D-93D7-D4D9166FCFA0}" presName="linear" presStyleCnt="0">
        <dgm:presLayoutVars>
          <dgm:animLvl val="lvl"/>
          <dgm:resizeHandles val="exact"/>
        </dgm:presLayoutVars>
      </dgm:prSet>
      <dgm:spPr/>
    </dgm:pt>
    <dgm:pt modelId="{5B2908BC-A878-4800-B0EF-BD3796865A48}" type="pres">
      <dgm:prSet presAssocID="{A4B45D05-892C-42E3-AA96-0A2C807EECA6}" presName="parentText" presStyleLbl="node1" presStyleIdx="0" presStyleCnt="1" custScaleX="93818" custScaleY="243159" custLinFactNeighborY="-2295">
        <dgm:presLayoutVars>
          <dgm:chMax val="0"/>
          <dgm:bulletEnabled val="1"/>
        </dgm:presLayoutVars>
      </dgm:prSet>
      <dgm:spPr/>
    </dgm:pt>
  </dgm:ptLst>
  <dgm:cxnLst>
    <dgm:cxn modelId="{23A92902-62EF-4B9D-A872-BB1B1258261E}" type="presOf" srcId="{A4B45D05-892C-42E3-AA96-0A2C807EECA6}" destId="{5B2908BC-A878-4800-B0EF-BD3796865A48}" srcOrd="0" destOrd="0" presId="urn:microsoft.com/office/officeart/2005/8/layout/vList2"/>
    <dgm:cxn modelId="{AD4A8233-471E-4D3D-9228-5A913EA034F0}" srcId="{0D4BB93C-C77C-424D-93D7-D4D9166FCFA0}" destId="{A4B45D05-892C-42E3-AA96-0A2C807EECA6}" srcOrd="0" destOrd="0" parTransId="{C0F6ED68-9EDD-476D-ACAA-6BC705D9813C}" sibTransId="{CCC5A701-0D3A-4B65-B443-D332EEFB4DF5}"/>
    <dgm:cxn modelId="{3F6122AE-53A1-448A-9482-1A64AD0BB471}" type="presOf" srcId="{0D4BB93C-C77C-424D-93D7-D4D9166FCFA0}" destId="{20BE797C-754C-43D4-9205-32231EA53C5F}" srcOrd="0" destOrd="0" presId="urn:microsoft.com/office/officeart/2005/8/layout/vList2"/>
    <dgm:cxn modelId="{D1C6C50E-AC7D-4B7E-AEA7-BAD6B8D920CA}" type="presParOf" srcId="{20BE797C-754C-43D4-9205-32231EA53C5F}" destId="{5B2908BC-A878-4800-B0EF-BD3796865A4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6545D-B0BB-459C-BCB7-C993CEA20C34}">
      <dsp:nvSpPr>
        <dsp:cNvPr id="0" name=""/>
        <dsp:cNvSpPr/>
      </dsp:nvSpPr>
      <dsp:spPr>
        <a:xfrm>
          <a:off x="0" y="219666"/>
          <a:ext cx="8753579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9375" tIns="249936" rIns="6793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Example:</a:t>
          </a:r>
          <a:r>
            <a:rPr lang="en-US" sz="2000" b="0" i="0" kern="1200"/>
            <a:t> cd “path/to/directory/”</a:t>
          </a:r>
          <a:endParaRPr lang="en-US" sz="2000" kern="1200" dirty="0"/>
        </a:p>
      </dsp:txBody>
      <dsp:txXfrm>
        <a:off x="0" y="219666"/>
        <a:ext cx="8753579" cy="661500"/>
      </dsp:txXfrm>
    </dsp:sp>
    <dsp:sp modelId="{C3BECC1B-4E3A-488A-8C99-49D266715AE9}">
      <dsp:nvSpPr>
        <dsp:cNvPr id="0" name=""/>
        <dsp:cNvSpPr/>
      </dsp:nvSpPr>
      <dsp:spPr>
        <a:xfrm>
          <a:off x="437678" y="42546"/>
          <a:ext cx="6127505" cy="35424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1605" tIns="0" rIns="23160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Change Directory Command:</a:t>
          </a:r>
          <a:r>
            <a:rPr lang="en-US" sz="2000" b="0" i="0" kern="1200" dirty="0"/>
            <a:t> </a:t>
          </a:r>
          <a:r>
            <a:rPr lang="en-US" sz="2000" b="1" i="1" kern="1200" dirty="0">
              <a:solidFill>
                <a:srgbClr val="FFFF00"/>
              </a:solidFill>
            </a:rPr>
            <a:t>cd</a:t>
          </a:r>
          <a:r>
            <a:rPr lang="en-US" sz="2000" b="0" i="0" kern="1200" dirty="0"/>
            <a:t> </a:t>
          </a:r>
          <a:endParaRPr lang="en-US" sz="2000" kern="1200" dirty="0"/>
        </a:p>
      </dsp:txBody>
      <dsp:txXfrm>
        <a:off x="454971" y="59839"/>
        <a:ext cx="6092919" cy="319654"/>
      </dsp:txXfrm>
    </dsp:sp>
    <dsp:sp modelId="{2770B40F-71E3-4FCE-B1A2-5E30AA503C6E}">
      <dsp:nvSpPr>
        <dsp:cNvPr id="0" name=""/>
        <dsp:cNvSpPr/>
      </dsp:nvSpPr>
      <dsp:spPr>
        <a:xfrm>
          <a:off x="0" y="1123086"/>
          <a:ext cx="8753579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205464"/>
              <a:satOff val="-30727"/>
              <a:lumOff val="196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9375" tIns="249936" rIns="6793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Example:</a:t>
          </a:r>
          <a:r>
            <a:rPr lang="en-US" sz="2000" b="0" i="0" kern="1200"/>
            <a:t> ls “path/to/directory/”</a:t>
          </a:r>
          <a:endParaRPr lang="en-US" sz="2000" kern="1200" dirty="0"/>
        </a:p>
      </dsp:txBody>
      <dsp:txXfrm>
        <a:off x="0" y="1123086"/>
        <a:ext cx="8753579" cy="661500"/>
      </dsp:txXfrm>
    </dsp:sp>
    <dsp:sp modelId="{955B283F-5588-41AD-8402-582AEBDFB418}">
      <dsp:nvSpPr>
        <dsp:cNvPr id="0" name=""/>
        <dsp:cNvSpPr/>
      </dsp:nvSpPr>
      <dsp:spPr>
        <a:xfrm>
          <a:off x="437678" y="945966"/>
          <a:ext cx="6127505" cy="354240"/>
        </a:xfrm>
        <a:prstGeom prst="roundRect">
          <a:avLst/>
        </a:prstGeom>
        <a:solidFill>
          <a:schemeClr val="accent1">
            <a:shade val="50000"/>
            <a:hueOff val="205464"/>
            <a:satOff val="-30727"/>
            <a:lumOff val="1963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1605" tIns="0" rIns="23160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List/Check Directory </a:t>
          </a:r>
          <a:r>
            <a:rPr lang="en-US" sz="2000" b="1" i="0" kern="1200" dirty="0"/>
            <a:t>Command:</a:t>
          </a:r>
          <a:r>
            <a:rPr lang="en-US" sz="2000" b="0" i="0" kern="1200" dirty="0"/>
            <a:t> </a:t>
          </a:r>
          <a:r>
            <a:rPr lang="en-US" sz="2000" b="1" i="1" kern="1200" dirty="0">
              <a:solidFill>
                <a:srgbClr val="FFFF00"/>
              </a:solidFill>
            </a:rPr>
            <a:t>ls</a:t>
          </a:r>
          <a:r>
            <a:rPr lang="en-US" sz="2000" b="0" i="0" kern="1200" dirty="0"/>
            <a:t> </a:t>
          </a:r>
          <a:endParaRPr lang="en-US" sz="2000" kern="1200" dirty="0"/>
        </a:p>
      </dsp:txBody>
      <dsp:txXfrm>
        <a:off x="454971" y="963259"/>
        <a:ext cx="6092919" cy="319654"/>
      </dsp:txXfrm>
    </dsp:sp>
    <dsp:sp modelId="{5D35EA4F-623E-4385-A309-18B571F2FBD7}">
      <dsp:nvSpPr>
        <dsp:cNvPr id="0" name=""/>
        <dsp:cNvSpPr/>
      </dsp:nvSpPr>
      <dsp:spPr>
        <a:xfrm>
          <a:off x="0" y="2026506"/>
          <a:ext cx="8753579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410928"/>
              <a:satOff val="-61454"/>
              <a:lumOff val="392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9375" tIns="249936" rIns="6793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 dirty="0"/>
            <a:t>Example:</a:t>
          </a:r>
          <a:r>
            <a:rPr lang="en-US" sz="2000" b="0" i="0" kern="1200" dirty="0"/>
            <a:t> open “filename”</a:t>
          </a:r>
          <a:endParaRPr lang="en-US" sz="2000" kern="1200" dirty="0"/>
        </a:p>
      </dsp:txBody>
      <dsp:txXfrm>
        <a:off x="0" y="2026506"/>
        <a:ext cx="8753579" cy="661500"/>
      </dsp:txXfrm>
    </dsp:sp>
    <dsp:sp modelId="{30069C1F-EDD2-412C-A523-EB1FBDE6F0F4}">
      <dsp:nvSpPr>
        <dsp:cNvPr id="0" name=""/>
        <dsp:cNvSpPr/>
      </dsp:nvSpPr>
      <dsp:spPr>
        <a:xfrm>
          <a:off x="437678" y="1849386"/>
          <a:ext cx="6127505" cy="354240"/>
        </a:xfrm>
        <a:prstGeom prst="roundRect">
          <a:avLst/>
        </a:prstGeom>
        <a:solidFill>
          <a:schemeClr val="accent1">
            <a:shade val="50000"/>
            <a:hueOff val="410928"/>
            <a:satOff val="-61454"/>
            <a:lumOff val="3926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1605" tIns="0" rIns="23160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Open Files </a:t>
          </a:r>
          <a:r>
            <a:rPr lang="en-US" sz="2000" b="1" i="0" kern="1200" dirty="0"/>
            <a:t>Command:</a:t>
          </a:r>
          <a:r>
            <a:rPr lang="en-US" sz="2000" b="0" i="0" kern="1200" dirty="0"/>
            <a:t> </a:t>
          </a:r>
          <a:r>
            <a:rPr lang="en-US" sz="2000" b="1" i="1" kern="1200" dirty="0">
              <a:solidFill>
                <a:srgbClr val="FFFF00"/>
              </a:solidFill>
            </a:rPr>
            <a:t>open</a:t>
          </a:r>
        </a:p>
      </dsp:txBody>
      <dsp:txXfrm>
        <a:off x="454971" y="1866679"/>
        <a:ext cx="6092919" cy="319654"/>
      </dsp:txXfrm>
    </dsp:sp>
    <dsp:sp modelId="{D64AB9F8-7D93-4D4F-9957-D5122A017065}">
      <dsp:nvSpPr>
        <dsp:cNvPr id="0" name=""/>
        <dsp:cNvSpPr/>
      </dsp:nvSpPr>
      <dsp:spPr>
        <a:xfrm>
          <a:off x="0" y="2929926"/>
          <a:ext cx="8753579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616393"/>
              <a:satOff val="-92181"/>
              <a:lumOff val="588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9375" tIns="249936" rIns="6793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Example:</a:t>
          </a:r>
          <a:r>
            <a:rPr lang="en-US" sz="2000" b="0" i="0" kern="1200"/>
            <a:t> cp “filename” “newfilename” </a:t>
          </a:r>
          <a:endParaRPr lang="en-US" sz="2000" kern="1200" dirty="0"/>
        </a:p>
      </dsp:txBody>
      <dsp:txXfrm>
        <a:off x="0" y="2929926"/>
        <a:ext cx="8753579" cy="661500"/>
      </dsp:txXfrm>
    </dsp:sp>
    <dsp:sp modelId="{9D410846-05C2-4E8A-85B1-313437088579}">
      <dsp:nvSpPr>
        <dsp:cNvPr id="0" name=""/>
        <dsp:cNvSpPr/>
      </dsp:nvSpPr>
      <dsp:spPr>
        <a:xfrm>
          <a:off x="437678" y="2752806"/>
          <a:ext cx="6127505" cy="354240"/>
        </a:xfrm>
        <a:prstGeom prst="roundRect">
          <a:avLst/>
        </a:prstGeom>
        <a:solidFill>
          <a:schemeClr val="accent1">
            <a:shade val="50000"/>
            <a:hueOff val="616393"/>
            <a:satOff val="-92181"/>
            <a:lumOff val="5889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1605" tIns="0" rIns="23160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Copy a file to another Directory </a:t>
          </a:r>
          <a:r>
            <a:rPr lang="en-US" sz="2000" b="1" i="0" kern="1200" dirty="0"/>
            <a:t>Command:</a:t>
          </a:r>
          <a:r>
            <a:rPr lang="en-US" sz="2000" b="0" i="0" kern="1200" dirty="0"/>
            <a:t> </a:t>
          </a:r>
          <a:r>
            <a:rPr lang="en-US" sz="2000" b="1" i="1" kern="1200" dirty="0">
              <a:solidFill>
                <a:srgbClr val="FFFF00"/>
              </a:solidFill>
            </a:rPr>
            <a:t>cp</a:t>
          </a:r>
        </a:p>
      </dsp:txBody>
      <dsp:txXfrm>
        <a:off x="454971" y="2770099"/>
        <a:ext cx="6092919" cy="319654"/>
      </dsp:txXfrm>
    </dsp:sp>
    <dsp:sp modelId="{D2EC84CE-86BA-493C-8FEF-5239FE472E83}">
      <dsp:nvSpPr>
        <dsp:cNvPr id="0" name=""/>
        <dsp:cNvSpPr/>
      </dsp:nvSpPr>
      <dsp:spPr>
        <a:xfrm>
          <a:off x="0" y="3833346"/>
          <a:ext cx="8753579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410928"/>
              <a:satOff val="-61454"/>
              <a:lumOff val="392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9375" tIns="249936" rIns="6793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Example:</a:t>
          </a:r>
          <a:r>
            <a:rPr lang="en-US" sz="2000" b="0" i="0" kern="1200"/>
            <a:t> mv “filename” “path/to/new/file/location” </a:t>
          </a:r>
          <a:endParaRPr lang="en-US" sz="2000" kern="1200" dirty="0"/>
        </a:p>
      </dsp:txBody>
      <dsp:txXfrm>
        <a:off x="0" y="3833346"/>
        <a:ext cx="8753579" cy="661500"/>
      </dsp:txXfrm>
    </dsp:sp>
    <dsp:sp modelId="{D6E93F10-5CF8-4B57-8E91-B071FA45DA35}">
      <dsp:nvSpPr>
        <dsp:cNvPr id="0" name=""/>
        <dsp:cNvSpPr/>
      </dsp:nvSpPr>
      <dsp:spPr>
        <a:xfrm>
          <a:off x="437678" y="3656226"/>
          <a:ext cx="6127505" cy="354240"/>
        </a:xfrm>
        <a:prstGeom prst="roundRect">
          <a:avLst/>
        </a:prstGeom>
        <a:solidFill>
          <a:schemeClr val="accent1">
            <a:shade val="50000"/>
            <a:hueOff val="410928"/>
            <a:satOff val="-61454"/>
            <a:lumOff val="3926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1605" tIns="0" rIns="23160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Move a file </a:t>
          </a:r>
          <a:r>
            <a:rPr lang="en-US" sz="2000" b="1" i="0" kern="1200" dirty="0"/>
            <a:t>Command:</a:t>
          </a:r>
          <a:r>
            <a:rPr lang="en-US" sz="2000" b="0" i="0" kern="1200" dirty="0"/>
            <a:t> </a:t>
          </a:r>
          <a:r>
            <a:rPr lang="en-US" sz="2000" b="1" i="1" kern="1200" dirty="0">
              <a:solidFill>
                <a:srgbClr val="FFFF00"/>
              </a:solidFill>
            </a:rPr>
            <a:t>mv</a:t>
          </a:r>
        </a:p>
      </dsp:txBody>
      <dsp:txXfrm>
        <a:off x="454971" y="3673519"/>
        <a:ext cx="6092919" cy="319654"/>
      </dsp:txXfrm>
    </dsp:sp>
    <dsp:sp modelId="{84126731-3712-4DE9-874B-D9AEA68820F4}">
      <dsp:nvSpPr>
        <dsp:cNvPr id="0" name=""/>
        <dsp:cNvSpPr/>
      </dsp:nvSpPr>
      <dsp:spPr>
        <a:xfrm>
          <a:off x="0" y="4736766"/>
          <a:ext cx="8753579" cy="66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205464"/>
              <a:satOff val="-30727"/>
              <a:lumOff val="196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9375" tIns="249936" rIns="6793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0" kern="1200"/>
            <a:t>Example:</a:t>
          </a:r>
          <a:r>
            <a:rPr lang="en-US" sz="2000" b="0" i="0" kern="1200"/>
            <a:t> touch myfile.txt </a:t>
          </a:r>
          <a:endParaRPr lang="en-US" sz="2000" kern="1200" dirty="0"/>
        </a:p>
      </dsp:txBody>
      <dsp:txXfrm>
        <a:off x="0" y="4736766"/>
        <a:ext cx="8753579" cy="661500"/>
      </dsp:txXfrm>
    </dsp:sp>
    <dsp:sp modelId="{B290A518-E292-4F7E-A2F3-2C538C50768A}">
      <dsp:nvSpPr>
        <dsp:cNvPr id="0" name=""/>
        <dsp:cNvSpPr/>
      </dsp:nvSpPr>
      <dsp:spPr>
        <a:xfrm>
          <a:off x="437678" y="4559646"/>
          <a:ext cx="6127505" cy="354240"/>
        </a:xfrm>
        <a:prstGeom prst="roundRect">
          <a:avLst/>
        </a:prstGeom>
        <a:solidFill>
          <a:schemeClr val="accent1">
            <a:shade val="50000"/>
            <a:hueOff val="205464"/>
            <a:satOff val="-30727"/>
            <a:lumOff val="1963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1605" tIns="0" rIns="23160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Create a file </a:t>
          </a:r>
          <a:r>
            <a:rPr lang="en-US" sz="2000" b="1" i="0" kern="1200" dirty="0"/>
            <a:t>Command:</a:t>
          </a:r>
          <a:r>
            <a:rPr lang="en-US" sz="2000" b="0" i="0" kern="1200" dirty="0"/>
            <a:t> </a:t>
          </a:r>
          <a:r>
            <a:rPr lang="en-US" sz="2000" b="1" i="1" kern="1200" dirty="0">
              <a:solidFill>
                <a:srgbClr val="FFFF00"/>
              </a:solidFill>
            </a:rPr>
            <a:t>touch</a:t>
          </a:r>
        </a:p>
      </dsp:txBody>
      <dsp:txXfrm>
        <a:off x="454971" y="4576939"/>
        <a:ext cx="6092919" cy="319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0" y="0"/>
          <a:ext cx="8753579" cy="913971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The Windows command line is one of the most powerful utilities on a Windows PC. With it, you can interact with the OS directly and do a lot of things not available in the graphical user interface (GUI).</a:t>
          </a:r>
          <a:endParaRPr lang="en-US" sz="2000" kern="1200" dirty="0"/>
        </a:p>
      </dsp:txBody>
      <dsp:txXfrm>
        <a:off x="44616" y="44616"/>
        <a:ext cx="8664347" cy="8247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42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To see more detailed information about your system you won’t see in the GUI, use the command &gt;&gt;</a:t>
          </a:r>
          <a:r>
            <a:rPr lang="en-US" sz="1600" b="0" i="1" kern="1200" dirty="0" err="1">
              <a:solidFill>
                <a:srgbClr val="FFFF00"/>
              </a:solidFill>
            </a:rPr>
            <a:t>systeminfo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301" y="35217"/>
        <a:ext cx="8430691" cy="650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42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>
              <a:solidFill>
                <a:srgbClr val="FFFF00"/>
              </a:solidFill>
            </a:rPr>
            <a:t>prompt</a:t>
          </a:r>
          <a:r>
            <a:rPr lang="en-US" sz="1600" b="0" i="0" kern="1200" dirty="0"/>
            <a:t> command to change that default text with the syntax </a:t>
          </a:r>
          <a:r>
            <a:rPr lang="en-US" sz="1600" b="0" i="1" kern="1200" dirty="0">
              <a:solidFill>
                <a:srgbClr val="FFFF00"/>
              </a:solidFill>
            </a:rPr>
            <a:t>prompt </a:t>
          </a:r>
          <a:r>
            <a:rPr lang="en-US" sz="1600" b="0" i="1" kern="1200" dirty="0" err="1">
              <a:solidFill>
                <a:srgbClr val="FFFF00"/>
              </a:solidFill>
            </a:rPr>
            <a:t>prompt_name</a:t>
          </a:r>
          <a:r>
            <a:rPr lang="en-US" sz="1600" b="0" i="1" kern="1200" dirty="0">
              <a:solidFill>
                <a:srgbClr val="FFFF00"/>
              </a:solidFill>
            </a:rPr>
            <a:t> $G</a:t>
          </a:r>
          <a:r>
            <a:rPr lang="en-US" sz="1600" b="0" i="0" kern="1200" dirty="0"/>
            <a:t>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301" y="35217"/>
        <a:ext cx="8430691" cy="6509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4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 err="1">
              <a:solidFill>
                <a:srgbClr val="FFFF00"/>
              </a:solidFill>
            </a:rPr>
            <a:t>dir</a:t>
          </a:r>
          <a:r>
            <a:rPr lang="en-US" sz="1600" b="0" i="0" kern="1200" dirty="0"/>
            <a:t> command to check files in a directory/folder: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302" y="35218"/>
        <a:ext cx="8430689" cy="6510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4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>
              <a:solidFill>
                <a:srgbClr val="FFFF00"/>
              </a:solidFill>
            </a:rPr>
            <a:t>prompt</a:t>
          </a:r>
          <a:r>
            <a:rPr lang="en-US" sz="1600" b="0" i="0" kern="1200" dirty="0"/>
            <a:t> command to return to original path: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302" y="35218"/>
        <a:ext cx="8430689" cy="6510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4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 err="1">
              <a:solidFill>
                <a:srgbClr val="FFFF00"/>
              </a:solidFill>
            </a:rPr>
            <a:t>driverquery</a:t>
          </a:r>
          <a:r>
            <a:rPr lang="en-US" sz="1600" b="0" i="0" kern="1200" dirty="0"/>
            <a:t> command to check all your installed drivers: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302" y="35218"/>
        <a:ext cx="8430689" cy="6510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8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 err="1">
              <a:solidFill>
                <a:srgbClr val="FFFF00"/>
              </a:solidFill>
            </a:rPr>
            <a:t>netsat</a:t>
          </a:r>
          <a:r>
            <a:rPr lang="en-US" sz="1600" b="0" i="1" kern="1200" dirty="0">
              <a:solidFill>
                <a:srgbClr val="FFFF00"/>
              </a:solidFill>
            </a:rPr>
            <a:t> -an</a:t>
          </a:r>
          <a:r>
            <a:rPr lang="en-US" sz="1600" b="0" i="0" kern="1200" dirty="0"/>
            <a:t> command to show all open ports, their addresses and states: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9" y="35215"/>
        <a:ext cx="8430695" cy="65095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>
              <a:solidFill>
                <a:srgbClr val="FFFF00"/>
              </a:solidFill>
            </a:rPr>
            <a:t>ping</a:t>
          </a:r>
          <a:r>
            <a:rPr lang="en-US" sz="1600" b="0" i="0" kern="1200" dirty="0"/>
            <a:t> command to check any website IP address and state: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7" y="35213"/>
        <a:ext cx="8430699" cy="6509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542854" y="14"/>
          <a:ext cx="7975586" cy="35379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Enter </a:t>
          </a:r>
          <a:r>
            <a:rPr lang="en-US" sz="1600" b="0" i="1" kern="1200" dirty="0">
              <a:solidFill>
                <a:srgbClr val="FFFF00"/>
              </a:solidFill>
            </a:rPr>
            <a:t>color </a:t>
          </a:r>
          <a:r>
            <a:rPr lang="en-US" sz="1600" b="0" i="1" kern="1200" dirty="0" err="1">
              <a:solidFill>
                <a:srgbClr val="FFFF00"/>
              </a:solidFill>
            </a:rPr>
            <a:t>attr</a:t>
          </a:r>
          <a:r>
            <a:rPr lang="en-US" sz="1600" b="0" i="0" kern="1200" dirty="0"/>
            <a:t> command to see the colors you can change to: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560125" y="17285"/>
        <a:ext cx="7941044" cy="319251"/>
      </dsp:txXfrm>
    </dsp:sp>
    <dsp:sp modelId="{08744B33-EBA3-498E-9678-3C915A6E2BAA}">
      <dsp:nvSpPr>
        <dsp:cNvPr id="0" name=""/>
        <dsp:cNvSpPr/>
      </dsp:nvSpPr>
      <dsp:spPr>
        <a:xfrm>
          <a:off x="544340" y="367949"/>
          <a:ext cx="8130027" cy="353793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>
              <a:solidFill>
                <a:schemeClr val="bg1"/>
              </a:solidFill>
            </a:rPr>
            <a:t>Entering </a:t>
          </a:r>
          <a:r>
            <a:rPr lang="en-US" sz="1600" i="1" kern="1200" dirty="0">
              <a:solidFill>
                <a:srgbClr val="FFFF00"/>
              </a:solidFill>
            </a:rPr>
            <a:t>color 2 </a:t>
          </a:r>
          <a:r>
            <a:rPr lang="en-US" sz="1600" i="1" kern="1200" dirty="0">
              <a:solidFill>
                <a:schemeClr val="bg1"/>
              </a:solidFill>
            </a:rPr>
            <a:t>changes the color of the terminal to green</a:t>
          </a:r>
        </a:p>
      </dsp:txBody>
      <dsp:txXfrm>
        <a:off x="561611" y="385220"/>
        <a:ext cx="8095485" cy="31925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8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>
              <a:solidFill>
                <a:srgbClr val="FFFF00"/>
              </a:solidFill>
            </a:rPr>
            <a:t>ipconfig</a:t>
          </a:r>
          <a:r>
            <a:rPr lang="en-US" sz="1600" b="0" i="0" kern="1200" dirty="0"/>
            <a:t> command to show information about PC IP Address and Connections: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9" y="35215"/>
        <a:ext cx="8430695" cy="6509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>
              <a:solidFill>
                <a:srgbClr val="FFFF00"/>
              </a:solidFill>
            </a:rPr>
            <a:t>del</a:t>
          </a:r>
          <a:r>
            <a:rPr lang="en-US" sz="1600" b="0" i="0" kern="1200" dirty="0"/>
            <a:t> command to delete a file: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7" y="35213"/>
        <a:ext cx="8430699" cy="65091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>
              <a:solidFill>
                <a:srgbClr val="FFFF00"/>
              </a:solidFill>
            </a:rPr>
            <a:t>start</a:t>
          </a:r>
          <a:r>
            <a:rPr lang="en-US" sz="1600" b="0" i="0" kern="1200" dirty="0"/>
            <a:t> command to log on to a Website form command line: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7" y="35213"/>
        <a:ext cx="8430699" cy="65091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4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 err="1">
              <a:solidFill>
                <a:srgbClr val="FFFF00"/>
              </a:solidFill>
            </a:rPr>
            <a:t>ver</a:t>
          </a:r>
          <a:r>
            <a:rPr lang="en-US" sz="1600" b="0" i="0" kern="1200" dirty="0"/>
            <a:t> command to show the version of the Operating System: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302" y="35218"/>
        <a:ext cx="8430689" cy="65100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0" i="1" kern="1200" dirty="0" err="1">
              <a:solidFill>
                <a:srgbClr val="FFFF00"/>
              </a:solidFill>
            </a:rPr>
            <a:t>mkdir</a:t>
          </a:r>
          <a:r>
            <a:rPr lang="en-US" sz="1600" b="0" i="0" kern="1200" dirty="0"/>
            <a:t> command to create a new folder: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7" y="35213"/>
        <a:ext cx="8430699" cy="65091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1" i="1" kern="1200" dirty="0" err="1">
              <a:solidFill>
                <a:srgbClr val="FFFF00"/>
              </a:solidFill>
            </a:rPr>
            <a:t>rmdir</a:t>
          </a:r>
          <a:r>
            <a:rPr lang="en-US" sz="1600" b="0" i="0" kern="1200" dirty="0"/>
            <a:t> command to delete a folder: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7" y="35213"/>
        <a:ext cx="8430699" cy="65091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1" i="1" kern="1200" dirty="0">
              <a:solidFill>
                <a:srgbClr val="FFFF00"/>
              </a:solidFill>
            </a:rPr>
            <a:t>move</a:t>
          </a:r>
          <a:r>
            <a:rPr lang="en-US" sz="1600" b="0" i="0" kern="1200" dirty="0"/>
            <a:t> command to move a File or Folder to a Specified Folder: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7" y="35213"/>
        <a:ext cx="8430699" cy="65091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7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1" i="1" kern="1200" dirty="0">
              <a:solidFill>
                <a:srgbClr val="FFFF00"/>
              </a:solidFill>
            </a:rPr>
            <a:t>ren</a:t>
          </a:r>
          <a:r>
            <a:rPr lang="en-US" sz="1600" b="0" i="0" kern="1200" dirty="0"/>
            <a:t> command to rename a file with the syntax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1" kern="1200" dirty="0">
              <a:solidFill>
                <a:srgbClr val="FFFF00"/>
              </a:solidFill>
            </a:rPr>
            <a:t>ren </a:t>
          </a:r>
          <a:r>
            <a:rPr lang="en-US" sz="1600" b="0" i="1" kern="1200" dirty="0" err="1">
              <a:solidFill>
                <a:srgbClr val="FFFF00"/>
              </a:solidFill>
            </a:rPr>
            <a:t>filename.ext</a:t>
          </a:r>
          <a:r>
            <a:rPr lang="en-US" sz="1600" b="0" i="1" kern="1200" dirty="0">
              <a:solidFill>
                <a:srgbClr val="FFFF00"/>
              </a:solidFill>
            </a:rPr>
            <a:t> new-</a:t>
          </a:r>
          <a:r>
            <a:rPr lang="en-US" sz="1600" b="0" i="1" kern="1200" dirty="0" err="1">
              <a:solidFill>
                <a:srgbClr val="FFFF00"/>
              </a:solidFill>
            </a:rPr>
            <a:t>name.ext</a:t>
          </a:r>
          <a:r>
            <a:rPr lang="en-US" sz="1600" b="0" i="0" kern="1200" dirty="0"/>
            <a:t>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317" y="35233"/>
        <a:ext cx="8430659" cy="65127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280084" y="0"/>
          <a:ext cx="8501125" cy="72138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You can use the </a:t>
          </a:r>
          <a:r>
            <a:rPr lang="en-US" sz="1600" b="1" i="1" kern="1200" dirty="0" err="1">
              <a:solidFill>
                <a:srgbClr val="FFFF00"/>
              </a:solidFill>
            </a:rPr>
            <a:t>cls</a:t>
          </a:r>
          <a:r>
            <a:rPr lang="en-US" sz="1600" b="1" i="1" kern="1200" dirty="0">
              <a:solidFill>
                <a:srgbClr val="FFFF00"/>
              </a:solidFill>
            </a:rPr>
            <a:t> </a:t>
          </a:r>
          <a:r>
            <a:rPr lang="en-US" sz="1600" b="0" i="0" kern="1200" dirty="0"/>
            <a:t>command to clear the command line &amp; </a:t>
          </a:r>
          <a:r>
            <a:rPr lang="en-US" sz="1600" b="0" i="1" kern="1200" dirty="0">
              <a:solidFill>
                <a:srgbClr val="FFFF00"/>
              </a:solidFill>
            </a:rPr>
            <a:t>exit</a:t>
          </a:r>
          <a:r>
            <a:rPr lang="en-US" sz="1600" b="0" i="0" kern="1200" dirty="0"/>
            <a:t> command to close the command line :</a:t>
          </a:r>
          <a:endParaRPr lang="en-US" sz="1600" i="1" kern="1200" dirty="0">
            <a:solidFill>
              <a:srgbClr val="FFFF00"/>
            </a:solidFill>
          </a:endParaRPr>
        </a:p>
      </dsp:txBody>
      <dsp:txXfrm>
        <a:off x="315299" y="35215"/>
        <a:ext cx="8430695" cy="65095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908BC-A878-4800-B0EF-BD3796865A48}">
      <dsp:nvSpPr>
        <dsp:cNvPr id="0" name=""/>
        <dsp:cNvSpPr/>
      </dsp:nvSpPr>
      <dsp:spPr>
        <a:xfrm>
          <a:off x="542854" y="0"/>
          <a:ext cx="7975586" cy="75244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Enter </a:t>
          </a:r>
          <a:r>
            <a:rPr lang="en-US" sz="1600" b="1" i="1" kern="1200" dirty="0">
              <a:solidFill>
                <a:srgbClr val="FFFF00"/>
              </a:solidFill>
            </a:rPr>
            <a:t>shutdown</a:t>
          </a:r>
          <a:r>
            <a:rPr lang="en-US" sz="1600" b="0" i="0" kern="1200" dirty="0"/>
            <a:t> command to see the extension you can use to perform the action: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E.g. </a:t>
          </a:r>
          <a:r>
            <a:rPr lang="en-US" sz="1600" b="1" i="1" kern="1200" dirty="0">
              <a:solidFill>
                <a:srgbClr val="FFFF00"/>
              </a:solidFill>
            </a:rPr>
            <a:t>shutdown /r</a:t>
          </a:r>
          <a:r>
            <a:rPr lang="en-US" sz="1600" b="1" i="0" kern="1200" dirty="0"/>
            <a:t> </a:t>
          </a:r>
          <a:r>
            <a:rPr lang="en-US" sz="1600" b="0" i="0" kern="1200" dirty="0"/>
            <a:t>will restart your computer</a:t>
          </a:r>
        </a:p>
      </dsp:txBody>
      <dsp:txXfrm>
        <a:off x="579585" y="36731"/>
        <a:ext cx="7902124" cy="678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79330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3495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910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628C-3D88-8AE0-0DBA-AF497B4C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D597C-6731-5830-1055-F299E692D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4F31B-0E39-6C00-EB40-52067F725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9089B-2866-6DD1-D76B-9E876F07B6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6565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C4BA0-7E6A-D828-9447-F79E3FF76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C0D84-9783-EE0A-DB68-A79749102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540B0-578A-DC37-31E0-31AB73DD6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D0DDF-C5FA-AAF1-DE8C-5DE029F0EE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4955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8989-13CA-56D2-1203-F1A281CC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AAE87-02A3-8301-FBDD-423521D0D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C22D9-777E-AD7A-DB02-3651EF1D3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38F9F-9566-0C4E-1DB5-0CCB7910D4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1629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A6B2-4110-60FB-E568-A518ECAC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EB29B-37B0-3512-700E-159BF4F54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DDBB7-5AF0-91A2-EB01-54B21FB3A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464B7-7FA8-AEA7-3BA8-946FF76380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618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BF6D-9743-6C91-0EA1-4F155C1C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79AB3-188E-F4DE-D308-979DFA1A4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8D0E4-65D6-E9C0-F4B4-CEBDF4C75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5193A-0EE5-E69D-A3C7-38559A0434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441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2F13-6CC3-D28B-AC26-13BDD8A8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3E89C-0553-8505-B014-E49060434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D718E-808F-A849-E65F-9431AEB3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DA5A1-FE1B-32AC-07CA-5A6AB4D905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2439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FDF3-5DA9-7350-451C-EA49AD2FA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57EF3-E7FB-5BCC-016A-00AD1CBE0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46FB6-EFD1-009E-1EF3-E4E188423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BB909-E90A-F1A9-9F50-589980DB29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9112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31DE-08A6-A7ED-6F12-D1E7F90F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95D23-197A-2C7D-1171-C176110F5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94341-7FC5-770F-9263-B4A83A787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6A134-05F0-6C30-3FAD-120959B77D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352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4DAA-3756-DC70-832D-73037D5F1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04EBA-549B-476E-FA4E-C95D7D09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441E5-D46F-46DE-581F-4EA1E6363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5E9FA-70D1-2D40-7A2F-F070C8928E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125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D6CC-FC14-62C7-8D1A-35EE2BDB8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4B3C4-F499-DF2C-F856-22F81B588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4B7BB-EB0D-291F-2905-0964EFBC4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37BF0-8386-9512-0DE6-0225A6136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2970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0E8F0-22AF-C721-3E0A-10D948C3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E9A95-AA96-5CBD-C781-BE2E3D329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7CB97-A09A-2F09-9490-6616098A0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91855-EDE0-401C-03F8-871EE1D371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7145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E28D-1BB9-64F9-447F-FA766D92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24FCA-D596-488D-1215-F7DB14DA2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AA025-16C7-8A59-573B-58408D28E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1789B-F041-9F03-6F82-693BC385A7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7373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30A9-7F16-9D65-3D31-E9FA784B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5B478-E6E3-840E-AC8E-0066E9171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4E815-EAA9-76BF-C912-B4586BA2C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47052-FB66-9A5F-6D65-0FA2B015B9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450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EA54-D21E-B9DD-DCFD-0E6E091D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F94D8-33EE-BC2B-49FB-7016ED75B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290B0-0BE6-32DF-BBD8-8BA18B509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DECC-3867-32D8-B090-70EFFEC69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95145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46813-7460-E3D2-F691-BFC9341F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8F4CF-6C20-3A0C-6AA9-016619D69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999BB-FBB7-16FB-0F4C-BA2E33776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93A32-9B4F-586D-B886-7166660860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6259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EBF9-323B-1C84-5506-96713A22A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943760-A64A-4326-97FC-8FE898275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62C04-45BB-D811-B5E7-05F015319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F9A7E-A1ED-B8F3-5D99-ECCAC0A624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741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B583-DB04-F4FE-8C4A-9CB0C047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AF76A-9FB7-782C-8960-48EDD507B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EA56E-CA54-0FF2-2AE8-C4D7F374B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980B4-63BF-DB3B-0945-BB2206DB1E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814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BA4E-C779-7DFA-F347-1BE05FE4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901A4-FB0E-2DEB-57EC-21D58360D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C847E-3268-6D9D-E325-8A8C4E9CB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5065E-23C7-1243-2F1F-641F7F1ACE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37847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10B7-A9CF-C4C9-D6FF-8D8E6E7D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D272A-DE2F-65D3-7E6E-244CC227A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E69AC-3BF9-F5A9-3E58-2F082BEF9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02547-90C2-B5E7-D043-92C92096B2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3323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 rot="10800000" flipH="1">
            <a:off x="0" y="-2"/>
            <a:ext cx="9144000" cy="4953001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371600" y="3127375"/>
            <a:ext cx="64008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A9C"/>
              </a:buClr>
              <a:buSzPts val="2800"/>
              <a:buNone/>
              <a:defRPr>
                <a:solidFill>
                  <a:srgbClr val="888A9C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A9C"/>
              </a:buClr>
              <a:buSzPts val="2400"/>
              <a:buNone/>
              <a:defRPr>
                <a:solidFill>
                  <a:srgbClr val="888A9C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0414" y="5281369"/>
            <a:ext cx="2843999" cy="11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274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Title and Content">
    <p:bg>
      <p:bgRef idx="1001">
        <a:schemeClr val="bg1"/>
      </p:bgRef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 rot="10800000" flipH="1">
            <a:off x="-2458" y="11430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94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3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04167" y="6400800"/>
            <a:ext cx="365760" cy="40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4295" y="6466175"/>
            <a:ext cx="245505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4296547" y="64008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4" r="49256"/>
          <a:stretch/>
        </p:blipFill>
        <p:spPr>
          <a:xfrm>
            <a:off x="6183389" y="1378424"/>
            <a:ext cx="2960611" cy="546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76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 sz="2000">
                <a:solidFill>
                  <a:srgbClr val="888A9C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A9C"/>
              </a:buClr>
              <a:buSzPts val="1800"/>
              <a:buNone/>
              <a:defRPr sz="1800">
                <a:solidFill>
                  <a:srgbClr val="888A9C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Google Shape;3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7" name="Google Shape;3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8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7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2" name="Google Shape;5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3" name="Google Shape;5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9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8" name="Google Shape;5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3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7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6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9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7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9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364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ctrTitle"/>
          </p:nvPr>
        </p:nvSpPr>
        <p:spPr>
          <a:xfrm>
            <a:off x="0" y="1065670"/>
            <a:ext cx="914400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4400"/>
            </a:pPr>
            <a:r>
              <a:rPr lang="en-US" sz="4000" b="1" dirty="0"/>
              <a:t>Shell Line Commands </a:t>
            </a:r>
            <a:br>
              <a:rPr lang="en-US" sz="4000" b="1" dirty="0"/>
            </a:br>
            <a:r>
              <a:rPr lang="en-US" sz="4000" b="1" dirty="0"/>
              <a:t>(Windows, Mac &amp; Linux)</a:t>
            </a:r>
            <a:br>
              <a:rPr lang="en-US" sz="4000" b="1" dirty="0"/>
            </a:br>
            <a:endParaRPr sz="4000" dirty="0"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"/>
          </p:nvPr>
        </p:nvSpPr>
        <p:spPr>
          <a:xfrm>
            <a:off x="1371600" y="2535695"/>
            <a:ext cx="64008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b="1" i="1" dirty="0"/>
              <a:t>Week 4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546" y="207818"/>
            <a:ext cx="8578795" cy="1143000"/>
          </a:xfrm>
        </p:spPr>
        <p:txBody>
          <a:bodyPr/>
          <a:lstStyle/>
          <a:p>
            <a:r>
              <a:rPr lang="en-GB" dirty="0"/>
              <a:t>Mac and Linux OS Terminals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EB767DE-12FC-B5C7-0FBC-DA1D0147C8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0800327"/>
              </p:ext>
            </p:extLst>
          </p:nvPr>
        </p:nvGraphicFramePr>
        <p:xfrm>
          <a:off x="195210" y="1209368"/>
          <a:ext cx="8753579" cy="5440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041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3BECC1B-4E3A-488A-8C99-49D266715A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C3BECC1B-4E3A-488A-8C99-49D266715A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C3BECC1B-4E3A-488A-8C99-49D266715A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E6545D-B0BB-459C-BCB7-C993CEA20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A5E6545D-B0BB-459C-BCB7-C993CEA20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A5E6545D-B0BB-459C-BCB7-C993CEA20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55B283F-5588-41AD-8402-582AEBDFB4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955B283F-5588-41AD-8402-582AEBDFB4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955B283F-5588-41AD-8402-582AEBDFB4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770B40F-71E3-4FCE-B1A2-5E30AA503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2770B40F-71E3-4FCE-B1A2-5E30AA503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2770B40F-71E3-4FCE-B1A2-5E30AA503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069C1F-EDD2-412C-A523-EB1FBDE6F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30069C1F-EDD2-412C-A523-EB1FBDE6F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30069C1F-EDD2-412C-A523-EB1FBDE6F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D35EA4F-623E-4385-A309-18B571F2FB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5D35EA4F-623E-4385-A309-18B571F2FB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5D35EA4F-623E-4385-A309-18B571F2FB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D410846-05C2-4E8A-85B1-3134370885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9D410846-05C2-4E8A-85B1-3134370885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9D410846-05C2-4E8A-85B1-3134370885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4AB9F8-7D93-4D4F-9957-D5122A0170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D64AB9F8-7D93-4D4F-9957-D5122A0170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D64AB9F8-7D93-4D4F-9957-D5122A0170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E93F10-5CF8-4B57-8E91-B071FA45D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D6E93F10-5CF8-4B57-8E91-B071FA45D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D6E93F10-5CF8-4B57-8E91-B071FA45D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EC84CE-86BA-493C-8FEF-5239FE472E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graphicEl>
                                              <a:dgm id="{D2EC84CE-86BA-493C-8FEF-5239FE472E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graphicEl>
                                              <a:dgm id="{D2EC84CE-86BA-493C-8FEF-5239FE472E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90A518-E292-4F7E-A2F3-2C538C5076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B290A518-E292-4F7E-A2F3-2C538C5076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B290A518-E292-4F7E-A2F3-2C538C5076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126731-3712-4DE9-874B-D9AEA6882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graphicEl>
                                              <a:dgm id="{84126731-3712-4DE9-874B-D9AEA6882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graphicEl>
                                              <a:dgm id="{84126731-3712-4DE9-874B-D9AEA68820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1138-CBC6-74E0-C19C-C55507C9F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B0E4-2627-BB21-DA96-8E89CE15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46" y="207818"/>
            <a:ext cx="8578795" cy="1143000"/>
          </a:xfrm>
        </p:spPr>
        <p:txBody>
          <a:bodyPr/>
          <a:lstStyle/>
          <a:p>
            <a:r>
              <a:rPr lang="en-GB" dirty="0"/>
              <a:t>Windows Command Line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DD0F4-7001-C1AA-0DFA-D64C767D55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8EAA30-E322-2F7D-4E1C-4AD91B3C05E5}"/>
              </a:ext>
            </a:extLst>
          </p:cNvPr>
          <p:cNvGraphicFramePr/>
          <p:nvPr/>
        </p:nvGraphicFramePr>
        <p:xfrm>
          <a:off x="195210" y="1422400"/>
          <a:ext cx="8753579" cy="91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61C937E-787E-E3F4-CA82-CD35C8F83B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553" y="2365912"/>
            <a:ext cx="5162891" cy="421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2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A8D4-95D2-1727-DA8E-79991AEF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D5279-648E-A6C3-BC9B-35F717578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46" y="207818"/>
            <a:ext cx="8578795" cy="1143000"/>
          </a:xfrm>
        </p:spPr>
        <p:txBody>
          <a:bodyPr/>
          <a:lstStyle/>
          <a:p>
            <a:r>
              <a:rPr lang="en-GB" dirty="0"/>
              <a:t>Check System Information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93ADF-3E41-751B-349A-76F6DB25F6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9AF483B-84C1-4736-BEDD-CAC90C0EF7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425717"/>
              </p:ext>
            </p:extLst>
          </p:nvPr>
        </p:nvGraphicFramePr>
        <p:xfrm>
          <a:off x="41352" y="1431711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45619DC-A4A8-6E1B-FDB2-ED4FFD9AD5E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0000" b="46529"/>
          <a:stretch/>
        </p:blipFill>
        <p:spPr>
          <a:xfrm>
            <a:off x="343398" y="2153785"/>
            <a:ext cx="8668298" cy="43453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AF0EBA-804A-7771-23F2-37B4F7EC2E2F}"/>
              </a:ext>
            </a:extLst>
          </p:cNvPr>
          <p:cNvSpPr/>
          <p:nvPr/>
        </p:nvSpPr>
        <p:spPr>
          <a:xfrm>
            <a:off x="1730479" y="2605548"/>
            <a:ext cx="1209367" cy="34412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7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E3BE-9AED-6A48-F82B-0F787541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2A6E-8BAE-9283-D556-891002AF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Change Default Text before Entering Commands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814FD-AF64-D1B4-8F17-55E77C176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DB185FA-7845-9A3F-4738-AC021AC197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791333"/>
              </p:ext>
            </p:extLst>
          </p:nvPr>
        </p:nvGraphicFramePr>
        <p:xfrm>
          <a:off x="-1" y="1486280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9CCEEFA-3E08-FEF7-883D-787E196D4D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8" r="37820" b="49737"/>
          <a:stretch/>
        </p:blipFill>
        <p:spPr>
          <a:xfrm>
            <a:off x="319982" y="2343818"/>
            <a:ext cx="8421330" cy="38357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D392A5-A5CA-A9CC-7852-48A75D74ECE5}"/>
              </a:ext>
            </a:extLst>
          </p:cNvPr>
          <p:cNvSpPr/>
          <p:nvPr/>
        </p:nvSpPr>
        <p:spPr>
          <a:xfrm>
            <a:off x="1691150" y="2743199"/>
            <a:ext cx="2281082" cy="34412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6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9DF1F-DC21-1311-83D8-AFA5DD2B0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2A38-249B-2E1B-EEAC-2C7A750A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Check Folder/Directory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4FD04-4EFA-96B0-C710-BEBAA384D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1D0219E-F53E-5E73-00FF-11C737342E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1348140"/>
              </p:ext>
            </p:extLst>
          </p:nvPr>
        </p:nvGraphicFramePr>
        <p:xfrm>
          <a:off x="-1" y="1486280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0C3D5E6-A3F3-9B1F-06B5-61ECB34DAEE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9606" b="37145"/>
          <a:stretch/>
        </p:blipFill>
        <p:spPr>
          <a:xfrm>
            <a:off x="373626" y="2247683"/>
            <a:ext cx="8327922" cy="41828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2E2886-2C39-B2DF-E518-326343D35445}"/>
              </a:ext>
            </a:extLst>
          </p:cNvPr>
          <p:cNvSpPr/>
          <p:nvPr/>
        </p:nvSpPr>
        <p:spPr>
          <a:xfrm>
            <a:off x="1415847" y="2551636"/>
            <a:ext cx="707921" cy="30955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1F6C7-857D-6AF1-4A1A-29322E2C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4ACCB-20CB-7E37-37FB-9AE89E61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Check Folder/Directory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54450-B1C4-B3EA-5836-B587E78701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3E5180F-5B18-75D7-D1E6-3DE50C0F70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7730495"/>
              </p:ext>
            </p:extLst>
          </p:nvPr>
        </p:nvGraphicFramePr>
        <p:xfrm>
          <a:off x="-1" y="1486280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349FB3F-D141-7F26-4CC7-32D3F563FEE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9983" b="53393"/>
          <a:stretch/>
        </p:blipFill>
        <p:spPr>
          <a:xfrm>
            <a:off x="314632" y="2252419"/>
            <a:ext cx="8455741" cy="36935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1A57CEF-CD33-A6DD-13B4-DABFEE5A5E16}"/>
              </a:ext>
            </a:extLst>
          </p:cNvPr>
          <p:cNvSpPr/>
          <p:nvPr/>
        </p:nvSpPr>
        <p:spPr>
          <a:xfrm>
            <a:off x="1563330" y="2679455"/>
            <a:ext cx="953728" cy="34887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0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82750-038A-80D4-805E-E81C5C78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9AE8-F07B-2179-24B6-17AC2C13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List All Installed Drivers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C5BC0-3F78-3BDC-D1FC-4B0697FDC9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14AA1E4-0033-6249-BCFF-8CF6D32B73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034017"/>
              </p:ext>
            </p:extLst>
          </p:nvPr>
        </p:nvGraphicFramePr>
        <p:xfrm>
          <a:off x="-1" y="1486280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576A2FC-34E3-5A57-8AAF-3627C975EF9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2688" b="48041"/>
          <a:stretch/>
        </p:blipFill>
        <p:spPr>
          <a:xfrm>
            <a:off x="324464" y="2222489"/>
            <a:ext cx="8347535" cy="425696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4C220C-EA3F-A04B-4AA5-87084715198E}"/>
              </a:ext>
            </a:extLst>
          </p:cNvPr>
          <p:cNvSpPr/>
          <p:nvPr/>
        </p:nvSpPr>
        <p:spPr>
          <a:xfrm>
            <a:off x="1691149" y="2689288"/>
            <a:ext cx="1641985" cy="34887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7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7793-E499-E108-2F8C-C62B515A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CCDB-F0BC-2F98-8902-231F1E2C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Check Open Ports, IP Addresses &amp; States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4C58E-A582-7304-B94D-0BB9307D68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5C13E2-FE54-A467-FB3F-8B2D8030DB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973296"/>
              </p:ext>
            </p:extLst>
          </p:nvPr>
        </p:nvGraphicFramePr>
        <p:xfrm>
          <a:off x="-1" y="1417453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14C3D62-BD04-808B-CFEE-33BCC7D2124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37501" b="43362"/>
          <a:stretch/>
        </p:blipFill>
        <p:spPr>
          <a:xfrm>
            <a:off x="324465" y="2178860"/>
            <a:ext cx="8475406" cy="43202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A90A85-B83F-2DD3-B4E5-E33A4694DFA3}"/>
              </a:ext>
            </a:extLst>
          </p:cNvPr>
          <p:cNvSpPr/>
          <p:nvPr/>
        </p:nvSpPr>
        <p:spPr>
          <a:xfrm>
            <a:off x="1622323" y="2590965"/>
            <a:ext cx="1641985" cy="34887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9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1375A-1E19-E30E-214F-3BB24749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0975-F3E6-599C-8814-5A88A78A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Ping a Website IP Address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AFDCE-40FE-0723-4AB6-0F5D81350A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A2C7E7E-9294-349F-D9DF-7CBB4D470B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9883699"/>
              </p:ext>
            </p:extLst>
          </p:nvPr>
        </p:nvGraphicFramePr>
        <p:xfrm>
          <a:off x="-1" y="1417453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0287747-9761-308E-0DAC-52DF37AE0F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2366" b="50765"/>
          <a:stretch/>
        </p:blipFill>
        <p:spPr>
          <a:xfrm>
            <a:off x="324464" y="2186050"/>
            <a:ext cx="8445910" cy="40584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45BFDAC-840B-1F75-8B6E-9CA2EA547DAC}"/>
              </a:ext>
            </a:extLst>
          </p:cNvPr>
          <p:cNvSpPr/>
          <p:nvPr/>
        </p:nvSpPr>
        <p:spPr>
          <a:xfrm>
            <a:off x="1671483" y="2610629"/>
            <a:ext cx="2487561" cy="34887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02DE9-B569-5C06-7A4B-DC9E198B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C90B-B977-46C3-5FC1-1AA3EEA1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Change Text </a:t>
            </a:r>
            <a:r>
              <a:rPr lang="en-GB" sz="3600" dirty="0" err="1"/>
              <a:t>Color</a:t>
            </a:r>
            <a:r>
              <a:rPr lang="en-GB" sz="3600" dirty="0"/>
              <a:t> of the Command prompt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25668-575F-7E5E-3439-4D9E605831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C559D5-3C92-A842-8B4D-7D41B4F43A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0777721"/>
              </p:ext>
            </p:extLst>
          </p:nvPr>
        </p:nvGraphicFramePr>
        <p:xfrm>
          <a:off x="-234101" y="1397789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35EE08D-290C-B2A4-C896-9BF75991FCB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6021" b="50924"/>
          <a:stretch/>
        </p:blipFill>
        <p:spPr>
          <a:xfrm>
            <a:off x="324464" y="2191979"/>
            <a:ext cx="8445909" cy="43193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A5072A-51EC-E8DC-A899-6CCC03811622}"/>
              </a:ext>
            </a:extLst>
          </p:cNvPr>
          <p:cNvSpPr/>
          <p:nvPr/>
        </p:nvSpPr>
        <p:spPr>
          <a:xfrm>
            <a:off x="1808986" y="2659791"/>
            <a:ext cx="1494654" cy="34887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2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8744B33-EBA3-498E-9678-3C915A6E2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08744B33-EBA3-498E-9678-3C915A6E2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08744B33-EBA3-498E-9678-3C915A6E2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A25AA-1A8D-8FDA-5F39-3A66ED36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2E3C-289D-BFEB-530A-A972DD3F1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Check PC Configuration &amp; Connections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FC249-E905-8F21-87DC-0B4B643E1F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2F07AAE-165E-A2D8-3519-2F5DD632CE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0324350"/>
              </p:ext>
            </p:extLst>
          </p:nvPr>
        </p:nvGraphicFramePr>
        <p:xfrm>
          <a:off x="-1" y="1417453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4D7D2F6-7C13-074C-045E-04CB563E916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7312" b="52536"/>
          <a:stretch/>
        </p:blipFill>
        <p:spPr>
          <a:xfrm>
            <a:off x="363793" y="2151818"/>
            <a:ext cx="8384979" cy="42489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152E3C-0C16-BA79-9024-A99D4E9A489B}"/>
              </a:ext>
            </a:extLst>
          </p:cNvPr>
          <p:cNvSpPr/>
          <p:nvPr/>
        </p:nvSpPr>
        <p:spPr>
          <a:xfrm>
            <a:off x="1897476" y="2640126"/>
            <a:ext cx="1494654" cy="34887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8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C25FA-933C-7029-6067-B6C77A3E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9685-CFFF-B559-E9B0-5497129AD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Delete a File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53316-9A04-9CE0-0D9D-8B0BA050E8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40433E5-B8E7-5626-BD33-6DAECC440A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573481"/>
              </p:ext>
            </p:extLst>
          </p:nvPr>
        </p:nvGraphicFramePr>
        <p:xfrm>
          <a:off x="-1" y="1417453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08EC651-67C3-5168-8056-3C95EFEC161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7820" b="66667"/>
          <a:stretch/>
        </p:blipFill>
        <p:spPr>
          <a:xfrm>
            <a:off x="344130" y="2166387"/>
            <a:ext cx="8327598" cy="37018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CBE5FDD-9088-8D3D-8F7D-700E79C052DE}"/>
              </a:ext>
            </a:extLst>
          </p:cNvPr>
          <p:cNvSpPr/>
          <p:nvPr/>
        </p:nvSpPr>
        <p:spPr>
          <a:xfrm>
            <a:off x="2221941" y="2817107"/>
            <a:ext cx="1760124" cy="34887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3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EE3B8-04B7-4375-890C-DB51277B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4886-A9C6-EB01-7E49-3666FDB9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Go to a Website from Command Line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A80DE-7E6C-0BDE-08F4-01CCD6861A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74484A9-92E5-6D03-0F63-F1706EB5CF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0579152"/>
              </p:ext>
            </p:extLst>
          </p:nvPr>
        </p:nvGraphicFramePr>
        <p:xfrm>
          <a:off x="-1" y="1417453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3FDEB75-4592-A157-1696-8EC0E975D2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6960" b="59253"/>
          <a:stretch/>
        </p:blipFill>
        <p:spPr>
          <a:xfrm>
            <a:off x="324613" y="2191058"/>
            <a:ext cx="7754262" cy="4129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C4AD0C-D17B-2554-4421-84D8078C356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064" t="5555" r="13656" b="10891"/>
          <a:stretch/>
        </p:blipFill>
        <p:spPr>
          <a:xfrm>
            <a:off x="5032676" y="3733683"/>
            <a:ext cx="3940127" cy="23656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DAB480-3C77-A4B5-E1CA-EBD6146C1EF7}"/>
              </a:ext>
            </a:extLst>
          </p:cNvPr>
          <p:cNvSpPr/>
          <p:nvPr/>
        </p:nvSpPr>
        <p:spPr>
          <a:xfrm>
            <a:off x="3011771" y="2762166"/>
            <a:ext cx="3359531" cy="44315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5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6939-791C-2AFD-2A41-850D08B4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7C98C-6661-E057-CFC3-F2B4E19A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Check the Version of the OS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6822A-D659-71DD-2230-447FB39CC9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7AE3022-D38C-337C-CBD5-E6CFFBF97F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855242"/>
              </p:ext>
            </p:extLst>
          </p:nvPr>
        </p:nvGraphicFramePr>
        <p:xfrm>
          <a:off x="-1" y="1417453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3C42D6A-0DB3-D818-A09F-21F3F1001C0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5699" b="64863"/>
          <a:stretch/>
        </p:blipFill>
        <p:spPr>
          <a:xfrm>
            <a:off x="344129" y="2214100"/>
            <a:ext cx="8414446" cy="37540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38081A-9B41-B292-D8A2-457D510CD86D}"/>
              </a:ext>
            </a:extLst>
          </p:cNvPr>
          <p:cNvSpPr/>
          <p:nvPr/>
        </p:nvSpPr>
        <p:spPr>
          <a:xfrm>
            <a:off x="3169088" y="2801495"/>
            <a:ext cx="773647" cy="44315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2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10A1-1025-5D80-7537-A8AB7C28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C31B-8DA9-550D-D49B-5B9EA6C8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Create a Folder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71B82-1A3A-ABD9-AF8F-0E465500BD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B747269-E52A-DC11-E279-581DEACA91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4087582"/>
              </p:ext>
            </p:extLst>
          </p:nvPr>
        </p:nvGraphicFramePr>
        <p:xfrm>
          <a:off x="-1" y="1456781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D5ED843-12B7-9E7F-9EF6-52496A2ED07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4946" b="64863"/>
          <a:stretch/>
        </p:blipFill>
        <p:spPr>
          <a:xfrm>
            <a:off x="367331" y="2253429"/>
            <a:ext cx="8378112" cy="36754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204D894-023C-7B34-607C-EB4D99E8E8B1}"/>
              </a:ext>
            </a:extLst>
          </p:cNvPr>
          <p:cNvSpPr/>
          <p:nvPr/>
        </p:nvSpPr>
        <p:spPr>
          <a:xfrm>
            <a:off x="3169088" y="2801495"/>
            <a:ext cx="2150164" cy="44315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7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AD2CE-9526-B53D-8AB5-6267ED222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C07CE-E06B-4883-F519-5D8592DAE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Delete a Folder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A355E-62CD-4988-5271-698F205A4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566974-BBBA-E798-1EC2-0518666BE4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084219"/>
              </p:ext>
            </p:extLst>
          </p:nvPr>
        </p:nvGraphicFramePr>
        <p:xfrm>
          <a:off x="-1" y="1456781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3853547-613C-5130-AC57-5278CA82EBF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6882" b="65818"/>
          <a:stretch/>
        </p:blipFill>
        <p:spPr>
          <a:xfrm>
            <a:off x="338656" y="2249289"/>
            <a:ext cx="8383980" cy="37385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D214D63-552B-827F-8131-5B95443E3CBD}"/>
              </a:ext>
            </a:extLst>
          </p:cNvPr>
          <p:cNvSpPr/>
          <p:nvPr/>
        </p:nvSpPr>
        <p:spPr>
          <a:xfrm>
            <a:off x="3169087" y="2801494"/>
            <a:ext cx="2523789" cy="49231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C3DA6-0D1E-F695-1789-00BFA780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5CA4-78EC-37A7-1DD0-4524D8D0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Move a File or Folder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52325-0CDA-2C59-5FE4-62D514BBD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AB2EC3F-2D75-C396-58BF-6EA2312BBA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948561"/>
              </p:ext>
            </p:extLst>
          </p:nvPr>
        </p:nvGraphicFramePr>
        <p:xfrm>
          <a:off x="-1" y="1456781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2EE41BA-A4DC-5096-A0E9-FC56FECD19F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5807" b="63524"/>
          <a:stretch/>
        </p:blipFill>
        <p:spPr>
          <a:xfrm>
            <a:off x="363792" y="2253013"/>
            <a:ext cx="8383477" cy="38921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666486E-B92D-4C2F-E1A6-EC82E4390E65}"/>
              </a:ext>
            </a:extLst>
          </p:cNvPr>
          <p:cNvSpPr/>
          <p:nvPr/>
        </p:nvSpPr>
        <p:spPr>
          <a:xfrm>
            <a:off x="3169087" y="2801494"/>
            <a:ext cx="3516848" cy="49231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8399-EF34-FDBA-3AEC-41810E51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3FA0-CBDF-274E-EFE6-BAC17F54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Rename a File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A69D5-8ECD-E16C-7CF8-08E9FB5C53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AE01388-80D0-16CC-82D5-3DBAA80818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859088"/>
              </p:ext>
            </p:extLst>
          </p:nvPr>
        </p:nvGraphicFramePr>
        <p:xfrm>
          <a:off x="-1" y="1456781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66DC7A3-C3ED-B074-B0B9-C0584BD889B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3012" b="59510"/>
          <a:stretch/>
        </p:blipFill>
        <p:spPr>
          <a:xfrm>
            <a:off x="275453" y="2232338"/>
            <a:ext cx="8514586" cy="41271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F9338E-65CC-2DEC-A9A5-6715718B73AF}"/>
              </a:ext>
            </a:extLst>
          </p:cNvPr>
          <p:cNvSpPr/>
          <p:nvPr/>
        </p:nvSpPr>
        <p:spPr>
          <a:xfrm>
            <a:off x="2964312" y="2811326"/>
            <a:ext cx="3516848" cy="49231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7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59A0E-8C4D-2D57-105D-68CFFEF8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5AF4-343D-551F-AD3C-F4A4AA19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Clear &amp; Exit Command Line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C9B63-64C8-4AF3-5112-6DACF82E0D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55A2F5C-F4A6-5014-F1E6-85EAEF1F8E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1839347"/>
              </p:ext>
            </p:extLst>
          </p:nvPr>
        </p:nvGraphicFramePr>
        <p:xfrm>
          <a:off x="-1" y="1456781"/>
          <a:ext cx="9061295" cy="722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C3AFC3E-4F13-B526-ED25-B5002B0E86F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t="-1" r="52044" b="79513"/>
          <a:stretch/>
        </p:blipFill>
        <p:spPr>
          <a:xfrm>
            <a:off x="386709" y="2282928"/>
            <a:ext cx="8396667" cy="2017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B5A300-5C20-67DB-CE79-C52A3D9ABDA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5161" b="82770"/>
          <a:stretch/>
        </p:blipFill>
        <p:spPr>
          <a:xfrm>
            <a:off x="386709" y="4485353"/>
            <a:ext cx="8396666" cy="1814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AA054F0-4CDE-BC98-E8E9-20FDAF1B6611}"/>
              </a:ext>
            </a:extLst>
          </p:cNvPr>
          <p:cNvSpPr/>
          <p:nvPr/>
        </p:nvSpPr>
        <p:spPr>
          <a:xfrm>
            <a:off x="2919123" y="3612472"/>
            <a:ext cx="767974" cy="49231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4FA825-00EB-DC08-55C0-E28521507ECE}"/>
              </a:ext>
            </a:extLst>
          </p:cNvPr>
          <p:cNvSpPr/>
          <p:nvPr/>
        </p:nvSpPr>
        <p:spPr>
          <a:xfrm>
            <a:off x="3150181" y="5043066"/>
            <a:ext cx="767974" cy="49231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0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C7A9-A7BA-B0A5-F67D-7471F408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E6BA-776A-ACC9-868B-F87579A4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9" y="0"/>
            <a:ext cx="8578795" cy="1143000"/>
          </a:xfrm>
        </p:spPr>
        <p:txBody>
          <a:bodyPr/>
          <a:lstStyle/>
          <a:p>
            <a:r>
              <a:rPr lang="en-GB" sz="3600" dirty="0"/>
              <a:t>Shutdown, Restart, Hibernate and Sleeps PC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C0AA-44F8-1D24-92C8-3BE63E06B3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020BF56-0572-E21B-352C-CD7F96802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5023098"/>
              </p:ext>
            </p:extLst>
          </p:nvPr>
        </p:nvGraphicFramePr>
        <p:xfrm>
          <a:off x="-1" y="1425677"/>
          <a:ext cx="9061295" cy="753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5D6EA1-3D9C-9A9C-4EED-438EB148A3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36237" b="39457"/>
          <a:stretch/>
        </p:blipFill>
        <p:spPr>
          <a:xfrm>
            <a:off x="589936" y="2253429"/>
            <a:ext cx="7912745" cy="42260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6E7555-C820-7A2F-5E1A-A1F91F6A0EBD}"/>
              </a:ext>
            </a:extLst>
          </p:cNvPr>
          <p:cNvSpPr/>
          <p:nvPr/>
        </p:nvSpPr>
        <p:spPr>
          <a:xfrm>
            <a:off x="2437342" y="2625214"/>
            <a:ext cx="1141600" cy="245806"/>
          </a:xfrm>
          <a:prstGeom prst="rect">
            <a:avLst/>
          </a:prstGeom>
          <a:noFill/>
          <a:ln w="31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3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B2908BC-A878-4800-B0EF-BD3796865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7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ST-Theme3">
  <a:themeElements>
    <a:clrScheme name="Custom 1">
      <a:dk1>
        <a:srgbClr val="002060"/>
      </a:dk1>
      <a:lt1>
        <a:srgbClr val="FFFFFF"/>
      </a:lt1>
      <a:dk2>
        <a:srgbClr val="09055B"/>
      </a:dk2>
      <a:lt2>
        <a:srgbClr val="FFFFFF"/>
      </a:lt2>
      <a:accent1>
        <a:srgbClr val="002060"/>
      </a:accent1>
      <a:accent2>
        <a:srgbClr val="002060"/>
      </a:accent2>
      <a:accent3>
        <a:srgbClr val="97BAFF"/>
      </a:accent3>
      <a:accent4>
        <a:srgbClr val="D5E3FF"/>
      </a:accent4>
      <a:accent5>
        <a:srgbClr val="002060"/>
      </a:accent5>
      <a:accent6>
        <a:srgbClr val="002060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T-Theme3" id="{19FA4AEF-6FF8-4EA7-B305-9BE5D4ECCCA5}" vid="{A328A429-1CDE-49DF-A990-0DFEB0585E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SST-Theme3</Template>
  <TotalTime>2209</TotalTime>
  <Words>593</Words>
  <Application>Microsoft Office PowerPoint</Application>
  <PresentationFormat>On-screen Show (4:3)</PresentationFormat>
  <Paragraphs>96</Paragraphs>
  <Slides>22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SST-Theme3</vt:lpstr>
      <vt:lpstr>Shell Line Commands  (Windows, Mac &amp; Linux) </vt:lpstr>
      <vt:lpstr>Mac and Linux OS Terminals</vt:lpstr>
      <vt:lpstr>Windows Command Line</vt:lpstr>
      <vt:lpstr>Check System Information</vt:lpstr>
      <vt:lpstr>Change Default Text before Entering Commands</vt:lpstr>
      <vt:lpstr>Check Folder/Directory</vt:lpstr>
      <vt:lpstr>Check Folder/Directory</vt:lpstr>
      <vt:lpstr>List All Installed Drivers</vt:lpstr>
      <vt:lpstr>Check Open Ports, IP Addresses &amp; States</vt:lpstr>
      <vt:lpstr>Ping a Website IP Address</vt:lpstr>
      <vt:lpstr>Change Text Color of the Command prompt</vt:lpstr>
      <vt:lpstr>Check PC Configuration &amp; Connections</vt:lpstr>
      <vt:lpstr>Delete a File</vt:lpstr>
      <vt:lpstr>Go to a Website from Command Line</vt:lpstr>
      <vt:lpstr>Check the Version of the OS</vt:lpstr>
      <vt:lpstr>Create a Folder</vt:lpstr>
      <vt:lpstr>Delete a Folder</vt:lpstr>
      <vt:lpstr>Move a File or Folder</vt:lpstr>
      <vt:lpstr>Rename a File</vt:lpstr>
      <vt:lpstr>Clear &amp; Exit Command Line</vt:lpstr>
      <vt:lpstr>Shutdown, Restart, Hibernate and Sleeps PC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Moruson</dc:creator>
  <cp:lastModifiedBy>Desmond Moru</cp:lastModifiedBy>
  <cp:revision>4</cp:revision>
  <dcterms:modified xsi:type="dcterms:W3CDTF">2025-10-25T16:44:45Z</dcterms:modified>
</cp:coreProperties>
</file>