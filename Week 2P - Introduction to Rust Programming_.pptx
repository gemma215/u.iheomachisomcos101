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1.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29"/>
  </p:notesMasterIdLst>
  <p:sldIdLst>
    <p:sldId id="256" r:id="rId2"/>
    <p:sldId id="258" r:id="rId3"/>
    <p:sldId id="284" r:id="rId4"/>
    <p:sldId id="285" r:id="rId5"/>
    <p:sldId id="286" r:id="rId6"/>
    <p:sldId id="287" r:id="rId7"/>
    <p:sldId id="288" r:id="rId8"/>
    <p:sldId id="289" r:id="rId9"/>
    <p:sldId id="290" r:id="rId10"/>
    <p:sldId id="291" r:id="rId11"/>
    <p:sldId id="292" r:id="rId12"/>
    <p:sldId id="294" r:id="rId13"/>
    <p:sldId id="293" r:id="rId14"/>
    <p:sldId id="295" r:id="rId15"/>
    <p:sldId id="296" r:id="rId16"/>
    <p:sldId id="297" r:id="rId17"/>
    <p:sldId id="298" r:id="rId18"/>
    <p:sldId id="299" r:id="rId19"/>
    <p:sldId id="300" r:id="rId20"/>
    <p:sldId id="301" r:id="rId21"/>
    <p:sldId id="302" r:id="rId22"/>
    <p:sldId id="303" r:id="rId23"/>
    <p:sldId id="304" r:id="rId24"/>
    <p:sldId id="305" r:id="rId25"/>
    <p:sldId id="306" r:id="rId26"/>
    <p:sldId id="307" r:id="rId27"/>
    <p:sldId id="308" r:id="rId28"/>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206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D7A8FD-98CD-4004-A0FD-0075537932BD}" v="16" dt="2025-10-06T09:49:02.1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9.xml.rels><?xml version="1.0" encoding="UTF-8" standalone="yes"?>
<Relationships xmlns="http://schemas.openxmlformats.org/package/2006/relationships"><Relationship Id="rId1" Type="http://schemas.openxmlformats.org/officeDocument/2006/relationships/hyperlink" Target="https://www.rust-lang.org/install.html" TargetMode="External"/></Relationships>
</file>

<file path=ppt/diagrams/_rels/data10.xml.rels><?xml version="1.0" encoding="UTF-8" standalone="yes"?>
<Relationships xmlns="http://schemas.openxmlformats.org/package/2006/relationships"><Relationship Id="rId1" Type="http://schemas.openxmlformats.org/officeDocument/2006/relationships/hyperlink" Target="https://www.rust-lang.org/install.html" TargetMode="External"/></Relationships>
</file>

<file path=ppt/diagrams/_rels/drawing9.xml.rels><?xml version="1.0" encoding="UTF-8" standalone="yes"?>
<Relationships xmlns="http://schemas.openxmlformats.org/package/2006/relationships"><Relationship Id="rId1" Type="http://schemas.openxmlformats.org/officeDocument/2006/relationships/hyperlink" Target="https://www.rust-lang.org/install.html" TargetMode="External"/></Relationships>
</file>

<file path=ppt/diagrams/_rels/drawing10.xml.rels><?xml version="1.0" encoding="UTF-8" standalone="yes"?>
<Relationships xmlns="http://schemas.openxmlformats.org/package/2006/relationships"><Relationship Id="rId1" Type="http://schemas.openxmlformats.org/officeDocument/2006/relationships/hyperlink" Target="https://www.rust-lang.org/install.html"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1C1319-24F4-4E3A-8910-7AD3F3E94239}" type="doc">
      <dgm:prSet loTypeId="urn:microsoft.com/office/officeart/2005/8/layout/default" loCatId="list" qsTypeId="urn:microsoft.com/office/officeart/2005/8/quickstyle/3d4" qsCatId="3D" csTypeId="urn:microsoft.com/office/officeart/2005/8/colors/accent1_2" csCatId="accent1" phldr="1"/>
      <dgm:spPr/>
      <dgm:t>
        <a:bodyPr/>
        <a:lstStyle/>
        <a:p>
          <a:endParaRPr lang="en-US"/>
        </a:p>
      </dgm:t>
    </dgm:pt>
    <dgm:pt modelId="{D4A982A2-4170-42A0-845F-71FF0F567E9D}">
      <dgm:prSet phldrT="[Text]"/>
      <dgm:spPr/>
      <dgm:t>
        <a:bodyPr/>
        <a:lstStyle/>
        <a:p>
          <a:r>
            <a:rPr lang="en-US" b="0" i="0"/>
            <a:t>it is a high-performance, statically-typed multi-paradigm programming language. With the main focus on safety and performance. </a:t>
          </a:r>
          <a:endParaRPr lang="en-US"/>
        </a:p>
      </dgm:t>
    </dgm:pt>
    <dgm:pt modelId="{F51519C9-75F3-49CB-8249-E3445DC55AFD}" type="parTrans" cxnId="{F9EBDD75-4518-431E-9CBA-BC7C62C6E915}">
      <dgm:prSet/>
      <dgm:spPr/>
      <dgm:t>
        <a:bodyPr/>
        <a:lstStyle/>
        <a:p>
          <a:endParaRPr lang="en-US"/>
        </a:p>
      </dgm:t>
    </dgm:pt>
    <dgm:pt modelId="{4194A18E-F184-4794-94B0-5ACCC3723B6E}" type="sibTrans" cxnId="{F9EBDD75-4518-431E-9CBA-BC7C62C6E915}">
      <dgm:prSet/>
      <dgm:spPr/>
      <dgm:t>
        <a:bodyPr/>
        <a:lstStyle/>
        <a:p>
          <a:endParaRPr lang="en-US"/>
        </a:p>
      </dgm:t>
    </dgm:pt>
    <dgm:pt modelId="{6AE79A08-D8BC-4A85-9443-C59499A086E2}">
      <dgm:prSet phldrT="[Text]" custT="1"/>
      <dgm:spPr/>
      <dgm:t>
        <a:bodyPr/>
        <a:lstStyle/>
        <a:p>
          <a:r>
            <a:rPr lang="en-US" sz="1800" b="0" i="0"/>
            <a:t>Rust is a systems level programming language, developed by </a:t>
          </a:r>
          <a:r>
            <a:rPr lang="en-US" sz="1800" b="1" i="0" err="1"/>
            <a:t>Graydon</a:t>
          </a:r>
          <a:r>
            <a:rPr lang="en-US" sz="1800" b="1" i="0"/>
            <a:t> Hoare.</a:t>
          </a:r>
          <a:endParaRPr lang="en-US" sz="1800" b="1"/>
        </a:p>
      </dgm:t>
    </dgm:pt>
    <dgm:pt modelId="{9450BA04-5E0F-4DBD-A629-AB7BD99B4332}" type="parTrans" cxnId="{955BE981-086C-451B-BC3D-18B2C3B7FD71}">
      <dgm:prSet/>
      <dgm:spPr/>
      <dgm:t>
        <a:bodyPr/>
        <a:lstStyle/>
        <a:p>
          <a:endParaRPr lang="en-US"/>
        </a:p>
      </dgm:t>
    </dgm:pt>
    <dgm:pt modelId="{F1E324BB-D154-4CA0-9089-949689A2D539}" type="sibTrans" cxnId="{955BE981-086C-451B-BC3D-18B2C3B7FD71}">
      <dgm:prSet/>
      <dgm:spPr/>
      <dgm:t>
        <a:bodyPr/>
        <a:lstStyle/>
        <a:p>
          <a:endParaRPr lang="en-US"/>
        </a:p>
      </dgm:t>
    </dgm:pt>
    <dgm:pt modelId="{1691EFD3-019F-4BF6-B8D7-2CC4C766F70A}">
      <dgm:prSet phldrT="[Text]" custT="1"/>
      <dgm:spPr/>
      <dgm:t>
        <a:bodyPr/>
        <a:lstStyle/>
        <a:p>
          <a:r>
            <a:rPr lang="en-US" sz="2000" b="0" i="0"/>
            <a:t>This language helps developers create robust and secure applications.</a:t>
          </a:r>
          <a:endParaRPr lang="en-US" sz="2000"/>
        </a:p>
      </dgm:t>
    </dgm:pt>
    <dgm:pt modelId="{8DA5AFD4-0157-4AAA-91F9-91AC59FD3FBC}" type="parTrans" cxnId="{F0931DF1-1285-41D9-BB4C-65F2E92A06FA}">
      <dgm:prSet/>
      <dgm:spPr/>
      <dgm:t>
        <a:bodyPr/>
        <a:lstStyle/>
        <a:p>
          <a:endParaRPr lang="en-US"/>
        </a:p>
      </dgm:t>
    </dgm:pt>
    <dgm:pt modelId="{4A308B01-E398-4417-8A50-2FA4E66638C9}" type="sibTrans" cxnId="{F0931DF1-1285-41D9-BB4C-65F2E92A06FA}">
      <dgm:prSet/>
      <dgm:spPr/>
      <dgm:t>
        <a:bodyPr/>
        <a:lstStyle/>
        <a:p>
          <a:endParaRPr lang="en-US"/>
        </a:p>
      </dgm:t>
    </dgm:pt>
    <dgm:pt modelId="{4022AA1F-6DFE-4431-8C80-229692A68446}">
      <dgm:prSet phldrT="[Text]" custT="1"/>
      <dgm:spPr/>
      <dgm:t>
        <a:bodyPr/>
        <a:lstStyle/>
        <a:p>
          <a:r>
            <a:rPr lang="en-US" sz="1800" b="0" i="0"/>
            <a:t>Hundreds of companies around the world choose Rust since it has numerous benefits. It’s fast and memory-efficient.</a:t>
          </a:r>
          <a:endParaRPr lang="en-US" sz="1800"/>
        </a:p>
      </dgm:t>
    </dgm:pt>
    <dgm:pt modelId="{2FE1A9D4-46E7-4886-8A85-F430B8ED2A7D}" type="parTrans" cxnId="{802B5684-00CF-4465-8A42-426FE30783CE}">
      <dgm:prSet/>
      <dgm:spPr/>
      <dgm:t>
        <a:bodyPr/>
        <a:lstStyle/>
        <a:p>
          <a:endParaRPr lang="en-US"/>
        </a:p>
      </dgm:t>
    </dgm:pt>
    <dgm:pt modelId="{F1433EAE-21E0-4574-8C22-1055BDE3AA99}" type="sibTrans" cxnId="{802B5684-00CF-4465-8A42-426FE30783CE}">
      <dgm:prSet/>
      <dgm:spPr/>
      <dgm:t>
        <a:bodyPr/>
        <a:lstStyle/>
        <a:p>
          <a:endParaRPr lang="en-US"/>
        </a:p>
      </dgm:t>
    </dgm:pt>
    <dgm:pt modelId="{5095F71E-B48B-453E-B75C-3C7C745FD04C}">
      <dgm:prSet phldrT="[Text]"/>
      <dgm:spPr/>
      <dgm:t>
        <a:bodyPr/>
        <a:lstStyle/>
        <a:p>
          <a:r>
            <a:rPr lang="en-US" b="0" i="0"/>
            <a:t>Using no runtime or garbage collector, the language can conduct different performance services, integrate with other languages, and run on embedded devices. </a:t>
          </a:r>
          <a:endParaRPr lang="en-US"/>
        </a:p>
      </dgm:t>
    </dgm:pt>
    <dgm:pt modelId="{259B661B-8C5B-41E9-BF55-94ED0EA0992C}" type="parTrans" cxnId="{DC579444-1E90-423E-8AC3-31163635A7C1}">
      <dgm:prSet/>
      <dgm:spPr/>
      <dgm:t>
        <a:bodyPr/>
        <a:lstStyle/>
        <a:p>
          <a:endParaRPr lang="en-US"/>
        </a:p>
      </dgm:t>
    </dgm:pt>
    <dgm:pt modelId="{29A69E8E-0847-42C0-B63B-1796F66BA4B7}" type="sibTrans" cxnId="{DC579444-1E90-423E-8AC3-31163635A7C1}">
      <dgm:prSet/>
      <dgm:spPr/>
      <dgm:t>
        <a:bodyPr/>
        <a:lstStyle/>
        <a:p>
          <a:endParaRPr lang="en-US"/>
        </a:p>
      </dgm:t>
    </dgm:pt>
    <dgm:pt modelId="{4518F2F0-3433-4C41-AEE2-E3D0AF671CE2}" type="pres">
      <dgm:prSet presAssocID="{631C1319-24F4-4E3A-8910-7AD3F3E94239}" presName="diagram" presStyleCnt="0">
        <dgm:presLayoutVars>
          <dgm:dir/>
          <dgm:resizeHandles val="exact"/>
        </dgm:presLayoutVars>
      </dgm:prSet>
      <dgm:spPr/>
    </dgm:pt>
    <dgm:pt modelId="{153EB005-09A0-46F0-A27D-FF5EB29884C6}" type="pres">
      <dgm:prSet presAssocID="{6AE79A08-D8BC-4A85-9443-C59499A086E2}" presName="node" presStyleLbl="node1" presStyleIdx="0" presStyleCnt="5">
        <dgm:presLayoutVars>
          <dgm:bulletEnabled val="1"/>
        </dgm:presLayoutVars>
      </dgm:prSet>
      <dgm:spPr/>
    </dgm:pt>
    <dgm:pt modelId="{B8C7B134-FE08-4C74-8AAA-37AC663CA561}" type="pres">
      <dgm:prSet presAssocID="{F1E324BB-D154-4CA0-9089-949689A2D539}" presName="sibTrans" presStyleCnt="0"/>
      <dgm:spPr/>
    </dgm:pt>
    <dgm:pt modelId="{27BE020C-3EB9-4424-B617-9F8F8F62D53A}" type="pres">
      <dgm:prSet presAssocID="{D4A982A2-4170-42A0-845F-71FF0F567E9D}" presName="node" presStyleLbl="node1" presStyleIdx="1" presStyleCnt="5">
        <dgm:presLayoutVars>
          <dgm:bulletEnabled val="1"/>
        </dgm:presLayoutVars>
      </dgm:prSet>
      <dgm:spPr/>
    </dgm:pt>
    <dgm:pt modelId="{F9D67479-870F-4EBF-B4CA-65C021634F2D}" type="pres">
      <dgm:prSet presAssocID="{4194A18E-F184-4794-94B0-5ACCC3723B6E}" presName="sibTrans" presStyleCnt="0"/>
      <dgm:spPr/>
    </dgm:pt>
    <dgm:pt modelId="{1F2FEE5B-A987-4E04-A2DF-4FEBD7E69325}" type="pres">
      <dgm:prSet presAssocID="{1691EFD3-019F-4BF6-B8D7-2CC4C766F70A}" presName="node" presStyleLbl="node1" presStyleIdx="2" presStyleCnt="5">
        <dgm:presLayoutVars>
          <dgm:bulletEnabled val="1"/>
        </dgm:presLayoutVars>
      </dgm:prSet>
      <dgm:spPr/>
    </dgm:pt>
    <dgm:pt modelId="{0B7C10CD-E8B1-41F9-A100-6FCA3F85B23F}" type="pres">
      <dgm:prSet presAssocID="{4A308B01-E398-4417-8A50-2FA4E66638C9}" presName="sibTrans" presStyleCnt="0"/>
      <dgm:spPr/>
    </dgm:pt>
    <dgm:pt modelId="{1F4A007B-3CC5-42EE-AE48-FE0A78A6F7B7}" type="pres">
      <dgm:prSet presAssocID="{4022AA1F-6DFE-4431-8C80-229692A68446}" presName="node" presStyleLbl="node1" presStyleIdx="3" presStyleCnt="5">
        <dgm:presLayoutVars>
          <dgm:bulletEnabled val="1"/>
        </dgm:presLayoutVars>
      </dgm:prSet>
      <dgm:spPr/>
    </dgm:pt>
    <dgm:pt modelId="{B71A6FF3-14B2-4110-BDD4-7C93C349E666}" type="pres">
      <dgm:prSet presAssocID="{F1433EAE-21E0-4574-8C22-1055BDE3AA99}" presName="sibTrans" presStyleCnt="0"/>
      <dgm:spPr/>
    </dgm:pt>
    <dgm:pt modelId="{DB29FBE6-8159-4D53-9836-7E42AD9D8A0B}" type="pres">
      <dgm:prSet presAssocID="{5095F71E-B48B-453E-B75C-3C7C745FD04C}" presName="node" presStyleLbl="node1" presStyleIdx="4" presStyleCnt="5">
        <dgm:presLayoutVars>
          <dgm:bulletEnabled val="1"/>
        </dgm:presLayoutVars>
      </dgm:prSet>
      <dgm:spPr/>
    </dgm:pt>
  </dgm:ptLst>
  <dgm:cxnLst>
    <dgm:cxn modelId="{C168E70D-276B-44F6-ABF6-B45AFF2E5CEC}" type="presOf" srcId="{5095F71E-B48B-453E-B75C-3C7C745FD04C}" destId="{DB29FBE6-8159-4D53-9836-7E42AD9D8A0B}" srcOrd="0" destOrd="0" presId="urn:microsoft.com/office/officeart/2005/8/layout/default"/>
    <dgm:cxn modelId="{DC579444-1E90-423E-8AC3-31163635A7C1}" srcId="{631C1319-24F4-4E3A-8910-7AD3F3E94239}" destId="{5095F71E-B48B-453E-B75C-3C7C745FD04C}" srcOrd="4" destOrd="0" parTransId="{259B661B-8C5B-41E9-BF55-94ED0EA0992C}" sibTransId="{29A69E8E-0847-42C0-B63B-1796F66BA4B7}"/>
    <dgm:cxn modelId="{C412126A-F762-4708-8983-E1E82997CED1}" type="presOf" srcId="{D4A982A2-4170-42A0-845F-71FF0F567E9D}" destId="{27BE020C-3EB9-4424-B617-9F8F8F62D53A}" srcOrd="0" destOrd="0" presId="urn:microsoft.com/office/officeart/2005/8/layout/default"/>
    <dgm:cxn modelId="{0D6A176F-D56F-4B11-B220-A694F9778114}" type="presOf" srcId="{6AE79A08-D8BC-4A85-9443-C59499A086E2}" destId="{153EB005-09A0-46F0-A27D-FF5EB29884C6}" srcOrd="0" destOrd="0" presId="urn:microsoft.com/office/officeart/2005/8/layout/default"/>
    <dgm:cxn modelId="{F9EBDD75-4518-431E-9CBA-BC7C62C6E915}" srcId="{631C1319-24F4-4E3A-8910-7AD3F3E94239}" destId="{D4A982A2-4170-42A0-845F-71FF0F567E9D}" srcOrd="1" destOrd="0" parTransId="{F51519C9-75F3-49CB-8249-E3445DC55AFD}" sibTransId="{4194A18E-F184-4794-94B0-5ACCC3723B6E}"/>
    <dgm:cxn modelId="{A1BFE279-EF64-4680-91F1-DFFBA6863765}" type="presOf" srcId="{4022AA1F-6DFE-4431-8C80-229692A68446}" destId="{1F4A007B-3CC5-42EE-AE48-FE0A78A6F7B7}" srcOrd="0" destOrd="0" presId="urn:microsoft.com/office/officeart/2005/8/layout/default"/>
    <dgm:cxn modelId="{955BE981-086C-451B-BC3D-18B2C3B7FD71}" srcId="{631C1319-24F4-4E3A-8910-7AD3F3E94239}" destId="{6AE79A08-D8BC-4A85-9443-C59499A086E2}" srcOrd="0" destOrd="0" parTransId="{9450BA04-5E0F-4DBD-A629-AB7BD99B4332}" sibTransId="{F1E324BB-D154-4CA0-9089-949689A2D539}"/>
    <dgm:cxn modelId="{802B5684-00CF-4465-8A42-426FE30783CE}" srcId="{631C1319-24F4-4E3A-8910-7AD3F3E94239}" destId="{4022AA1F-6DFE-4431-8C80-229692A68446}" srcOrd="3" destOrd="0" parTransId="{2FE1A9D4-46E7-4886-8A85-F430B8ED2A7D}" sibTransId="{F1433EAE-21E0-4574-8C22-1055BDE3AA99}"/>
    <dgm:cxn modelId="{405429C9-FB41-41FA-BC4F-4830F8954931}" type="presOf" srcId="{631C1319-24F4-4E3A-8910-7AD3F3E94239}" destId="{4518F2F0-3433-4C41-AEE2-E3D0AF671CE2}" srcOrd="0" destOrd="0" presId="urn:microsoft.com/office/officeart/2005/8/layout/default"/>
    <dgm:cxn modelId="{1E7EDEE2-9598-4581-B710-844480A5C850}" type="presOf" srcId="{1691EFD3-019F-4BF6-B8D7-2CC4C766F70A}" destId="{1F2FEE5B-A987-4E04-A2DF-4FEBD7E69325}" srcOrd="0" destOrd="0" presId="urn:microsoft.com/office/officeart/2005/8/layout/default"/>
    <dgm:cxn modelId="{F0931DF1-1285-41D9-BB4C-65F2E92A06FA}" srcId="{631C1319-24F4-4E3A-8910-7AD3F3E94239}" destId="{1691EFD3-019F-4BF6-B8D7-2CC4C766F70A}" srcOrd="2" destOrd="0" parTransId="{8DA5AFD4-0157-4AAA-91F9-91AC59FD3FBC}" sibTransId="{4A308B01-E398-4417-8A50-2FA4E66638C9}"/>
    <dgm:cxn modelId="{1AB1A877-7779-4141-B618-E371266ED07C}" type="presParOf" srcId="{4518F2F0-3433-4C41-AEE2-E3D0AF671CE2}" destId="{153EB005-09A0-46F0-A27D-FF5EB29884C6}" srcOrd="0" destOrd="0" presId="urn:microsoft.com/office/officeart/2005/8/layout/default"/>
    <dgm:cxn modelId="{0BCA370C-48FE-4318-B0EB-FFC2E7F33C1D}" type="presParOf" srcId="{4518F2F0-3433-4C41-AEE2-E3D0AF671CE2}" destId="{B8C7B134-FE08-4C74-8AAA-37AC663CA561}" srcOrd="1" destOrd="0" presId="urn:microsoft.com/office/officeart/2005/8/layout/default"/>
    <dgm:cxn modelId="{67C34205-A8C9-4048-88E6-BBB78B721E4D}" type="presParOf" srcId="{4518F2F0-3433-4C41-AEE2-E3D0AF671CE2}" destId="{27BE020C-3EB9-4424-B617-9F8F8F62D53A}" srcOrd="2" destOrd="0" presId="urn:microsoft.com/office/officeart/2005/8/layout/default"/>
    <dgm:cxn modelId="{A2BEDF07-680E-48FA-80C9-6D2D6CEDCF3D}" type="presParOf" srcId="{4518F2F0-3433-4C41-AEE2-E3D0AF671CE2}" destId="{F9D67479-870F-4EBF-B4CA-65C021634F2D}" srcOrd="3" destOrd="0" presId="urn:microsoft.com/office/officeart/2005/8/layout/default"/>
    <dgm:cxn modelId="{2B0999A2-2006-43A7-9116-A91F681B17A5}" type="presParOf" srcId="{4518F2F0-3433-4C41-AEE2-E3D0AF671CE2}" destId="{1F2FEE5B-A987-4E04-A2DF-4FEBD7E69325}" srcOrd="4" destOrd="0" presId="urn:microsoft.com/office/officeart/2005/8/layout/default"/>
    <dgm:cxn modelId="{4BC48301-54D6-4355-A897-64B21DB62D6A}" type="presParOf" srcId="{4518F2F0-3433-4C41-AEE2-E3D0AF671CE2}" destId="{0B7C10CD-E8B1-41F9-A100-6FCA3F85B23F}" srcOrd="5" destOrd="0" presId="urn:microsoft.com/office/officeart/2005/8/layout/default"/>
    <dgm:cxn modelId="{A09AE1C5-839A-41D9-881D-BA916CE95079}" type="presParOf" srcId="{4518F2F0-3433-4C41-AEE2-E3D0AF671CE2}" destId="{1F4A007B-3CC5-42EE-AE48-FE0A78A6F7B7}" srcOrd="6" destOrd="0" presId="urn:microsoft.com/office/officeart/2005/8/layout/default"/>
    <dgm:cxn modelId="{B6CEEA43-4566-492B-B3C2-73132409CD02}" type="presParOf" srcId="{4518F2F0-3433-4C41-AEE2-E3D0AF671CE2}" destId="{B71A6FF3-14B2-4110-BDD4-7C93C349E666}" srcOrd="7" destOrd="0" presId="urn:microsoft.com/office/officeart/2005/8/layout/default"/>
    <dgm:cxn modelId="{FE0BC7CC-D7EA-4B21-8B36-2556ACF1D3C2}" type="presParOf" srcId="{4518F2F0-3433-4C41-AEE2-E3D0AF671CE2}" destId="{DB29FBE6-8159-4D53-9836-7E42AD9D8A0B}"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8D26D7-2E00-4D9B-B583-19B67AAA7316}"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3113EE79-F53F-4144-9186-F6052CCC65CA}">
      <dgm:prSet phldrT="[Text]"/>
      <dgm:spPr/>
      <dgm:t>
        <a:bodyPr/>
        <a:lstStyle/>
        <a:p>
          <a:r>
            <a:rPr lang="en-US"/>
            <a:t>Application programming languages like Java/C# are used to build software, which provide services to the user directly. They help us build business applications like spreadsheets, word processors, web applications or mobile applications.</a:t>
          </a:r>
        </a:p>
      </dgm:t>
    </dgm:pt>
    <dgm:pt modelId="{61CE4867-51F5-4861-A692-E81AA10E6C03}" type="parTrans" cxnId="{D36BEE5C-FE1F-4467-AEE1-96B0B1A677CE}">
      <dgm:prSet/>
      <dgm:spPr/>
      <dgm:t>
        <a:bodyPr/>
        <a:lstStyle/>
        <a:p>
          <a:endParaRPr lang="en-US"/>
        </a:p>
      </dgm:t>
    </dgm:pt>
    <dgm:pt modelId="{C4265649-9823-46A1-B11B-E9B23538766D}" type="sibTrans" cxnId="{D36BEE5C-FE1F-4467-AEE1-96B0B1A677CE}">
      <dgm:prSet/>
      <dgm:spPr/>
      <dgm:t>
        <a:bodyPr/>
        <a:lstStyle/>
        <a:p>
          <a:endParaRPr lang="en-US"/>
        </a:p>
      </dgm:t>
    </dgm:pt>
    <dgm:pt modelId="{F2291547-2992-47AD-BD7E-359F93FCA1C1}">
      <dgm:prSet/>
      <dgm:spPr/>
      <dgm:t>
        <a:bodyPr/>
        <a:lstStyle/>
        <a:p>
          <a:r>
            <a:rPr lang="en-US"/>
            <a:t>Systems programming languages like C/C++ are used to build software and software platforms. They can be used to build operating systems, game engines, compilers, etc. These programming languages require a great degree of hardware interaction.</a:t>
          </a:r>
        </a:p>
      </dgm:t>
    </dgm:pt>
    <dgm:pt modelId="{CCCC7CF3-105C-438B-9895-09E3FB785FA7}" type="parTrans" cxnId="{BF2B9596-4128-45C3-A9E2-5C1A23A6702C}">
      <dgm:prSet/>
      <dgm:spPr/>
      <dgm:t>
        <a:bodyPr/>
        <a:lstStyle/>
        <a:p>
          <a:endParaRPr lang="en-US"/>
        </a:p>
      </dgm:t>
    </dgm:pt>
    <dgm:pt modelId="{D0F6FA12-82E3-4FBF-8BB8-CA8C61D4BCC8}" type="sibTrans" cxnId="{BF2B9596-4128-45C3-A9E2-5C1A23A6702C}">
      <dgm:prSet/>
      <dgm:spPr/>
      <dgm:t>
        <a:bodyPr/>
        <a:lstStyle/>
        <a:p>
          <a:endParaRPr lang="en-US"/>
        </a:p>
      </dgm:t>
    </dgm:pt>
    <dgm:pt modelId="{52F81B26-9189-4808-9083-1DA6BAADABEC}" type="pres">
      <dgm:prSet presAssocID="{068D26D7-2E00-4D9B-B583-19B67AAA7316}" presName="Name0" presStyleCnt="0">
        <dgm:presLayoutVars>
          <dgm:dir/>
          <dgm:resizeHandles val="exact"/>
        </dgm:presLayoutVars>
      </dgm:prSet>
      <dgm:spPr/>
    </dgm:pt>
    <dgm:pt modelId="{C0464180-1B3B-457B-88B9-1B3BBC4B6218}" type="pres">
      <dgm:prSet presAssocID="{3113EE79-F53F-4144-9186-F6052CCC65CA}" presName="node" presStyleLbl="node1" presStyleIdx="0" presStyleCnt="2">
        <dgm:presLayoutVars>
          <dgm:bulletEnabled val="1"/>
        </dgm:presLayoutVars>
      </dgm:prSet>
      <dgm:spPr/>
    </dgm:pt>
    <dgm:pt modelId="{D98FF089-0243-4C13-894C-72D5E24E4BB3}" type="pres">
      <dgm:prSet presAssocID="{C4265649-9823-46A1-B11B-E9B23538766D}" presName="sibTrans" presStyleCnt="0"/>
      <dgm:spPr/>
    </dgm:pt>
    <dgm:pt modelId="{2E4697C0-90F1-4EC2-BE45-5A00F38737BC}" type="pres">
      <dgm:prSet presAssocID="{F2291547-2992-47AD-BD7E-359F93FCA1C1}" presName="node" presStyleLbl="node1" presStyleIdx="1" presStyleCnt="2">
        <dgm:presLayoutVars>
          <dgm:bulletEnabled val="1"/>
        </dgm:presLayoutVars>
      </dgm:prSet>
      <dgm:spPr/>
    </dgm:pt>
  </dgm:ptLst>
  <dgm:cxnLst>
    <dgm:cxn modelId="{23652401-54BF-4521-BAD3-1B69F3B3D45A}" type="presOf" srcId="{068D26D7-2E00-4D9B-B583-19B67AAA7316}" destId="{52F81B26-9189-4808-9083-1DA6BAADABEC}" srcOrd="0" destOrd="0" presId="urn:microsoft.com/office/officeart/2005/8/layout/hList6"/>
    <dgm:cxn modelId="{D36BEE5C-FE1F-4467-AEE1-96B0B1A677CE}" srcId="{068D26D7-2E00-4D9B-B583-19B67AAA7316}" destId="{3113EE79-F53F-4144-9186-F6052CCC65CA}" srcOrd="0" destOrd="0" parTransId="{61CE4867-51F5-4861-A692-E81AA10E6C03}" sibTransId="{C4265649-9823-46A1-B11B-E9B23538766D}"/>
    <dgm:cxn modelId="{BF2B9596-4128-45C3-A9E2-5C1A23A6702C}" srcId="{068D26D7-2E00-4D9B-B583-19B67AAA7316}" destId="{F2291547-2992-47AD-BD7E-359F93FCA1C1}" srcOrd="1" destOrd="0" parTransId="{CCCC7CF3-105C-438B-9895-09E3FB785FA7}" sibTransId="{D0F6FA12-82E3-4FBF-8BB8-CA8C61D4BCC8}"/>
    <dgm:cxn modelId="{D551F2A5-6942-4B10-A923-5911AC07C9EF}" type="presOf" srcId="{3113EE79-F53F-4144-9186-F6052CCC65CA}" destId="{C0464180-1B3B-457B-88B9-1B3BBC4B6218}" srcOrd="0" destOrd="0" presId="urn:microsoft.com/office/officeart/2005/8/layout/hList6"/>
    <dgm:cxn modelId="{5DD602D4-8D2C-4A32-984F-DFFD81D3C06A}" type="presOf" srcId="{F2291547-2992-47AD-BD7E-359F93FCA1C1}" destId="{2E4697C0-90F1-4EC2-BE45-5A00F38737BC}" srcOrd="0" destOrd="0" presId="urn:microsoft.com/office/officeart/2005/8/layout/hList6"/>
    <dgm:cxn modelId="{379BA0D8-55FC-4C40-9954-D9024C1C05D9}" type="presParOf" srcId="{52F81B26-9189-4808-9083-1DA6BAADABEC}" destId="{C0464180-1B3B-457B-88B9-1B3BBC4B6218}" srcOrd="0" destOrd="0" presId="urn:microsoft.com/office/officeart/2005/8/layout/hList6"/>
    <dgm:cxn modelId="{B0161EDC-2386-4606-B1DF-B547C2DB5E56}" type="presParOf" srcId="{52F81B26-9189-4808-9083-1DA6BAADABEC}" destId="{D98FF089-0243-4C13-894C-72D5E24E4BB3}" srcOrd="1" destOrd="0" presId="urn:microsoft.com/office/officeart/2005/8/layout/hList6"/>
    <dgm:cxn modelId="{F8103F9E-1E51-4D26-A5B6-7E045FBC41FA}" type="presParOf" srcId="{52F81B26-9189-4808-9083-1DA6BAADABEC}" destId="{2E4697C0-90F1-4EC2-BE45-5A00F38737BC}"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8D26D7-2E00-4D9B-B583-19B67AAA731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113EE79-F53F-4144-9186-F6052CCC65CA}">
      <dgm:prSet phldrT="[Text]"/>
      <dgm:spPr/>
      <dgm:t>
        <a:bodyPr/>
        <a:lstStyle/>
        <a:p>
          <a:r>
            <a:rPr lang="en-US"/>
            <a:t>Rust focuses on three goals −</a:t>
          </a:r>
        </a:p>
      </dgm:t>
    </dgm:pt>
    <dgm:pt modelId="{61CE4867-51F5-4861-A692-E81AA10E6C03}" type="parTrans" cxnId="{D36BEE5C-FE1F-4467-AEE1-96B0B1A677CE}">
      <dgm:prSet/>
      <dgm:spPr/>
      <dgm:t>
        <a:bodyPr/>
        <a:lstStyle/>
        <a:p>
          <a:endParaRPr lang="en-US"/>
        </a:p>
      </dgm:t>
    </dgm:pt>
    <dgm:pt modelId="{C4265649-9823-46A1-B11B-E9B23538766D}" type="sibTrans" cxnId="{D36BEE5C-FE1F-4467-AEE1-96B0B1A677CE}">
      <dgm:prSet/>
      <dgm:spPr/>
      <dgm:t>
        <a:bodyPr/>
        <a:lstStyle/>
        <a:p>
          <a:endParaRPr lang="en-US"/>
        </a:p>
      </dgm:t>
    </dgm:pt>
    <dgm:pt modelId="{089524B8-8F00-4F0A-BAA6-DFD9A0C6AA53}">
      <dgm:prSet/>
      <dgm:spPr/>
      <dgm:t>
        <a:bodyPr/>
        <a:lstStyle/>
        <a:p>
          <a:r>
            <a:rPr lang="en-US"/>
            <a:t>Safety</a:t>
          </a:r>
        </a:p>
      </dgm:t>
    </dgm:pt>
    <dgm:pt modelId="{2B9D9D47-207B-40DB-AA03-3CEC5FA95830}" type="parTrans" cxnId="{A922A088-0C70-4CB9-86A2-68AFAA36CEBA}">
      <dgm:prSet/>
      <dgm:spPr/>
      <dgm:t>
        <a:bodyPr/>
        <a:lstStyle/>
        <a:p>
          <a:endParaRPr lang="en-US"/>
        </a:p>
      </dgm:t>
    </dgm:pt>
    <dgm:pt modelId="{C86AE2D4-CC88-4D8C-9FE7-F95F1D2A6B3D}" type="sibTrans" cxnId="{A922A088-0C70-4CB9-86A2-68AFAA36CEBA}">
      <dgm:prSet/>
      <dgm:spPr/>
      <dgm:t>
        <a:bodyPr/>
        <a:lstStyle/>
        <a:p>
          <a:endParaRPr lang="en-US"/>
        </a:p>
      </dgm:t>
    </dgm:pt>
    <dgm:pt modelId="{1982D51D-5CEB-4104-9EBF-3A807869EA51}">
      <dgm:prSet/>
      <dgm:spPr/>
      <dgm:t>
        <a:bodyPr/>
        <a:lstStyle/>
        <a:p>
          <a:r>
            <a:rPr lang="en-US"/>
            <a:t>Speed</a:t>
          </a:r>
        </a:p>
      </dgm:t>
    </dgm:pt>
    <dgm:pt modelId="{8A503C24-98FB-4B8D-BEC3-66BB47698DB7}" type="parTrans" cxnId="{F7B5E1FC-E4C2-4446-ABD4-C7B9B52B759F}">
      <dgm:prSet/>
      <dgm:spPr/>
      <dgm:t>
        <a:bodyPr/>
        <a:lstStyle/>
        <a:p>
          <a:endParaRPr lang="en-US"/>
        </a:p>
      </dgm:t>
    </dgm:pt>
    <dgm:pt modelId="{19A38E8A-0262-4A00-BA03-71A5A7E02BFC}" type="sibTrans" cxnId="{F7B5E1FC-E4C2-4446-ABD4-C7B9B52B759F}">
      <dgm:prSet/>
      <dgm:spPr/>
      <dgm:t>
        <a:bodyPr/>
        <a:lstStyle/>
        <a:p>
          <a:endParaRPr lang="en-US"/>
        </a:p>
      </dgm:t>
    </dgm:pt>
    <dgm:pt modelId="{3DF0D099-2EED-4263-9280-307E6C817A99}">
      <dgm:prSet/>
      <dgm:spPr/>
      <dgm:t>
        <a:bodyPr/>
        <a:lstStyle/>
        <a:p>
          <a:r>
            <a:rPr lang="en-US"/>
            <a:t>Concurrency</a:t>
          </a:r>
        </a:p>
      </dgm:t>
    </dgm:pt>
    <dgm:pt modelId="{8773E6A9-700B-4DFF-9ED9-60800332AAF0}" type="parTrans" cxnId="{184F0BD1-9A2F-4E17-8D95-2005C88AC55D}">
      <dgm:prSet/>
      <dgm:spPr/>
      <dgm:t>
        <a:bodyPr/>
        <a:lstStyle/>
        <a:p>
          <a:endParaRPr lang="en-US"/>
        </a:p>
      </dgm:t>
    </dgm:pt>
    <dgm:pt modelId="{6FAFDC92-2285-495C-8139-D5F0D5B89379}" type="sibTrans" cxnId="{184F0BD1-9A2F-4E17-8D95-2005C88AC55D}">
      <dgm:prSet/>
      <dgm:spPr/>
      <dgm:t>
        <a:bodyPr/>
        <a:lstStyle/>
        <a:p>
          <a:endParaRPr lang="en-US"/>
        </a:p>
      </dgm:t>
    </dgm:pt>
    <dgm:pt modelId="{120E0180-C016-42AA-9D25-3DF7C9DC50ED}">
      <dgm:prSet/>
      <dgm:spPr/>
      <dgm:t>
        <a:bodyPr/>
        <a:lstStyle/>
        <a:p>
          <a:r>
            <a:rPr lang="en-US"/>
            <a:t>The language was designed for developing highly reliable and fast software in a simple way.</a:t>
          </a:r>
        </a:p>
      </dgm:t>
    </dgm:pt>
    <dgm:pt modelId="{40548E27-BCBB-4628-9BF7-0CBCF486B948}" type="parTrans" cxnId="{1680CF0D-D4CA-4ACC-9D1C-A0DF5D9B8290}">
      <dgm:prSet/>
      <dgm:spPr/>
      <dgm:t>
        <a:bodyPr/>
        <a:lstStyle/>
        <a:p>
          <a:endParaRPr lang="en-US"/>
        </a:p>
      </dgm:t>
    </dgm:pt>
    <dgm:pt modelId="{28173B76-F784-429D-9346-4427CF041243}" type="sibTrans" cxnId="{1680CF0D-D4CA-4ACC-9D1C-A0DF5D9B8290}">
      <dgm:prSet/>
      <dgm:spPr/>
      <dgm:t>
        <a:bodyPr/>
        <a:lstStyle/>
        <a:p>
          <a:endParaRPr lang="en-US"/>
        </a:p>
      </dgm:t>
    </dgm:pt>
    <dgm:pt modelId="{6FCD58EB-62B3-48EC-8A07-EF1741364EB2}">
      <dgm:prSet/>
      <dgm:spPr/>
      <dgm:t>
        <a:bodyPr/>
        <a:lstStyle/>
        <a:p>
          <a:r>
            <a:rPr lang="en-US"/>
            <a:t> Rust can be used to write high-level programs down to hardware-specific programs.</a:t>
          </a:r>
        </a:p>
      </dgm:t>
    </dgm:pt>
    <dgm:pt modelId="{913BEE3C-D144-42B6-B74B-1B24E9F44A3E}" type="parTrans" cxnId="{B810DD1F-07C2-420B-8C84-CA06D4EE4CF5}">
      <dgm:prSet/>
      <dgm:spPr/>
      <dgm:t>
        <a:bodyPr/>
        <a:lstStyle/>
        <a:p>
          <a:endParaRPr lang="en-US"/>
        </a:p>
      </dgm:t>
    </dgm:pt>
    <dgm:pt modelId="{8A8BC173-BEF2-4BD2-9FB0-A8B235F6754F}" type="sibTrans" cxnId="{B810DD1F-07C2-420B-8C84-CA06D4EE4CF5}">
      <dgm:prSet/>
      <dgm:spPr/>
      <dgm:t>
        <a:bodyPr/>
        <a:lstStyle/>
        <a:p>
          <a:endParaRPr lang="en-US"/>
        </a:p>
      </dgm:t>
    </dgm:pt>
    <dgm:pt modelId="{DA383167-504A-48FB-A383-E1FA72C3C263}" type="pres">
      <dgm:prSet presAssocID="{068D26D7-2E00-4D9B-B583-19B67AAA7316}" presName="linear" presStyleCnt="0">
        <dgm:presLayoutVars>
          <dgm:animLvl val="lvl"/>
          <dgm:resizeHandles val="exact"/>
        </dgm:presLayoutVars>
      </dgm:prSet>
      <dgm:spPr/>
    </dgm:pt>
    <dgm:pt modelId="{2A26B5CB-D81A-495E-BA2A-C40907770768}" type="pres">
      <dgm:prSet presAssocID="{3113EE79-F53F-4144-9186-F6052CCC65CA}" presName="parentText" presStyleLbl="node1" presStyleIdx="0" presStyleCnt="3">
        <dgm:presLayoutVars>
          <dgm:chMax val="0"/>
          <dgm:bulletEnabled val="1"/>
        </dgm:presLayoutVars>
      </dgm:prSet>
      <dgm:spPr/>
    </dgm:pt>
    <dgm:pt modelId="{ED3BE504-93D5-4DA8-A5A3-2E9B2CD23CD3}" type="pres">
      <dgm:prSet presAssocID="{3113EE79-F53F-4144-9186-F6052CCC65CA}" presName="childText" presStyleLbl="revTx" presStyleIdx="0" presStyleCnt="1">
        <dgm:presLayoutVars>
          <dgm:bulletEnabled val="1"/>
        </dgm:presLayoutVars>
      </dgm:prSet>
      <dgm:spPr/>
    </dgm:pt>
    <dgm:pt modelId="{5694ED0D-0005-4EF2-A034-574E1E150BDA}" type="pres">
      <dgm:prSet presAssocID="{120E0180-C016-42AA-9D25-3DF7C9DC50ED}" presName="parentText" presStyleLbl="node1" presStyleIdx="1" presStyleCnt="3">
        <dgm:presLayoutVars>
          <dgm:chMax val="0"/>
          <dgm:bulletEnabled val="1"/>
        </dgm:presLayoutVars>
      </dgm:prSet>
      <dgm:spPr/>
    </dgm:pt>
    <dgm:pt modelId="{B59D4C63-2459-49A5-B36D-6D3692CF21F3}" type="pres">
      <dgm:prSet presAssocID="{28173B76-F784-429D-9346-4427CF041243}" presName="spacer" presStyleCnt="0"/>
      <dgm:spPr/>
    </dgm:pt>
    <dgm:pt modelId="{E0596619-A866-4B89-B928-BD60C37C0E67}" type="pres">
      <dgm:prSet presAssocID="{6FCD58EB-62B3-48EC-8A07-EF1741364EB2}" presName="parentText" presStyleLbl="node1" presStyleIdx="2" presStyleCnt="3">
        <dgm:presLayoutVars>
          <dgm:chMax val="0"/>
          <dgm:bulletEnabled val="1"/>
        </dgm:presLayoutVars>
      </dgm:prSet>
      <dgm:spPr/>
    </dgm:pt>
  </dgm:ptLst>
  <dgm:cxnLst>
    <dgm:cxn modelId="{1680CF0D-D4CA-4ACC-9D1C-A0DF5D9B8290}" srcId="{068D26D7-2E00-4D9B-B583-19B67AAA7316}" destId="{120E0180-C016-42AA-9D25-3DF7C9DC50ED}" srcOrd="1" destOrd="0" parTransId="{40548E27-BCBB-4628-9BF7-0CBCF486B948}" sibTransId="{28173B76-F784-429D-9346-4427CF041243}"/>
    <dgm:cxn modelId="{8061071E-DCFB-4C41-8E74-27C056E7DCA3}" type="presOf" srcId="{089524B8-8F00-4F0A-BAA6-DFD9A0C6AA53}" destId="{ED3BE504-93D5-4DA8-A5A3-2E9B2CD23CD3}" srcOrd="0" destOrd="0" presId="urn:microsoft.com/office/officeart/2005/8/layout/vList2"/>
    <dgm:cxn modelId="{B810DD1F-07C2-420B-8C84-CA06D4EE4CF5}" srcId="{068D26D7-2E00-4D9B-B583-19B67AAA7316}" destId="{6FCD58EB-62B3-48EC-8A07-EF1741364EB2}" srcOrd="2" destOrd="0" parTransId="{913BEE3C-D144-42B6-B74B-1B24E9F44A3E}" sibTransId="{8A8BC173-BEF2-4BD2-9FB0-A8B235F6754F}"/>
    <dgm:cxn modelId="{D36BEE5C-FE1F-4467-AEE1-96B0B1A677CE}" srcId="{068D26D7-2E00-4D9B-B583-19B67AAA7316}" destId="{3113EE79-F53F-4144-9186-F6052CCC65CA}" srcOrd="0" destOrd="0" parTransId="{61CE4867-51F5-4861-A692-E81AA10E6C03}" sibTransId="{C4265649-9823-46A1-B11B-E9B23538766D}"/>
    <dgm:cxn modelId="{3A4F4065-D397-4594-93FB-08C3362DAC54}" type="presOf" srcId="{120E0180-C016-42AA-9D25-3DF7C9DC50ED}" destId="{5694ED0D-0005-4EF2-A034-574E1E150BDA}" srcOrd="0" destOrd="0" presId="urn:microsoft.com/office/officeart/2005/8/layout/vList2"/>
    <dgm:cxn modelId="{E7F7CA7B-C139-4C1E-AB09-8352F957E1CC}" type="presOf" srcId="{068D26D7-2E00-4D9B-B583-19B67AAA7316}" destId="{DA383167-504A-48FB-A383-E1FA72C3C263}" srcOrd="0" destOrd="0" presId="urn:microsoft.com/office/officeart/2005/8/layout/vList2"/>
    <dgm:cxn modelId="{A922A088-0C70-4CB9-86A2-68AFAA36CEBA}" srcId="{3113EE79-F53F-4144-9186-F6052CCC65CA}" destId="{089524B8-8F00-4F0A-BAA6-DFD9A0C6AA53}" srcOrd="0" destOrd="0" parTransId="{2B9D9D47-207B-40DB-AA03-3CEC5FA95830}" sibTransId="{C86AE2D4-CC88-4D8C-9FE7-F95F1D2A6B3D}"/>
    <dgm:cxn modelId="{AAD03B9F-1652-4D2E-8BBF-E23C97E25B8C}" type="presOf" srcId="{1982D51D-5CEB-4104-9EBF-3A807869EA51}" destId="{ED3BE504-93D5-4DA8-A5A3-2E9B2CD23CD3}" srcOrd="0" destOrd="1" presId="urn:microsoft.com/office/officeart/2005/8/layout/vList2"/>
    <dgm:cxn modelId="{184F0BD1-9A2F-4E17-8D95-2005C88AC55D}" srcId="{3113EE79-F53F-4144-9186-F6052CCC65CA}" destId="{3DF0D099-2EED-4263-9280-307E6C817A99}" srcOrd="2" destOrd="0" parTransId="{8773E6A9-700B-4DFF-9ED9-60800332AAF0}" sibTransId="{6FAFDC92-2285-495C-8139-D5F0D5B89379}"/>
    <dgm:cxn modelId="{90349EDD-F4FA-4423-B619-A14114FD4DD4}" type="presOf" srcId="{6FCD58EB-62B3-48EC-8A07-EF1741364EB2}" destId="{E0596619-A866-4B89-B928-BD60C37C0E67}" srcOrd="0" destOrd="0" presId="urn:microsoft.com/office/officeart/2005/8/layout/vList2"/>
    <dgm:cxn modelId="{38EB86FA-7510-4BA3-A7F5-E07F424E5CF6}" type="presOf" srcId="{3113EE79-F53F-4144-9186-F6052CCC65CA}" destId="{2A26B5CB-D81A-495E-BA2A-C40907770768}" srcOrd="0" destOrd="0" presId="urn:microsoft.com/office/officeart/2005/8/layout/vList2"/>
    <dgm:cxn modelId="{5DBD39FC-34AD-4E19-8A68-0C8ECC6EA854}" type="presOf" srcId="{3DF0D099-2EED-4263-9280-307E6C817A99}" destId="{ED3BE504-93D5-4DA8-A5A3-2E9B2CD23CD3}" srcOrd="0" destOrd="2" presId="urn:microsoft.com/office/officeart/2005/8/layout/vList2"/>
    <dgm:cxn modelId="{F7B5E1FC-E4C2-4446-ABD4-C7B9B52B759F}" srcId="{3113EE79-F53F-4144-9186-F6052CCC65CA}" destId="{1982D51D-5CEB-4104-9EBF-3A807869EA51}" srcOrd="1" destOrd="0" parTransId="{8A503C24-98FB-4B8D-BEC3-66BB47698DB7}" sibTransId="{19A38E8A-0262-4A00-BA03-71A5A7E02BFC}"/>
    <dgm:cxn modelId="{C04E22AA-B869-476D-BCAA-0D34BA9783F4}" type="presParOf" srcId="{DA383167-504A-48FB-A383-E1FA72C3C263}" destId="{2A26B5CB-D81A-495E-BA2A-C40907770768}" srcOrd="0" destOrd="0" presId="urn:microsoft.com/office/officeart/2005/8/layout/vList2"/>
    <dgm:cxn modelId="{2D3CBCBF-AF17-40CB-946C-38CB59329960}" type="presParOf" srcId="{DA383167-504A-48FB-A383-E1FA72C3C263}" destId="{ED3BE504-93D5-4DA8-A5A3-2E9B2CD23CD3}" srcOrd="1" destOrd="0" presId="urn:microsoft.com/office/officeart/2005/8/layout/vList2"/>
    <dgm:cxn modelId="{A69E1F47-FD52-40FE-8061-2084D5D65B58}" type="presParOf" srcId="{DA383167-504A-48FB-A383-E1FA72C3C263}" destId="{5694ED0D-0005-4EF2-A034-574E1E150BDA}" srcOrd="2" destOrd="0" presId="urn:microsoft.com/office/officeart/2005/8/layout/vList2"/>
    <dgm:cxn modelId="{69ED7A7A-39D0-49CF-B566-335D70B3BD1F}" type="presParOf" srcId="{DA383167-504A-48FB-A383-E1FA72C3C263}" destId="{B59D4C63-2459-49A5-B36D-6D3692CF21F3}" srcOrd="3" destOrd="0" presId="urn:microsoft.com/office/officeart/2005/8/layout/vList2"/>
    <dgm:cxn modelId="{BEB19CD2-1C5D-4A1B-9FAC-864B5D40DD9F}" type="presParOf" srcId="{DA383167-504A-48FB-A383-E1FA72C3C263}" destId="{E0596619-A866-4B89-B928-BD60C37C0E6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06D756F-0176-4344-B3D9-E081E75961F4}" type="doc">
      <dgm:prSet loTypeId="urn:microsoft.com/office/officeart/2011/layout/HexagonRadial" loCatId="cycle" qsTypeId="urn:microsoft.com/office/officeart/2005/8/quickstyle/simple2" qsCatId="simple" csTypeId="urn:microsoft.com/office/officeart/2005/8/colors/accent1_5" csCatId="accent1" phldr="1"/>
      <dgm:spPr/>
      <dgm:t>
        <a:bodyPr/>
        <a:lstStyle/>
        <a:p>
          <a:endParaRPr lang="en-US"/>
        </a:p>
      </dgm:t>
    </dgm:pt>
    <dgm:pt modelId="{04B8BA6F-932B-440D-8748-4DE09E451C30}">
      <dgm:prSet phldrT="[Text]"/>
      <dgm:spPr/>
      <dgm:t>
        <a:bodyPr/>
        <a:lstStyle/>
        <a:p>
          <a:r>
            <a:rPr lang="en-US"/>
            <a:t>Rust Features</a:t>
          </a:r>
        </a:p>
      </dgm:t>
    </dgm:pt>
    <dgm:pt modelId="{8AE42D61-66DE-486D-9DB0-78CBEAC2699E}" type="parTrans" cxnId="{83106AA5-A3AD-4AE6-8051-E21F08E2ACBB}">
      <dgm:prSet/>
      <dgm:spPr/>
      <dgm:t>
        <a:bodyPr/>
        <a:lstStyle/>
        <a:p>
          <a:endParaRPr lang="en-US"/>
        </a:p>
      </dgm:t>
    </dgm:pt>
    <dgm:pt modelId="{5A26EDC9-A7B1-4A5E-A299-59D660A3615D}" type="sibTrans" cxnId="{83106AA5-A3AD-4AE6-8051-E21F08E2ACBB}">
      <dgm:prSet/>
      <dgm:spPr/>
      <dgm:t>
        <a:bodyPr/>
        <a:lstStyle/>
        <a:p>
          <a:endParaRPr lang="en-US"/>
        </a:p>
      </dgm:t>
    </dgm:pt>
    <dgm:pt modelId="{CEE72AEC-B0E7-4826-B852-BAEEC31D9116}">
      <dgm:prSet phldrT="[Text]"/>
      <dgm:spPr>
        <a:solidFill>
          <a:srgbClr val="C00000">
            <a:alpha val="90000"/>
          </a:srgbClr>
        </a:solidFill>
      </dgm:spPr>
      <dgm:t>
        <a:bodyPr/>
        <a:lstStyle/>
        <a:p>
          <a:r>
            <a:rPr lang="en-US" b="0" i="0"/>
            <a:t>Zero cost abstraction</a:t>
          </a:r>
          <a:endParaRPr lang="en-US"/>
        </a:p>
      </dgm:t>
    </dgm:pt>
    <dgm:pt modelId="{A7F40271-777C-42D6-8AEE-D2C99F6EB5AE}" type="parTrans" cxnId="{B1626E52-CD3D-46C9-8928-56A2C7A8DDC4}">
      <dgm:prSet/>
      <dgm:spPr/>
      <dgm:t>
        <a:bodyPr/>
        <a:lstStyle/>
        <a:p>
          <a:endParaRPr lang="en-US"/>
        </a:p>
      </dgm:t>
    </dgm:pt>
    <dgm:pt modelId="{54D084EC-EF4C-4316-A9AE-17354F8EEAAA}" type="sibTrans" cxnId="{B1626E52-CD3D-46C9-8928-56A2C7A8DDC4}">
      <dgm:prSet/>
      <dgm:spPr/>
      <dgm:t>
        <a:bodyPr/>
        <a:lstStyle/>
        <a:p>
          <a:endParaRPr lang="en-US"/>
        </a:p>
      </dgm:t>
    </dgm:pt>
    <dgm:pt modelId="{E9D54BF6-F903-4766-B760-E3DCA73C3671}">
      <dgm:prSet/>
      <dgm:spPr>
        <a:solidFill>
          <a:srgbClr val="FFC000">
            <a:alpha val="82000"/>
          </a:srgbClr>
        </a:solidFill>
      </dgm:spPr>
      <dgm:t>
        <a:bodyPr/>
        <a:lstStyle/>
        <a:p>
          <a:r>
            <a:rPr lang="en-US" b="0" i="0"/>
            <a:t>Error messages</a:t>
          </a:r>
        </a:p>
      </dgm:t>
    </dgm:pt>
    <dgm:pt modelId="{D9457740-4334-4E2C-917B-398211985A19}" type="parTrans" cxnId="{99942DD3-E4CD-4DF1-94EF-B343760D176C}">
      <dgm:prSet/>
      <dgm:spPr/>
      <dgm:t>
        <a:bodyPr/>
        <a:lstStyle/>
        <a:p>
          <a:endParaRPr lang="en-US"/>
        </a:p>
      </dgm:t>
    </dgm:pt>
    <dgm:pt modelId="{B0990A84-7698-43E3-B297-CB751A28E9F0}" type="sibTrans" cxnId="{99942DD3-E4CD-4DF1-94EF-B343760D176C}">
      <dgm:prSet/>
      <dgm:spPr/>
      <dgm:t>
        <a:bodyPr/>
        <a:lstStyle/>
        <a:p>
          <a:endParaRPr lang="en-US"/>
        </a:p>
      </dgm:t>
    </dgm:pt>
    <dgm:pt modelId="{2A0299BA-EE44-4F62-AB0E-7DD2B6216514}">
      <dgm:prSet/>
      <dgm:spPr>
        <a:solidFill>
          <a:srgbClr val="92D050">
            <a:alpha val="74000"/>
          </a:srgbClr>
        </a:solidFill>
      </dgm:spPr>
      <dgm:t>
        <a:bodyPr/>
        <a:lstStyle/>
        <a:p>
          <a:r>
            <a:rPr lang="en-US" b="0" i="0"/>
            <a:t>Move semantics</a:t>
          </a:r>
        </a:p>
      </dgm:t>
    </dgm:pt>
    <dgm:pt modelId="{F5F2FD2C-825E-4D3A-9B04-85A99FBDD788}" type="parTrans" cxnId="{3CA45CD9-CB22-484A-AC57-8418B934C9E1}">
      <dgm:prSet/>
      <dgm:spPr/>
      <dgm:t>
        <a:bodyPr/>
        <a:lstStyle/>
        <a:p>
          <a:endParaRPr lang="en-US"/>
        </a:p>
      </dgm:t>
    </dgm:pt>
    <dgm:pt modelId="{982FE557-001B-473A-9CAE-73BC313F6FB1}" type="sibTrans" cxnId="{3CA45CD9-CB22-484A-AC57-8418B934C9E1}">
      <dgm:prSet/>
      <dgm:spPr/>
      <dgm:t>
        <a:bodyPr/>
        <a:lstStyle/>
        <a:p>
          <a:endParaRPr lang="en-US"/>
        </a:p>
      </dgm:t>
    </dgm:pt>
    <dgm:pt modelId="{3D645F22-AABD-4638-B9D7-CDABF8880EB4}">
      <dgm:prSet/>
      <dgm:spPr>
        <a:solidFill>
          <a:srgbClr val="00B0F0">
            <a:alpha val="66000"/>
          </a:srgbClr>
        </a:solidFill>
      </dgm:spPr>
      <dgm:t>
        <a:bodyPr/>
        <a:lstStyle/>
        <a:p>
          <a:r>
            <a:rPr lang="en-US" b="0" i="0"/>
            <a:t>Threads without data races</a:t>
          </a:r>
        </a:p>
      </dgm:t>
    </dgm:pt>
    <dgm:pt modelId="{7C553D48-F6AB-4E76-B9BB-B8F5BBA3FE57}" type="parTrans" cxnId="{5ED28B73-826C-4E8B-9539-839574514CFB}">
      <dgm:prSet/>
      <dgm:spPr/>
      <dgm:t>
        <a:bodyPr/>
        <a:lstStyle/>
        <a:p>
          <a:endParaRPr lang="en-US"/>
        </a:p>
      </dgm:t>
    </dgm:pt>
    <dgm:pt modelId="{6F279F22-B2C9-43A0-9F30-75F67F689FCF}" type="sibTrans" cxnId="{5ED28B73-826C-4E8B-9539-839574514CFB}">
      <dgm:prSet/>
      <dgm:spPr/>
      <dgm:t>
        <a:bodyPr/>
        <a:lstStyle/>
        <a:p>
          <a:endParaRPr lang="en-US"/>
        </a:p>
      </dgm:t>
    </dgm:pt>
    <dgm:pt modelId="{3CB81E62-CB7F-4ED0-80DE-F1662F5BF9A0}">
      <dgm:prSet/>
      <dgm:spPr>
        <a:solidFill>
          <a:srgbClr val="7030A0">
            <a:alpha val="58000"/>
          </a:srgbClr>
        </a:solidFill>
      </dgm:spPr>
      <dgm:t>
        <a:bodyPr/>
        <a:lstStyle/>
        <a:p>
          <a:r>
            <a:rPr lang="en-US" b="0" i="0"/>
            <a:t>Pattern matching</a:t>
          </a:r>
        </a:p>
      </dgm:t>
    </dgm:pt>
    <dgm:pt modelId="{5D4DE771-3E24-4B83-93B0-AE2174A1E02B}" type="parTrans" cxnId="{597E8E86-F3EF-4A80-896A-0869825185C1}">
      <dgm:prSet/>
      <dgm:spPr/>
      <dgm:t>
        <a:bodyPr/>
        <a:lstStyle/>
        <a:p>
          <a:endParaRPr lang="en-US"/>
        </a:p>
      </dgm:t>
    </dgm:pt>
    <dgm:pt modelId="{048422A9-0300-4C27-B483-194E2378D65E}" type="sibTrans" cxnId="{597E8E86-F3EF-4A80-896A-0869825185C1}">
      <dgm:prSet/>
      <dgm:spPr/>
      <dgm:t>
        <a:bodyPr/>
        <a:lstStyle/>
        <a:p>
          <a:endParaRPr lang="en-US"/>
        </a:p>
      </dgm:t>
    </dgm:pt>
    <dgm:pt modelId="{92EDDFD7-FE0D-41E0-92B1-CF5F13F2E1BB}">
      <dgm:prSet/>
      <dgm:spPr>
        <a:solidFill>
          <a:srgbClr val="00B050">
            <a:alpha val="50000"/>
          </a:srgbClr>
        </a:solidFill>
      </dgm:spPr>
      <dgm:t>
        <a:bodyPr/>
        <a:lstStyle/>
        <a:p>
          <a:r>
            <a:rPr lang="en-US" b="0" i="0"/>
            <a:t>Guaranteed memory safety</a:t>
          </a:r>
        </a:p>
      </dgm:t>
    </dgm:pt>
    <dgm:pt modelId="{4959F47E-1738-4C39-8404-08EE1A283F36}" type="parTrans" cxnId="{15637CA1-20B8-47E6-9CD7-0B9892CED59E}">
      <dgm:prSet/>
      <dgm:spPr/>
      <dgm:t>
        <a:bodyPr/>
        <a:lstStyle/>
        <a:p>
          <a:endParaRPr lang="en-US"/>
        </a:p>
      </dgm:t>
    </dgm:pt>
    <dgm:pt modelId="{BDA0ACBC-5DB3-455D-80EE-7FD3B76EF5FF}" type="sibTrans" cxnId="{15637CA1-20B8-47E6-9CD7-0B9892CED59E}">
      <dgm:prSet/>
      <dgm:spPr/>
      <dgm:t>
        <a:bodyPr/>
        <a:lstStyle/>
        <a:p>
          <a:endParaRPr lang="en-US"/>
        </a:p>
      </dgm:t>
    </dgm:pt>
    <dgm:pt modelId="{63885BA8-7CE2-48DA-B699-AA3C9BDF8AB3}" type="pres">
      <dgm:prSet presAssocID="{606D756F-0176-4344-B3D9-E081E75961F4}" presName="Name0" presStyleCnt="0">
        <dgm:presLayoutVars>
          <dgm:chMax val="1"/>
          <dgm:chPref val="1"/>
          <dgm:dir/>
          <dgm:animOne val="branch"/>
          <dgm:animLvl val="lvl"/>
        </dgm:presLayoutVars>
      </dgm:prSet>
      <dgm:spPr/>
    </dgm:pt>
    <dgm:pt modelId="{6094D09D-433D-40A4-8F7C-C3C3B472F5D4}" type="pres">
      <dgm:prSet presAssocID="{04B8BA6F-932B-440D-8748-4DE09E451C30}" presName="Parent" presStyleLbl="node0" presStyleIdx="0" presStyleCnt="1">
        <dgm:presLayoutVars>
          <dgm:chMax val="6"/>
          <dgm:chPref val="6"/>
        </dgm:presLayoutVars>
      </dgm:prSet>
      <dgm:spPr/>
    </dgm:pt>
    <dgm:pt modelId="{1D890AB9-9194-418E-B094-0EBE3B436DCD}" type="pres">
      <dgm:prSet presAssocID="{CEE72AEC-B0E7-4826-B852-BAEEC31D9116}" presName="Accent1" presStyleCnt="0"/>
      <dgm:spPr/>
    </dgm:pt>
    <dgm:pt modelId="{1B6D5177-18E1-47BE-BDB1-1525D68578C1}" type="pres">
      <dgm:prSet presAssocID="{CEE72AEC-B0E7-4826-B852-BAEEC31D9116}" presName="Accent" presStyleLbl="bgShp" presStyleIdx="0" presStyleCnt="6"/>
      <dgm:spPr/>
    </dgm:pt>
    <dgm:pt modelId="{7BA19762-927A-4691-938B-6C6256FD2442}" type="pres">
      <dgm:prSet presAssocID="{CEE72AEC-B0E7-4826-B852-BAEEC31D9116}" presName="Child1" presStyleLbl="node1" presStyleIdx="0" presStyleCnt="6">
        <dgm:presLayoutVars>
          <dgm:chMax val="0"/>
          <dgm:chPref val="0"/>
          <dgm:bulletEnabled val="1"/>
        </dgm:presLayoutVars>
      </dgm:prSet>
      <dgm:spPr/>
    </dgm:pt>
    <dgm:pt modelId="{55FE2A6D-FB63-4806-9015-83FAC258386A}" type="pres">
      <dgm:prSet presAssocID="{E9D54BF6-F903-4766-B760-E3DCA73C3671}" presName="Accent2" presStyleCnt="0"/>
      <dgm:spPr/>
    </dgm:pt>
    <dgm:pt modelId="{F095B189-5CE1-412F-80CB-F06533DBEBCB}" type="pres">
      <dgm:prSet presAssocID="{E9D54BF6-F903-4766-B760-E3DCA73C3671}" presName="Accent" presStyleLbl="bgShp" presStyleIdx="1" presStyleCnt="6"/>
      <dgm:spPr/>
    </dgm:pt>
    <dgm:pt modelId="{99B83689-D77D-46DA-A515-D371A288A9EE}" type="pres">
      <dgm:prSet presAssocID="{E9D54BF6-F903-4766-B760-E3DCA73C3671}" presName="Child2" presStyleLbl="node1" presStyleIdx="1" presStyleCnt="6">
        <dgm:presLayoutVars>
          <dgm:chMax val="0"/>
          <dgm:chPref val="0"/>
          <dgm:bulletEnabled val="1"/>
        </dgm:presLayoutVars>
      </dgm:prSet>
      <dgm:spPr/>
    </dgm:pt>
    <dgm:pt modelId="{A4E0B8FD-DAAB-4EAD-B4E2-4BB5E3FC3F5F}" type="pres">
      <dgm:prSet presAssocID="{2A0299BA-EE44-4F62-AB0E-7DD2B6216514}" presName="Accent3" presStyleCnt="0"/>
      <dgm:spPr/>
    </dgm:pt>
    <dgm:pt modelId="{E035D4E2-655C-4E3F-92CF-295E4174105B}" type="pres">
      <dgm:prSet presAssocID="{2A0299BA-EE44-4F62-AB0E-7DD2B6216514}" presName="Accent" presStyleLbl="bgShp" presStyleIdx="2" presStyleCnt="6"/>
      <dgm:spPr/>
    </dgm:pt>
    <dgm:pt modelId="{5CEB1058-068B-4D9F-B58B-B8D5DE888D1A}" type="pres">
      <dgm:prSet presAssocID="{2A0299BA-EE44-4F62-AB0E-7DD2B6216514}" presName="Child3" presStyleLbl="node1" presStyleIdx="2" presStyleCnt="6">
        <dgm:presLayoutVars>
          <dgm:chMax val="0"/>
          <dgm:chPref val="0"/>
          <dgm:bulletEnabled val="1"/>
        </dgm:presLayoutVars>
      </dgm:prSet>
      <dgm:spPr/>
    </dgm:pt>
    <dgm:pt modelId="{FBBBC257-406D-4DEC-9B08-6EB543431853}" type="pres">
      <dgm:prSet presAssocID="{3D645F22-AABD-4638-B9D7-CDABF8880EB4}" presName="Accent4" presStyleCnt="0"/>
      <dgm:spPr/>
    </dgm:pt>
    <dgm:pt modelId="{2E3BBF39-99DF-49EB-BCFF-D18A88417FB7}" type="pres">
      <dgm:prSet presAssocID="{3D645F22-AABD-4638-B9D7-CDABF8880EB4}" presName="Accent" presStyleLbl="bgShp" presStyleIdx="3" presStyleCnt="6"/>
      <dgm:spPr/>
    </dgm:pt>
    <dgm:pt modelId="{FE5BAD59-7299-414F-9EF8-E07D47EB853E}" type="pres">
      <dgm:prSet presAssocID="{3D645F22-AABD-4638-B9D7-CDABF8880EB4}" presName="Child4" presStyleLbl="node1" presStyleIdx="3" presStyleCnt="6">
        <dgm:presLayoutVars>
          <dgm:chMax val="0"/>
          <dgm:chPref val="0"/>
          <dgm:bulletEnabled val="1"/>
        </dgm:presLayoutVars>
      </dgm:prSet>
      <dgm:spPr/>
    </dgm:pt>
    <dgm:pt modelId="{6A23AC98-776E-4C63-8E56-65CFB0757996}" type="pres">
      <dgm:prSet presAssocID="{3CB81E62-CB7F-4ED0-80DE-F1662F5BF9A0}" presName="Accent5" presStyleCnt="0"/>
      <dgm:spPr/>
    </dgm:pt>
    <dgm:pt modelId="{A2CC4F36-7C01-4522-9CD1-71731F857F21}" type="pres">
      <dgm:prSet presAssocID="{3CB81E62-CB7F-4ED0-80DE-F1662F5BF9A0}" presName="Accent" presStyleLbl="bgShp" presStyleIdx="4" presStyleCnt="6"/>
      <dgm:spPr/>
    </dgm:pt>
    <dgm:pt modelId="{F13C21E2-F517-49F8-9AD1-7C0128E2D67F}" type="pres">
      <dgm:prSet presAssocID="{3CB81E62-CB7F-4ED0-80DE-F1662F5BF9A0}" presName="Child5" presStyleLbl="node1" presStyleIdx="4" presStyleCnt="6">
        <dgm:presLayoutVars>
          <dgm:chMax val="0"/>
          <dgm:chPref val="0"/>
          <dgm:bulletEnabled val="1"/>
        </dgm:presLayoutVars>
      </dgm:prSet>
      <dgm:spPr/>
    </dgm:pt>
    <dgm:pt modelId="{0BD30450-1E1B-435B-BC36-35AD5B963C3B}" type="pres">
      <dgm:prSet presAssocID="{92EDDFD7-FE0D-41E0-92B1-CF5F13F2E1BB}" presName="Accent6" presStyleCnt="0"/>
      <dgm:spPr/>
    </dgm:pt>
    <dgm:pt modelId="{84686549-6ADD-483D-A8B0-40288BFF48E8}" type="pres">
      <dgm:prSet presAssocID="{92EDDFD7-FE0D-41E0-92B1-CF5F13F2E1BB}" presName="Accent" presStyleLbl="bgShp" presStyleIdx="5" presStyleCnt="6"/>
      <dgm:spPr/>
    </dgm:pt>
    <dgm:pt modelId="{8D78C8B2-195C-4074-A6C1-A0E4F1146143}" type="pres">
      <dgm:prSet presAssocID="{92EDDFD7-FE0D-41E0-92B1-CF5F13F2E1BB}" presName="Child6" presStyleLbl="node1" presStyleIdx="5" presStyleCnt="6">
        <dgm:presLayoutVars>
          <dgm:chMax val="0"/>
          <dgm:chPref val="0"/>
          <dgm:bulletEnabled val="1"/>
        </dgm:presLayoutVars>
      </dgm:prSet>
      <dgm:spPr/>
    </dgm:pt>
  </dgm:ptLst>
  <dgm:cxnLst>
    <dgm:cxn modelId="{4EACDE08-F2CD-4538-8EE9-2053FA35498B}" type="presOf" srcId="{3CB81E62-CB7F-4ED0-80DE-F1662F5BF9A0}" destId="{F13C21E2-F517-49F8-9AD1-7C0128E2D67F}" srcOrd="0" destOrd="0" presId="urn:microsoft.com/office/officeart/2011/layout/HexagonRadial"/>
    <dgm:cxn modelId="{E277662F-1731-4497-B71B-B42A2A0A2D92}" type="presOf" srcId="{92EDDFD7-FE0D-41E0-92B1-CF5F13F2E1BB}" destId="{8D78C8B2-195C-4074-A6C1-A0E4F1146143}" srcOrd="0" destOrd="0" presId="urn:microsoft.com/office/officeart/2011/layout/HexagonRadial"/>
    <dgm:cxn modelId="{8F724830-E291-4B94-9448-30C2359E6F57}" type="presOf" srcId="{E9D54BF6-F903-4766-B760-E3DCA73C3671}" destId="{99B83689-D77D-46DA-A515-D371A288A9EE}" srcOrd="0" destOrd="0" presId="urn:microsoft.com/office/officeart/2011/layout/HexagonRadial"/>
    <dgm:cxn modelId="{EBAEA16A-85D7-4156-B9E2-9B8A0E7371BF}" type="presOf" srcId="{2A0299BA-EE44-4F62-AB0E-7DD2B6216514}" destId="{5CEB1058-068B-4D9F-B58B-B8D5DE888D1A}" srcOrd="0" destOrd="0" presId="urn:microsoft.com/office/officeart/2011/layout/HexagonRadial"/>
    <dgm:cxn modelId="{48CE5E72-2E96-4A69-8152-2289F86B15B3}" type="presOf" srcId="{3D645F22-AABD-4638-B9D7-CDABF8880EB4}" destId="{FE5BAD59-7299-414F-9EF8-E07D47EB853E}" srcOrd="0" destOrd="0" presId="urn:microsoft.com/office/officeart/2011/layout/HexagonRadial"/>
    <dgm:cxn modelId="{B1626E52-CD3D-46C9-8928-56A2C7A8DDC4}" srcId="{04B8BA6F-932B-440D-8748-4DE09E451C30}" destId="{CEE72AEC-B0E7-4826-B852-BAEEC31D9116}" srcOrd="0" destOrd="0" parTransId="{A7F40271-777C-42D6-8AEE-D2C99F6EB5AE}" sibTransId="{54D084EC-EF4C-4316-A9AE-17354F8EEAAA}"/>
    <dgm:cxn modelId="{5ED28B73-826C-4E8B-9539-839574514CFB}" srcId="{04B8BA6F-932B-440D-8748-4DE09E451C30}" destId="{3D645F22-AABD-4638-B9D7-CDABF8880EB4}" srcOrd="3" destOrd="0" parTransId="{7C553D48-F6AB-4E76-B9BB-B8F5BBA3FE57}" sibTransId="{6F279F22-B2C9-43A0-9F30-75F67F689FCF}"/>
    <dgm:cxn modelId="{597E8E86-F3EF-4A80-896A-0869825185C1}" srcId="{04B8BA6F-932B-440D-8748-4DE09E451C30}" destId="{3CB81E62-CB7F-4ED0-80DE-F1662F5BF9A0}" srcOrd="4" destOrd="0" parTransId="{5D4DE771-3E24-4B83-93B0-AE2174A1E02B}" sibTransId="{048422A9-0300-4C27-B483-194E2378D65E}"/>
    <dgm:cxn modelId="{447E7295-7281-482A-AB6E-78753854B299}" type="presOf" srcId="{04B8BA6F-932B-440D-8748-4DE09E451C30}" destId="{6094D09D-433D-40A4-8F7C-C3C3B472F5D4}" srcOrd="0" destOrd="0" presId="urn:microsoft.com/office/officeart/2011/layout/HexagonRadial"/>
    <dgm:cxn modelId="{66C9E298-F3C3-45FE-8F7F-90ABC5698DF7}" type="presOf" srcId="{CEE72AEC-B0E7-4826-B852-BAEEC31D9116}" destId="{7BA19762-927A-4691-938B-6C6256FD2442}" srcOrd="0" destOrd="0" presId="urn:microsoft.com/office/officeart/2011/layout/HexagonRadial"/>
    <dgm:cxn modelId="{15637CA1-20B8-47E6-9CD7-0B9892CED59E}" srcId="{04B8BA6F-932B-440D-8748-4DE09E451C30}" destId="{92EDDFD7-FE0D-41E0-92B1-CF5F13F2E1BB}" srcOrd="5" destOrd="0" parTransId="{4959F47E-1738-4C39-8404-08EE1A283F36}" sibTransId="{BDA0ACBC-5DB3-455D-80EE-7FD3B76EF5FF}"/>
    <dgm:cxn modelId="{83106AA5-A3AD-4AE6-8051-E21F08E2ACBB}" srcId="{606D756F-0176-4344-B3D9-E081E75961F4}" destId="{04B8BA6F-932B-440D-8748-4DE09E451C30}" srcOrd="0" destOrd="0" parTransId="{8AE42D61-66DE-486D-9DB0-78CBEAC2699E}" sibTransId="{5A26EDC9-A7B1-4A5E-A299-59D660A3615D}"/>
    <dgm:cxn modelId="{4700AAAE-67B9-45AA-9362-1E874D8A7025}" type="presOf" srcId="{606D756F-0176-4344-B3D9-E081E75961F4}" destId="{63885BA8-7CE2-48DA-B699-AA3C9BDF8AB3}" srcOrd="0" destOrd="0" presId="urn:microsoft.com/office/officeart/2011/layout/HexagonRadial"/>
    <dgm:cxn modelId="{99942DD3-E4CD-4DF1-94EF-B343760D176C}" srcId="{04B8BA6F-932B-440D-8748-4DE09E451C30}" destId="{E9D54BF6-F903-4766-B760-E3DCA73C3671}" srcOrd="1" destOrd="0" parTransId="{D9457740-4334-4E2C-917B-398211985A19}" sibTransId="{B0990A84-7698-43E3-B297-CB751A28E9F0}"/>
    <dgm:cxn modelId="{3CA45CD9-CB22-484A-AC57-8418B934C9E1}" srcId="{04B8BA6F-932B-440D-8748-4DE09E451C30}" destId="{2A0299BA-EE44-4F62-AB0E-7DD2B6216514}" srcOrd="2" destOrd="0" parTransId="{F5F2FD2C-825E-4D3A-9B04-85A99FBDD788}" sibTransId="{982FE557-001B-473A-9CAE-73BC313F6FB1}"/>
    <dgm:cxn modelId="{C0CA4041-01D1-43A3-8B81-CE6BA1D4E293}" type="presParOf" srcId="{63885BA8-7CE2-48DA-B699-AA3C9BDF8AB3}" destId="{6094D09D-433D-40A4-8F7C-C3C3B472F5D4}" srcOrd="0" destOrd="0" presId="urn:microsoft.com/office/officeart/2011/layout/HexagonRadial"/>
    <dgm:cxn modelId="{1401E4E6-D597-4A03-A8C7-A824106CA227}" type="presParOf" srcId="{63885BA8-7CE2-48DA-B699-AA3C9BDF8AB3}" destId="{1D890AB9-9194-418E-B094-0EBE3B436DCD}" srcOrd="1" destOrd="0" presId="urn:microsoft.com/office/officeart/2011/layout/HexagonRadial"/>
    <dgm:cxn modelId="{AE8549AC-873B-40D8-9C50-87B1972F96A0}" type="presParOf" srcId="{1D890AB9-9194-418E-B094-0EBE3B436DCD}" destId="{1B6D5177-18E1-47BE-BDB1-1525D68578C1}" srcOrd="0" destOrd="0" presId="urn:microsoft.com/office/officeart/2011/layout/HexagonRadial"/>
    <dgm:cxn modelId="{F34A0BF6-6EF6-4F3E-811B-F333C9239C29}" type="presParOf" srcId="{63885BA8-7CE2-48DA-B699-AA3C9BDF8AB3}" destId="{7BA19762-927A-4691-938B-6C6256FD2442}" srcOrd="2" destOrd="0" presId="urn:microsoft.com/office/officeart/2011/layout/HexagonRadial"/>
    <dgm:cxn modelId="{07DD56AA-9CD8-47EC-9CFF-19B405FD4EDB}" type="presParOf" srcId="{63885BA8-7CE2-48DA-B699-AA3C9BDF8AB3}" destId="{55FE2A6D-FB63-4806-9015-83FAC258386A}" srcOrd="3" destOrd="0" presId="urn:microsoft.com/office/officeart/2011/layout/HexagonRadial"/>
    <dgm:cxn modelId="{7A2955E6-B670-4825-B29E-5A14A7634E40}" type="presParOf" srcId="{55FE2A6D-FB63-4806-9015-83FAC258386A}" destId="{F095B189-5CE1-412F-80CB-F06533DBEBCB}" srcOrd="0" destOrd="0" presId="urn:microsoft.com/office/officeart/2011/layout/HexagonRadial"/>
    <dgm:cxn modelId="{AFAE7936-5A45-4390-A793-439B16159DB3}" type="presParOf" srcId="{63885BA8-7CE2-48DA-B699-AA3C9BDF8AB3}" destId="{99B83689-D77D-46DA-A515-D371A288A9EE}" srcOrd="4" destOrd="0" presId="urn:microsoft.com/office/officeart/2011/layout/HexagonRadial"/>
    <dgm:cxn modelId="{A51D22D5-B75B-413A-9257-3F2B9B12BDC7}" type="presParOf" srcId="{63885BA8-7CE2-48DA-B699-AA3C9BDF8AB3}" destId="{A4E0B8FD-DAAB-4EAD-B4E2-4BB5E3FC3F5F}" srcOrd="5" destOrd="0" presId="urn:microsoft.com/office/officeart/2011/layout/HexagonRadial"/>
    <dgm:cxn modelId="{8D7B1804-2D66-4542-8FF9-719D8306262E}" type="presParOf" srcId="{A4E0B8FD-DAAB-4EAD-B4E2-4BB5E3FC3F5F}" destId="{E035D4E2-655C-4E3F-92CF-295E4174105B}" srcOrd="0" destOrd="0" presId="urn:microsoft.com/office/officeart/2011/layout/HexagonRadial"/>
    <dgm:cxn modelId="{6DF65E8F-7205-443A-BDDB-DEA26F232E0A}" type="presParOf" srcId="{63885BA8-7CE2-48DA-B699-AA3C9BDF8AB3}" destId="{5CEB1058-068B-4D9F-B58B-B8D5DE888D1A}" srcOrd="6" destOrd="0" presId="urn:microsoft.com/office/officeart/2011/layout/HexagonRadial"/>
    <dgm:cxn modelId="{A19ED650-A88F-4125-90FD-86231F444465}" type="presParOf" srcId="{63885BA8-7CE2-48DA-B699-AA3C9BDF8AB3}" destId="{FBBBC257-406D-4DEC-9B08-6EB543431853}" srcOrd="7" destOrd="0" presId="urn:microsoft.com/office/officeart/2011/layout/HexagonRadial"/>
    <dgm:cxn modelId="{66BC34AD-C6D7-4EF7-B5F5-DB67CB905669}" type="presParOf" srcId="{FBBBC257-406D-4DEC-9B08-6EB543431853}" destId="{2E3BBF39-99DF-49EB-BCFF-D18A88417FB7}" srcOrd="0" destOrd="0" presId="urn:microsoft.com/office/officeart/2011/layout/HexagonRadial"/>
    <dgm:cxn modelId="{9B910F0B-213B-4E89-8392-AFD7AA52B12D}" type="presParOf" srcId="{63885BA8-7CE2-48DA-B699-AA3C9BDF8AB3}" destId="{FE5BAD59-7299-414F-9EF8-E07D47EB853E}" srcOrd="8" destOrd="0" presId="urn:microsoft.com/office/officeart/2011/layout/HexagonRadial"/>
    <dgm:cxn modelId="{90DD9F08-2469-4472-A292-47CEB643C3D7}" type="presParOf" srcId="{63885BA8-7CE2-48DA-B699-AA3C9BDF8AB3}" destId="{6A23AC98-776E-4C63-8E56-65CFB0757996}" srcOrd="9" destOrd="0" presId="urn:microsoft.com/office/officeart/2011/layout/HexagonRadial"/>
    <dgm:cxn modelId="{A85E6BCC-9029-4FE0-B97B-FA4750A02D1A}" type="presParOf" srcId="{6A23AC98-776E-4C63-8E56-65CFB0757996}" destId="{A2CC4F36-7C01-4522-9CD1-71731F857F21}" srcOrd="0" destOrd="0" presId="urn:microsoft.com/office/officeart/2011/layout/HexagonRadial"/>
    <dgm:cxn modelId="{0443E3F3-B1CB-42B1-90A0-4600D489CEE9}" type="presParOf" srcId="{63885BA8-7CE2-48DA-B699-AA3C9BDF8AB3}" destId="{F13C21E2-F517-49F8-9AD1-7C0128E2D67F}" srcOrd="10" destOrd="0" presId="urn:microsoft.com/office/officeart/2011/layout/HexagonRadial"/>
    <dgm:cxn modelId="{F371D041-77AB-41C9-A83A-4B6B78ABD48A}" type="presParOf" srcId="{63885BA8-7CE2-48DA-B699-AA3C9BDF8AB3}" destId="{0BD30450-1E1B-435B-BC36-35AD5B963C3B}" srcOrd="11" destOrd="0" presId="urn:microsoft.com/office/officeart/2011/layout/HexagonRadial"/>
    <dgm:cxn modelId="{0D5B19C1-BAB0-495C-AE8F-7ACCA4DD88FF}" type="presParOf" srcId="{0BD30450-1E1B-435B-BC36-35AD5B963C3B}" destId="{84686549-6ADD-483D-A8B0-40288BFF48E8}" srcOrd="0" destOrd="0" presId="urn:microsoft.com/office/officeart/2011/layout/HexagonRadial"/>
    <dgm:cxn modelId="{0CBB60BE-C465-4ED5-9F32-396E7BF31E8E}" type="presParOf" srcId="{63885BA8-7CE2-48DA-B699-AA3C9BDF8AB3}" destId="{8D78C8B2-195C-4074-A6C1-A0E4F1146143}"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06D756F-0176-4344-B3D9-E081E75961F4}" type="doc">
      <dgm:prSet loTypeId="urn:microsoft.com/office/officeart/2009/3/layout/IncreasingArrowsProcess" loCatId="process" qsTypeId="urn:microsoft.com/office/officeart/2005/8/quickstyle/simple2" qsCatId="simple" csTypeId="urn:microsoft.com/office/officeart/2005/8/colors/accent1_3" csCatId="accent1" phldr="1"/>
      <dgm:spPr/>
      <dgm:t>
        <a:bodyPr/>
        <a:lstStyle/>
        <a:p>
          <a:endParaRPr lang="en-US"/>
        </a:p>
      </dgm:t>
    </dgm:pt>
    <dgm:pt modelId="{084B1E0F-B974-4FB7-B31B-A256C5483BD0}">
      <dgm:prSet phldrT="[Text]"/>
      <dgm:spPr/>
      <dgm:t>
        <a:bodyPr/>
        <a:lstStyle/>
        <a:p>
          <a:r>
            <a:rPr lang="en-US" b="0" i="0"/>
            <a:t> Zero cost abstraction</a:t>
          </a:r>
          <a:endParaRPr lang="en-US"/>
        </a:p>
      </dgm:t>
    </dgm:pt>
    <dgm:pt modelId="{7A0F1900-26C0-421A-AD1E-49B72B33DACB}" type="parTrans" cxnId="{797AD98A-078C-483B-A3D6-6C64D2DEE508}">
      <dgm:prSet/>
      <dgm:spPr/>
      <dgm:t>
        <a:bodyPr/>
        <a:lstStyle/>
        <a:p>
          <a:endParaRPr lang="en-US"/>
        </a:p>
      </dgm:t>
    </dgm:pt>
    <dgm:pt modelId="{A6A6B3EC-E112-48BA-A1B7-F3F5EEBE49A0}" type="sibTrans" cxnId="{797AD98A-078C-483B-A3D6-6C64D2DEE508}">
      <dgm:prSet/>
      <dgm:spPr/>
      <dgm:t>
        <a:bodyPr/>
        <a:lstStyle/>
        <a:p>
          <a:endParaRPr lang="en-US"/>
        </a:p>
      </dgm:t>
    </dgm:pt>
    <dgm:pt modelId="{55163006-7905-4964-BD31-955D89A8B62C}">
      <dgm:prSet/>
      <dgm:spPr/>
      <dgm:t>
        <a:bodyPr/>
        <a:lstStyle/>
        <a:p>
          <a:r>
            <a:rPr lang="en-US" b="0" i="0"/>
            <a:t>In Rust, we can add abstractions without affecting the runtime performance of the code. It improves the code quality and readability of the code without any runtime performance cost.</a:t>
          </a:r>
        </a:p>
      </dgm:t>
    </dgm:pt>
    <dgm:pt modelId="{0EE8739D-8A0F-47C8-8133-932DA764E104}" type="parTrans" cxnId="{D9858C9F-0ABE-4BCC-9603-B46FADD41632}">
      <dgm:prSet/>
      <dgm:spPr/>
      <dgm:t>
        <a:bodyPr/>
        <a:lstStyle/>
        <a:p>
          <a:endParaRPr lang="en-US"/>
        </a:p>
      </dgm:t>
    </dgm:pt>
    <dgm:pt modelId="{BCEFCA6A-1C76-4141-8F74-86747B2661C1}" type="sibTrans" cxnId="{D9858C9F-0ABE-4BCC-9603-B46FADD41632}">
      <dgm:prSet/>
      <dgm:spPr/>
      <dgm:t>
        <a:bodyPr/>
        <a:lstStyle/>
        <a:p>
          <a:endParaRPr lang="en-US"/>
        </a:p>
      </dgm:t>
    </dgm:pt>
    <dgm:pt modelId="{552FD09F-5E08-469E-879F-43EED46B34D1}">
      <dgm:prSet/>
      <dgm:spPr/>
      <dgm:t>
        <a:bodyPr/>
        <a:lstStyle/>
        <a:p>
          <a:r>
            <a:rPr lang="en-US" b="0" i="0"/>
            <a:t>Error messages</a:t>
          </a:r>
        </a:p>
      </dgm:t>
    </dgm:pt>
    <dgm:pt modelId="{6CDF4F1A-D26B-4BC9-8B6F-B90FCFCF7614}" type="parTrans" cxnId="{2C741CAB-92FC-48BD-A830-BC4C22082014}">
      <dgm:prSet/>
      <dgm:spPr/>
      <dgm:t>
        <a:bodyPr/>
        <a:lstStyle/>
        <a:p>
          <a:endParaRPr lang="en-US"/>
        </a:p>
      </dgm:t>
    </dgm:pt>
    <dgm:pt modelId="{A6A10526-A20E-45C3-A37B-5880B851CA78}" type="sibTrans" cxnId="{2C741CAB-92FC-48BD-A830-BC4C22082014}">
      <dgm:prSet/>
      <dgm:spPr/>
      <dgm:t>
        <a:bodyPr/>
        <a:lstStyle/>
        <a:p>
          <a:endParaRPr lang="en-US"/>
        </a:p>
      </dgm:t>
    </dgm:pt>
    <dgm:pt modelId="{9B791F2D-612F-4A8C-9565-5352404B7BC6}">
      <dgm:prSet/>
      <dgm:spPr/>
      <dgm:t>
        <a:bodyPr/>
        <a:lstStyle/>
        <a:p>
          <a:r>
            <a:rPr lang="en-US" b="0" i="0"/>
            <a:t>In C++ programming, there is an excellent improvement in error messages as compared to GCC. Rust goes one step further in case of clarity. Error messages are displayed with (formatting, colors) and also suggest misspellings in our program.</a:t>
          </a:r>
        </a:p>
      </dgm:t>
    </dgm:pt>
    <dgm:pt modelId="{1196D9B6-393C-4B96-8037-88F342C0D97B}" type="parTrans" cxnId="{CA93FB0F-89A8-43D8-83F1-BBCE4037CFC0}">
      <dgm:prSet/>
      <dgm:spPr/>
      <dgm:t>
        <a:bodyPr/>
        <a:lstStyle/>
        <a:p>
          <a:endParaRPr lang="en-US"/>
        </a:p>
      </dgm:t>
    </dgm:pt>
    <dgm:pt modelId="{880F326D-7DE8-43D6-8B8F-5FE02F5BE898}" type="sibTrans" cxnId="{CA93FB0F-89A8-43D8-83F1-BBCE4037CFC0}">
      <dgm:prSet/>
      <dgm:spPr/>
      <dgm:t>
        <a:bodyPr/>
        <a:lstStyle/>
        <a:p>
          <a:endParaRPr lang="en-US"/>
        </a:p>
      </dgm:t>
    </dgm:pt>
    <dgm:pt modelId="{DFCB6D11-36D7-443F-9545-01E2A7C77787}">
      <dgm:prSet/>
      <dgm:spPr/>
      <dgm:t>
        <a:bodyPr/>
        <a:lstStyle/>
        <a:p>
          <a:r>
            <a:rPr lang="en-US" b="0" i="0"/>
            <a:t>Type inference</a:t>
          </a:r>
        </a:p>
      </dgm:t>
    </dgm:pt>
    <dgm:pt modelId="{9EF6E32E-41D2-4BA7-9A5B-33C38BDE74BF}" type="parTrans" cxnId="{FD132C4C-9801-49D6-B82F-5386BEFF408D}">
      <dgm:prSet/>
      <dgm:spPr/>
      <dgm:t>
        <a:bodyPr/>
        <a:lstStyle/>
        <a:p>
          <a:endParaRPr lang="en-US"/>
        </a:p>
      </dgm:t>
    </dgm:pt>
    <dgm:pt modelId="{C9F43FD6-CBC2-41E6-A8BA-0BA106817FDF}" type="sibTrans" cxnId="{FD132C4C-9801-49D6-B82F-5386BEFF408D}">
      <dgm:prSet/>
      <dgm:spPr/>
      <dgm:t>
        <a:bodyPr/>
        <a:lstStyle/>
        <a:p>
          <a:endParaRPr lang="en-US"/>
        </a:p>
      </dgm:t>
    </dgm:pt>
    <dgm:pt modelId="{1057FCC7-25EF-489E-9CEE-212D2F0FBFAA}">
      <dgm:prSet/>
      <dgm:spPr/>
      <dgm:t>
        <a:bodyPr/>
        <a:lstStyle/>
        <a:p>
          <a:r>
            <a:rPr lang="en-US" b="0" i="0"/>
            <a:t>Rust provides the feature of a Type inference which means that it determines the type of an expression automatically.</a:t>
          </a:r>
        </a:p>
      </dgm:t>
    </dgm:pt>
    <dgm:pt modelId="{3F16E8AB-AFDE-4472-B8E7-2D7F5B860E80}" type="parTrans" cxnId="{40B227B3-6885-433F-B1BF-B5D837B978D0}">
      <dgm:prSet/>
      <dgm:spPr/>
      <dgm:t>
        <a:bodyPr/>
        <a:lstStyle/>
        <a:p>
          <a:endParaRPr lang="en-US"/>
        </a:p>
      </dgm:t>
    </dgm:pt>
    <dgm:pt modelId="{970522B4-AF0B-4739-AC20-A1CFC9F78489}" type="sibTrans" cxnId="{40B227B3-6885-433F-B1BF-B5D837B978D0}">
      <dgm:prSet/>
      <dgm:spPr/>
      <dgm:t>
        <a:bodyPr/>
        <a:lstStyle/>
        <a:p>
          <a:endParaRPr lang="en-US"/>
        </a:p>
      </dgm:t>
    </dgm:pt>
    <dgm:pt modelId="{193FAADF-9042-492E-9363-CCADFCB59ACA}" type="pres">
      <dgm:prSet presAssocID="{606D756F-0176-4344-B3D9-E081E75961F4}" presName="Name0" presStyleCnt="0">
        <dgm:presLayoutVars>
          <dgm:chMax val="5"/>
          <dgm:chPref val="5"/>
          <dgm:dir/>
          <dgm:animLvl val="lvl"/>
        </dgm:presLayoutVars>
      </dgm:prSet>
      <dgm:spPr/>
    </dgm:pt>
    <dgm:pt modelId="{57982495-2EAB-4700-83B0-B2E08F0D2B3F}" type="pres">
      <dgm:prSet presAssocID="{084B1E0F-B974-4FB7-B31B-A256C5483BD0}" presName="parentText1" presStyleLbl="node1" presStyleIdx="0" presStyleCnt="3">
        <dgm:presLayoutVars>
          <dgm:chMax/>
          <dgm:chPref val="3"/>
          <dgm:bulletEnabled val="1"/>
        </dgm:presLayoutVars>
      </dgm:prSet>
      <dgm:spPr/>
    </dgm:pt>
    <dgm:pt modelId="{27555FAB-7672-47DC-9570-78D757E9CAAB}" type="pres">
      <dgm:prSet presAssocID="{084B1E0F-B974-4FB7-B31B-A256C5483BD0}" presName="childText1" presStyleLbl="solidAlignAcc1" presStyleIdx="0" presStyleCnt="3">
        <dgm:presLayoutVars>
          <dgm:chMax val="0"/>
          <dgm:chPref val="0"/>
          <dgm:bulletEnabled val="1"/>
        </dgm:presLayoutVars>
      </dgm:prSet>
      <dgm:spPr/>
    </dgm:pt>
    <dgm:pt modelId="{9B2DCDB9-BEA1-492E-BE27-0665F2F216D5}" type="pres">
      <dgm:prSet presAssocID="{552FD09F-5E08-469E-879F-43EED46B34D1}" presName="parentText2" presStyleLbl="node1" presStyleIdx="1" presStyleCnt="3">
        <dgm:presLayoutVars>
          <dgm:chMax/>
          <dgm:chPref val="3"/>
          <dgm:bulletEnabled val="1"/>
        </dgm:presLayoutVars>
      </dgm:prSet>
      <dgm:spPr/>
    </dgm:pt>
    <dgm:pt modelId="{BFF57338-939E-479F-B8CE-F3F7474DC662}" type="pres">
      <dgm:prSet presAssocID="{552FD09F-5E08-469E-879F-43EED46B34D1}" presName="childText2" presStyleLbl="solidAlignAcc1" presStyleIdx="1" presStyleCnt="3">
        <dgm:presLayoutVars>
          <dgm:chMax val="0"/>
          <dgm:chPref val="0"/>
          <dgm:bulletEnabled val="1"/>
        </dgm:presLayoutVars>
      </dgm:prSet>
      <dgm:spPr/>
    </dgm:pt>
    <dgm:pt modelId="{7789793C-7319-467D-B4DC-13307709949B}" type="pres">
      <dgm:prSet presAssocID="{DFCB6D11-36D7-443F-9545-01E2A7C77787}" presName="parentText3" presStyleLbl="node1" presStyleIdx="2" presStyleCnt="3">
        <dgm:presLayoutVars>
          <dgm:chMax/>
          <dgm:chPref val="3"/>
          <dgm:bulletEnabled val="1"/>
        </dgm:presLayoutVars>
      </dgm:prSet>
      <dgm:spPr/>
    </dgm:pt>
    <dgm:pt modelId="{13D107C4-2049-460B-8C92-D533D47DA0FB}" type="pres">
      <dgm:prSet presAssocID="{DFCB6D11-36D7-443F-9545-01E2A7C77787}" presName="childText3" presStyleLbl="solidAlignAcc1" presStyleIdx="2" presStyleCnt="3">
        <dgm:presLayoutVars>
          <dgm:chMax val="0"/>
          <dgm:chPref val="0"/>
          <dgm:bulletEnabled val="1"/>
        </dgm:presLayoutVars>
      </dgm:prSet>
      <dgm:spPr/>
    </dgm:pt>
  </dgm:ptLst>
  <dgm:cxnLst>
    <dgm:cxn modelId="{CA93FB0F-89A8-43D8-83F1-BBCE4037CFC0}" srcId="{552FD09F-5E08-469E-879F-43EED46B34D1}" destId="{9B791F2D-612F-4A8C-9565-5352404B7BC6}" srcOrd="0" destOrd="0" parTransId="{1196D9B6-393C-4B96-8037-88F342C0D97B}" sibTransId="{880F326D-7DE8-43D6-8B8F-5FE02F5BE898}"/>
    <dgm:cxn modelId="{2D3FAA62-4EA7-4FA1-8C62-B09383EC8DEC}" type="presOf" srcId="{084B1E0F-B974-4FB7-B31B-A256C5483BD0}" destId="{57982495-2EAB-4700-83B0-B2E08F0D2B3F}" srcOrd="0" destOrd="0" presId="urn:microsoft.com/office/officeart/2009/3/layout/IncreasingArrowsProcess"/>
    <dgm:cxn modelId="{0EE2DD62-8FF4-4565-9E9C-299DCF6CE11B}" type="presOf" srcId="{552FD09F-5E08-469E-879F-43EED46B34D1}" destId="{9B2DCDB9-BEA1-492E-BE27-0665F2F216D5}" srcOrd="0" destOrd="0" presId="urn:microsoft.com/office/officeart/2009/3/layout/IncreasingArrowsProcess"/>
    <dgm:cxn modelId="{FD132C4C-9801-49D6-B82F-5386BEFF408D}" srcId="{606D756F-0176-4344-B3D9-E081E75961F4}" destId="{DFCB6D11-36D7-443F-9545-01E2A7C77787}" srcOrd="2" destOrd="0" parTransId="{9EF6E32E-41D2-4BA7-9A5B-33C38BDE74BF}" sibTransId="{C9F43FD6-CBC2-41E6-A8BA-0BA106817FDF}"/>
    <dgm:cxn modelId="{797AD98A-078C-483B-A3D6-6C64D2DEE508}" srcId="{606D756F-0176-4344-B3D9-E081E75961F4}" destId="{084B1E0F-B974-4FB7-B31B-A256C5483BD0}" srcOrd="0" destOrd="0" parTransId="{7A0F1900-26C0-421A-AD1E-49B72B33DACB}" sibTransId="{A6A6B3EC-E112-48BA-A1B7-F3F5EEBE49A0}"/>
    <dgm:cxn modelId="{DD8C7190-54C1-415A-A1C1-6106019A644E}" type="presOf" srcId="{606D756F-0176-4344-B3D9-E081E75961F4}" destId="{193FAADF-9042-492E-9363-CCADFCB59ACA}" srcOrd="0" destOrd="0" presId="urn:microsoft.com/office/officeart/2009/3/layout/IncreasingArrowsProcess"/>
    <dgm:cxn modelId="{9B52AE95-8D3E-4B13-B204-745CF12CB352}" type="presOf" srcId="{1057FCC7-25EF-489E-9CEE-212D2F0FBFAA}" destId="{13D107C4-2049-460B-8C92-D533D47DA0FB}" srcOrd="0" destOrd="0" presId="urn:microsoft.com/office/officeart/2009/3/layout/IncreasingArrowsProcess"/>
    <dgm:cxn modelId="{D9858C9F-0ABE-4BCC-9603-B46FADD41632}" srcId="{084B1E0F-B974-4FB7-B31B-A256C5483BD0}" destId="{55163006-7905-4964-BD31-955D89A8B62C}" srcOrd="0" destOrd="0" parTransId="{0EE8739D-8A0F-47C8-8133-932DA764E104}" sibTransId="{BCEFCA6A-1C76-4141-8F74-86747B2661C1}"/>
    <dgm:cxn modelId="{2C741CAB-92FC-48BD-A830-BC4C22082014}" srcId="{606D756F-0176-4344-B3D9-E081E75961F4}" destId="{552FD09F-5E08-469E-879F-43EED46B34D1}" srcOrd="1" destOrd="0" parTransId="{6CDF4F1A-D26B-4BC9-8B6F-B90FCFCF7614}" sibTransId="{A6A10526-A20E-45C3-A37B-5880B851CA78}"/>
    <dgm:cxn modelId="{40B227B3-6885-433F-B1BF-B5D837B978D0}" srcId="{DFCB6D11-36D7-443F-9545-01E2A7C77787}" destId="{1057FCC7-25EF-489E-9CEE-212D2F0FBFAA}" srcOrd="0" destOrd="0" parTransId="{3F16E8AB-AFDE-4472-B8E7-2D7F5B860E80}" sibTransId="{970522B4-AF0B-4739-AC20-A1CFC9F78489}"/>
    <dgm:cxn modelId="{7C1778C1-1B2E-4402-8AB3-8E92488C09E3}" type="presOf" srcId="{55163006-7905-4964-BD31-955D89A8B62C}" destId="{27555FAB-7672-47DC-9570-78D757E9CAAB}" srcOrd="0" destOrd="0" presId="urn:microsoft.com/office/officeart/2009/3/layout/IncreasingArrowsProcess"/>
    <dgm:cxn modelId="{80EFA5E0-5F96-42B5-8260-27FFD5B14AC3}" type="presOf" srcId="{DFCB6D11-36D7-443F-9545-01E2A7C77787}" destId="{7789793C-7319-467D-B4DC-13307709949B}" srcOrd="0" destOrd="0" presId="urn:microsoft.com/office/officeart/2009/3/layout/IncreasingArrowsProcess"/>
    <dgm:cxn modelId="{90DD3AEF-2AF7-46A9-BCA2-57CD51F729B7}" type="presOf" srcId="{9B791F2D-612F-4A8C-9565-5352404B7BC6}" destId="{BFF57338-939E-479F-B8CE-F3F7474DC662}" srcOrd="0" destOrd="0" presId="urn:microsoft.com/office/officeart/2009/3/layout/IncreasingArrowsProcess"/>
    <dgm:cxn modelId="{5AB7CDD4-405B-4848-870F-81E2E4EDE9CA}" type="presParOf" srcId="{193FAADF-9042-492E-9363-CCADFCB59ACA}" destId="{57982495-2EAB-4700-83B0-B2E08F0D2B3F}" srcOrd="0" destOrd="0" presId="urn:microsoft.com/office/officeart/2009/3/layout/IncreasingArrowsProcess"/>
    <dgm:cxn modelId="{0FCB3480-FE20-4AAC-9E2C-0F3A01FA9594}" type="presParOf" srcId="{193FAADF-9042-492E-9363-CCADFCB59ACA}" destId="{27555FAB-7672-47DC-9570-78D757E9CAAB}" srcOrd="1" destOrd="0" presId="urn:microsoft.com/office/officeart/2009/3/layout/IncreasingArrowsProcess"/>
    <dgm:cxn modelId="{BCEB58D1-21B0-457B-BE59-8F431FD70FA0}" type="presParOf" srcId="{193FAADF-9042-492E-9363-CCADFCB59ACA}" destId="{9B2DCDB9-BEA1-492E-BE27-0665F2F216D5}" srcOrd="2" destOrd="0" presId="urn:microsoft.com/office/officeart/2009/3/layout/IncreasingArrowsProcess"/>
    <dgm:cxn modelId="{C512DA13-B3C2-4F6E-87C0-91D570B98C70}" type="presParOf" srcId="{193FAADF-9042-492E-9363-CCADFCB59ACA}" destId="{BFF57338-939E-479F-B8CE-F3F7474DC662}" srcOrd="3" destOrd="0" presId="urn:microsoft.com/office/officeart/2009/3/layout/IncreasingArrowsProcess"/>
    <dgm:cxn modelId="{B54E691E-0A4B-45E2-8AD4-E093B70494F9}" type="presParOf" srcId="{193FAADF-9042-492E-9363-CCADFCB59ACA}" destId="{7789793C-7319-467D-B4DC-13307709949B}" srcOrd="4" destOrd="0" presId="urn:microsoft.com/office/officeart/2009/3/layout/IncreasingArrowsProcess"/>
    <dgm:cxn modelId="{0279FACC-ABE3-4C5D-95E0-CBBF8F889B78}" type="presParOf" srcId="{193FAADF-9042-492E-9363-CCADFCB59ACA}" destId="{13D107C4-2049-460B-8C92-D533D47DA0FB}" srcOrd="5"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06D756F-0176-4344-B3D9-E081E75961F4}" type="doc">
      <dgm:prSet loTypeId="urn:microsoft.com/office/officeart/2009/3/layout/IncreasingArrowsProcess" loCatId="process" qsTypeId="urn:microsoft.com/office/officeart/2005/8/quickstyle/simple2" qsCatId="simple" csTypeId="urn:microsoft.com/office/officeart/2005/8/colors/colorful2" csCatId="colorful" phldr="1"/>
      <dgm:spPr/>
      <dgm:t>
        <a:bodyPr/>
        <a:lstStyle/>
        <a:p>
          <a:endParaRPr lang="en-US"/>
        </a:p>
      </dgm:t>
    </dgm:pt>
    <dgm:pt modelId="{084B1E0F-B974-4FB7-B31B-A256C5483BD0}">
      <dgm:prSet phldrT="[Text]"/>
      <dgm:spPr/>
      <dgm:t>
        <a:bodyPr/>
        <a:lstStyle/>
        <a:p>
          <a:r>
            <a:rPr lang="en-US" b="0" i="0"/>
            <a:t>Move semantics</a:t>
          </a:r>
          <a:endParaRPr lang="en-US"/>
        </a:p>
      </dgm:t>
    </dgm:pt>
    <dgm:pt modelId="{7A0F1900-26C0-421A-AD1E-49B72B33DACB}" type="parTrans" cxnId="{797AD98A-078C-483B-A3D6-6C64D2DEE508}">
      <dgm:prSet/>
      <dgm:spPr/>
      <dgm:t>
        <a:bodyPr/>
        <a:lstStyle/>
        <a:p>
          <a:endParaRPr lang="en-US"/>
        </a:p>
      </dgm:t>
    </dgm:pt>
    <dgm:pt modelId="{A6A6B3EC-E112-48BA-A1B7-F3F5EEBE49A0}" type="sibTrans" cxnId="{797AD98A-078C-483B-A3D6-6C64D2DEE508}">
      <dgm:prSet/>
      <dgm:spPr/>
      <dgm:t>
        <a:bodyPr/>
        <a:lstStyle/>
        <a:p>
          <a:endParaRPr lang="en-US"/>
        </a:p>
      </dgm:t>
    </dgm:pt>
    <dgm:pt modelId="{BD640A5F-30B5-4871-8B78-2E668431FBAC}">
      <dgm:prSet custT="1"/>
      <dgm:spPr/>
      <dgm:t>
        <a:bodyPr/>
        <a:lstStyle/>
        <a:p>
          <a:r>
            <a:rPr lang="en-US" sz="1600" b="0" i="0"/>
            <a:t>Rust provides this feature that allows a copy operation to be replaced by the move operation when a source object is a temporary object.</a:t>
          </a:r>
        </a:p>
      </dgm:t>
    </dgm:pt>
    <dgm:pt modelId="{DC113244-1FC4-4153-AFAF-E00FACE7011D}" type="parTrans" cxnId="{B49A0A6F-C1C1-46AB-99DD-340F5A6581AA}">
      <dgm:prSet/>
      <dgm:spPr/>
      <dgm:t>
        <a:bodyPr/>
        <a:lstStyle/>
        <a:p>
          <a:endParaRPr lang="en-US"/>
        </a:p>
      </dgm:t>
    </dgm:pt>
    <dgm:pt modelId="{538BCAA3-7592-45D0-9DE9-7A60FF6D03D5}" type="sibTrans" cxnId="{B49A0A6F-C1C1-46AB-99DD-340F5A6581AA}">
      <dgm:prSet/>
      <dgm:spPr/>
      <dgm:t>
        <a:bodyPr/>
        <a:lstStyle/>
        <a:p>
          <a:endParaRPr lang="en-US"/>
        </a:p>
      </dgm:t>
    </dgm:pt>
    <dgm:pt modelId="{DF363A2F-FB86-4049-8679-90CD3CAA81CC}">
      <dgm:prSet/>
      <dgm:spPr/>
      <dgm:t>
        <a:bodyPr/>
        <a:lstStyle/>
        <a:p>
          <a:r>
            <a:rPr lang="en-US" b="0" i="0"/>
            <a:t>Threads without data races</a:t>
          </a:r>
        </a:p>
      </dgm:t>
    </dgm:pt>
    <dgm:pt modelId="{42C472DA-4723-4A23-ADE6-62F2D225352C}" type="parTrans" cxnId="{39018D39-5805-4621-8501-C39EE7473BB6}">
      <dgm:prSet/>
      <dgm:spPr/>
      <dgm:t>
        <a:bodyPr/>
        <a:lstStyle/>
        <a:p>
          <a:endParaRPr lang="en-US"/>
        </a:p>
      </dgm:t>
    </dgm:pt>
    <dgm:pt modelId="{75D5F714-36B6-4835-987C-CB78336AE25A}" type="sibTrans" cxnId="{39018D39-5805-4621-8501-C39EE7473BB6}">
      <dgm:prSet/>
      <dgm:spPr/>
      <dgm:t>
        <a:bodyPr/>
        <a:lstStyle/>
        <a:p>
          <a:endParaRPr lang="en-US"/>
        </a:p>
      </dgm:t>
    </dgm:pt>
    <dgm:pt modelId="{EB8235CB-B73A-4F98-B4CB-146AB1A81912}">
      <dgm:prSet custT="1"/>
      <dgm:spPr/>
      <dgm:t>
        <a:bodyPr/>
        <a:lstStyle/>
        <a:p>
          <a:r>
            <a:rPr lang="en-US" sz="1500" b="0" i="0"/>
            <a:t>A data race is a condition when two or more threads are accessing the same memory location. Rust provides the feature of threads without data races because of the ownership system. Ownership system transmits only the owners of different objects to different threads, and two threads can never own the same variable with write access.</a:t>
          </a:r>
        </a:p>
      </dgm:t>
    </dgm:pt>
    <dgm:pt modelId="{71C630D9-E9FD-409C-B761-8CB22C7E30BE}" type="parTrans" cxnId="{FB4A35B0-3B00-4418-A1DA-393FA167BCC4}">
      <dgm:prSet/>
      <dgm:spPr/>
      <dgm:t>
        <a:bodyPr/>
        <a:lstStyle/>
        <a:p>
          <a:endParaRPr lang="en-US"/>
        </a:p>
      </dgm:t>
    </dgm:pt>
    <dgm:pt modelId="{0DAD4088-EF94-4912-ACC6-C04BB3FF9DC5}" type="sibTrans" cxnId="{FB4A35B0-3B00-4418-A1DA-393FA167BCC4}">
      <dgm:prSet/>
      <dgm:spPr/>
      <dgm:t>
        <a:bodyPr/>
        <a:lstStyle/>
        <a:p>
          <a:endParaRPr lang="en-US"/>
        </a:p>
      </dgm:t>
    </dgm:pt>
    <dgm:pt modelId="{F78C5E6B-339F-48BA-8C3F-548FE88383C3}">
      <dgm:prSet/>
      <dgm:spPr/>
      <dgm:t>
        <a:bodyPr/>
        <a:lstStyle/>
        <a:p>
          <a:r>
            <a:rPr lang="en-US" b="0" i="0"/>
            <a:t>Pattern matching</a:t>
          </a:r>
        </a:p>
      </dgm:t>
    </dgm:pt>
    <dgm:pt modelId="{92CBBB72-9B4F-4EF0-8037-12A6C3237F85}" type="parTrans" cxnId="{FCB778BD-594F-434D-9231-58987954E1C8}">
      <dgm:prSet/>
      <dgm:spPr/>
      <dgm:t>
        <a:bodyPr/>
        <a:lstStyle/>
        <a:p>
          <a:endParaRPr lang="en-US"/>
        </a:p>
      </dgm:t>
    </dgm:pt>
    <dgm:pt modelId="{DD5B2813-8167-451E-A2CB-066A51DC156C}" type="sibTrans" cxnId="{FCB778BD-594F-434D-9231-58987954E1C8}">
      <dgm:prSet/>
      <dgm:spPr/>
      <dgm:t>
        <a:bodyPr/>
        <a:lstStyle/>
        <a:p>
          <a:endParaRPr lang="en-US"/>
        </a:p>
      </dgm:t>
    </dgm:pt>
    <dgm:pt modelId="{1075E258-85EB-4B1D-AA1A-9AD0DFF39881}">
      <dgm:prSet custT="1"/>
      <dgm:spPr/>
      <dgm:t>
        <a:bodyPr/>
        <a:lstStyle/>
        <a:p>
          <a:r>
            <a:rPr lang="en-US" sz="1400" b="0" i="0"/>
            <a:t>Rust provides the feature of pattern matching. In pattern matching, patterns in Rust are used in conjunction with the 'match' expressions to give more control over the program's control flow. Following are the combinations of some patterns:</a:t>
          </a:r>
        </a:p>
      </dgm:t>
    </dgm:pt>
    <dgm:pt modelId="{0736BA86-15E9-4290-ABA9-8C21B84658A8}" type="parTrans" cxnId="{8D353C36-8D43-4E6D-AD96-28D479973853}">
      <dgm:prSet/>
      <dgm:spPr/>
      <dgm:t>
        <a:bodyPr/>
        <a:lstStyle/>
        <a:p>
          <a:endParaRPr lang="en-US"/>
        </a:p>
      </dgm:t>
    </dgm:pt>
    <dgm:pt modelId="{3404B95D-F321-4117-A98E-99CD47F6FF25}" type="sibTrans" cxnId="{8D353C36-8D43-4E6D-AD96-28D479973853}">
      <dgm:prSet/>
      <dgm:spPr/>
      <dgm:t>
        <a:bodyPr/>
        <a:lstStyle/>
        <a:p>
          <a:endParaRPr lang="en-US"/>
        </a:p>
      </dgm:t>
    </dgm:pt>
    <dgm:pt modelId="{6B8F2B35-4986-462D-B7D8-44966C30DF88}">
      <dgm:prSet custT="1"/>
      <dgm:spPr/>
      <dgm:t>
        <a:bodyPr/>
        <a:lstStyle/>
        <a:p>
          <a:r>
            <a:rPr lang="en-US" sz="1400" b="0" i="0"/>
            <a:t>Literals</a:t>
          </a:r>
        </a:p>
      </dgm:t>
    </dgm:pt>
    <dgm:pt modelId="{0D5A61B5-8A76-41C9-ADE2-D89081274DEF}" type="parTrans" cxnId="{178EB5CA-AFD3-4DD2-9D88-C88919EFD98A}">
      <dgm:prSet/>
      <dgm:spPr/>
      <dgm:t>
        <a:bodyPr/>
        <a:lstStyle/>
        <a:p>
          <a:endParaRPr lang="en-US"/>
        </a:p>
      </dgm:t>
    </dgm:pt>
    <dgm:pt modelId="{561EDB5D-4DB1-499B-809B-00346916D117}" type="sibTrans" cxnId="{178EB5CA-AFD3-4DD2-9D88-C88919EFD98A}">
      <dgm:prSet/>
      <dgm:spPr/>
      <dgm:t>
        <a:bodyPr/>
        <a:lstStyle/>
        <a:p>
          <a:endParaRPr lang="en-US"/>
        </a:p>
      </dgm:t>
    </dgm:pt>
    <dgm:pt modelId="{313BBCA6-4931-484F-87F2-CAAE4DD9E190}">
      <dgm:prSet custT="1"/>
      <dgm:spPr/>
      <dgm:t>
        <a:bodyPr/>
        <a:lstStyle/>
        <a:p>
          <a:r>
            <a:rPr lang="en-US" sz="1400" b="0" i="0"/>
            <a:t>Arrays, </a:t>
          </a:r>
          <a:r>
            <a:rPr lang="en-US" sz="1400" b="0" i="0" err="1"/>
            <a:t>enums</a:t>
          </a:r>
          <a:r>
            <a:rPr lang="en-US" sz="1400" b="0" i="0"/>
            <a:t>, </a:t>
          </a:r>
          <a:r>
            <a:rPr lang="en-US" sz="1400" b="0" i="0" err="1"/>
            <a:t>structs</a:t>
          </a:r>
          <a:r>
            <a:rPr lang="en-US" sz="1400" b="0" i="0"/>
            <a:t>, or tuples</a:t>
          </a:r>
        </a:p>
      </dgm:t>
    </dgm:pt>
    <dgm:pt modelId="{25B074CD-1DB6-46E5-8C10-9D928FBE18A9}" type="parTrans" cxnId="{A472FDB8-AC1B-484B-BDB4-8ED3C4FCD97C}">
      <dgm:prSet/>
      <dgm:spPr/>
      <dgm:t>
        <a:bodyPr/>
        <a:lstStyle/>
        <a:p>
          <a:endParaRPr lang="en-US"/>
        </a:p>
      </dgm:t>
    </dgm:pt>
    <dgm:pt modelId="{C82C98DF-D67E-4371-A16E-E77FBD493DE3}" type="sibTrans" cxnId="{A472FDB8-AC1B-484B-BDB4-8ED3C4FCD97C}">
      <dgm:prSet/>
      <dgm:spPr/>
      <dgm:t>
        <a:bodyPr/>
        <a:lstStyle/>
        <a:p>
          <a:endParaRPr lang="en-US"/>
        </a:p>
      </dgm:t>
    </dgm:pt>
    <dgm:pt modelId="{4A962C9F-7ED3-4605-A6EE-9219B20BB780}">
      <dgm:prSet custT="1"/>
      <dgm:spPr/>
      <dgm:t>
        <a:bodyPr/>
        <a:lstStyle/>
        <a:p>
          <a:r>
            <a:rPr lang="en-US" sz="1400" b="0" i="0"/>
            <a:t>Variables</a:t>
          </a:r>
        </a:p>
      </dgm:t>
    </dgm:pt>
    <dgm:pt modelId="{E718A72E-74E6-42FE-B767-F75C9BE2EFE6}" type="parTrans" cxnId="{00C334EA-ADDD-42C0-9D79-DF0F14A8D22B}">
      <dgm:prSet/>
      <dgm:spPr/>
      <dgm:t>
        <a:bodyPr/>
        <a:lstStyle/>
        <a:p>
          <a:endParaRPr lang="en-US"/>
        </a:p>
      </dgm:t>
    </dgm:pt>
    <dgm:pt modelId="{00A8C4F5-06D8-41CC-BD48-BDC964DE971F}" type="sibTrans" cxnId="{00C334EA-ADDD-42C0-9D79-DF0F14A8D22B}">
      <dgm:prSet/>
      <dgm:spPr/>
      <dgm:t>
        <a:bodyPr/>
        <a:lstStyle/>
        <a:p>
          <a:endParaRPr lang="en-US"/>
        </a:p>
      </dgm:t>
    </dgm:pt>
    <dgm:pt modelId="{710E4855-A9B9-49DD-BEA5-5D704AC4D1A2}">
      <dgm:prSet custT="1"/>
      <dgm:spPr/>
      <dgm:t>
        <a:bodyPr/>
        <a:lstStyle/>
        <a:p>
          <a:r>
            <a:rPr lang="en-US" sz="1400" b="0" i="0"/>
            <a:t>Wildcards</a:t>
          </a:r>
        </a:p>
      </dgm:t>
    </dgm:pt>
    <dgm:pt modelId="{D6F293AC-920B-4EEA-9E61-9964D800DF2B}" type="parTrans" cxnId="{88964464-A516-49AB-9C8E-212FA5C7C15A}">
      <dgm:prSet/>
      <dgm:spPr/>
      <dgm:t>
        <a:bodyPr/>
        <a:lstStyle/>
        <a:p>
          <a:endParaRPr lang="en-US"/>
        </a:p>
      </dgm:t>
    </dgm:pt>
    <dgm:pt modelId="{040DD57E-BAD9-4725-91F8-19827EDBDD8A}" type="sibTrans" cxnId="{88964464-A516-49AB-9C8E-212FA5C7C15A}">
      <dgm:prSet/>
      <dgm:spPr/>
      <dgm:t>
        <a:bodyPr/>
        <a:lstStyle/>
        <a:p>
          <a:endParaRPr lang="en-US"/>
        </a:p>
      </dgm:t>
    </dgm:pt>
    <dgm:pt modelId="{E875C83C-D0E6-4390-A536-058AC1EA1A57}">
      <dgm:prSet custT="1"/>
      <dgm:spPr/>
      <dgm:t>
        <a:bodyPr/>
        <a:lstStyle/>
        <a:p>
          <a:r>
            <a:rPr lang="en-US" sz="1400" b="0" i="0"/>
            <a:t>Placeholders</a:t>
          </a:r>
        </a:p>
      </dgm:t>
    </dgm:pt>
    <dgm:pt modelId="{DDFA518C-8929-4873-B0A1-81770A40AB10}" type="parTrans" cxnId="{ABA7EC8F-6B6B-4262-B9A8-6C07A15BC64E}">
      <dgm:prSet/>
      <dgm:spPr/>
      <dgm:t>
        <a:bodyPr/>
        <a:lstStyle/>
        <a:p>
          <a:endParaRPr lang="en-US"/>
        </a:p>
      </dgm:t>
    </dgm:pt>
    <dgm:pt modelId="{3C78AE27-B342-4AB9-A830-FAE743B3C268}" type="sibTrans" cxnId="{ABA7EC8F-6B6B-4262-B9A8-6C07A15BC64E}">
      <dgm:prSet/>
      <dgm:spPr/>
      <dgm:t>
        <a:bodyPr/>
        <a:lstStyle/>
        <a:p>
          <a:endParaRPr lang="en-US"/>
        </a:p>
      </dgm:t>
    </dgm:pt>
    <dgm:pt modelId="{193FAADF-9042-492E-9363-CCADFCB59ACA}" type="pres">
      <dgm:prSet presAssocID="{606D756F-0176-4344-B3D9-E081E75961F4}" presName="Name0" presStyleCnt="0">
        <dgm:presLayoutVars>
          <dgm:chMax val="5"/>
          <dgm:chPref val="5"/>
          <dgm:dir/>
          <dgm:animLvl val="lvl"/>
        </dgm:presLayoutVars>
      </dgm:prSet>
      <dgm:spPr/>
    </dgm:pt>
    <dgm:pt modelId="{57982495-2EAB-4700-83B0-B2E08F0D2B3F}" type="pres">
      <dgm:prSet presAssocID="{084B1E0F-B974-4FB7-B31B-A256C5483BD0}" presName="parentText1" presStyleLbl="node1" presStyleIdx="0" presStyleCnt="3">
        <dgm:presLayoutVars>
          <dgm:chMax/>
          <dgm:chPref val="3"/>
          <dgm:bulletEnabled val="1"/>
        </dgm:presLayoutVars>
      </dgm:prSet>
      <dgm:spPr/>
    </dgm:pt>
    <dgm:pt modelId="{27555FAB-7672-47DC-9570-78D757E9CAAB}" type="pres">
      <dgm:prSet presAssocID="{084B1E0F-B974-4FB7-B31B-A256C5483BD0}" presName="childText1" presStyleLbl="solidAlignAcc1" presStyleIdx="0" presStyleCnt="3">
        <dgm:presLayoutVars>
          <dgm:chMax val="0"/>
          <dgm:chPref val="0"/>
          <dgm:bulletEnabled val="1"/>
        </dgm:presLayoutVars>
      </dgm:prSet>
      <dgm:spPr/>
    </dgm:pt>
    <dgm:pt modelId="{721EA0E7-5007-4405-8A23-FF1CC52D5AFE}" type="pres">
      <dgm:prSet presAssocID="{DF363A2F-FB86-4049-8679-90CD3CAA81CC}" presName="parentText2" presStyleLbl="node1" presStyleIdx="1" presStyleCnt="3">
        <dgm:presLayoutVars>
          <dgm:chMax/>
          <dgm:chPref val="3"/>
          <dgm:bulletEnabled val="1"/>
        </dgm:presLayoutVars>
      </dgm:prSet>
      <dgm:spPr/>
    </dgm:pt>
    <dgm:pt modelId="{28AEBF9A-89F4-4889-924F-7CEBEDD17F84}" type="pres">
      <dgm:prSet presAssocID="{DF363A2F-FB86-4049-8679-90CD3CAA81CC}" presName="childText2" presStyleLbl="solidAlignAcc1" presStyleIdx="1" presStyleCnt="3" custScaleY="133829" custLinFactNeighborY="12869">
        <dgm:presLayoutVars>
          <dgm:chMax val="0"/>
          <dgm:chPref val="0"/>
          <dgm:bulletEnabled val="1"/>
        </dgm:presLayoutVars>
      </dgm:prSet>
      <dgm:spPr/>
    </dgm:pt>
    <dgm:pt modelId="{E027BCFC-C010-4122-8434-CF84655F0371}" type="pres">
      <dgm:prSet presAssocID="{F78C5E6B-339F-48BA-8C3F-548FE88383C3}" presName="parentText3" presStyleLbl="node1" presStyleIdx="2" presStyleCnt="3">
        <dgm:presLayoutVars>
          <dgm:chMax/>
          <dgm:chPref val="3"/>
          <dgm:bulletEnabled val="1"/>
        </dgm:presLayoutVars>
      </dgm:prSet>
      <dgm:spPr/>
    </dgm:pt>
    <dgm:pt modelId="{04A62474-1F9D-41B6-AB9E-4DD595DF4EF1}" type="pres">
      <dgm:prSet presAssocID="{F78C5E6B-339F-48BA-8C3F-548FE88383C3}" presName="childText3" presStyleLbl="solidAlignAcc1" presStyleIdx="2" presStyleCnt="3" custScaleY="137946" custLinFactNeighborY="33148">
        <dgm:presLayoutVars>
          <dgm:chMax val="0"/>
          <dgm:chPref val="0"/>
          <dgm:bulletEnabled val="1"/>
        </dgm:presLayoutVars>
      </dgm:prSet>
      <dgm:spPr/>
    </dgm:pt>
  </dgm:ptLst>
  <dgm:cxnLst>
    <dgm:cxn modelId="{BEAB7005-BBF0-4B0E-B7E0-05B22FBFA967}" type="presOf" srcId="{DF363A2F-FB86-4049-8679-90CD3CAA81CC}" destId="{721EA0E7-5007-4405-8A23-FF1CC52D5AFE}" srcOrd="0" destOrd="0" presId="urn:microsoft.com/office/officeart/2009/3/layout/IncreasingArrowsProcess"/>
    <dgm:cxn modelId="{5C35CA13-3C02-48B5-8AFF-9C7B8D1EE8F9}" type="presOf" srcId="{E875C83C-D0E6-4390-A536-058AC1EA1A57}" destId="{04A62474-1F9D-41B6-AB9E-4DD595DF4EF1}" srcOrd="0" destOrd="5" presId="urn:microsoft.com/office/officeart/2009/3/layout/IncreasingArrowsProcess"/>
    <dgm:cxn modelId="{50DACE2A-8AE3-4F90-957E-80A91A619463}" type="presOf" srcId="{4A962C9F-7ED3-4605-A6EE-9219B20BB780}" destId="{04A62474-1F9D-41B6-AB9E-4DD595DF4EF1}" srcOrd="0" destOrd="3" presId="urn:microsoft.com/office/officeart/2009/3/layout/IncreasingArrowsProcess"/>
    <dgm:cxn modelId="{8D353C36-8D43-4E6D-AD96-28D479973853}" srcId="{F78C5E6B-339F-48BA-8C3F-548FE88383C3}" destId="{1075E258-85EB-4B1D-AA1A-9AD0DFF39881}" srcOrd="0" destOrd="0" parTransId="{0736BA86-15E9-4290-ABA9-8C21B84658A8}" sibTransId="{3404B95D-F321-4117-A98E-99CD47F6FF25}"/>
    <dgm:cxn modelId="{39018D39-5805-4621-8501-C39EE7473BB6}" srcId="{606D756F-0176-4344-B3D9-E081E75961F4}" destId="{DF363A2F-FB86-4049-8679-90CD3CAA81CC}" srcOrd="1" destOrd="0" parTransId="{42C472DA-4723-4A23-ADE6-62F2D225352C}" sibTransId="{75D5F714-36B6-4835-987C-CB78336AE25A}"/>
    <dgm:cxn modelId="{2D3FAA62-4EA7-4FA1-8C62-B09383EC8DEC}" type="presOf" srcId="{084B1E0F-B974-4FB7-B31B-A256C5483BD0}" destId="{57982495-2EAB-4700-83B0-B2E08F0D2B3F}" srcOrd="0" destOrd="0" presId="urn:microsoft.com/office/officeart/2009/3/layout/IncreasingArrowsProcess"/>
    <dgm:cxn modelId="{88964464-A516-49AB-9C8E-212FA5C7C15A}" srcId="{1075E258-85EB-4B1D-AA1A-9AD0DFF39881}" destId="{710E4855-A9B9-49DD-BEA5-5D704AC4D1A2}" srcOrd="3" destOrd="0" parTransId="{D6F293AC-920B-4EEA-9E61-9964D800DF2B}" sibTransId="{040DD57E-BAD9-4725-91F8-19827EDBDD8A}"/>
    <dgm:cxn modelId="{BD8A8D45-763E-41CE-B66B-D5A77FEA934B}" type="presOf" srcId="{F78C5E6B-339F-48BA-8C3F-548FE88383C3}" destId="{E027BCFC-C010-4122-8434-CF84655F0371}" srcOrd="0" destOrd="0" presId="urn:microsoft.com/office/officeart/2009/3/layout/IncreasingArrowsProcess"/>
    <dgm:cxn modelId="{27075346-96D2-424B-BD23-F65AC8D016B5}" type="presOf" srcId="{6B8F2B35-4986-462D-B7D8-44966C30DF88}" destId="{04A62474-1F9D-41B6-AB9E-4DD595DF4EF1}" srcOrd="0" destOrd="1" presId="urn:microsoft.com/office/officeart/2009/3/layout/IncreasingArrowsProcess"/>
    <dgm:cxn modelId="{B49A0A6F-C1C1-46AB-99DD-340F5A6581AA}" srcId="{084B1E0F-B974-4FB7-B31B-A256C5483BD0}" destId="{BD640A5F-30B5-4871-8B78-2E668431FBAC}" srcOrd="0" destOrd="0" parTransId="{DC113244-1FC4-4153-AFAF-E00FACE7011D}" sibTransId="{538BCAA3-7592-45D0-9DE9-7A60FF6D03D5}"/>
    <dgm:cxn modelId="{26B8594F-55CB-44A4-9BCC-A4CE968DBEAB}" type="presOf" srcId="{BD640A5F-30B5-4871-8B78-2E668431FBAC}" destId="{27555FAB-7672-47DC-9570-78D757E9CAAB}" srcOrd="0" destOrd="0" presId="urn:microsoft.com/office/officeart/2009/3/layout/IncreasingArrowsProcess"/>
    <dgm:cxn modelId="{797AD98A-078C-483B-A3D6-6C64D2DEE508}" srcId="{606D756F-0176-4344-B3D9-E081E75961F4}" destId="{084B1E0F-B974-4FB7-B31B-A256C5483BD0}" srcOrd="0" destOrd="0" parTransId="{7A0F1900-26C0-421A-AD1E-49B72B33DACB}" sibTransId="{A6A6B3EC-E112-48BA-A1B7-F3F5EEBE49A0}"/>
    <dgm:cxn modelId="{ABA7EC8F-6B6B-4262-B9A8-6C07A15BC64E}" srcId="{1075E258-85EB-4B1D-AA1A-9AD0DFF39881}" destId="{E875C83C-D0E6-4390-A536-058AC1EA1A57}" srcOrd="4" destOrd="0" parTransId="{DDFA518C-8929-4873-B0A1-81770A40AB10}" sibTransId="{3C78AE27-B342-4AB9-A830-FAE743B3C268}"/>
    <dgm:cxn modelId="{DD8C7190-54C1-415A-A1C1-6106019A644E}" type="presOf" srcId="{606D756F-0176-4344-B3D9-E081E75961F4}" destId="{193FAADF-9042-492E-9363-CCADFCB59ACA}" srcOrd="0" destOrd="0" presId="urn:microsoft.com/office/officeart/2009/3/layout/IncreasingArrowsProcess"/>
    <dgm:cxn modelId="{91E39FAD-5362-482E-8B6B-83F940CE4F5D}" type="presOf" srcId="{1075E258-85EB-4B1D-AA1A-9AD0DFF39881}" destId="{04A62474-1F9D-41B6-AB9E-4DD595DF4EF1}" srcOrd="0" destOrd="0" presId="urn:microsoft.com/office/officeart/2009/3/layout/IncreasingArrowsProcess"/>
    <dgm:cxn modelId="{FB4A35B0-3B00-4418-A1DA-393FA167BCC4}" srcId="{DF363A2F-FB86-4049-8679-90CD3CAA81CC}" destId="{EB8235CB-B73A-4F98-B4CB-146AB1A81912}" srcOrd="0" destOrd="0" parTransId="{71C630D9-E9FD-409C-B761-8CB22C7E30BE}" sibTransId="{0DAD4088-EF94-4912-ACC6-C04BB3FF9DC5}"/>
    <dgm:cxn modelId="{CAE6CEB4-A020-4ECB-AED0-BE1F76B05E48}" type="presOf" srcId="{313BBCA6-4931-484F-87F2-CAAE4DD9E190}" destId="{04A62474-1F9D-41B6-AB9E-4DD595DF4EF1}" srcOrd="0" destOrd="2" presId="urn:microsoft.com/office/officeart/2009/3/layout/IncreasingArrowsProcess"/>
    <dgm:cxn modelId="{A472FDB8-AC1B-484B-BDB4-8ED3C4FCD97C}" srcId="{1075E258-85EB-4B1D-AA1A-9AD0DFF39881}" destId="{313BBCA6-4931-484F-87F2-CAAE4DD9E190}" srcOrd="1" destOrd="0" parTransId="{25B074CD-1DB6-46E5-8C10-9D928FBE18A9}" sibTransId="{C82C98DF-D67E-4371-A16E-E77FBD493DE3}"/>
    <dgm:cxn modelId="{FCB778BD-594F-434D-9231-58987954E1C8}" srcId="{606D756F-0176-4344-B3D9-E081E75961F4}" destId="{F78C5E6B-339F-48BA-8C3F-548FE88383C3}" srcOrd="2" destOrd="0" parTransId="{92CBBB72-9B4F-4EF0-8037-12A6C3237F85}" sibTransId="{DD5B2813-8167-451E-A2CB-066A51DC156C}"/>
    <dgm:cxn modelId="{178EB5CA-AFD3-4DD2-9D88-C88919EFD98A}" srcId="{1075E258-85EB-4B1D-AA1A-9AD0DFF39881}" destId="{6B8F2B35-4986-462D-B7D8-44966C30DF88}" srcOrd="0" destOrd="0" parTransId="{0D5A61B5-8A76-41C9-ADE2-D89081274DEF}" sibTransId="{561EDB5D-4DB1-499B-809B-00346916D117}"/>
    <dgm:cxn modelId="{FFA957D5-70A9-4858-8823-80D26A42ED7D}" type="presOf" srcId="{710E4855-A9B9-49DD-BEA5-5D704AC4D1A2}" destId="{04A62474-1F9D-41B6-AB9E-4DD595DF4EF1}" srcOrd="0" destOrd="4" presId="urn:microsoft.com/office/officeart/2009/3/layout/IncreasingArrowsProcess"/>
    <dgm:cxn modelId="{00C334EA-ADDD-42C0-9D79-DF0F14A8D22B}" srcId="{1075E258-85EB-4B1D-AA1A-9AD0DFF39881}" destId="{4A962C9F-7ED3-4605-A6EE-9219B20BB780}" srcOrd="2" destOrd="0" parTransId="{E718A72E-74E6-42FE-B767-F75C9BE2EFE6}" sibTransId="{00A8C4F5-06D8-41CC-BD48-BDC964DE971F}"/>
    <dgm:cxn modelId="{EFF065EF-5F12-42D3-B7AE-53B261051443}" type="presOf" srcId="{EB8235CB-B73A-4F98-B4CB-146AB1A81912}" destId="{28AEBF9A-89F4-4889-924F-7CEBEDD17F84}" srcOrd="0" destOrd="0" presId="urn:microsoft.com/office/officeart/2009/3/layout/IncreasingArrowsProcess"/>
    <dgm:cxn modelId="{5AB7CDD4-405B-4848-870F-81E2E4EDE9CA}" type="presParOf" srcId="{193FAADF-9042-492E-9363-CCADFCB59ACA}" destId="{57982495-2EAB-4700-83B0-B2E08F0D2B3F}" srcOrd="0" destOrd="0" presId="urn:microsoft.com/office/officeart/2009/3/layout/IncreasingArrowsProcess"/>
    <dgm:cxn modelId="{71E60813-363D-482D-B5C6-76E607ACA797}" type="presParOf" srcId="{193FAADF-9042-492E-9363-CCADFCB59ACA}" destId="{27555FAB-7672-47DC-9570-78D757E9CAAB}" srcOrd="1" destOrd="0" presId="urn:microsoft.com/office/officeart/2009/3/layout/IncreasingArrowsProcess"/>
    <dgm:cxn modelId="{AA1F0A6A-A4C4-4316-9FDB-C19F3333A1B5}" type="presParOf" srcId="{193FAADF-9042-492E-9363-CCADFCB59ACA}" destId="{721EA0E7-5007-4405-8A23-FF1CC52D5AFE}" srcOrd="2" destOrd="0" presId="urn:microsoft.com/office/officeart/2009/3/layout/IncreasingArrowsProcess"/>
    <dgm:cxn modelId="{43827538-F5DC-40CF-97FD-CBE48B7CE0A4}" type="presParOf" srcId="{193FAADF-9042-492E-9363-CCADFCB59ACA}" destId="{28AEBF9A-89F4-4889-924F-7CEBEDD17F84}" srcOrd="3" destOrd="0" presId="urn:microsoft.com/office/officeart/2009/3/layout/IncreasingArrowsProcess"/>
    <dgm:cxn modelId="{BB5988BA-64FD-4C6B-81E9-FE8E7704E72C}" type="presParOf" srcId="{193FAADF-9042-492E-9363-CCADFCB59ACA}" destId="{E027BCFC-C010-4122-8434-CF84655F0371}" srcOrd="4" destOrd="0" presId="urn:microsoft.com/office/officeart/2009/3/layout/IncreasingArrowsProcess"/>
    <dgm:cxn modelId="{83B39488-3C81-415C-B35A-8A8132788E5A}" type="presParOf" srcId="{193FAADF-9042-492E-9363-CCADFCB59ACA}" destId="{04A62474-1F9D-41B6-AB9E-4DD595DF4EF1}" srcOrd="5"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06D756F-0176-4344-B3D9-E081E75961F4}" type="doc">
      <dgm:prSet loTypeId="urn:microsoft.com/office/officeart/2009/3/layout/IncreasingArrowsProcess" loCatId="process" qsTypeId="urn:microsoft.com/office/officeart/2005/8/quickstyle/simple2" qsCatId="simple" csTypeId="urn:microsoft.com/office/officeart/2005/8/colors/accent2_5" csCatId="accent2" phldr="1"/>
      <dgm:spPr/>
      <dgm:t>
        <a:bodyPr/>
        <a:lstStyle/>
        <a:p>
          <a:endParaRPr lang="en-US"/>
        </a:p>
      </dgm:t>
    </dgm:pt>
    <dgm:pt modelId="{084B1E0F-B974-4FB7-B31B-A256C5483BD0}">
      <dgm:prSet phldrT="[Text]" custT="1"/>
      <dgm:spPr/>
      <dgm:t>
        <a:bodyPr/>
        <a:lstStyle/>
        <a:p>
          <a:r>
            <a:rPr lang="en-US" sz="1800" b="1" i="0"/>
            <a:t>Guaranteed memory safety</a:t>
          </a:r>
          <a:endParaRPr lang="en-US" sz="1800" b="1"/>
        </a:p>
      </dgm:t>
    </dgm:pt>
    <dgm:pt modelId="{7A0F1900-26C0-421A-AD1E-49B72B33DACB}" type="parTrans" cxnId="{797AD98A-078C-483B-A3D6-6C64D2DEE508}">
      <dgm:prSet/>
      <dgm:spPr/>
      <dgm:t>
        <a:bodyPr/>
        <a:lstStyle/>
        <a:p>
          <a:endParaRPr lang="en-US"/>
        </a:p>
      </dgm:t>
    </dgm:pt>
    <dgm:pt modelId="{A6A6B3EC-E112-48BA-A1B7-F3F5EEBE49A0}" type="sibTrans" cxnId="{797AD98A-078C-483B-A3D6-6C64D2DEE508}">
      <dgm:prSet/>
      <dgm:spPr/>
      <dgm:t>
        <a:bodyPr/>
        <a:lstStyle/>
        <a:p>
          <a:endParaRPr lang="en-US"/>
        </a:p>
      </dgm:t>
    </dgm:pt>
    <dgm:pt modelId="{2AA9001A-0B27-4F91-91A7-51F1EAE80659}">
      <dgm:prSet custT="1"/>
      <dgm:spPr/>
      <dgm:t>
        <a:bodyPr/>
        <a:lstStyle/>
        <a:p>
          <a:r>
            <a:rPr lang="en-US" sz="1400" b="0" i="0"/>
            <a:t>Rust guaranteed the memory safety by using the concept of ownership. Ownership is a middle ground between the memory control of C and the garbage </a:t>
          </a:r>
          <a:r>
            <a:rPr lang="en-US" sz="1400" b="0" i="1"/>
            <a:t>collection of java</a:t>
          </a:r>
          <a:r>
            <a:rPr lang="en-US" sz="1400" b="0" i="0"/>
            <a:t>. In Rust programs, memory space is owned by the variables and temporarily borrowed by the other variables. This allows Rust to provide the memory safety at the compile time without relying on the garbage collector.</a:t>
          </a:r>
        </a:p>
      </dgm:t>
    </dgm:pt>
    <dgm:pt modelId="{BF7F4236-6FDB-45AC-BEA6-74BDE29DFC70}" type="parTrans" cxnId="{645F3AB1-9942-4B6C-B4C2-7F2EA4C2EC88}">
      <dgm:prSet/>
      <dgm:spPr/>
      <dgm:t>
        <a:bodyPr/>
        <a:lstStyle/>
        <a:p>
          <a:endParaRPr lang="en-US"/>
        </a:p>
      </dgm:t>
    </dgm:pt>
    <dgm:pt modelId="{F7920127-6392-4E78-88B1-240F1FAAC920}" type="sibTrans" cxnId="{645F3AB1-9942-4B6C-B4C2-7F2EA4C2EC88}">
      <dgm:prSet/>
      <dgm:spPr/>
      <dgm:t>
        <a:bodyPr/>
        <a:lstStyle/>
        <a:p>
          <a:endParaRPr lang="en-US"/>
        </a:p>
      </dgm:t>
    </dgm:pt>
    <dgm:pt modelId="{B14F65AD-90D5-4EEA-8898-CD64FA98DBFD}">
      <dgm:prSet custT="1"/>
      <dgm:spPr/>
      <dgm:t>
        <a:bodyPr/>
        <a:lstStyle/>
        <a:p>
          <a:r>
            <a:rPr lang="en-US" sz="1800" b="1" i="0"/>
            <a:t>Efficient C bindings</a:t>
          </a:r>
        </a:p>
      </dgm:t>
    </dgm:pt>
    <dgm:pt modelId="{3FC71B17-0C09-4703-B35A-ACAD4BE6A0D9}" type="parTrans" cxnId="{E12DFC62-9788-499A-960C-EF63F7FA6D39}">
      <dgm:prSet/>
      <dgm:spPr/>
      <dgm:t>
        <a:bodyPr/>
        <a:lstStyle/>
        <a:p>
          <a:endParaRPr lang="en-US"/>
        </a:p>
      </dgm:t>
    </dgm:pt>
    <dgm:pt modelId="{E9BE3EF4-10B1-4197-838E-CEFC485CC766}" type="sibTrans" cxnId="{E12DFC62-9788-499A-960C-EF63F7FA6D39}">
      <dgm:prSet/>
      <dgm:spPr/>
      <dgm:t>
        <a:bodyPr/>
        <a:lstStyle/>
        <a:p>
          <a:endParaRPr lang="en-US"/>
        </a:p>
      </dgm:t>
    </dgm:pt>
    <dgm:pt modelId="{F9C44D7C-5A4D-451F-9BB5-7323B4F9A609}">
      <dgm:prSet custT="1"/>
      <dgm:spPr/>
      <dgm:t>
        <a:bodyPr/>
        <a:lstStyle/>
        <a:p>
          <a:r>
            <a:rPr lang="en-US" sz="1400" b="0" i="0"/>
            <a:t>Rust provides the feature of </a:t>
          </a:r>
          <a:r>
            <a:rPr lang="en-US" sz="1400" b="0" i="1"/>
            <a:t>'Efficient C bindings'</a:t>
          </a:r>
          <a:r>
            <a:rPr lang="en-US" sz="1400" b="0" i="0"/>
            <a:t> means that the Rust language can be able to interoperate with the C language as it talks to itself. Rust provides a 'foreign function interface' to communicate with C API's and leverage its </a:t>
          </a:r>
          <a:r>
            <a:rPr lang="en-US" sz="1400" b="1" i="0"/>
            <a:t>ownership</a:t>
          </a:r>
          <a:r>
            <a:rPr lang="en-US" sz="1400" b="0" i="0"/>
            <a:t> system to guarantee the memory safety at the same time.</a:t>
          </a:r>
        </a:p>
      </dgm:t>
    </dgm:pt>
    <dgm:pt modelId="{3A5F39C3-6528-4676-AF4B-0BF88CC8AACD}" type="parTrans" cxnId="{152EAC88-D2D1-48F5-B83D-168C7423A0BC}">
      <dgm:prSet/>
      <dgm:spPr/>
      <dgm:t>
        <a:bodyPr/>
        <a:lstStyle/>
        <a:p>
          <a:endParaRPr lang="en-US"/>
        </a:p>
      </dgm:t>
    </dgm:pt>
    <dgm:pt modelId="{505C4A4C-6D17-45DE-82D8-D89B26FC073A}" type="sibTrans" cxnId="{152EAC88-D2D1-48F5-B83D-168C7423A0BC}">
      <dgm:prSet/>
      <dgm:spPr/>
      <dgm:t>
        <a:bodyPr/>
        <a:lstStyle/>
        <a:p>
          <a:endParaRPr lang="en-US"/>
        </a:p>
      </dgm:t>
    </dgm:pt>
    <dgm:pt modelId="{55687434-943E-474B-ABFD-D2AAE558251B}">
      <dgm:prSet custT="1"/>
      <dgm:spPr/>
      <dgm:t>
        <a:bodyPr/>
        <a:lstStyle/>
        <a:p>
          <a:r>
            <a:rPr lang="en-US" sz="1400" b="1" i="0"/>
            <a:t>Safe memory space allocation</a:t>
          </a:r>
        </a:p>
      </dgm:t>
    </dgm:pt>
    <dgm:pt modelId="{646EB95C-22D5-431B-9B7E-4D5A2FD3395E}" type="parTrans" cxnId="{049ABA67-0BDF-4DD6-B237-54D6EF6190B0}">
      <dgm:prSet/>
      <dgm:spPr/>
      <dgm:t>
        <a:bodyPr/>
        <a:lstStyle/>
        <a:p>
          <a:endParaRPr lang="en-US"/>
        </a:p>
      </dgm:t>
    </dgm:pt>
    <dgm:pt modelId="{4E99543E-FC4F-406B-AA4F-6164371D6C2D}" type="sibTrans" cxnId="{049ABA67-0BDF-4DD6-B237-54D6EF6190B0}">
      <dgm:prSet/>
      <dgm:spPr/>
      <dgm:t>
        <a:bodyPr/>
        <a:lstStyle/>
        <a:p>
          <a:endParaRPr lang="en-US"/>
        </a:p>
      </dgm:t>
    </dgm:pt>
    <dgm:pt modelId="{EE693C07-0CBD-42E1-ACF0-817FBB201432}">
      <dgm:prSet custT="1"/>
      <dgm:spPr/>
      <dgm:t>
        <a:bodyPr/>
        <a:lstStyle/>
        <a:p>
          <a:r>
            <a:rPr lang="en-US" sz="1300" b="0" i="0"/>
            <a:t>In Rust, memory management is manual, i.e., the programmer has explicit control over where and when memory is allocated and deallocated. In C language, we allocate the memory using </a:t>
          </a:r>
          <a:r>
            <a:rPr lang="en-US" sz="1300" b="0" i="0" err="1"/>
            <a:t>malloc</a:t>
          </a:r>
          <a:r>
            <a:rPr lang="en-US" sz="1300" b="0" i="0"/>
            <a:t> function and then initialize it but Rust refuses these two operations by a single </a:t>
          </a:r>
          <a:r>
            <a:rPr lang="en-US" sz="1300" b="1" i="0"/>
            <a:t>'~'</a:t>
          </a:r>
          <a:r>
            <a:rPr lang="en-US" sz="1300" b="0" i="0"/>
            <a:t> operator. This operator returns the smart pointer to int. A smart pointer is a special kind of value that controls when the object is freed. Smart pointers are </a:t>
          </a:r>
          <a:r>
            <a:rPr lang="en-US" sz="1300" b="0" i="1"/>
            <a:t>"smart"</a:t>
          </a:r>
          <a:r>
            <a:rPr lang="en-US" sz="1300" b="0" i="0"/>
            <a:t> because they not only track where the object is but also know how to clean it up.</a:t>
          </a:r>
        </a:p>
      </dgm:t>
    </dgm:pt>
    <dgm:pt modelId="{E42642FB-DEE8-4DC2-AC0E-795D05DA4560}" type="parTrans" cxnId="{2E843F25-AB0B-4D0D-8462-4CC49A150D4B}">
      <dgm:prSet/>
      <dgm:spPr/>
      <dgm:t>
        <a:bodyPr/>
        <a:lstStyle/>
        <a:p>
          <a:endParaRPr lang="en-US"/>
        </a:p>
      </dgm:t>
    </dgm:pt>
    <dgm:pt modelId="{919784D3-31AA-48E2-BCDD-948C30AC0AD0}" type="sibTrans" cxnId="{2E843F25-AB0B-4D0D-8462-4CC49A150D4B}">
      <dgm:prSet/>
      <dgm:spPr/>
      <dgm:t>
        <a:bodyPr/>
        <a:lstStyle/>
        <a:p>
          <a:endParaRPr lang="en-US"/>
        </a:p>
      </dgm:t>
    </dgm:pt>
    <dgm:pt modelId="{193FAADF-9042-492E-9363-CCADFCB59ACA}" type="pres">
      <dgm:prSet presAssocID="{606D756F-0176-4344-B3D9-E081E75961F4}" presName="Name0" presStyleCnt="0">
        <dgm:presLayoutVars>
          <dgm:chMax val="5"/>
          <dgm:chPref val="5"/>
          <dgm:dir/>
          <dgm:animLvl val="lvl"/>
        </dgm:presLayoutVars>
      </dgm:prSet>
      <dgm:spPr/>
    </dgm:pt>
    <dgm:pt modelId="{57982495-2EAB-4700-83B0-B2E08F0D2B3F}" type="pres">
      <dgm:prSet presAssocID="{084B1E0F-B974-4FB7-B31B-A256C5483BD0}" presName="parentText1" presStyleLbl="node1" presStyleIdx="0" presStyleCnt="3">
        <dgm:presLayoutVars>
          <dgm:chMax/>
          <dgm:chPref val="3"/>
          <dgm:bulletEnabled val="1"/>
        </dgm:presLayoutVars>
      </dgm:prSet>
      <dgm:spPr/>
    </dgm:pt>
    <dgm:pt modelId="{27555FAB-7672-47DC-9570-78D757E9CAAB}" type="pres">
      <dgm:prSet presAssocID="{084B1E0F-B974-4FB7-B31B-A256C5483BD0}" presName="childText1" presStyleLbl="solidAlignAcc1" presStyleIdx="0" presStyleCnt="3" custScaleY="124713" custLinFactNeighborY="10761">
        <dgm:presLayoutVars>
          <dgm:chMax val="0"/>
          <dgm:chPref val="0"/>
          <dgm:bulletEnabled val="1"/>
        </dgm:presLayoutVars>
      </dgm:prSet>
      <dgm:spPr/>
    </dgm:pt>
    <dgm:pt modelId="{EA4E0EEA-C265-43FE-9B2E-01B7E581BF07}" type="pres">
      <dgm:prSet presAssocID="{B14F65AD-90D5-4EEA-8898-CD64FA98DBFD}" presName="parentText2" presStyleLbl="node1" presStyleIdx="1" presStyleCnt="3">
        <dgm:presLayoutVars>
          <dgm:chMax/>
          <dgm:chPref val="3"/>
          <dgm:bulletEnabled val="1"/>
        </dgm:presLayoutVars>
      </dgm:prSet>
      <dgm:spPr/>
    </dgm:pt>
    <dgm:pt modelId="{95621470-279F-49BF-9AED-370F90F3CA28}" type="pres">
      <dgm:prSet presAssocID="{B14F65AD-90D5-4EEA-8898-CD64FA98DBFD}" presName="childText2" presStyleLbl="solidAlignAcc1" presStyleIdx="1" presStyleCnt="3" custScaleY="125535" custLinFactNeighborY="10127">
        <dgm:presLayoutVars>
          <dgm:chMax val="0"/>
          <dgm:chPref val="0"/>
          <dgm:bulletEnabled val="1"/>
        </dgm:presLayoutVars>
      </dgm:prSet>
      <dgm:spPr/>
    </dgm:pt>
    <dgm:pt modelId="{142DEAE1-EF67-478F-A6E7-A4C34F985CCD}" type="pres">
      <dgm:prSet presAssocID="{55687434-943E-474B-ABFD-D2AAE558251B}" presName="parentText3" presStyleLbl="node1" presStyleIdx="2" presStyleCnt="3">
        <dgm:presLayoutVars>
          <dgm:chMax/>
          <dgm:chPref val="3"/>
          <dgm:bulletEnabled val="1"/>
        </dgm:presLayoutVars>
      </dgm:prSet>
      <dgm:spPr/>
    </dgm:pt>
    <dgm:pt modelId="{C5A33B25-1AD6-4937-A64D-05F61AAF5366}" type="pres">
      <dgm:prSet presAssocID="{55687434-943E-474B-ABFD-D2AAE558251B}" presName="childText3" presStyleLbl="solidAlignAcc1" presStyleIdx="2" presStyleCnt="3" custScaleY="141276" custLinFactNeighborY="12016">
        <dgm:presLayoutVars>
          <dgm:chMax val="0"/>
          <dgm:chPref val="0"/>
          <dgm:bulletEnabled val="1"/>
        </dgm:presLayoutVars>
      </dgm:prSet>
      <dgm:spPr/>
    </dgm:pt>
  </dgm:ptLst>
  <dgm:cxnLst>
    <dgm:cxn modelId="{E88B8316-2331-49AA-ACD0-A437684D5513}" type="presOf" srcId="{B14F65AD-90D5-4EEA-8898-CD64FA98DBFD}" destId="{EA4E0EEA-C265-43FE-9B2E-01B7E581BF07}" srcOrd="0" destOrd="0" presId="urn:microsoft.com/office/officeart/2009/3/layout/IncreasingArrowsProcess"/>
    <dgm:cxn modelId="{2E843F25-AB0B-4D0D-8462-4CC49A150D4B}" srcId="{55687434-943E-474B-ABFD-D2AAE558251B}" destId="{EE693C07-0CBD-42E1-ACF0-817FBB201432}" srcOrd="0" destOrd="0" parTransId="{E42642FB-DEE8-4DC2-AC0E-795D05DA4560}" sibTransId="{919784D3-31AA-48E2-BCDD-948C30AC0AD0}"/>
    <dgm:cxn modelId="{BE70DA3B-2CF1-437F-96CB-5F6917228149}" type="presOf" srcId="{2AA9001A-0B27-4F91-91A7-51F1EAE80659}" destId="{27555FAB-7672-47DC-9570-78D757E9CAAB}" srcOrd="0" destOrd="0" presId="urn:microsoft.com/office/officeart/2009/3/layout/IncreasingArrowsProcess"/>
    <dgm:cxn modelId="{2D3FAA62-4EA7-4FA1-8C62-B09383EC8DEC}" type="presOf" srcId="{084B1E0F-B974-4FB7-B31B-A256C5483BD0}" destId="{57982495-2EAB-4700-83B0-B2E08F0D2B3F}" srcOrd="0" destOrd="0" presId="urn:microsoft.com/office/officeart/2009/3/layout/IncreasingArrowsProcess"/>
    <dgm:cxn modelId="{E12DFC62-9788-499A-960C-EF63F7FA6D39}" srcId="{606D756F-0176-4344-B3D9-E081E75961F4}" destId="{B14F65AD-90D5-4EEA-8898-CD64FA98DBFD}" srcOrd="1" destOrd="0" parTransId="{3FC71B17-0C09-4703-B35A-ACAD4BE6A0D9}" sibTransId="{E9BE3EF4-10B1-4197-838E-CEFC485CC766}"/>
    <dgm:cxn modelId="{049ABA67-0BDF-4DD6-B237-54D6EF6190B0}" srcId="{606D756F-0176-4344-B3D9-E081E75961F4}" destId="{55687434-943E-474B-ABFD-D2AAE558251B}" srcOrd="2" destOrd="0" parTransId="{646EB95C-22D5-431B-9B7E-4D5A2FD3395E}" sibTransId="{4E99543E-FC4F-406B-AA4F-6164371D6C2D}"/>
    <dgm:cxn modelId="{DD81AD6F-26AD-431F-8AC5-50E7A3872BEB}" type="presOf" srcId="{55687434-943E-474B-ABFD-D2AAE558251B}" destId="{142DEAE1-EF67-478F-A6E7-A4C34F985CCD}" srcOrd="0" destOrd="0" presId="urn:microsoft.com/office/officeart/2009/3/layout/IncreasingArrowsProcess"/>
    <dgm:cxn modelId="{691D1C70-D6A2-4FF8-BAC2-A0AAF1753DAC}" type="presOf" srcId="{EE693C07-0CBD-42E1-ACF0-817FBB201432}" destId="{C5A33B25-1AD6-4937-A64D-05F61AAF5366}" srcOrd="0" destOrd="0" presId="urn:microsoft.com/office/officeart/2009/3/layout/IncreasingArrowsProcess"/>
    <dgm:cxn modelId="{152EAC88-D2D1-48F5-B83D-168C7423A0BC}" srcId="{B14F65AD-90D5-4EEA-8898-CD64FA98DBFD}" destId="{F9C44D7C-5A4D-451F-9BB5-7323B4F9A609}" srcOrd="0" destOrd="0" parTransId="{3A5F39C3-6528-4676-AF4B-0BF88CC8AACD}" sibTransId="{505C4A4C-6D17-45DE-82D8-D89B26FC073A}"/>
    <dgm:cxn modelId="{797AD98A-078C-483B-A3D6-6C64D2DEE508}" srcId="{606D756F-0176-4344-B3D9-E081E75961F4}" destId="{084B1E0F-B974-4FB7-B31B-A256C5483BD0}" srcOrd="0" destOrd="0" parTransId="{7A0F1900-26C0-421A-AD1E-49B72B33DACB}" sibTransId="{A6A6B3EC-E112-48BA-A1B7-F3F5EEBE49A0}"/>
    <dgm:cxn modelId="{DD8C7190-54C1-415A-A1C1-6106019A644E}" type="presOf" srcId="{606D756F-0176-4344-B3D9-E081E75961F4}" destId="{193FAADF-9042-492E-9363-CCADFCB59ACA}" srcOrd="0" destOrd="0" presId="urn:microsoft.com/office/officeart/2009/3/layout/IncreasingArrowsProcess"/>
    <dgm:cxn modelId="{25820193-F597-4836-A83A-1CD3BC0C57E0}" type="presOf" srcId="{F9C44D7C-5A4D-451F-9BB5-7323B4F9A609}" destId="{95621470-279F-49BF-9AED-370F90F3CA28}" srcOrd="0" destOrd="0" presId="urn:microsoft.com/office/officeart/2009/3/layout/IncreasingArrowsProcess"/>
    <dgm:cxn modelId="{645F3AB1-9942-4B6C-B4C2-7F2EA4C2EC88}" srcId="{084B1E0F-B974-4FB7-B31B-A256C5483BD0}" destId="{2AA9001A-0B27-4F91-91A7-51F1EAE80659}" srcOrd="0" destOrd="0" parTransId="{BF7F4236-6FDB-45AC-BEA6-74BDE29DFC70}" sibTransId="{F7920127-6392-4E78-88B1-240F1FAAC920}"/>
    <dgm:cxn modelId="{5AB7CDD4-405B-4848-870F-81E2E4EDE9CA}" type="presParOf" srcId="{193FAADF-9042-492E-9363-CCADFCB59ACA}" destId="{57982495-2EAB-4700-83B0-B2E08F0D2B3F}" srcOrd="0" destOrd="0" presId="urn:microsoft.com/office/officeart/2009/3/layout/IncreasingArrowsProcess"/>
    <dgm:cxn modelId="{964D4F5B-4EE9-47A3-A09C-F51E166D2537}" type="presParOf" srcId="{193FAADF-9042-492E-9363-CCADFCB59ACA}" destId="{27555FAB-7672-47DC-9570-78D757E9CAAB}" srcOrd="1" destOrd="0" presId="urn:microsoft.com/office/officeart/2009/3/layout/IncreasingArrowsProcess"/>
    <dgm:cxn modelId="{B91E3EDA-C360-432B-B336-E561112EAFD0}" type="presParOf" srcId="{193FAADF-9042-492E-9363-CCADFCB59ACA}" destId="{EA4E0EEA-C265-43FE-9B2E-01B7E581BF07}" srcOrd="2" destOrd="0" presId="urn:microsoft.com/office/officeart/2009/3/layout/IncreasingArrowsProcess"/>
    <dgm:cxn modelId="{74CA64B6-0092-48A2-8095-9246DA360110}" type="presParOf" srcId="{193FAADF-9042-492E-9363-CCADFCB59ACA}" destId="{95621470-279F-49BF-9AED-370F90F3CA28}" srcOrd="3" destOrd="0" presId="urn:microsoft.com/office/officeart/2009/3/layout/IncreasingArrowsProcess"/>
    <dgm:cxn modelId="{43ED481A-58D7-4241-B938-38FB321DC96B}" type="presParOf" srcId="{193FAADF-9042-492E-9363-CCADFCB59ACA}" destId="{142DEAE1-EF67-478F-A6E7-A4C34F985CCD}" srcOrd="4" destOrd="0" presId="urn:microsoft.com/office/officeart/2009/3/layout/IncreasingArrowsProcess"/>
    <dgm:cxn modelId="{8DD50978-6693-4C32-A727-DD985C351494}" type="presParOf" srcId="{193FAADF-9042-492E-9363-CCADFCB59ACA}" destId="{C5A33B25-1AD6-4937-A64D-05F61AAF5366}" srcOrd="5"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C11F1CD-461D-4A8E-A6C7-04B14D13BD2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2602417-3D52-407F-81D6-36485F9CD121}">
      <dgm:prSet phldrT="[Text]"/>
      <dgm:spPr/>
      <dgm:t>
        <a:bodyPr/>
        <a:lstStyle/>
        <a:p>
          <a:r>
            <a:rPr lang="en-US" b="1">
              <a:solidFill>
                <a:schemeClr val="bg1"/>
              </a:solidFill>
              <a:latin typeface="Arial" panose="020B0604020202020204" pitchFamily="34" charset="0"/>
            </a:rPr>
            <a:t>1. Installation of Visual Studio Build tools is mandatory to run the rust program. </a:t>
          </a:r>
          <a:r>
            <a:rPr lang="en-US" b="1" err="1">
              <a:solidFill>
                <a:schemeClr val="bg1"/>
              </a:solidFill>
              <a:latin typeface="Arial" panose="020B0604020202020204" pitchFamily="34" charset="0"/>
            </a:rPr>
            <a:t>Goto</a:t>
          </a:r>
          <a:r>
            <a:rPr lang="en-US" b="1">
              <a:solidFill>
                <a:schemeClr val="bg1"/>
              </a:solidFill>
              <a:latin typeface="Arial" panose="020B0604020202020204" pitchFamily="34" charset="0"/>
            </a:rPr>
            <a:t>: </a:t>
          </a:r>
          <a:r>
            <a:rPr lang="en-US" b="1">
              <a:solidFill>
                <a:srgbClr val="FF0000"/>
              </a:solidFill>
              <a:latin typeface="Arial" panose="020B0604020202020204" pitchFamily="34" charset="0"/>
            </a:rPr>
            <a:t>https://go.microsoft.com/fwlink/?LinkId=691126</a:t>
          </a:r>
          <a:endParaRPr lang="en-US">
            <a:solidFill>
              <a:srgbClr val="FF0000"/>
            </a:solidFill>
          </a:endParaRPr>
        </a:p>
      </dgm:t>
    </dgm:pt>
    <dgm:pt modelId="{D4AD36B8-9D52-412B-837C-FF6962C9A70B}" type="parTrans" cxnId="{D352ADC9-54C5-4D2C-9753-559815E73043}">
      <dgm:prSet/>
      <dgm:spPr/>
      <dgm:t>
        <a:bodyPr/>
        <a:lstStyle/>
        <a:p>
          <a:endParaRPr lang="en-US"/>
        </a:p>
      </dgm:t>
    </dgm:pt>
    <dgm:pt modelId="{641A34E4-C608-4CE8-A289-C95B43DF2F4F}" type="sibTrans" cxnId="{D352ADC9-54C5-4D2C-9753-559815E73043}">
      <dgm:prSet/>
      <dgm:spPr/>
      <dgm:t>
        <a:bodyPr/>
        <a:lstStyle/>
        <a:p>
          <a:endParaRPr lang="en-US"/>
        </a:p>
      </dgm:t>
    </dgm:pt>
    <dgm:pt modelId="{906AEC6B-ADF7-4D34-9387-774517F6A932}" type="pres">
      <dgm:prSet presAssocID="{BC11F1CD-461D-4A8E-A6C7-04B14D13BD2F}" presName="linear" presStyleCnt="0">
        <dgm:presLayoutVars>
          <dgm:animLvl val="lvl"/>
          <dgm:resizeHandles val="exact"/>
        </dgm:presLayoutVars>
      </dgm:prSet>
      <dgm:spPr/>
    </dgm:pt>
    <dgm:pt modelId="{DC783E51-53CE-4B2D-951D-B230764D3BFC}" type="pres">
      <dgm:prSet presAssocID="{92602417-3D52-407F-81D6-36485F9CD121}" presName="parentText" presStyleLbl="node1" presStyleIdx="0" presStyleCnt="1" custLinFactNeighborX="-1735" custLinFactNeighborY="244">
        <dgm:presLayoutVars>
          <dgm:chMax val="0"/>
          <dgm:bulletEnabled val="1"/>
        </dgm:presLayoutVars>
      </dgm:prSet>
      <dgm:spPr/>
    </dgm:pt>
  </dgm:ptLst>
  <dgm:cxnLst>
    <dgm:cxn modelId="{00EAB411-B35F-4F18-A42F-15BEE016A6E7}" type="presOf" srcId="{92602417-3D52-407F-81D6-36485F9CD121}" destId="{DC783E51-53CE-4B2D-951D-B230764D3BFC}" srcOrd="0" destOrd="0" presId="urn:microsoft.com/office/officeart/2005/8/layout/vList2"/>
    <dgm:cxn modelId="{D352ADC9-54C5-4D2C-9753-559815E73043}" srcId="{BC11F1CD-461D-4A8E-A6C7-04B14D13BD2F}" destId="{92602417-3D52-407F-81D6-36485F9CD121}" srcOrd="0" destOrd="0" parTransId="{D4AD36B8-9D52-412B-837C-FF6962C9A70B}" sibTransId="{641A34E4-C608-4CE8-A289-C95B43DF2F4F}"/>
    <dgm:cxn modelId="{49884BDD-21C2-4B80-B2F7-2740B791E412}" type="presOf" srcId="{BC11F1CD-461D-4A8E-A6C7-04B14D13BD2F}" destId="{906AEC6B-ADF7-4D34-9387-774517F6A932}" srcOrd="0" destOrd="0" presId="urn:microsoft.com/office/officeart/2005/8/layout/vList2"/>
    <dgm:cxn modelId="{B398D6DC-778F-4680-B175-CAA0A9F973F9}" type="presParOf" srcId="{906AEC6B-ADF7-4D34-9387-774517F6A932}" destId="{DC783E51-53CE-4B2D-951D-B230764D3BFC}"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C11F1CD-461D-4A8E-A6C7-04B14D13BD2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2602417-3D52-407F-81D6-36485F9CD121}">
      <dgm:prSet phldrT="[Text]"/>
      <dgm:spPr/>
      <dgm:t>
        <a:bodyPr/>
        <a:lstStyle/>
        <a:p>
          <a:r>
            <a:rPr lang="en-US" b="1">
              <a:solidFill>
                <a:schemeClr val="bg1"/>
              </a:solidFill>
              <a:latin typeface="Arial" panose="020B0604020202020204" pitchFamily="34" charset="0"/>
            </a:rPr>
            <a:t>2. Installation the Rust compiler. </a:t>
          </a:r>
        </a:p>
        <a:p>
          <a:r>
            <a:rPr lang="en-US" b="1" err="1">
              <a:solidFill>
                <a:schemeClr val="bg1"/>
              </a:solidFill>
              <a:latin typeface="Arial" panose="020B0604020202020204" pitchFamily="34" charset="0"/>
            </a:rPr>
            <a:t>Goto</a:t>
          </a:r>
          <a:r>
            <a:rPr lang="en-US" b="1">
              <a:solidFill>
                <a:schemeClr val="bg1"/>
              </a:solidFill>
              <a:latin typeface="Arial" panose="020B0604020202020204" pitchFamily="34" charset="0"/>
            </a:rPr>
            <a:t>: </a:t>
          </a:r>
          <a:r>
            <a:rPr lang="en-US" b="1" i="0">
              <a:hlinkClick xmlns:r="http://schemas.openxmlformats.org/officeDocument/2006/relationships" r:id="rId1"/>
            </a:rPr>
            <a:t>https://www.rust-lang.org/install.html</a:t>
          </a:r>
          <a:endParaRPr lang="en-US" b="1">
            <a:solidFill>
              <a:srgbClr val="FF0000"/>
            </a:solidFill>
          </a:endParaRPr>
        </a:p>
      </dgm:t>
    </dgm:pt>
    <dgm:pt modelId="{D4AD36B8-9D52-412B-837C-FF6962C9A70B}" type="parTrans" cxnId="{D352ADC9-54C5-4D2C-9753-559815E73043}">
      <dgm:prSet/>
      <dgm:spPr/>
      <dgm:t>
        <a:bodyPr/>
        <a:lstStyle/>
        <a:p>
          <a:endParaRPr lang="en-US"/>
        </a:p>
      </dgm:t>
    </dgm:pt>
    <dgm:pt modelId="{641A34E4-C608-4CE8-A289-C95B43DF2F4F}" type="sibTrans" cxnId="{D352ADC9-54C5-4D2C-9753-559815E73043}">
      <dgm:prSet/>
      <dgm:spPr/>
      <dgm:t>
        <a:bodyPr/>
        <a:lstStyle/>
        <a:p>
          <a:endParaRPr lang="en-US"/>
        </a:p>
      </dgm:t>
    </dgm:pt>
    <dgm:pt modelId="{906AEC6B-ADF7-4D34-9387-774517F6A932}" type="pres">
      <dgm:prSet presAssocID="{BC11F1CD-461D-4A8E-A6C7-04B14D13BD2F}" presName="linear" presStyleCnt="0">
        <dgm:presLayoutVars>
          <dgm:animLvl val="lvl"/>
          <dgm:resizeHandles val="exact"/>
        </dgm:presLayoutVars>
      </dgm:prSet>
      <dgm:spPr/>
    </dgm:pt>
    <dgm:pt modelId="{DC783E51-53CE-4B2D-951D-B230764D3BFC}" type="pres">
      <dgm:prSet presAssocID="{92602417-3D52-407F-81D6-36485F9CD121}" presName="parentText" presStyleLbl="node1" presStyleIdx="0" presStyleCnt="1" custLinFactNeighborX="-1735" custLinFactNeighborY="244">
        <dgm:presLayoutVars>
          <dgm:chMax val="0"/>
          <dgm:bulletEnabled val="1"/>
        </dgm:presLayoutVars>
      </dgm:prSet>
      <dgm:spPr/>
    </dgm:pt>
  </dgm:ptLst>
  <dgm:cxnLst>
    <dgm:cxn modelId="{00EAB411-B35F-4F18-A42F-15BEE016A6E7}" type="presOf" srcId="{92602417-3D52-407F-81D6-36485F9CD121}" destId="{DC783E51-53CE-4B2D-951D-B230764D3BFC}" srcOrd="0" destOrd="0" presId="urn:microsoft.com/office/officeart/2005/8/layout/vList2"/>
    <dgm:cxn modelId="{D352ADC9-54C5-4D2C-9753-559815E73043}" srcId="{BC11F1CD-461D-4A8E-A6C7-04B14D13BD2F}" destId="{92602417-3D52-407F-81D6-36485F9CD121}" srcOrd="0" destOrd="0" parTransId="{D4AD36B8-9D52-412B-837C-FF6962C9A70B}" sibTransId="{641A34E4-C608-4CE8-A289-C95B43DF2F4F}"/>
    <dgm:cxn modelId="{49884BDD-21C2-4B80-B2F7-2740B791E412}" type="presOf" srcId="{BC11F1CD-461D-4A8E-A6C7-04B14D13BD2F}" destId="{906AEC6B-ADF7-4D34-9387-774517F6A932}" srcOrd="0" destOrd="0" presId="urn:microsoft.com/office/officeart/2005/8/layout/vList2"/>
    <dgm:cxn modelId="{B398D6DC-778F-4680-B175-CAA0A9F973F9}" type="presParOf" srcId="{906AEC6B-ADF7-4D34-9387-774517F6A932}" destId="{DC783E51-53CE-4B2D-951D-B230764D3BFC}"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31FC917-0F1D-4CE0-B98F-9224F5545BD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E695E2D-12BC-4A00-8FDC-964850B0A05F}">
      <dgm:prSet phldrT="[Text]"/>
      <dgm:spPr/>
      <dgm:t>
        <a:bodyPr/>
        <a:lstStyle/>
        <a:p>
          <a:r>
            <a:rPr lang="en-US" b="0" i="0"/>
            <a:t>On Windows, open the link </a:t>
          </a:r>
          <a:r>
            <a:rPr lang="en-US" b="0" i="0">
              <a:hlinkClick xmlns:r="http://schemas.openxmlformats.org/officeDocument/2006/relationships" r:id="rId1"/>
            </a:rPr>
            <a:t>https://www.rust-lang.org/install.html</a:t>
          </a:r>
          <a:r>
            <a:rPr lang="en-US" b="0" i="0"/>
            <a:t> and follow the instructions for installing Rust. After following all the instructions, Rust will get installed.</a:t>
          </a:r>
          <a:endParaRPr lang="en-US"/>
        </a:p>
      </dgm:t>
    </dgm:pt>
    <dgm:pt modelId="{D4B31F68-C731-4361-992A-CA15B763D4A0}" type="parTrans" cxnId="{15E1439A-52A7-4F47-AF7E-84B7DE4C5407}">
      <dgm:prSet/>
      <dgm:spPr/>
      <dgm:t>
        <a:bodyPr/>
        <a:lstStyle/>
        <a:p>
          <a:endParaRPr lang="en-US"/>
        </a:p>
      </dgm:t>
    </dgm:pt>
    <dgm:pt modelId="{2BE63C2A-972D-4992-B8DB-0E2B3EE9211D}" type="sibTrans" cxnId="{15E1439A-52A7-4F47-AF7E-84B7DE4C5407}">
      <dgm:prSet/>
      <dgm:spPr/>
      <dgm:t>
        <a:bodyPr/>
        <a:lstStyle/>
        <a:p>
          <a:endParaRPr lang="en-US"/>
        </a:p>
      </dgm:t>
    </dgm:pt>
    <dgm:pt modelId="{A4E2A41A-2A11-40D5-AC9D-A8E4B98ED27E}">
      <dgm:prSet phldrT="[Text]"/>
      <dgm:spPr/>
      <dgm:t>
        <a:bodyPr/>
        <a:lstStyle/>
        <a:p>
          <a:r>
            <a:rPr lang="en-US" b="0" i="0"/>
            <a:t>After installation, PATH variable of Rust automatically adds in your system PATH.</a:t>
          </a:r>
          <a:endParaRPr lang="en-US"/>
        </a:p>
      </dgm:t>
    </dgm:pt>
    <dgm:pt modelId="{18C928EA-1C17-4016-A24B-F5176FB16DF5}" type="parTrans" cxnId="{193EFD29-A0A8-44D8-8555-99A894809237}">
      <dgm:prSet/>
      <dgm:spPr/>
      <dgm:t>
        <a:bodyPr/>
        <a:lstStyle/>
        <a:p>
          <a:endParaRPr lang="en-US"/>
        </a:p>
      </dgm:t>
    </dgm:pt>
    <dgm:pt modelId="{DE78F91B-8EEB-4E1D-9CB3-B73D5E88E8AB}" type="sibTrans" cxnId="{193EFD29-A0A8-44D8-8555-99A894809237}">
      <dgm:prSet/>
      <dgm:spPr/>
      <dgm:t>
        <a:bodyPr/>
        <a:lstStyle/>
        <a:p>
          <a:endParaRPr lang="en-US"/>
        </a:p>
      </dgm:t>
    </dgm:pt>
    <dgm:pt modelId="{F6C73A4C-11F2-477E-9BCF-F8D036E0FC55}">
      <dgm:prSet phldrT="[Text]"/>
      <dgm:spPr/>
      <dgm:t>
        <a:bodyPr/>
        <a:lstStyle/>
        <a:p>
          <a:r>
            <a:rPr lang="en-US" b="0" i="0"/>
            <a:t>Open command prompt then runs the following command:</a:t>
          </a:r>
          <a:endParaRPr lang="en-US"/>
        </a:p>
      </dgm:t>
    </dgm:pt>
    <dgm:pt modelId="{D5E9FA62-F6A8-444C-A7A1-4509F4E673E0}" type="parTrans" cxnId="{69B86DE2-49B9-4423-A4A4-B27462626431}">
      <dgm:prSet/>
      <dgm:spPr/>
      <dgm:t>
        <a:bodyPr/>
        <a:lstStyle/>
        <a:p>
          <a:endParaRPr lang="en-US"/>
        </a:p>
      </dgm:t>
    </dgm:pt>
    <dgm:pt modelId="{31AD214A-F214-4654-AF1E-E7F820BD1F52}" type="sibTrans" cxnId="{69B86DE2-49B9-4423-A4A4-B27462626431}">
      <dgm:prSet/>
      <dgm:spPr/>
      <dgm:t>
        <a:bodyPr/>
        <a:lstStyle/>
        <a:p>
          <a:endParaRPr lang="en-US"/>
        </a:p>
      </dgm:t>
    </dgm:pt>
    <dgm:pt modelId="{923722D0-E562-4E2D-9BB0-7F61E5A6FBD6}">
      <dgm:prSet phldrT="[Text]" custT="1"/>
      <dgm:spPr/>
      <dgm:t>
        <a:bodyPr/>
        <a:lstStyle/>
        <a:p>
          <a:r>
            <a:rPr lang="en-US" sz="2000" err="1"/>
            <a:t>rustc</a:t>
          </a:r>
          <a:r>
            <a:rPr lang="en-US" sz="2000"/>
            <a:t> --version</a:t>
          </a:r>
        </a:p>
      </dgm:t>
    </dgm:pt>
    <dgm:pt modelId="{5E0AA3E5-D703-44BD-9E40-127B3106AE15}" type="parTrans" cxnId="{CE112F2B-03AB-40B6-9175-FA180E52DF6C}">
      <dgm:prSet/>
      <dgm:spPr/>
      <dgm:t>
        <a:bodyPr/>
        <a:lstStyle/>
        <a:p>
          <a:endParaRPr lang="en-US"/>
        </a:p>
      </dgm:t>
    </dgm:pt>
    <dgm:pt modelId="{1A593E34-9006-4E13-B65F-3F9B59B58A94}" type="sibTrans" cxnId="{CE112F2B-03AB-40B6-9175-FA180E52DF6C}">
      <dgm:prSet/>
      <dgm:spPr/>
      <dgm:t>
        <a:bodyPr/>
        <a:lstStyle/>
        <a:p>
          <a:endParaRPr lang="en-US"/>
        </a:p>
      </dgm:t>
    </dgm:pt>
    <dgm:pt modelId="{A41CC9B0-AC32-406C-BC3B-E0FE3140C96A}">
      <dgm:prSet phldrT="[Text]"/>
      <dgm:spPr/>
      <dgm:t>
        <a:bodyPr/>
        <a:lstStyle/>
        <a:p>
          <a:r>
            <a:rPr lang="en-US" b="0" i="0"/>
            <a:t>After running this command, you should see the version number, commit hash, and commit date. If you do, it means Rust has been installed successfully. Congratulations!!!</a:t>
          </a:r>
          <a:endParaRPr lang="en-US"/>
        </a:p>
      </dgm:t>
    </dgm:pt>
    <dgm:pt modelId="{516AC76A-08F1-4014-81DD-F3B48D42AF5C}" type="parTrans" cxnId="{8FDD3852-EEAE-4480-BBCA-FCA1E4B9635A}">
      <dgm:prSet/>
      <dgm:spPr/>
      <dgm:t>
        <a:bodyPr/>
        <a:lstStyle/>
        <a:p>
          <a:endParaRPr lang="en-US"/>
        </a:p>
      </dgm:t>
    </dgm:pt>
    <dgm:pt modelId="{482CEEE1-A770-455B-B4E5-AD53C835DAB8}" type="sibTrans" cxnId="{8FDD3852-EEAE-4480-BBCA-FCA1E4B9635A}">
      <dgm:prSet/>
      <dgm:spPr/>
      <dgm:t>
        <a:bodyPr/>
        <a:lstStyle/>
        <a:p>
          <a:endParaRPr lang="en-US"/>
        </a:p>
      </dgm:t>
    </dgm:pt>
    <dgm:pt modelId="{A9B8A7DA-5E3F-4840-83C3-ADFA11D4C8B8}" type="pres">
      <dgm:prSet presAssocID="{331FC917-0F1D-4CE0-B98F-9224F5545BD8}" presName="linear" presStyleCnt="0">
        <dgm:presLayoutVars>
          <dgm:animLvl val="lvl"/>
          <dgm:resizeHandles val="exact"/>
        </dgm:presLayoutVars>
      </dgm:prSet>
      <dgm:spPr/>
    </dgm:pt>
    <dgm:pt modelId="{3ACC68C0-D023-4357-8A1A-2B3C6C4380F0}" type="pres">
      <dgm:prSet presAssocID="{FE695E2D-12BC-4A00-8FDC-964850B0A05F}" presName="parentText" presStyleLbl="node1" presStyleIdx="0" presStyleCnt="4" custScaleY="35825">
        <dgm:presLayoutVars>
          <dgm:chMax val="0"/>
          <dgm:bulletEnabled val="1"/>
        </dgm:presLayoutVars>
      </dgm:prSet>
      <dgm:spPr/>
    </dgm:pt>
    <dgm:pt modelId="{48CBB51A-5840-4B47-B84C-19E8B7A20B4D}" type="pres">
      <dgm:prSet presAssocID="{2BE63C2A-972D-4992-B8DB-0E2B3EE9211D}" presName="spacer" presStyleCnt="0"/>
      <dgm:spPr/>
    </dgm:pt>
    <dgm:pt modelId="{81C50525-0E9D-438A-ABF2-BB3A0B6F96EE}" type="pres">
      <dgm:prSet presAssocID="{A4E2A41A-2A11-40D5-AC9D-A8E4B98ED27E}" presName="parentText" presStyleLbl="node1" presStyleIdx="1" presStyleCnt="4" custScaleY="43127">
        <dgm:presLayoutVars>
          <dgm:chMax val="0"/>
          <dgm:bulletEnabled val="1"/>
        </dgm:presLayoutVars>
      </dgm:prSet>
      <dgm:spPr/>
    </dgm:pt>
    <dgm:pt modelId="{C8B403EF-F8A2-4120-B802-B9EB87175EAB}" type="pres">
      <dgm:prSet presAssocID="{DE78F91B-8EEB-4E1D-9CB3-B73D5E88E8AB}" presName="spacer" presStyleCnt="0"/>
      <dgm:spPr/>
    </dgm:pt>
    <dgm:pt modelId="{77E33A8B-6276-4288-A323-321339EC7C7F}" type="pres">
      <dgm:prSet presAssocID="{F6C73A4C-11F2-477E-9BCF-F8D036E0FC55}" presName="parentText" presStyleLbl="node1" presStyleIdx="2" presStyleCnt="4" custScaleY="27712">
        <dgm:presLayoutVars>
          <dgm:chMax val="0"/>
          <dgm:bulletEnabled val="1"/>
        </dgm:presLayoutVars>
      </dgm:prSet>
      <dgm:spPr/>
    </dgm:pt>
    <dgm:pt modelId="{77F86E91-84DE-4529-A41B-257649DC189D}" type="pres">
      <dgm:prSet presAssocID="{F6C73A4C-11F2-477E-9BCF-F8D036E0FC55}" presName="childText" presStyleLbl="revTx" presStyleIdx="0" presStyleCnt="1">
        <dgm:presLayoutVars>
          <dgm:bulletEnabled val="1"/>
        </dgm:presLayoutVars>
      </dgm:prSet>
      <dgm:spPr/>
    </dgm:pt>
    <dgm:pt modelId="{EEAD947D-6EB2-4AB6-99EC-49FD03FE01D8}" type="pres">
      <dgm:prSet presAssocID="{A41CC9B0-AC32-406C-BC3B-E0FE3140C96A}" presName="parentText" presStyleLbl="node1" presStyleIdx="3" presStyleCnt="4" custScaleY="35627">
        <dgm:presLayoutVars>
          <dgm:chMax val="0"/>
          <dgm:bulletEnabled val="1"/>
        </dgm:presLayoutVars>
      </dgm:prSet>
      <dgm:spPr/>
    </dgm:pt>
  </dgm:ptLst>
  <dgm:cxnLst>
    <dgm:cxn modelId="{05B9CA1E-89BF-40D9-8FCE-85BF93E81BCE}" type="presOf" srcId="{A4E2A41A-2A11-40D5-AC9D-A8E4B98ED27E}" destId="{81C50525-0E9D-438A-ABF2-BB3A0B6F96EE}" srcOrd="0" destOrd="0" presId="urn:microsoft.com/office/officeart/2005/8/layout/vList2"/>
    <dgm:cxn modelId="{193EFD29-A0A8-44D8-8555-99A894809237}" srcId="{331FC917-0F1D-4CE0-B98F-9224F5545BD8}" destId="{A4E2A41A-2A11-40D5-AC9D-A8E4B98ED27E}" srcOrd="1" destOrd="0" parTransId="{18C928EA-1C17-4016-A24B-F5176FB16DF5}" sibTransId="{DE78F91B-8EEB-4E1D-9CB3-B73D5E88E8AB}"/>
    <dgm:cxn modelId="{CE112F2B-03AB-40B6-9175-FA180E52DF6C}" srcId="{F6C73A4C-11F2-477E-9BCF-F8D036E0FC55}" destId="{923722D0-E562-4E2D-9BB0-7F61E5A6FBD6}" srcOrd="0" destOrd="0" parTransId="{5E0AA3E5-D703-44BD-9E40-127B3106AE15}" sibTransId="{1A593E34-9006-4E13-B65F-3F9B59B58A94}"/>
    <dgm:cxn modelId="{8FDD3852-EEAE-4480-BBCA-FCA1E4B9635A}" srcId="{331FC917-0F1D-4CE0-B98F-9224F5545BD8}" destId="{A41CC9B0-AC32-406C-BC3B-E0FE3140C96A}" srcOrd="3" destOrd="0" parTransId="{516AC76A-08F1-4014-81DD-F3B48D42AF5C}" sibTransId="{482CEEE1-A770-455B-B4E5-AD53C835DAB8}"/>
    <dgm:cxn modelId="{5BF90C92-6944-4FF4-90DA-FA8B87D88684}" type="presOf" srcId="{331FC917-0F1D-4CE0-B98F-9224F5545BD8}" destId="{A9B8A7DA-5E3F-4840-83C3-ADFA11D4C8B8}" srcOrd="0" destOrd="0" presId="urn:microsoft.com/office/officeart/2005/8/layout/vList2"/>
    <dgm:cxn modelId="{15E1439A-52A7-4F47-AF7E-84B7DE4C5407}" srcId="{331FC917-0F1D-4CE0-B98F-9224F5545BD8}" destId="{FE695E2D-12BC-4A00-8FDC-964850B0A05F}" srcOrd="0" destOrd="0" parTransId="{D4B31F68-C731-4361-992A-CA15B763D4A0}" sibTransId="{2BE63C2A-972D-4992-B8DB-0E2B3EE9211D}"/>
    <dgm:cxn modelId="{3DFDA29C-0AAE-42E6-9FF0-7299536297E5}" type="presOf" srcId="{A41CC9B0-AC32-406C-BC3B-E0FE3140C96A}" destId="{EEAD947D-6EB2-4AB6-99EC-49FD03FE01D8}" srcOrd="0" destOrd="0" presId="urn:microsoft.com/office/officeart/2005/8/layout/vList2"/>
    <dgm:cxn modelId="{1A17FEB8-9341-4E67-A2EA-07580689D7DB}" type="presOf" srcId="{FE695E2D-12BC-4A00-8FDC-964850B0A05F}" destId="{3ACC68C0-D023-4357-8A1A-2B3C6C4380F0}" srcOrd="0" destOrd="0" presId="urn:microsoft.com/office/officeart/2005/8/layout/vList2"/>
    <dgm:cxn modelId="{DAD563BE-B5A0-45D6-8453-9CFEC16E6DB1}" type="presOf" srcId="{923722D0-E562-4E2D-9BB0-7F61E5A6FBD6}" destId="{77F86E91-84DE-4529-A41B-257649DC189D}" srcOrd="0" destOrd="0" presId="urn:microsoft.com/office/officeart/2005/8/layout/vList2"/>
    <dgm:cxn modelId="{0079F4BE-8BF3-4723-B1AD-A8B967EB955D}" type="presOf" srcId="{F6C73A4C-11F2-477E-9BCF-F8D036E0FC55}" destId="{77E33A8B-6276-4288-A323-321339EC7C7F}" srcOrd="0" destOrd="0" presId="urn:microsoft.com/office/officeart/2005/8/layout/vList2"/>
    <dgm:cxn modelId="{69B86DE2-49B9-4423-A4A4-B27462626431}" srcId="{331FC917-0F1D-4CE0-B98F-9224F5545BD8}" destId="{F6C73A4C-11F2-477E-9BCF-F8D036E0FC55}" srcOrd="2" destOrd="0" parTransId="{D5E9FA62-F6A8-444C-A7A1-4509F4E673E0}" sibTransId="{31AD214A-F214-4654-AF1E-E7F820BD1F52}"/>
    <dgm:cxn modelId="{53520F23-3F9D-4F2A-AF10-C28F042741F0}" type="presParOf" srcId="{A9B8A7DA-5E3F-4840-83C3-ADFA11D4C8B8}" destId="{3ACC68C0-D023-4357-8A1A-2B3C6C4380F0}" srcOrd="0" destOrd="0" presId="urn:microsoft.com/office/officeart/2005/8/layout/vList2"/>
    <dgm:cxn modelId="{4168E1A1-A5F4-44CC-B40D-359B9A385875}" type="presParOf" srcId="{A9B8A7DA-5E3F-4840-83C3-ADFA11D4C8B8}" destId="{48CBB51A-5840-4B47-B84C-19E8B7A20B4D}" srcOrd="1" destOrd="0" presId="urn:microsoft.com/office/officeart/2005/8/layout/vList2"/>
    <dgm:cxn modelId="{E06047F1-B64C-447F-BBD3-72CC56F9E4A9}" type="presParOf" srcId="{A9B8A7DA-5E3F-4840-83C3-ADFA11D4C8B8}" destId="{81C50525-0E9D-438A-ABF2-BB3A0B6F96EE}" srcOrd="2" destOrd="0" presId="urn:microsoft.com/office/officeart/2005/8/layout/vList2"/>
    <dgm:cxn modelId="{84EE523F-EAE0-443B-8F01-5C7819603066}" type="presParOf" srcId="{A9B8A7DA-5E3F-4840-83C3-ADFA11D4C8B8}" destId="{C8B403EF-F8A2-4120-B802-B9EB87175EAB}" srcOrd="3" destOrd="0" presId="urn:microsoft.com/office/officeart/2005/8/layout/vList2"/>
    <dgm:cxn modelId="{75A18F1D-D8EA-436F-A787-9DEF6A6E3D3B}" type="presParOf" srcId="{A9B8A7DA-5E3F-4840-83C3-ADFA11D4C8B8}" destId="{77E33A8B-6276-4288-A323-321339EC7C7F}" srcOrd="4" destOrd="0" presId="urn:microsoft.com/office/officeart/2005/8/layout/vList2"/>
    <dgm:cxn modelId="{A68F14DD-C5C4-49F6-B466-621C469701B5}" type="presParOf" srcId="{A9B8A7DA-5E3F-4840-83C3-ADFA11D4C8B8}" destId="{77F86E91-84DE-4529-A41B-257649DC189D}" srcOrd="5" destOrd="0" presId="urn:microsoft.com/office/officeart/2005/8/layout/vList2"/>
    <dgm:cxn modelId="{B8F1B5E8-B3F1-4B38-855C-C516EC8CE2C7}" type="presParOf" srcId="{A9B8A7DA-5E3F-4840-83C3-ADFA11D4C8B8}" destId="{EEAD947D-6EB2-4AB6-99EC-49FD03FE01D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31FC917-0F1D-4CE0-B98F-9224F5545BD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E695E2D-12BC-4A00-8FDC-964850B0A05F}">
      <dgm:prSet phldrT="[Text]"/>
      <dgm:spPr/>
      <dgm:t>
        <a:bodyPr/>
        <a:lstStyle/>
        <a:p>
          <a:r>
            <a:rPr lang="en-US" b="0" i="0"/>
            <a:t>open a terminal then use the following command:</a:t>
          </a:r>
          <a:endParaRPr lang="en-US"/>
        </a:p>
      </dgm:t>
    </dgm:pt>
    <dgm:pt modelId="{D4B31F68-C731-4361-992A-CA15B763D4A0}" type="parTrans" cxnId="{15E1439A-52A7-4F47-AF7E-84B7DE4C5407}">
      <dgm:prSet/>
      <dgm:spPr/>
      <dgm:t>
        <a:bodyPr/>
        <a:lstStyle/>
        <a:p>
          <a:endParaRPr lang="en-US"/>
        </a:p>
      </dgm:t>
    </dgm:pt>
    <dgm:pt modelId="{2BE63C2A-972D-4992-B8DB-0E2B3EE9211D}" type="sibTrans" cxnId="{15E1439A-52A7-4F47-AF7E-84B7DE4C5407}">
      <dgm:prSet/>
      <dgm:spPr/>
      <dgm:t>
        <a:bodyPr/>
        <a:lstStyle/>
        <a:p>
          <a:endParaRPr lang="en-US"/>
        </a:p>
      </dgm:t>
    </dgm:pt>
    <dgm:pt modelId="{6C6AFE99-F2C4-4BC8-A1E2-FB14E79F1760}">
      <dgm:prSet phldrT="[Text]" custT="1"/>
      <dgm:spPr/>
      <dgm:t>
        <a:bodyPr/>
        <a:lstStyle/>
        <a:p>
          <a:r>
            <a:rPr lang="en-US" sz="2000" b="0" i="0"/>
            <a:t>$ curl https://sh.rustup.rs -</a:t>
          </a:r>
          <a:r>
            <a:rPr lang="en-US" sz="2000" b="0" i="0" err="1"/>
            <a:t>sSf</a:t>
          </a:r>
          <a:r>
            <a:rPr lang="en-US" sz="2000" b="0" i="0"/>
            <a:t> | </a:t>
          </a:r>
          <a:r>
            <a:rPr lang="en-US" sz="2000" b="0" i="0" err="1"/>
            <a:t>sh</a:t>
          </a:r>
          <a:r>
            <a:rPr lang="en-US" sz="1600" b="0" i="0"/>
            <a:t>  </a:t>
          </a:r>
          <a:endParaRPr lang="en-US" sz="1600"/>
        </a:p>
      </dgm:t>
    </dgm:pt>
    <dgm:pt modelId="{D681AD7B-3B88-4ABF-97FB-6D238E15D326}" type="parTrans" cxnId="{C97D0ED2-2703-4BCE-8C79-5BEF4EEE5F57}">
      <dgm:prSet/>
      <dgm:spPr/>
      <dgm:t>
        <a:bodyPr/>
        <a:lstStyle/>
        <a:p>
          <a:endParaRPr lang="en-US"/>
        </a:p>
      </dgm:t>
    </dgm:pt>
    <dgm:pt modelId="{4E9C19F3-F409-4FAB-9589-06750FF19C72}" type="sibTrans" cxnId="{C97D0ED2-2703-4BCE-8C79-5BEF4EEE5F57}">
      <dgm:prSet/>
      <dgm:spPr/>
      <dgm:t>
        <a:bodyPr/>
        <a:lstStyle/>
        <a:p>
          <a:endParaRPr lang="en-US"/>
        </a:p>
      </dgm:t>
    </dgm:pt>
    <dgm:pt modelId="{378FE780-4938-4E2B-8C25-C95EDE12DD16}">
      <dgm:prSet phldrT="[Text]"/>
      <dgm:spPr/>
      <dgm:t>
        <a:bodyPr/>
        <a:lstStyle/>
        <a:p>
          <a:r>
            <a:rPr lang="en-US" b="0" i="0"/>
            <a:t>The above command downloads a script and starts the installation of rustup tool. This installs the latest version of Rust. If the installation is done successfully, then the following message will appear:</a:t>
          </a:r>
          <a:endParaRPr lang="en-US"/>
        </a:p>
      </dgm:t>
    </dgm:pt>
    <dgm:pt modelId="{09270A6F-BF2A-42D7-A540-A6B0F8C114A2}" type="parTrans" cxnId="{DC5775EE-E111-4273-B0C6-56A876C33AE7}">
      <dgm:prSet/>
      <dgm:spPr/>
      <dgm:t>
        <a:bodyPr/>
        <a:lstStyle/>
        <a:p>
          <a:endParaRPr lang="en-US"/>
        </a:p>
      </dgm:t>
    </dgm:pt>
    <dgm:pt modelId="{B9314E4F-F5BC-4451-8366-897750652AC2}" type="sibTrans" cxnId="{DC5775EE-E111-4273-B0C6-56A876C33AE7}">
      <dgm:prSet/>
      <dgm:spPr/>
      <dgm:t>
        <a:bodyPr/>
        <a:lstStyle/>
        <a:p>
          <a:endParaRPr lang="en-US"/>
        </a:p>
      </dgm:t>
    </dgm:pt>
    <dgm:pt modelId="{69BEA9DA-61F2-4B4D-ABE4-12A27EFF244B}">
      <dgm:prSet phldrT="[Text]" custT="1"/>
      <dgm:spPr/>
      <dgm:t>
        <a:bodyPr/>
        <a:lstStyle/>
        <a:p>
          <a:r>
            <a:rPr lang="en-US" sz="2000" b="0" i="0"/>
            <a:t>Rust is installed now. Great! </a:t>
          </a:r>
          <a:r>
            <a:rPr lang="en-US" sz="1600" b="0" i="0"/>
            <a:t> </a:t>
          </a:r>
          <a:endParaRPr lang="en-US" sz="1600"/>
        </a:p>
      </dgm:t>
    </dgm:pt>
    <dgm:pt modelId="{6E8FB34C-951B-42EC-8C72-D0A1591F22C0}" type="parTrans" cxnId="{3A870B0E-0998-4545-A113-E61312C8DD8B}">
      <dgm:prSet/>
      <dgm:spPr/>
      <dgm:t>
        <a:bodyPr/>
        <a:lstStyle/>
        <a:p>
          <a:endParaRPr lang="en-US"/>
        </a:p>
      </dgm:t>
    </dgm:pt>
    <dgm:pt modelId="{26B9CF4D-9192-4636-9F98-2DC9E7AB1B50}" type="sibTrans" cxnId="{3A870B0E-0998-4545-A113-E61312C8DD8B}">
      <dgm:prSet/>
      <dgm:spPr/>
      <dgm:t>
        <a:bodyPr/>
        <a:lstStyle/>
        <a:p>
          <a:endParaRPr lang="en-US"/>
        </a:p>
      </dgm:t>
    </dgm:pt>
    <dgm:pt modelId="{29076E39-12DE-47FA-A6B2-4FACE8759B8C}">
      <dgm:prSet phldrT="[Text]"/>
      <dgm:spPr/>
      <dgm:t>
        <a:bodyPr/>
        <a:lstStyle/>
        <a:p>
          <a:r>
            <a:rPr lang="en-US" b="0" i="0"/>
            <a:t>This installation adds automatically Rust to your system path after your next login. If you want to run Rust just right away without restarting the terminal, then run the following command to your shell to add the path to your system PATH manually:</a:t>
          </a:r>
          <a:endParaRPr lang="en-US"/>
        </a:p>
      </dgm:t>
    </dgm:pt>
    <dgm:pt modelId="{E87730C7-7C03-41A7-B497-7C58CB0AB77D}" type="parTrans" cxnId="{7DEB6717-741E-4976-B3E4-EF5A39716171}">
      <dgm:prSet/>
      <dgm:spPr/>
      <dgm:t>
        <a:bodyPr/>
        <a:lstStyle/>
        <a:p>
          <a:endParaRPr lang="en-US"/>
        </a:p>
      </dgm:t>
    </dgm:pt>
    <dgm:pt modelId="{337EC1E1-708E-498D-8B7B-79D3B562447B}" type="sibTrans" cxnId="{7DEB6717-741E-4976-B3E4-EF5A39716171}">
      <dgm:prSet/>
      <dgm:spPr/>
      <dgm:t>
        <a:bodyPr/>
        <a:lstStyle/>
        <a:p>
          <a:endParaRPr lang="en-US"/>
        </a:p>
      </dgm:t>
    </dgm:pt>
    <dgm:pt modelId="{B6EDB428-DEA5-4FD0-A757-1DD6AAE07B23}">
      <dgm:prSet phldrT="[Text]" custT="1"/>
      <dgm:spPr/>
      <dgm:t>
        <a:bodyPr/>
        <a:lstStyle/>
        <a:p>
          <a:r>
            <a:rPr lang="en-US" sz="2000" b="0" i="0"/>
            <a:t>$ source $HOME/.cargo/</a:t>
          </a:r>
          <a:r>
            <a:rPr lang="en-US" sz="2000" b="0" i="0" err="1"/>
            <a:t>env</a:t>
          </a:r>
          <a:r>
            <a:rPr lang="en-US" sz="1600" b="0" i="0"/>
            <a:t>  </a:t>
          </a:r>
          <a:endParaRPr lang="en-US" sz="1600"/>
        </a:p>
      </dgm:t>
    </dgm:pt>
    <dgm:pt modelId="{0DB71B6C-563F-47DD-8B3F-FE9B09FABF56}" type="parTrans" cxnId="{F059E6A4-67DA-412F-82A4-B5985CC203E9}">
      <dgm:prSet/>
      <dgm:spPr/>
      <dgm:t>
        <a:bodyPr/>
        <a:lstStyle/>
        <a:p>
          <a:endParaRPr lang="en-US"/>
        </a:p>
      </dgm:t>
    </dgm:pt>
    <dgm:pt modelId="{304A5950-8476-49A8-A95D-DA221678F707}" type="sibTrans" cxnId="{F059E6A4-67DA-412F-82A4-B5985CC203E9}">
      <dgm:prSet/>
      <dgm:spPr/>
      <dgm:t>
        <a:bodyPr/>
        <a:lstStyle/>
        <a:p>
          <a:endParaRPr lang="en-US"/>
        </a:p>
      </dgm:t>
    </dgm:pt>
    <dgm:pt modelId="{A9B8A7DA-5E3F-4840-83C3-ADFA11D4C8B8}" type="pres">
      <dgm:prSet presAssocID="{331FC917-0F1D-4CE0-B98F-9224F5545BD8}" presName="linear" presStyleCnt="0">
        <dgm:presLayoutVars>
          <dgm:animLvl val="lvl"/>
          <dgm:resizeHandles val="exact"/>
        </dgm:presLayoutVars>
      </dgm:prSet>
      <dgm:spPr/>
    </dgm:pt>
    <dgm:pt modelId="{3ACC68C0-D023-4357-8A1A-2B3C6C4380F0}" type="pres">
      <dgm:prSet presAssocID="{FE695E2D-12BC-4A00-8FDC-964850B0A05F}" presName="parentText" presStyleLbl="node1" presStyleIdx="0" presStyleCnt="3" custScaleY="35825" custLinFactNeighborY="-26126">
        <dgm:presLayoutVars>
          <dgm:chMax val="0"/>
          <dgm:bulletEnabled val="1"/>
        </dgm:presLayoutVars>
      </dgm:prSet>
      <dgm:spPr/>
    </dgm:pt>
    <dgm:pt modelId="{0291536F-2949-43DC-856E-F1F4498C3B54}" type="pres">
      <dgm:prSet presAssocID="{FE695E2D-12BC-4A00-8FDC-964850B0A05F}" presName="childText" presStyleLbl="revTx" presStyleIdx="0" presStyleCnt="3">
        <dgm:presLayoutVars>
          <dgm:bulletEnabled val="1"/>
        </dgm:presLayoutVars>
      </dgm:prSet>
      <dgm:spPr/>
    </dgm:pt>
    <dgm:pt modelId="{37AAA017-0A77-4C5A-90EC-BEC0CC08157D}" type="pres">
      <dgm:prSet presAssocID="{378FE780-4938-4E2B-8C25-C95EDE12DD16}" presName="parentText" presStyleLbl="node1" presStyleIdx="1" presStyleCnt="3">
        <dgm:presLayoutVars>
          <dgm:chMax val="0"/>
          <dgm:bulletEnabled val="1"/>
        </dgm:presLayoutVars>
      </dgm:prSet>
      <dgm:spPr/>
    </dgm:pt>
    <dgm:pt modelId="{D7324D31-90E8-4BE9-8C80-CFF70422F819}" type="pres">
      <dgm:prSet presAssocID="{378FE780-4938-4E2B-8C25-C95EDE12DD16}" presName="childText" presStyleLbl="revTx" presStyleIdx="1" presStyleCnt="3">
        <dgm:presLayoutVars>
          <dgm:bulletEnabled val="1"/>
        </dgm:presLayoutVars>
      </dgm:prSet>
      <dgm:spPr/>
    </dgm:pt>
    <dgm:pt modelId="{B172244A-05F6-4EB2-BB40-8F7EDDD6B5A0}" type="pres">
      <dgm:prSet presAssocID="{29076E39-12DE-47FA-A6B2-4FACE8759B8C}" presName="parentText" presStyleLbl="node1" presStyleIdx="2" presStyleCnt="3">
        <dgm:presLayoutVars>
          <dgm:chMax val="0"/>
          <dgm:bulletEnabled val="1"/>
        </dgm:presLayoutVars>
      </dgm:prSet>
      <dgm:spPr/>
    </dgm:pt>
    <dgm:pt modelId="{C6ED62A5-6697-455B-B68C-B4C9A4C76765}" type="pres">
      <dgm:prSet presAssocID="{29076E39-12DE-47FA-A6B2-4FACE8759B8C}" presName="childText" presStyleLbl="revTx" presStyleIdx="2" presStyleCnt="3">
        <dgm:presLayoutVars>
          <dgm:bulletEnabled val="1"/>
        </dgm:presLayoutVars>
      </dgm:prSet>
      <dgm:spPr/>
    </dgm:pt>
  </dgm:ptLst>
  <dgm:cxnLst>
    <dgm:cxn modelId="{3A870B0E-0998-4545-A113-E61312C8DD8B}" srcId="{378FE780-4938-4E2B-8C25-C95EDE12DD16}" destId="{69BEA9DA-61F2-4B4D-ABE4-12A27EFF244B}" srcOrd="0" destOrd="0" parTransId="{6E8FB34C-951B-42EC-8C72-D0A1591F22C0}" sibTransId="{26B9CF4D-9192-4636-9F98-2DC9E7AB1B50}"/>
    <dgm:cxn modelId="{7DEB6717-741E-4976-B3E4-EF5A39716171}" srcId="{331FC917-0F1D-4CE0-B98F-9224F5545BD8}" destId="{29076E39-12DE-47FA-A6B2-4FACE8759B8C}" srcOrd="2" destOrd="0" parTransId="{E87730C7-7C03-41A7-B497-7C58CB0AB77D}" sibTransId="{337EC1E1-708E-498D-8B7B-79D3B562447B}"/>
    <dgm:cxn modelId="{7E522D49-0168-4569-845C-04D78F9821E3}" type="presOf" srcId="{6C6AFE99-F2C4-4BC8-A1E2-FB14E79F1760}" destId="{0291536F-2949-43DC-856E-F1F4498C3B54}" srcOrd="0" destOrd="0" presId="urn:microsoft.com/office/officeart/2005/8/layout/vList2"/>
    <dgm:cxn modelId="{CCF0487F-33C3-4CD2-86E4-0F46C335D6BA}" type="presOf" srcId="{B6EDB428-DEA5-4FD0-A757-1DD6AAE07B23}" destId="{C6ED62A5-6697-455B-B68C-B4C9A4C76765}" srcOrd="0" destOrd="0" presId="urn:microsoft.com/office/officeart/2005/8/layout/vList2"/>
    <dgm:cxn modelId="{332D2C84-FA22-47CF-B59D-A65D3BC20679}" type="presOf" srcId="{378FE780-4938-4E2B-8C25-C95EDE12DD16}" destId="{37AAA017-0A77-4C5A-90EC-BEC0CC08157D}" srcOrd="0" destOrd="0" presId="urn:microsoft.com/office/officeart/2005/8/layout/vList2"/>
    <dgm:cxn modelId="{5BF90C92-6944-4FF4-90DA-FA8B87D88684}" type="presOf" srcId="{331FC917-0F1D-4CE0-B98F-9224F5545BD8}" destId="{A9B8A7DA-5E3F-4840-83C3-ADFA11D4C8B8}" srcOrd="0" destOrd="0" presId="urn:microsoft.com/office/officeart/2005/8/layout/vList2"/>
    <dgm:cxn modelId="{15E1439A-52A7-4F47-AF7E-84B7DE4C5407}" srcId="{331FC917-0F1D-4CE0-B98F-9224F5545BD8}" destId="{FE695E2D-12BC-4A00-8FDC-964850B0A05F}" srcOrd="0" destOrd="0" parTransId="{D4B31F68-C731-4361-992A-CA15B763D4A0}" sibTransId="{2BE63C2A-972D-4992-B8DB-0E2B3EE9211D}"/>
    <dgm:cxn modelId="{F059E6A4-67DA-412F-82A4-B5985CC203E9}" srcId="{29076E39-12DE-47FA-A6B2-4FACE8759B8C}" destId="{B6EDB428-DEA5-4FD0-A757-1DD6AAE07B23}" srcOrd="0" destOrd="0" parTransId="{0DB71B6C-563F-47DD-8B3F-FE9B09FABF56}" sibTransId="{304A5950-8476-49A8-A95D-DA221678F707}"/>
    <dgm:cxn modelId="{1A17FEB8-9341-4E67-A2EA-07580689D7DB}" type="presOf" srcId="{FE695E2D-12BC-4A00-8FDC-964850B0A05F}" destId="{3ACC68C0-D023-4357-8A1A-2B3C6C4380F0}" srcOrd="0" destOrd="0" presId="urn:microsoft.com/office/officeart/2005/8/layout/vList2"/>
    <dgm:cxn modelId="{3915C5BE-5192-4AC4-8B1B-9CB41F083401}" type="presOf" srcId="{29076E39-12DE-47FA-A6B2-4FACE8759B8C}" destId="{B172244A-05F6-4EB2-BB40-8F7EDDD6B5A0}" srcOrd="0" destOrd="0" presId="urn:microsoft.com/office/officeart/2005/8/layout/vList2"/>
    <dgm:cxn modelId="{C97D0ED2-2703-4BCE-8C79-5BEF4EEE5F57}" srcId="{FE695E2D-12BC-4A00-8FDC-964850B0A05F}" destId="{6C6AFE99-F2C4-4BC8-A1E2-FB14E79F1760}" srcOrd="0" destOrd="0" parTransId="{D681AD7B-3B88-4ABF-97FB-6D238E15D326}" sibTransId="{4E9C19F3-F409-4FAB-9589-06750FF19C72}"/>
    <dgm:cxn modelId="{2649B6D3-DD84-48F2-B1CE-89012E2856F4}" type="presOf" srcId="{69BEA9DA-61F2-4B4D-ABE4-12A27EFF244B}" destId="{D7324D31-90E8-4BE9-8C80-CFF70422F819}" srcOrd="0" destOrd="0" presId="urn:microsoft.com/office/officeart/2005/8/layout/vList2"/>
    <dgm:cxn modelId="{DC5775EE-E111-4273-B0C6-56A876C33AE7}" srcId="{331FC917-0F1D-4CE0-B98F-9224F5545BD8}" destId="{378FE780-4938-4E2B-8C25-C95EDE12DD16}" srcOrd="1" destOrd="0" parTransId="{09270A6F-BF2A-42D7-A540-A6B0F8C114A2}" sibTransId="{B9314E4F-F5BC-4451-8366-897750652AC2}"/>
    <dgm:cxn modelId="{53520F23-3F9D-4F2A-AF10-C28F042741F0}" type="presParOf" srcId="{A9B8A7DA-5E3F-4840-83C3-ADFA11D4C8B8}" destId="{3ACC68C0-D023-4357-8A1A-2B3C6C4380F0}" srcOrd="0" destOrd="0" presId="urn:microsoft.com/office/officeart/2005/8/layout/vList2"/>
    <dgm:cxn modelId="{B2253BCF-0B96-4B17-BC52-BB5FE4DC816F}" type="presParOf" srcId="{A9B8A7DA-5E3F-4840-83C3-ADFA11D4C8B8}" destId="{0291536F-2949-43DC-856E-F1F4498C3B54}" srcOrd="1" destOrd="0" presId="urn:microsoft.com/office/officeart/2005/8/layout/vList2"/>
    <dgm:cxn modelId="{AB7BE8D3-3371-495C-A925-D1309E4A663E}" type="presParOf" srcId="{A9B8A7DA-5E3F-4840-83C3-ADFA11D4C8B8}" destId="{37AAA017-0A77-4C5A-90EC-BEC0CC08157D}" srcOrd="2" destOrd="0" presId="urn:microsoft.com/office/officeart/2005/8/layout/vList2"/>
    <dgm:cxn modelId="{C665A190-E317-4501-8106-6FE8239F9254}" type="presParOf" srcId="{A9B8A7DA-5E3F-4840-83C3-ADFA11D4C8B8}" destId="{D7324D31-90E8-4BE9-8C80-CFF70422F819}" srcOrd="3" destOrd="0" presId="urn:microsoft.com/office/officeart/2005/8/layout/vList2"/>
    <dgm:cxn modelId="{0D103F53-889A-4E0F-B697-98C8DA56581A}" type="presParOf" srcId="{A9B8A7DA-5E3F-4840-83C3-ADFA11D4C8B8}" destId="{B172244A-05F6-4EB2-BB40-8F7EDDD6B5A0}" srcOrd="4" destOrd="0" presId="urn:microsoft.com/office/officeart/2005/8/layout/vList2"/>
    <dgm:cxn modelId="{2733CF9F-66C3-4DE5-B60E-DAEE0221D544}" type="presParOf" srcId="{A9B8A7DA-5E3F-4840-83C3-ADFA11D4C8B8}" destId="{C6ED62A5-6697-455B-B68C-B4C9A4C76765}"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CDEE4D2-9E22-43D6-BD56-6617EFF87767}"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US"/>
        </a:p>
      </dgm:t>
    </dgm:pt>
    <dgm:pt modelId="{A8EFA713-D3D7-4597-9E54-849EC33A4AA3}">
      <dgm:prSet phldrT="[Text]" custT="1"/>
      <dgm:spPr/>
      <dgm:t>
        <a:bodyPr/>
        <a:lstStyle/>
        <a:p>
          <a:r>
            <a:rPr lang="en-US" sz="1800" b="1" i="1" err="1">
              <a:solidFill>
                <a:srgbClr val="FFFF00"/>
              </a:solidFill>
            </a:rPr>
            <a:t>fn</a:t>
          </a:r>
          <a:r>
            <a:rPr lang="en-US" sz="1800" b="1" i="1">
              <a:solidFill>
                <a:srgbClr val="FFFF00"/>
              </a:solidFill>
            </a:rPr>
            <a:t> main():</a:t>
          </a:r>
          <a:r>
            <a:rPr lang="en-US" sz="1800" b="0" i="0"/>
            <a:t> The main() function is always the first code in every Rust executable code. The main() function is enclosed in curly braces{}. The main() function does not contain any parameter as well as it does not return any value.</a:t>
          </a:r>
          <a:endParaRPr lang="en-US" sz="1800"/>
        </a:p>
      </dgm:t>
    </dgm:pt>
    <dgm:pt modelId="{8481CF9D-6778-4F4F-8436-103770C7BE07}" type="parTrans" cxnId="{3C90399E-0451-47F7-B901-E4BECBAEC0E9}">
      <dgm:prSet/>
      <dgm:spPr/>
      <dgm:t>
        <a:bodyPr/>
        <a:lstStyle/>
        <a:p>
          <a:endParaRPr lang="en-US"/>
        </a:p>
      </dgm:t>
    </dgm:pt>
    <dgm:pt modelId="{C1459E76-E79A-498B-AFA7-285C0DD6D367}" type="sibTrans" cxnId="{3C90399E-0451-47F7-B901-E4BECBAEC0E9}">
      <dgm:prSet/>
      <dgm:spPr/>
      <dgm:t>
        <a:bodyPr/>
        <a:lstStyle/>
        <a:p>
          <a:endParaRPr lang="en-US"/>
        </a:p>
      </dgm:t>
    </dgm:pt>
    <dgm:pt modelId="{787B4D8E-42FD-4E9B-AA0A-82A722B582CC}">
      <dgm:prSet custT="1"/>
      <dgm:spPr/>
      <dgm:t>
        <a:bodyPr/>
        <a:lstStyle/>
        <a:p>
          <a:r>
            <a:rPr lang="en-US" sz="1800" b="1" i="1" err="1">
              <a:solidFill>
                <a:srgbClr val="FFFF00"/>
              </a:solidFill>
            </a:rPr>
            <a:t>println</a:t>
          </a:r>
          <a:r>
            <a:rPr lang="en-US" sz="1800" b="1" i="1">
              <a:solidFill>
                <a:srgbClr val="FFFF00"/>
              </a:solidFill>
            </a:rPr>
            <a:t>!:</a:t>
          </a:r>
          <a:r>
            <a:rPr lang="en-US" sz="1800" b="0" i="0"/>
            <a:t> It is a Rust macro. If it calls the function, then it does not contain '!'.</a:t>
          </a:r>
        </a:p>
      </dgm:t>
    </dgm:pt>
    <dgm:pt modelId="{157FCB6F-8AD4-43FC-A28D-4F59E8B0ED98}" type="parTrans" cxnId="{5412AED9-BABA-4DF8-AB4D-B22101192EEC}">
      <dgm:prSet/>
      <dgm:spPr/>
      <dgm:t>
        <a:bodyPr/>
        <a:lstStyle/>
        <a:p>
          <a:endParaRPr lang="en-US"/>
        </a:p>
      </dgm:t>
    </dgm:pt>
    <dgm:pt modelId="{3B8C40B1-5199-46F7-B3A0-D71D939B1D96}" type="sibTrans" cxnId="{5412AED9-BABA-4DF8-AB4D-B22101192EEC}">
      <dgm:prSet/>
      <dgm:spPr/>
      <dgm:t>
        <a:bodyPr/>
        <a:lstStyle/>
        <a:p>
          <a:endParaRPr lang="en-US"/>
        </a:p>
      </dgm:t>
    </dgm:pt>
    <dgm:pt modelId="{68E08EE8-1468-4A73-B142-A10B191D4DFB}">
      <dgm:prSet custT="1"/>
      <dgm:spPr/>
      <dgm:t>
        <a:bodyPr/>
        <a:lstStyle/>
        <a:p>
          <a:r>
            <a:rPr lang="en-US" sz="1800" b="1" i="1">
              <a:solidFill>
                <a:srgbClr val="FFFF00"/>
              </a:solidFill>
            </a:rPr>
            <a:t>“Welcome to CSC 101!"</a:t>
          </a:r>
          <a:r>
            <a:rPr lang="en-US" sz="1800" b="1" i="1"/>
            <a:t>:</a:t>
          </a:r>
          <a:r>
            <a:rPr lang="en-US" sz="1800" b="0" i="0"/>
            <a:t> It is a string passed as a parameter to the </a:t>
          </a:r>
          <a:r>
            <a:rPr lang="en-US" sz="1800" b="0" i="0" err="1"/>
            <a:t>println</a:t>
          </a:r>
          <a:r>
            <a:rPr lang="en-US" sz="1800" b="0" i="0"/>
            <a:t>!, and the string is printed to the console.</a:t>
          </a:r>
        </a:p>
      </dgm:t>
    </dgm:pt>
    <dgm:pt modelId="{33D31D68-8793-406E-8E1E-2AD09B6B71E3}" type="parTrans" cxnId="{3106018A-F6E4-44F3-BC33-043016C2C630}">
      <dgm:prSet/>
      <dgm:spPr/>
      <dgm:t>
        <a:bodyPr/>
        <a:lstStyle/>
        <a:p>
          <a:endParaRPr lang="en-US"/>
        </a:p>
      </dgm:t>
    </dgm:pt>
    <dgm:pt modelId="{D0AA4C9B-B168-49CC-8229-CF915ABCB846}" type="sibTrans" cxnId="{3106018A-F6E4-44F3-BC33-043016C2C630}">
      <dgm:prSet/>
      <dgm:spPr/>
      <dgm:t>
        <a:bodyPr/>
        <a:lstStyle/>
        <a:p>
          <a:endParaRPr lang="en-US"/>
        </a:p>
      </dgm:t>
    </dgm:pt>
    <dgm:pt modelId="{146451E5-1613-43DE-9C8F-4EF2EF3B13C4}" type="pres">
      <dgm:prSet presAssocID="{4CDEE4D2-9E22-43D6-BD56-6617EFF87767}" presName="linear" presStyleCnt="0">
        <dgm:presLayoutVars>
          <dgm:animLvl val="lvl"/>
          <dgm:resizeHandles val="exact"/>
        </dgm:presLayoutVars>
      </dgm:prSet>
      <dgm:spPr/>
    </dgm:pt>
    <dgm:pt modelId="{FC2FC39D-CF58-433F-9FB3-38F9F271DF2F}" type="pres">
      <dgm:prSet presAssocID="{A8EFA713-D3D7-4597-9E54-849EC33A4AA3}" presName="parentText" presStyleLbl="node1" presStyleIdx="0" presStyleCnt="3">
        <dgm:presLayoutVars>
          <dgm:chMax val="0"/>
          <dgm:bulletEnabled val="1"/>
        </dgm:presLayoutVars>
      </dgm:prSet>
      <dgm:spPr/>
    </dgm:pt>
    <dgm:pt modelId="{58B4598B-189C-4EBB-91AB-D8B9EA5F86DE}" type="pres">
      <dgm:prSet presAssocID="{C1459E76-E79A-498B-AFA7-285C0DD6D367}" presName="spacer" presStyleCnt="0"/>
      <dgm:spPr/>
    </dgm:pt>
    <dgm:pt modelId="{DEEE263C-5F3E-4137-9CB1-B3981356BEB8}" type="pres">
      <dgm:prSet presAssocID="{787B4D8E-42FD-4E9B-AA0A-82A722B582CC}" presName="parentText" presStyleLbl="node1" presStyleIdx="1" presStyleCnt="3">
        <dgm:presLayoutVars>
          <dgm:chMax val="0"/>
          <dgm:bulletEnabled val="1"/>
        </dgm:presLayoutVars>
      </dgm:prSet>
      <dgm:spPr/>
    </dgm:pt>
    <dgm:pt modelId="{43A05C71-47F7-4AE2-8957-B67B154DE12A}" type="pres">
      <dgm:prSet presAssocID="{3B8C40B1-5199-46F7-B3A0-D71D939B1D96}" presName="spacer" presStyleCnt="0"/>
      <dgm:spPr/>
    </dgm:pt>
    <dgm:pt modelId="{A1CA7E97-6628-4759-9E2D-EBFB63ED7926}" type="pres">
      <dgm:prSet presAssocID="{68E08EE8-1468-4A73-B142-A10B191D4DFB}" presName="parentText" presStyleLbl="node1" presStyleIdx="2" presStyleCnt="3">
        <dgm:presLayoutVars>
          <dgm:chMax val="0"/>
          <dgm:bulletEnabled val="1"/>
        </dgm:presLayoutVars>
      </dgm:prSet>
      <dgm:spPr/>
    </dgm:pt>
  </dgm:ptLst>
  <dgm:cxnLst>
    <dgm:cxn modelId="{CE7C5E17-D47A-40C0-8867-2819DAC1E9C8}" type="presOf" srcId="{4CDEE4D2-9E22-43D6-BD56-6617EFF87767}" destId="{146451E5-1613-43DE-9C8F-4EF2EF3B13C4}" srcOrd="0" destOrd="0" presId="urn:microsoft.com/office/officeart/2005/8/layout/vList2"/>
    <dgm:cxn modelId="{3106018A-F6E4-44F3-BC33-043016C2C630}" srcId="{4CDEE4D2-9E22-43D6-BD56-6617EFF87767}" destId="{68E08EE8-1468-4A73-B142-A10B191D4DFB}" srcOrd="2" destOrd="0" parTransId="{33D31D68-8793-406E-8E1E-2AD09B6B71E3}" sibTransId="{D0AA4C9B-B168-49CC-8229-CF915ABCB846}"/>
    <dgm:cxn modelId="{2943AC93-A94D-4F23-8CB0-7654BDDC9787}" type="presOf" srcId="{787B4D8E-42FD-4E9B-AA0A-82A722B582CC}" destId="{DEEE263C-5F3E-4137-9CB1-B3981356BEB8}" srcOrd="0" destOrd="0" presId="urn:microsoft.com/office/officeart/2005/8/layout/vList2"/>
    <dgm:cxn modelId="{3C90399E-0451-47F7-B901-E4BECBAEC0E9}" srcId="{4CDEE4D2-9E22-43D6-BD56-6617EFF87767}" destId="{A8EFA713-D3D7-4597-9E54-849EC33A4AA3}" srcOrd="0" destOrd="0" parTransId="{8481CF9D-6778-4F4F-8436-103770C7BE07}" sibTransId="{C1459E76-E79A-498B-AFA7-285C0DD6D367}"/>
    <dgm:cxn modelId="{79301BD9-7EB3-4C7D-8C68-5048E5EE3C60}" type="presOf" srcId="{68E08EE8-1468-4A73-B142-A10B191D4DFB}" destId="{A1CA7E97-6628-4759-9E2D-EBFB63ED7926}" srcOrd="0" destOrd="0" presId="urn:microsoft.com/office/officeart/2005/8/layout/vList2"/>
    <dgm:cxn modelId="{5412AED9-BABA-4DF8-AB4D-B22101192EEC}" srcId="{4CDEE4D2-9E22-43D6-BD56-6617EFF87767}" destId="{787B4D8E-42FD-4E9B-AA0A-82A722B582CC}" srcOrd="1" destOrd="0" parTransId="{157FCB6F-8AD4-43FC-A28D-4F59E8B0ED98}" sibTransId="{3B8C40B1-5199-46F7-B3A0-D71D939B1D96}"/>
    <dgm:cxn modelId="{01D718FD-5FA3-4989-867A-783F988F7220}" type="presOf" srcId="{A8EFA713-D3D7-4597-9E54-849EC33A4AA3}" destId="{FC2FC39D-CF58-433F-9FB3-38F9F271DF2F}" srcOrd="0" destOrd="0" presId="urn:microsoft.com/office/officeart/2005/8/layout/vList2"/>
    <dgm:cxn modelId="{0E1CE286-E0EE-4E28-8605-900C9CE680A4}" type="presParOf" srcId="{146451E5-1613-43DE-9C8F-4EF2EF3B13C4}" destId="{FC2FC39D-CF58-433F-9FB3-38F9F271DF2F}" srcOrd="0" destOrd="0" presId="urn:microsoft.com/office/officeart/2005/8/layout/vList2"/>
    <dgm:cxn modelId="{6BAAF37D-BEFA-46FB-A66E-F5225E164BF3}" type="presParOf" srcId="{146451E5-1613-43DE-9C8F-4EF2EF3B13C4}" destId="{58B4598B-189C-4EBB-91AB-D8B9EA5F86DE}" srcOrd="1" destOrd="0" presId="urn:microsoft.com/office/officeart/2005/8/layout/vList2"/>
    <dgm:cxn modelId="{ED8153AD-3B74-4697-9585-AF7E2C70F07F}" type="presParOf" srcId="{146451E5-1613-43DE-9C8F-4EF2EF3B13C4}" destId="{DEEE263C-5F3E-4137-9CB1-B3981356BEB8}" srcOrd="2" destOrd="0" presId="urn:microsoft.com/office/officeart/2005/8/layout/vList2"/>
    <dgm:cxn modelId="{174AF2A8-AEC6-4555-908B-96190DD27120}" type="presParOf" srcId="{146451E5-1613-43DE-9C8F-4EF2EF3B13C4}" destId="{43A05C71-47F7-4AE2-8957-B67B154DE12A}" srcOrd="3" destOrd="0" presId="urn:microsoft.com/office/officeart/2005/8/layout/vList2"/>
    <dgm:cxn modelId="{D7CAEA86-9BA4-449E-9D8B-6A9E7280A921}" type="presParOf" srcId="{146451E5-1613-43DE-9C8F-4EF2EF3B13C4}" destId="{A1CA7E97-6628-4759-9E2D-EBFB63ED7926}"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CDEE4D2-9E22-43D6-BD56-6617EFF87767}" type="doc">
      <dgm:prSet loTypeId="urn:microsoft.com/office/officeart/2005/8/layout/chevron2" loCatId="list" qsTypeId="urn:microsoft.com/office/officeart/2005/8/quickstyle/simple1" qsCatId="simple" csTypeId="urn:microsoft.com/office/officeart/2005/8/colors/accent2_5" csCatId="accent2" phldr="1"/>
      <dgm:spPr/>
      <dgm:t>
        <a:bodyPr/>
        <a:lstStyle/>
        <a:p>
          <a:endParaRPr lang="en-US"/>
        </a:p>
      </dgm:t>
    </dgm:pt>
    <dgm:pt modelId="{A8EFA713-D3D7-4597-9E54-849EC33A4AA3}">
      <dgm:prSet phldrT="[Text]" custT="1"/>
      <dgm:spPr/>
      <dgm:t>
        <a:bodyPr/>
        <a:lstStyle/>
        <a:p>
          <a:r>
            <a:rPr lang="en-US" sz="4000" b="0" i="0"/>
            <a:t>1</a:t>
          </a:r>
          <a:endParaRPr lang="en-US" sz="4000"/>
        </a:p>
      </dgm:t>
    </dgm:pt>
    <dgm:pt modelId="{8481CF9D-6778-4F4F-8436-103770C7BE07}" type="parTrans" cxnId="{3C90399E-0451-47F7-B901-E4BECBAEC0E9}">
      <dgm:prSet/>
      <dgm:spPr/>
      <dgm:t>
        <a:bodyPr/>
        <a:lstStyle/>
        <a:p>
          <a:endParaRPr lang="en-US" sz="3200"/>
        </a:p>
      </dgm:t>
    </dgm:pt>
    <dgm:pt modelId="{C1459E76-E79A-498B-AFA7-285C0DD6D367}" type="sibTrans" cxnId="{3C90399E-0451-47F7-B901-E4BECBAEC0E9}">
      <dgm:prSet/>
      <dgm:spPr/>
      <dgm:t>
        <a:bodyPr/>
        <a:lstStyle/>
        <a:p>
          <a:endParaRPr lang="en-US" sz="3200"/>
        </a:p>
      </dgm:t>
    </dgm:pt>
    <dgm:pt modelId="{DF7D507A-1633-410F-AE88-656A8BE7C842}">
      <dgm:prSet custT="1"/>
      <dgm:spPr/>
      <dgm:t>
        <a:bodyPr/>
        <a:lstStyle/>
        <a:p>
          <a:r>
            <a:rPr lang="en-US" sz="4000" b="0" i="0"/>
            <a:t>2</a:t>
          </a:r>
        </a:p>
      </dgm:t>
    </dgm:pt>
    <dgm:pt modelId="{A90EAECB-B647-4EFB-8647-2D9009829440}" type="parTrans" cxnId="{FD5FFC78-0D76-416A-A15D-42B87A89AFE7}">
      <dgm:prSet/>
      <dgm:spPr/>
      <dgm:t>
        <a:bodyPr/>
        <a:lstStyle/>
        <a:p>
          <a:endParaRPr lang="en-US" sz="3200"/>
        </a:p>
      </dgm:t>
    </dgm:pt>
    <dgm:pt modelId="{5FD6B2FC-7443-462F-A2D1-4E03522CBBD5}" type="sibTrans" cxnId="{FD5FFC78-0D76-416A-A15D-42B87A89AFE7}">
      <dgm:prSet/>
      <dgm:spPr/>
      <dgm:t>
        <a:bodyPr/>
        <a:lstStyle/>
        <a:p>
          <a:endParaRPr lang="en-US" sz="3200"/>
        </a:p>
      </dgm:t>
    </dgm:pt>
    <dgm:pt modelId="{1666CCE2-CEF6-4E57-AF4E-0A8A2884645D}">
      <dgm:prSet phldrT="[Text]" custT="1"/>
      <dgm:spPr/>
      <dgm:t>
        <a:bodyPr/>
        <a:lstStyle/>
        <a:p>
          <a:r>
            <a:rPr lang="en-US" sz="2000" b="0" i="0"/>
            <a:t>Open the command prompt from cloned repository</a:t>
          </a:r>
          <a:endParaRPr lang="en-US" sz="2000"/>
        </a:p>
      </dgm:t>
    </dgm:pt>
    <dgm:pt modelId="{FB41DA32-5A1B-49F6-9DAD-27F4EB63E344}" type="parTrans" cxnId="{CD439F41-09DA-46E8-B4CA-9AEAA9166964}">
      <dgm:prSet/>
      <dgm:spPr/>
      <dgm:t>
        <a:bodyPr/>
        <a:lstStyle/>
        <a:p>
          <a:endParaRPr lang="en-US" sz="3200"/>
        </a:p>
      </dgm:t>
    </dgm:pt>
    <dgm:pt modelId="{35C0FFD7-B4D8-439C-86F2-6C2C1A2DCC10}" type="sibTrans" cxnId="{CD439F41-09DA-46E8-B4CA-9AEAA9166964}">
      <dgm:prSet/>
      <dgm:spPr/>
      <dgm:t>
        <a:bodyPr/>
        <a:lstStyle/>
        <a:p>
          <a:endParaRPr lang="en-US" sz="3200"/>
        </a:p>
      </dgm:t>
    </dgm:pt>
    <dgm:pt modelId="{51E85A1F-2EA8-4448-A263-0ED2B9B70288}">
      <dgm:prSet custT="1"/>
      <dgm:spPr/>
      <dgm:t>
        <a:bodyPr/>
        <a:lstStyle/>
        <a:p>
          <a:r>
            <a:rPr lang="en-US" sz="2000" b="0" i="0"/>
            <a:t> Set the path of the directory. E.g. </a:t>
          </a:r>
          <a:r>
            <a:rPr lang="en-US" sz="2000" b="1" i="1">
              <a:solidFill>
                <a:srgbClr val="C00000"/>
              </a:solidFill>
            </a:rPr>
            <a:t>C:\Users\Moruson\Documents\d.moruCSC101\week-2</a:t>
          </a:r>
        </a:p>
      </dgm:t>
    </dgm:pt>
    <dgm:pt modelId="{12212EAF-07C4-4B0C-92D3-7348220F8E1C}" type="parTrans" cxnId="{4918081C-5A09-445C-AA36-79373E1D3F40}">
      <dgm:prSet/>
      <dgm:spPr/>
      <dgm:t>
        <a:bodyPr/>
        <a:lstStyle/>
        <a:p>
          <a:endParaRPr lang="en-US" sz="3200"/>
        </a:p>
      </dgm:t>
    </dgm:pt>
    <dgm:pt modelId="{BF5DFF01-6E51-42DA-A204-681AEEBDC88E}" type="sibTrans" cxnId="{4918081C-5A09-445C-AA36-79373E1D3F40}">
      <dgm:prSet/>
      <dgm:spPr/>
      <dgm:t>
        <a:bodyPr/>
        <a:lstStyle/>
        <a:p>
          <a:endParaRPr lang="en-US" sz="3200"/>
        </a:p>
      </dgm:t>
    </dgm:pt>
    <dgm:pt modelId="{95443630-90C2-453A-BA06-303B6C01FF4C}">
      <dgm:prSet custT="1"/>
      <dgm:spPr/>
      <dgm:t>
        <a:bodyPr/>
        <a:lstStyle/>
        <a:p>
          <a:r>
            <a:rPr lang="en-US" sz="4000" b="0" i="0"/>
            <a:t>3</a:t>
          </a:r>
        </a:p>
      </dgm:t>
    </dgm:pt>
    <dgm:pt modelId="{0B9CD69D-23F4-4226-925B-13306A823D86}" type="parTrans" cxnId="{8E1555E8-D54A-48BE-A28D-0B85F3FC07CE}">
      <dgm:prSet/>
      <dgm:spPr/>
      <dgm:t>
        <a:bodyPr/>
        <a:lstStyle/>
        <a:p>
          <a:endParaRPr lang="en-US" sz="3200"/>
        </a:p>
      </dgm:t>
    </dgm:pt>
    <dgm:pt modelId="{010D3B08-FD5A-4790-90BC-207362CF9649}" type="sibTrans" cxnId="{8E1555E8-D54A-48BE-A28D-0B85F3FC07CE}">
      <dgm:prSet/>
      <dgm:spPr/>
      <dgm:t>
        <a:bodyPr/>
        <a:lstStyle/>
        <a:p>
          <a:endParaRPr lang="en-US" sz="3200"/>
        </a:p>
      </dgm:t>
    </dgm:pt>
    <dgm:pt modelId="{CE81D87C-1B32-4723-A6B1-6918E1C32DB0}">
      <dgm:prSet custT="1"/>
      <dgm:spPr/>
      <dgm:t>
        <a:bodyPr/>
        <a:lstStyle/>
        <a:p>
          <a:r>
            <a:rPr lang="en-US" sz="2000" b="0" i="0"/>
            <a:t>Compile the above program using the </a:t>
          </a:r>
          <a:r>
            <a:rPr lang="en-US" sz="2000" b="1" i="1" err="1">
              <a:solidFill>
                <a:srgbClr val="C00000"/>
              </a:solidFill>
            </a:rPr>
            <a:t>rustc</a:t>
          </a:r>
          <a:r>
            <a:rPr lang="en-US" sz="2000" b="0" i="0"/>
            <a:t> command + </a:t>
          </a:r>
          <a:r>
            <a:rPr lang="en-US" sz="2000" b="1" i="1">
              <a:solidFill>
                <a:srgbClr val="C00000"/>
              </a:solidFill>
            </a:rPr>
            <a:t>filename.rs</a:t>
          </a:r>
          <a:r>
            <a:rPr lang="en-US" sz="2000" b="0" i="0"/>
            <a:t>.</a:t>
          </a:r>
        </a:p>
      </dgm:t>
    </dgm:pt>
    <dgm:pt modelId="{D1E41348-F15F-44EC-BA5D-4AFA53475C8A}" type="parTrans" cxnId="{52E1EAEB-72AD-4087-BEAB-D116981E2B9E}">
      <dgm:prSet/>
      <dgm:spPr/>
      <dgm:t>
        <a:bodyPr/>
        <a:lstStyle/>
        <a:p>
          <a:endParaRPr lang="en-US" sz="3200"/>
        </a:p>
      </dgm:t>
    </dgm:pt>
    <dgm:pt modelId="{2140B44C-6307-459C-9724-E22F494B6793}" type="sibTrans" cxnId="{52E1EAEB-72AD-4087-BEAB-D116981E2B9E}">
      <dgm:prSet/>
      <dgm:spPr/>
      <dgm:t>
        <a:bodyPr/>
        <a:lstStyle/>
        <a:p>
          <a:endParaRPr lang="en-US" sz="3200"/>
        </a:p>
      </dgm:t>
    </dgm:pt>
    <dgm:pt modelId="{5542221E-115A-4922-9C9D-A1DC33632243}">
      <dgm:prSet custT="1"/>
      <dgm:spPr/>
      <dgm:t>
        <a:bodyPr/>
        <a:lstStyle/>
        <a:p>
          <a:r>
            <a:rPr lang="en-US" sz="4000" b="0" i="0"/>
            <a:t>4</a:t>
          </a:r>
        </a:p>
      </dgm:t>
    </dgm:pt>
    <dgm:pt modelId="{F0C233F2-1DCB-4557-B05D-2A5F1D88F8D8}" type="parTrans" cxnId="{E2400B67-0B9B-4ED4-9DCB-F6473C345D32}">
      <dgm:prSet/>
      <dgm:spPr/>
      <dgm:t>
        <a:bodyPr/>
        <a:lstStyle/>
        <a:p>
          <a:endParaRPr lang="en-US" sz="3200"/>
        </a:p>
      </dgm:t>
    </dgm:pt>
    <dgm:pt modelId="{0E1523BC-0E8F-45DB-965D-785AFB8E68A5}" type="sibTrans" cxnId="{E2400B67-0B9B-4ED4-9DCB-F6473C345D32}">
      <dgm:prSet/>
      <dgm:spPr/>
      <dgm:t>
        <a:bodyPr/>
        <a:lstStyle/>
        <a:p>
          <a:endParaRPr lang="en-US" sz="3200"/>
        </a:p>
      </dgm:t>
    </dgm:pt>
    <dgm:pt modelId="{9C7D571B-7661-479C-AB12-8FB4D55D2A67}">
      <dgm:prSet custT="1"/>
      <dgm:spPr/>
      <dgm:t>
        <a:bodyPr/>
        <a:lstStyle/>
        <a:p>
          <a:r>
            <a:rPr lang="en-US" sz="2000" b="0" i="0"/>
            <a:t>Finally, run the program by using the command </a:t>
          </a:r>
          <a:r>
            <a:rPr lang="en-US" sz="2000" b="1" i="1">
              <a:solidFill>
                <a:srgbClr val="C00000"/>
              </a:solidFill>
            </a:rPr>
            <a:t>filename.exe</a:t>
          </a:r>
        </a:p>
      </dgm:t>
    </dgm:pt>
    <dgm:pt modelId="{657B098F-74D6-4587-9B61-4BBF78F8847A}" type="parTrans" cxnId="{4B5D9DAA-DED8-40EC-9C80-D67849F977BD}">
      <dgm:prSet/>
      <dgm:spPr/>
      <dgm:t>
        <a:bodyPr/>
        <a:lstStyle/>
        <a:p>
          <a:endParaRPr lang="en-US" sz="3200"/>
        </a:p>
      </dgm:t>
    </dgm:pt>
    <dgm:pt modelId="{899E18DA-F62F-4F81-A041-05A4324CCD9D}" type="sibTrans" cxnId="{4B5D9DAA-DED8-40EC-9C80-D67849F977BD}">
      <dgm:prSet/>
      <dgm:spPr/>
      <dgm:t>
        <a:bodyPr/>
        <a:lstStyle/>
        <a:p>
          <a:endParaRPr lang="en-US" sz="3200"/>
        </a:p>
      </dgm:t>
    </dgm:pt>
    <dgm:pt modelId="{0BD3142D-6F81-4F98-848D-BBEAEABD9444}" type="pres">
      <dgm:prSet presAssocID="{4CDEE4D2-9E22-43D6-BD56-6617EFF87767}" presName="linearFlow" presStyleCnt="0">
        <dgm:presLayoutVars>
          <dgm:dir/>
          <dgm:animLvl val="lvl"/>
          <dgm:resizeHandles val="exact"/>
        </dgm:presLayoutVars>
      </dgm:prSet>
      <dgm:spPr/>
    </dgm:pt>
    <dgm:pt modelId="{A1256561-667E-45BE-951E-8899A933F1DE}" type="pres">
      <dgm:prSet presAssocID="{A8EFA713-D3D7-4597-9E54-849EC33A4AA3}" presName="composite" presStyleCnt="0"/>
      <dgm:spPr/>
    </dgm:pt>
    <dgm:pt modelId="{F4D98EFE-7396-4864-B346-0AF8D6E46A93}" type="pres">
      <dgm:prSet presAssocID="{A8EFA713-D3D7-4597-9E54-849EC33A4AA3}" presName="parentText" presStyleLbl="alignNode1" presStyleIdx="0" presStyleCnt="4">
        <dgm:presLayoutVars>
          <dgm:chMax val="1"/>
          <dgm:bulletEnabled val="1"/>
        </dgm:presLayoutVars>
      </dgm:prSet>
      <dgm:spPr/>
    </dgm:pt>
    <dgm:pt modelId="{08D90289-BA5E-4C13-9162-9B5E22C3B7CA}" type="pres">
      <dgm:prSet presAssocID="{A8EFA713-D3D7-4597-9E54-849EC33A4AA3}" presName="descendantText" presStyleLbl="alignAcc1" presStyleIdx="0" presStyleCnt="4">
        <dgm:presLayoutVars>
          <dgm:bulletEnabled val="1"/>
        </dgm:presLayoutVars>
      </dgm:prSet>
      <dgm:spPr/>
    </dgm:pt>
    <dgm:pt modelId="{4A99DE5C-D40B-46D0-8668-96265EF7DFBB}" type="pres">
      <dgm:prSet presAssocID="{C1459E76-E79A-498B-AFA7-285C0DD6D367}" presName="sp" presStyleCnt="0"/>
      <dgm:spPr/>
    </dgm:pt>
    <dgm:pt modelId="{A13404B4-3A2F-4C1B-8544-E518B95AAF81}" type="pres">
      <dgm:prSet presAssocID="{DF7D507A-1633-410F-AE88-656A8BE7C842}" presName="composite" presStyleCnt="0"/>
      <dgm:spPr/>
    </dgm:pt>
    <dgm:pt modelId="{F09E652C-8B0F-4FBA-9A1C-BCB5AFAA9769}" type="pres">
      <dgm:prSet presAssocID="{DF7D507A-1633-410F-AE88-656A8BE7C842}" presName="parentText" presStyleLbl="alignNode1" presStyleIdx="1" presStyleCnt="4">
        <dgm:presLayoutVars>
          <dgm:chMax val="1"/>
          <dgm:bulletEnabled val="1"/>
        </dgm:presLayoutVars>
      </dgm:prSet>
      <dgm:spPr/>
    </dgm:pt>
    <dgm:pt modelId="{E91B4FD3-E2ED-4A33-A68F-8E9C9921BE4F}" type="pres">
      <dgm:prSet presAssocID="{DF7D507A-1633-410F-AE88-656A8BE7C842}" presName="descendantText" presStyleLbl="alignAcc1" presStyleIdx="1" presStyleCnt="4">
        <dgm:presLayoutVars>
          <dgm:bulletEnabled val="1"/>
        </dgm:presLayoutVars>
      </dgm:prSet>
      <dgm:spPr/>
    </dgm:pt>
    <dgm:pt modelId="{7A27A2BF-DA79-4DC9-AD15-995485DA167A}" type="pres">
      <dgm:prSet presAssocID="{5FD6B2FC-7443-462F-A2D1-4E03522CBBD5}" presName="sp" presStyleCnt="0"/>
      <dgm:spPr/>
    </dgm:pt>
    <dgm:pt modelId="{D7DC792F-F54A-4A9F-9419-CDED9ED3756B}" type="pres">
      <dgm:prSet presAssocID="{95443630-90C2-453A-BA06-303B6C01FF4C}" presName="composite" presStyleCnt="0"/>
      <dgm:spPr/>
    </dgm:pt>
    <dgm:pt modelId="{B97FAD44-27AF-4176-B956-E0DBAE273F64}" type="pres">
      <dgm:prSet presAssocID="{95443630-90C2-453A-BA06-303B6C01FF4C}" presName="parentText" presStyleLbl="alignNode1" presStyleIdx="2" presStyleCnt="4">
        <dgm:presLayoutVars>
          <dgm:chMax val="1"/>
          <dgm:bulletEnabled val="1"/>
        </dgm:presLayoutVars>
      </dgm:prSet>
      <dgm:spPr/>
    </dgm:pt>
    <dgm:pt modelId="{E1873F5E-098C-4F81-B148-E8F7DFC653E4}" type="pres">
      <dgm:prSet presAssocID="{95443630-90C2-453A-BA06-303B6C01FF4C}" presName="descendantText" presStyleLbl="alignAcc1" presStyleIdx="2" presStyleCnt="4">
        <dgm:presLayoutVars>
          <dgm:bulletEnabled val="1"/>
        </dgm:presLayoutVars>
      </dgm:prSet>
      <dgm:spPr/>
    </dgm:pt>
    <dgm:pt modelId="{83752F60-344E-41EC-B108-409F5E299BBB}" type="pres">
      <dgm:prSet presAssocID="{010D3B08-FD5A-4790-90BC-207362CF9649}" presName="sp" presStyleCnt="0"/>
      <dgm:spPr/>
    </dgm:pt>
    <dgm:pt modelId="{BE078AA1-FE74-4A8D-9DA3-92FBE8EFDAA5}" type="pres">
      <dgm:prSet presAssocID="{5542221E-115A-4922-9C9D-A1DC33632243}" presName="composite" presStyleCnt="0"/>
      <dgm:spPr/>
    </dgm:pt>
    <dgm:pt modelId="{FD9BFDA0-6694-4F15-B3B7-106C8C9A4C43}" type="pres">
      <dgm:prSet presAssocID="{5542221E-115A-4922-9C9D-A1DC33632243}" presName="parentText" presStyleLbl="alignNode1" presStyleIdx="3" presStyleCnt="4">
        <dgm:presLayoutVars>
          <dgm:chMax val="1"/>
          <dgm:bulletEnabled val="1"/>
        </dgm:presLayoutVars>
      </dgm:prSet>
      <dgm:spPr/>
    </dgm:pt>
    <dgm:pt modelId="{C3866465-2520-4F05-A0FC-ECBCB2B98E1E}" type="pres">
      <dgm:prSet presAssocID="{5542221E-115A-4922-9C9D-A1DC33632243}" presName="descendantText" presStyleLbl="alignAcc1" presStyleIdx="3" presStyleCnt="4">
        <dgm:presLayoutVars>
          <dgm:bulletEnabled val="1"/>
        </dgm:presLayoutVars>
      </dgm:prSet>
      <dgm:spPr/>
    </dgm:pt>
  </dgm:ptLst>
  <dgm:cxnLst>
    <dgm:cxn modelId="{67511B02-1722-480E-BC99-8F7FD8DD9D11}" type="presOf" srcId="{1666CCE2-CEF6-4E57-AF4E-0A8A2884645D}" destId="{08D90289-BA5E-4C13-9162-9B5E22C3B7CA}" srcOrd="0" destOrd="0" presId="urn:microsoft.com/office/officeart/2005/8/layout/chevron2"/>
    <dgm:cxn modelId="{ED71B808-9177-475F-A291-E94A38AC12ED}" type="presOf" srcId="{9C7D571B-7661-479C-AB12-8FB4D55D2A67}" destId="{C3866465-2520-4F05-A0FC-ECBCB2B98E1E}" srcOrd="0" destOrd="0" presId="urn:microsoft.com/office/officeart/2005/8/layout/chevron2"/>
    <dgm:cxn modelId="{4918081C-5A09-445C-AA36-79373E1D3F40}" srcId="{DF7D507A-1633-410F-AE88-656A8BE7C842}" destId="{51E85A1F-2EA8-4448-A263-0ED2B9B70288}" srcOrd="0" destOrd="0" parTransId="{12212EAF-07C4-4B0C-92D3-7348220F8E1C}" sibTransId="{BF5DFF01-6E51-42DA-A204-681AEEBDC88E}"/>
    <dgm:cxn modelId="{7DCE5234-AA14-4BC4-8AF8-7DC5EB9F5926}" type="presOf" srcId="{CE81D87C-1B32-4723-A6B1-6918E1C32DB0}" destId="{E1873F5E-098C-4F81-B148-E8F7DFC653E4}" srcOrd="0" destOrd="0" presId="urn:microsoft.com/office/officeart/2005/8/layout/chevron2"/>
    <dgm:cxn modelId="{C0445E3F-B2D1-4202-A6D3-5D46BF84BFBB}" type="presOf" srcId="{51E85A1F-2EA8-4448-A263-0ED2B9B70288}" destId="{E91B4FD3-E2ED-4A33-A68F-8E9C9921BE4F}" srcOrd="0" destOrd="0" presId="urn:microsoft.com/office/officeart/2005/8/layout/chevron2"/>
    <dgm:cxn modelId="{CD439F41-09DA-46E8-B4CA-9AEAA9166964}" srcId="{A8EFA713-D3D7-4597-9E54-849EC33A4AA3}" destId="{1666CCE2-CEF6-4E57-AF4E-0A8A2884645D}" srcOrd="0" destOrd="0" parTransId="{FB41DA32-5A1B-49F6-9DAD-27F4EB63E344}" sibTransId="{35C0FFD7-B4D8-439C-86F2-6C2C1A2DCC10}"/>
    <dgm:cxn modelId="{E2400B67-0B9B-4ED4-9DCB-F6473C345D32}" srcId="{4CDEE4D2-9E22-43D6-BD56-6617EFF87767}" destId="{5542221E-115A-4922-9C9D-A1DC33632243}" srcOrd="3" destOrd="0" parTransId="{F0C233F2-1DCB-4557-B05D-2A5F1D88F8D8}" sibTransId="{0E1523BC-0E8F-45DB-965D-785AFB8E68A5}"/>
    <dgm:cxn modelId="{FD5FFC78-0D76-416A-A15D-42B87A89AFE7}" srcId="{4CDEE4D2-9E22-43D6-BD56-6617EFF87767}" destId="{DF7D507A-1633-410F-AE88-656A8BE7C842}" srcOrd="1" destOrd="0" parTransId="{A90EAECB-B647-4EFB-8647-2D9009829440}" sibTransId="{5FD6B2FC-7443-462F-A2D1-4E03522CBBD5}"/>
    <dgm:cxn modelId="{7028908D-8BD7-4F5A-B3FB-CFA161EE73FB}" type="presOf" srcId="{4CDEE4D2-9E22-43D6-BD56-6617EFF87767}" destId="{0BD3142D-6F81-4F98-848D-BBEAEABD9444}" srcOrd="0" destOrd="0" presId="urn:microsoft.com/office/officeart/2005/8/layout/chevron2"/>
    <dgm:cxn modelId="{3C90399E-0451-47F7-B901-E4BECBAEC0E9}" srcId="{4CDEE4D2-9E22-43D6-BD56-6617EFF87767}" destId="{A8EFA713-D3D7-4597-9E54-849EC33A4AA3}" srcOrd="0" destOrd="0" parTransId="{8481CF9D-6778-4F4F-8436-103770C7BE07}" sibTransId="{C1459E76-E79A-498B-AFA7-285C0DD6D367}"/>
    <dgm:cxn modelId="{493ABEA3-0BC0-4A1B-AF1C-E0671DE979C1}" type="presOf" srcId="{95443630-90C2-453A-BA06-303B6C01FF4C}" destId="{B97FAD44-27AF-4176-B956-E0DBAE273F64}" srcOrd="0" destOrd="0" presId="urn:microsoft.com/office/officeart/2005/8/layout/chevron2"/>
    <dgm:cxn modelId="{D994D0A7-054D-4420-9F53-58A68F64AEF6}" type="presOf" srcId="{A8EFA713-D3D7-4597-9E54-849EC33A4AA3}" destId="{F4D98EFE-7396-4864-B346-0AF8D6E46A93}" srcOrd="0" destOrd="0" presId="urn:microsoft.com/office/officeart/2005/8/layout/chevron2"/>
    <dgm:cxn modelId="{4B5D9DAA-DED8-40EC-9C80-D67849F977BD}" srcId="{5542221E-115A-4922-9C9D-A1DC33632243}" destId="{9C7D571B-7661-479C-AB12-8FB4D55D2A67}" srcOrd="0" destOrd="0" parTransId="{657B098F-74D6-4587-9B61-4BBF78F8847A}" sibTransId="{899E18DA-F62F-4F81-A041-05A4324CCD9D}"/>
    <dgm:cxn modelId="{F3C484BC-69EC-4A23-A41F-E9864A0495CC}" type="presOf" srcId="{DF7D507A-1633-410F-AE88-656A8BE7C842}" destId="{F09E652C-8B0F-4FBA-9A1C-BCB5AFAA9769}" srcOrd="0" destOrd="0" presId="urn:microsoft.com/office/officeart/2005/8/layout/chevron2"/>
    <dgm:cxn modelId="{9F8583D2-4CCD-4D9A-A308-4292B11FD54A}" type="presOf" srcId="{5542221E-115A-4922-9C9D-A1DC33632243}" destId="{FD9BFDA0-6694-4F15-B3B7-106C8C9A4C43}" srcOrd="0" destOrd="0" presId="urn:microsoft.com/office/officeart/2005/8/layout/chevron2"/>
    <dgm:cxn modelId="{8E1555E8-D54A-48BE-A28D-0B85F3FC07CE}" srcId="{4CDEE4D2-9E22-43D6-BD56-6617EFF87767}" destId="{95443630-90C2-453A-BA06-303B6C01FF4C}" srcOrd="2" destOrd="0" parTransId="{0B9CD69D-23F4-4226-925B-13306A823D86}" sibTransId="{010D3B08-FD5A-4790-90BC-207362CF9649}"/>
    <dgm:cxn modelId="{52E1EAEB-72AD-4087-BEAB-D116981E2B9E}" srcId="{95443630-90C2-453A-BA06-303B6C01FF4C}" destId="{CE81D87C-1B32-4723-A6B1-6918E1C32DB0}" srcOrd="0" destOrd="0" parTransId="{D1E41348-F15F-44EC-BA5D-4AFA53475C8A}" sibTransId="{2140B44C-6307-459C-9724-E22F494B6793}"/>
    <dgm:cxn modelId="{9E755063-DE45-4290-9BE1-B6793D9CA4D0}" type="presParOf" srcId="{0BD3142D-6F81-4F98-848D-BBEAEABD9444}" destId="{A1256561-667E-45BE-951E-8899A933F1DE}" srcOrd="0" destOrd="0" presId="urn:microsoft.com/office/officeart/2005/8/layout/chevron2"/>
    <dgm:cxn modelId="{C8B21FDF-30F5-4D31-B7E6-EAF0968300E8}" type="presParOf" srcId="{A1256561-667E-45BE-951E-8899A933F1DE}" destId="{F4D98EFE-7396-4864-B346-0AF8D6E46A93}" srcOrd="0" destOrd="0" presId="urn:microsoft.com/office/officeart/2005/8/layout/chevron2"/>
    <dgm:cxn modelId="{34205247-C150-426A-9DAA-C9B0D0823A9C}" type="presParOf" srcId="{A1256561-667E-45BE-951E-8899A933F1DE}" destId="{08D90289-BA5E-4C13-9162-9B5E22C3B7CA}" srcOrd="1" destOrd="0" presId="urn:microsoft.com/office/officeart/2005/8/layout/chevron2"/>
    <dgm:cxn modelId="{1D16AE9D-A439-40A8-877F-95D141AA7617}" type="presParOf" srcId="{0BD3142D-6F81-4F98-848D-BBEAEABD9444}" destId="{4A99DE5C-D40B-46D0-8668-96265EF7DFBB}" srcOrd="1" destOrd="0" presId="urn:microsoft.com/office/officeart/2005/8/layout/chevron2"/>
    <dgm:cxn modelId="{F2EB6CB5-F4A4-4B4C-A3A1-FF5DC3696E16}" type="presParOf" srcId="{0BD3142D-6F81-4F98-848D-BBEAEABD9444}" destId="{A13404B4-3A2F-4C1B-8544-E518B95AAF81}" srcOrd="2" destOrd="0" presId="urn:microsoft.com/office/officeart/2005/8/layout/chevron2"/>
    <dgm:cxn modelId="{27A587CA-619D-412E-AEE5-02FE0F86BB57}" type="presParOf" srcId="{A13404B4-3A2F-4C1B-8544-E518B95AAF81}" destId="{F09E652C-8B0F-4FBA-9A1C-BCB5AFAA9769}" srcOrd="0" destOrd="0" presId="urn:microsoft.com/office/officeart/2005/8/layout/chevron2"/>
    <dgm:cxn modelId="{146853D6-B7EF-4A75-85C3-EE7105D09C26}" type="presParOf" srcId="{A13404B4-3A2F-4C1B-8544-E518B95AAF81}" destId="{E91B4FD3-E2ED-4A33-A68F-8E9C9921BE4F}" srcOrd="1" destOrd="0" presId="urn:microsoft.com/office/officeart/2005/8/layout/chevron2"/>
    <dgm:cxn modelId="{50D37460-F903-4615-BEA1-113176F761C2}" type="presParOf" srcId="{0BD3142D-6F81-4F98-848D-BBEAEABD9444}" destId="{7A27A2BF-DA79-4DC9-AD15-995485DA167A}" srcOrd="3" destOrd="0" presId="urn:microsoft.com/office/officeart/2005/8/layout/chevron2"/>
    <dgm:cxn modelId="{BBCD5263-C595-4D99-A985-17BF8B705ABE}" type="presParOf" srcId="{0BD3142D-6F81-4F98-848D-BBEAEABD9444}" destId="{D7DC792F-F54A-4A9F-9419-CDED9ED3756B}" srcOrd="4" destOrd="0" presId="urn:microsoft.com/office/officeart/2005/8/layout/chevron2"/>
    <dgm:cxn modelId="{AE73032D-174D-4846-9B9D-789CC4435D36}" type="presParOf" srcId="{D7DC792F-F54A-4A9F-9419-CDED9ED3756B}" destId="{B97FAD44-27AF-4176-B956-E0DBAE273F64}" srcOrd="0" destOrd="0" presId="urn:microsoft.com/office/officeart/2005/8/layout/chevron2"/>
    <dgm:cxn modelId="{444FC2B1-6E17-414E-8DEE-84E1A39BC5B6}" type="presParOf" srcId="{D7DC792F-F54A-4A9F-9419-CDED9ED3756B}" destId="{E1873F5E-098C-4F81-B148-E8F7DFC653E4}" srcOrd="1" destOrd="0" presId="urn:microsoft.com/office/officeart/2005/8/layout/chevron2"/>
    <dgm:cxn modelId="{8ADF0AC8-7C85-4D61-AA34-27262961265E}" type="presParOf" srcId="{0BD3142D-6F81-4F98-848D-BBEAEABD9444}" destId="{83752F60-344E-41EC-B108-409F5E299BBB}" srcOrd="5" destOrd="0" presId="urn:microsoft.com/office/officeart/2005/8/layout/chevron2"/>
    <dgm:cxn modelId="{546F7588-9477-408B-B965-298A89DDCA5D}" type="presParOf" srcId="{0BD3142D-6F81-4F98-848D-BBEAEABD9444}" destId="{BE078AA1-FE74-4A8D-9DA3-92FBE8EFDAA5}" srcOrd="6" destOrd="0" presId="urn:microsoft.com/office/officeart/2005/8/layout/chevron2"/>
    <dgm:cxn modelId="{9ECA23DC-48B6-4EFF-A3F7-384529297EB9}" type="presParOf" srcId="{BE078AA1-FE74-4A8D-9DA3-92FBE8EFDAA5}" destId="{FD9BFDA0-6694-4F15-B3B7-106C8C9A4C43}" srcOrd="0" destOrd="0" presId="urn:microsoft.com/office/officeart/2005/8/layout/chevron2"/>
    <dgm:cxn modelId="{7E720379-3494-4A87-8BA7-351581CB1401}" type="presParOf" srcId="{BE078AA1-FE74-4A8D-9DA3-92FBE8EFDAA5}" destId="{C3866465-2520-4F05-A0FC-ECBCB2B98E1E}"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CDEE4D2-9E22-43D6-BD56-6617EFF87767}"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US"/>
        </a:p>
      </dgm:t>
    </dgm:pt>
    <dgm:pt modelId="{C10ABE2F-499D-4FDA-A730-A19F6C871FF5}">
      <dgm:prSet/>
      <dgm:spPr/>
      <dgm:t>
        <a:bodyPr/>
        <a:lstStyle/>
        <a:p>
          <a:r>
            <a:rPr lang="en-US" b="0" i="0"/>
            <a:t>Rust provides a powerful macro system that allows meta-programming. </a:t>
          </a:r>
          <a:endParaRPr lang="en-US"/>
        </a:p>
      </dgm:t>
    </dgm:pt>
    <dgm:pt modelId="{2777C8D5-44F4-4660-AFB1-A23BF0EB15E5}" type="parTrans" cxnId="{4431C3EF-7E71-4D09-B84B-47F41DBCBB53}">
      <dgm:prSet/>
      <dgm:spPr/>
      <dgm:t>
        <a:bodyPr/>
        <a:lstStyle/>
        <a:p>
          <a:endParaRPr lang="en-US"/>
        </a:p>
      </dgm:t>
    </dgm:pt>
    <dgm:pt modelId="{10E05D10-16D6-460F-8A0A-4EDB78EE25D4}" type="sibTrans" cxnId="{4431C3EF-7E71-4D09-B84B-47F41DBCBB53}">
      <dgm:prSet/>
      <dgm:spPr/>
      <dgm:t>
        <a:bodyPr/>
        <a:lstStyle/>
        <a:p>
          <a:endParaRPr lang="en-US"/>
        </a:p>
      </dgm:t>
    </dgm:pt>
    <dgm:pt modelId="{D952EABB-B2BD-4FA2-A91B-8A4EB9BF686A}">
      <dgm:prSet/>
      <dgm:spPr/>
      <dgm:t>
        <a:bodyPr/>
        <a:lstStyle/>
        <a:p>
          <a:r>
            <a:rPr lang="en-US" b="0" i="0"/>
            <a:t>Macros look like functions, except that their name ends with a bang(!).</a:t>
          </a:r>
          <a:endParaRPr lang="en-US"/>
        </a:p>
      </dgm:t>
    </dgm:pt>
    <dgm:pt modelId="{2EB7FA59-34A8-4B38-85DA-BE210477D88F}" type="parTrans" cxnId="{C7FDAD7F-B15F-49D1-9048-58B8FD20385B}">
      <dgm:prSet/>
      <dgm:spPr/>
      <dgm:t>
        <a:bodyPr/>
        <a:lstStyle/>
        <a:p>
          <a:endParaRPr lang="en-US"/>
        </a:p>
      </dgm:t>
    </dgm:pt>
    <dgm:pt modelId="{C07FFBF5-E307-406F-954F-A3117A7AB0BD}" type="sibTrans" cxnId="{C7FDAD7F-B15F-49D1-9048-58B8FD20385B}">
      <dgm:prSet/>
      <dgm:spPr/>
      <dgm:t>
        <a:bodyPr/>
        <a:lstStyle/>
        <a:p>
          <a:endParaRPr lang="en-US"/>
        </a:p>
      </dgm:t>
    </dgm:pt>
    <dgm:pt modelId="{BB458F96-328B-4909-B62D-40B10343EB24}">
      <dgm:prSet/>
      <dgm:spPr/>
      <dgm:t>
        <a:bodyPr/>
        <a:lstStyle/>
        <a:p>
          <a:r>
            <a:rPr lang="en-US" b="0" i="0"/>
            <a:t>Instead of generating a function call, macros are expanded into source code that gets compiled with the rest of the program. </a:t>
          </a:r>
          <a:endParaRPr lang="en-US"/>
        </a:p>
      </dgm:t>
    </dgm:pt>
    <dgm:pt modelId="{0EE693FA-AB42-4603-BC4C-6382BA6A4214}" type="parTrans" cxnId="{04AC3698-26BF-4F3D-97A9-781575ACD5C8}">
      <dgm:prSet/>
      <dgm:spPr/>
      <dgm:t>
        <a:bodyPr/>
        <a:lstStyle/>
        <a:p>
          <a:endParaRPr lang="en-US"/>
        </a:p>
      </dgm:t>
    </dgm:pt>
    <dgm:pt modelId="{73B583FE-1ED9-4259-B722-D6085EA4F74B}" type="sibTrans" cxnId="{04AC3698-26BF-4F3D-97A9-781575ACD5C8}">
      <dgm:prSet/>
      <dgm:spPr/>
      <dgm:t>
        <a:bodyPr/>
        <a:lstStyle/>
        <a:p>
          <a:endParaRPr lang="en-US"/>
        </a:p>
      </dgm:t>
    </dgm:pt>
    <dgm:pt modelId="{B1286597-E5A6-406D-9D91-F03B125C1C3F}">
      <dgm:prSet/>
      <dgm:spPr/>
      <dgm:t>
        <a:bodyPr/>
        <a:lstStyle/>
        <a:p>
          <a:r>
            <a:rPr lang="en-US" b="0" i="0"/>
            <a:t>Macros provide more runtime features to a program unlike functions.</a:t>
          </a:r>
          <a:endParaRPr lang="en-US"/>
        </a:p>
      </dgm:t>
    </dgm:pt>
    <dgm:pt modelId="{F0639FAA-E5DF-4F41-AE46-F3A6ECE8AF84}" type="parTrans" cxnId="{8260F07A-6573-4810-9A86-44F811C0B021}">
      <dgm:prSet/>
      <dgm:spPr/>
      <dgm:t>
        <a:bodyPr/>
        <a:lstStyle/>
        <a:p>
          <a:endParaRPr lang="en-US"/>
        </a:p>
      </dgm:t>
    </dgm:pt>
    <dgm:pt modelId="{55EEB013-F01A-4F0E-A43C-D94CBF4FC916}" type="sibTrans" cxnId="{8260F07A-6573-4810-9A86-44F811C0B021}">
      <dgm:prSet/>
      <dgm:spPr/>
      <dgm:t>
        <a:bodyPr/>
        <a:lstStyle/>
        <a:p>
          <a:endParaRPr lang="en-US"/>
        </a:p>
      </dgm:t>
    </dgm:pt>
    <dgm:pt modelId="{CCC5C8F6-4715-4E37-B8A1-529B35B41045}">
      <dgm:prSet/>
      <dgm:spPr/>
      <dgm:t>
        <a:bodyPr/>
        <a:lstStyle/>
        <a:p>
          <a:r>
            <a:rPr lang="en-US" b="0" i="0"/>
            <a:t> Macros are an extended version of functions.</a:t>
          </a:r>
          <a:endParaRPr lang="en-US"/>
        </a:p>
      </dgm:t>
    </dgm:pt>
    <dgm:pt modelId="{A7E455F2-62FC-40A4-86BE-21C82BCFB385}" type="parTrans" cxnId="{A8CA7910-CD80-4018-8B77-A14B73A3B736}">
      <dgm:prSet/>
      <dgm:spPr/>
      <dgm:t>
        <a:bodyPr/>
        <a:lstStyle/>
        <a:p>
          <a:endParaRPr lang="en-US"/>
        </a:p>
      </dgm:t>
    </dgm:pt>
    <dgm:pt modelId="{A04E43E3-5167-4A0F-90D9-EBD7A7289B7D}" type="sibTrans" cxnId="{A8CA7910-CD80-4018-8B77-A14B73A3B736}">
      <dgm:prSet/>
      <dgm:spPr/>
      <dgm:t>
        <a:bodyPr/>
        <a:lstStyle/>
        <a:p>
          <a:endParaRPr lang="en-US"/>
        </a:p>
      </dgm:t>
    </dgm:pt>
    <dgm:pt modelId="{146451E5-1613-43DE-9C8F-4EF2EF3B13C4}" type="pres">
      <dgm:prSet presAssocID="{4CDEE4D2-9E22-43D6-BD56-6617EFF87767}" presName="linear" presStyleCnt="0">
        <dgm:presLayoutVars>
          <dgm:animLvl val="lvl"/>
          <dgm:resizeHandles val="exact"/>
        </dgm:presLayoutVars>
      </dgm:prSet>
      <dgm:spPr/>
    </dgm:pt>
    <dgm:pt modelId="{CF78E111-DBD6-4EF6-B5C5-AA089C91B261}" type="pres">
      <dgm:prSet presAssocID="{C10ABE2F-499D-4FDA-A730-A19F6C871FF5}" presName="parentText" presStyleLbl="node1" presStyleIdx="0" presStyleCnt="5">
        <dgm:presLayoutVars>
          <dgm:chMax val="0"/>
          <dgm:bulletEnabled val="1"/>
        </dgm:presLayoutVars>
      </dgm:prSet>
      <dgm:spPr/>
    </dgm:pt>
    <dgm:pt modelId="{F241318D-5476-4F6D-A12C-707EF21CFDA1}" type="pres">
      <dgm:prSet presAssocID="{10E05D10-16D6-460F-8A0A-4EDB78EE25D4}" presName="spacer" presStyleCnt="0"/>
      <dgm:spPr/>
    </dgm:pt>
    <dgm:pt modelId="{1D707650-0987-43A1-BEB5-DA9B09A0C90B}" type="pres">
      <dgm:prSet presAssocID="{D952EABB-B2BD-4FA2-A91B-8A4EB9BF686A}" presName="parentText" presStyleLbl="node1" presStyleIdx="1" presStyleCnt="5">
        <dgm:presLayoutVars>
          <dgm:chMax val="0"/>
          <dgm:bulletEnabled val="1"/>
        </dgm:presLayoutVars>
      </dgm:prSet>
      <dgm:spPr/>
    </dgm:pt>
    <dgm:pt modelId="{93AEEF7C-657C-41E6-B3A2-92F70CE2B77D}" type="pres">
      <dgm:prSet presAssocID="{C07FFBF5-E307-406F-954F-A3117A7AB0BD}" presName="spacer" presStyleCnt="0"/>
      <dgm:spPr/>
    </dgm:pt>
    <dgm:pt modelId="{7E4764D8-9E03-4830-A342-5D9ED93C6434}" type="pres">
      <dgm:prSet presAssocID="{BB458F96-328B-4909-B62D-40B10343EB24}" presName="parentText" presStyleLbl="node1" presStyleIdx="2" presStyleCnt="5">
        <dgm:presLayoutVars>
          <dgm:chMax val="0"/>
          <dgm:bulletEnabled val="1"/>
        </dgm:presLayoutVars>
      </dgm:prSet>
      <dgm:spPr/>
    </dgm:pt>
    <dgm:pt modelId="{74DC2D7B-4454-47F5-A222-085B70ABF1BF}" type="pres">
      <dgm:prSet presAssocID="{73B583FE-1ED9-4259-B722-D6085EA4F74B}" presName="spacer" presStyleCnt="0"/>
      <dgm:spPr/>
    </dgm:pt>
    <dgm:pt modelId="{780B9C2F-210F-4659-82C9-D46103CA16CB}" type="pres">
      <dgm:prSet presAssocID="{B1286597-E5A6-406D-9D91-F03B125C1C3F}" presName="parentText" presStyleLbl="node1" presStyleIdx="3" presStyleCnt="5">
        <dgm:presLayoutVars>
          <dgm:chMax val="0"/>
          <dgm:bulletEnabled val="1"/>
        </dgm:presLayoutVars>
      </dgm:prSet>
      <dgm:spPr/>
    </dgm:pt>
    <dgm:pt modelId="{28F2A50D-8618-44C9-9CCF-F875AA92C77B}" type="pres">
      <dgm:prSet presAssocID="{55EEB013-F01A-4F0E-A43C-D94CBF4FC916}" presName="spacer" presStyleCnt="0"/>
      <dgm:spPr/>
    </dgm:pt>
    <dgm:pt modelId="{82A66482-AC59-4294-90DA-9CFB7A1B7E69}" type="pres">
      <dgm:prSet presAssocID="{CCC5C8F6-4715-4E37-B8A1-529B35B41045}" presName="parentText" presStyleLbl="node1" presStyleIdx="4" presStyleCnt="5">
        <dgm:presLayoutVars>
          <dgm:chMax val="0"/>
          <dgm:bulletEnabled val="1"/>
        </dgm:presLayoutVars>
      </dgm:prSet>
      <dgm:spPr/>
    </dgm:pt>
  </dgm:ptLst>
  <dgm:cxnLst>
    <dgm:cxn modelId="{62ABF70D-11EE-4939-A56A-6FA36F94DEEA}" type="presOf" srcId="{CCC5C8F6-4715-4E37-B8A1-529B35B41045}" destId="{82A66482-AC59-4294-90DA-9CFB7A1B7E69}" srcOrd="0" destOrd="0" presId="urn:microsoft.com/office/officeart/2005/8/layout/vList2"/>
    <dgm:cxn modelId="{A8CA7910-CD80-4018-8B77-A14B73A3B736}" srcId="{4CDEE4D2-9E22-43D6-BD56-6617EFF87767}" destId="{CCC5C8F6-4715-4E37-B8A1-529B35B41045}" srcOrd="4" destOrd="0" parTransId="{A7E455F2-62FC-40A4-86BE-21C82BCFB385}" sibTransId="{A04E43E3-5167-4A0F-90D9-EBD7A7289B7D}"/>
    <dgm:cxn modelId="{6DC7096F-A40B-41B5-B829-3BC0DBB05B09}" type="presOf" srcId="{C10ABE2F-499D-4FDA-A730-A19F6C871FF5}" destId="{CF78E111-DBD6-4EF6-B5C5-AA089C91B261}" srcOrd="0" destOrd="0" presId="urn:microsoft.com/office/officeart/2005/8/layout/vList2"/>
    <dgm:cxn modelId="{8260F07A-6573-4810-9A86-44F811C0B021}" srcId="{4CDEE4D2-9E22-43D6-BD56-6617EFF87767}" destId="{B1286597-E5A6-406D-9D91-F03B125C1C3F}" srcOrd="3" destOrd="0" parTransId="{F0639FAA-E5DF-4F41-AE46-F3A6ECE8AF84}" sibTransId="{55EEB013-F01A-4F0E-A43C-D94CBF4FC916}"/>
    <dgm:cxn modelId="{C7FDAD7F-B15F-49D1-9048-58B8FD20385B}" srcId="{4CDEE4D2-9E22-43D6-BD56-6617EFF87767}" destId="{D952EABB-B2BD-4FA2-A91B-8A4EB9BF686A}" srcOrd="1" destOrd="0" parTransId="{2EB7FA59-34A8-4B38-85DA-BE210477D88F}" sibTransId="{C07FFBF5-E307-406F-954F-A3117A7AB0BD}"/>
    <dgm:cxn modelId="{68F9C882-CAD4-4DEF-AE52-271F86C9A33D}" type="presOf" srcId="{BB458F96-328B-4909-B62D-40B10343EB24}" destId="{7E4764D8-9E03-4830-A342-5D9ED93C6434}" srcOrd="0" destOrd="0" presId="urn:microsoft.com/office/officeart/2005/8/layout/vList2"/>
    <dgm:cxn modelId="{04AC3698-26BF-4F3D-97A9-781575ACD5C8}" srcId="{4CDEE4D2-9E22-43D6-BD56-6617EFF87767}" destId="{BB458F96-328B-4909-B62D-40B10343EB24}" srcOrd="2" destOrd="0" parTransId="{0EE693FA-AB42-4603-BC4C-6382BA6A4214}" sibTransId="{73B583FE-1ED9-4259-B722-D6085EA4F74B}"/>
    <dgm:cxn modelId="{51E699C3-4DE8-4083-B98B-5092F99DF05C}" type="presOf" srcId="{B1286597-E5A6-406D-9D91-F03B125C1C3F}" destId="{780B9C2F-210F-4659-82C9-D46103CA16CB}" srcOrd="0" destOrd="0" presId="urn:microsoft.com/office/officeart/2005/8/layout/vList2"/>
    <dgm:cxn modelId="{8C35B8C5-47A8-478A-8A35-CE6D3F42BEFB}" type="presOf" srcId="{D952EABB-B2BD-4FA2-A91B-8A4EB9BF686A}" destId="{1D707650-0987-43A1-BEB5-DA9B09A0C90B}" srcOrd="0" destOrd="0" presId="urn:microsoft.com/office/officeart/2005/8/layout/vList2"/>
    <dgm:cxn modelId="{9648E5C5-C3E9-4A3A-B803-A400548FA417}" type="presOf" srcId="{4CDEE4D2-9E22-43D6-BD56-6617EFF87767}" destId="{146451E5-1613-43DE-9C8F-4EF2EF3B13C4}" srcOrd="0" destOrd="0" presId="urn:microsoft.com/office/officeart/2005/8/layout/vList2"/>
    <dgm:cxn modelId="{4431C3EF-7E71-4D09-B84B-47F41DBCBB53}" srcId="{4CDEE4D2-9E22-43D6-BD56-6617EFF87767}" destId="{C10ABE2F-499D-4FDA-A730-A19F6C871FF5}" srcOrd="0" destOrd="0" parTransId="{2777C8D5-44F4-4660-AFB1-A23BF0EB15E5}" sibTransId="{10E05D10-16D6-460F-8A0A-4EDB78EE25D4}"/>
    <dgm:cxn modelId="{6BBE07BA-19CD-43DB-ABFA-91C32203CF46}" type="presParOf" srcId="{146451E5-1613-43DE-9C8F-4EF2EF3B13C4}" destId="{CF78E111-DBD6-4EF6-B5C5-AA089C91B261}" srcOrd="0" destOrd="0" presId="urn:microsoft.com/office/officeart/2005/8/layout/vList2"/>
    <dgm:cxn modelId="{A537BA00-6D45-49CA-880C-82679B365AE7}" type="presParOf" srcId="{146451E5-1613-43DE-9C8F-4EF2EF3B13C4}" destId="{F241318D-5476-4F6D-A12C-707EF21CFDA1}" srcOrd="1" destOrd="0" presId="urn:microsoft.com/office/officeart/2005/8/layout/vList2"/>
    <dgm:cxn modelId="{9DD7CEF1-6455-4CE2-AE3D-55B26571C6F4}" type="presParOf" srcId="{146451E5-1613-43DE-9C8F-4EF2EF3B13C4}" destId="{1D707650-0987-43A1-BEB5-DA9B09A0C90B}" srcOrd="2" destOrd="0" presId="urn:microsoft.com/office/officeart/2005/8/layout/vList2"/>
    <dgm:cxn modelId="{3427F71B-8795-49A2-9000-E179D552070D}" type="presParOf" srcId="{146451E5-1613-43DE-9C8F-4EF2EF3B13C4}" destId="{93AEEF7C-657C-41E6-B3A2-92F70CE2B77D}" srcOrd="3" destOrd="0" presId="urn:microsoft.com/office/officeart/2005/8/layout/vList2"/>
    <dgm:cxn modelId="{CDEC5BE0-CA05-4E5C-8AB8-7ABA7EBC4808}" type="presParOf" srcId="{146451E5-1613-43DE-9C8F-4EF2EF3B13C4}" destId="{7E4764D8-9E03-4830-A342-5D9ED93C6434}" srcOrd="4" destOrd="0" presId="urn:microsoft.com/office/officeart/2005/8/layout/vList2"/>
    <dgm:cxn modelId="{88D16D85-A3DD-435B-9FC1-4C5F43EBBBFA}" type="presParOf" srcId="{146451E5-1613-43DE-9C8F-4EF2EF3B13C4}" destId="{74DC2D7B-4454-47F5-A222-085B70ABF1BF}" srcOrd="5" destOrd="0" presId="urn:microsoft.com/office/officeart/2005/8/layout/vList2"/>
    <dgm:cxn modelId="{59DBEB17-E675-4994-92C8-05E75F71E775}" type="presParOf" srcId="{146451E5-1613-43DE-9C8F-4EF2EF3B13C4}" destId="{780B9C2F-210F-4659-82C9-D46103CA16CB}" srcOrd="6" destOrd="0" presId="urn:microsoft.com/office/officeart/2005/8/layout/vList2"/>
    <dgm:cxn modelId="{E91773CD-7A90-4F03-A99A-78A49F62CB46}" type="presParOf" srcId="{146451E5-1613-43DE-9C8F-4EF2EF3B13C4}" destId="{28F2A50D-8618-44C9-9CCF-F875AA92C77B}" srcOrd="7" destOrd="0" presId="urn:microsoft.com/office/officeart/2005/8/layout/vList2"/>
    <dgm:cxn modelId="{93238BCD-A634-48FD-AF33-9861C821CD03}" type="presParOf" srcId="{146451E5-1613-43DE-9C8F-4EF2EF3B13C4}" destId="{82A66482-AC59-4294-90DA-9CFB7A1B7E6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CDEE4D2-9E22-43D6-BD56-6617EFF87767}"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US"/>
        </a:p>
      </dgm:t>
    </dgm:pt>
    <dgm:pt modelId="{C10ABE2F-499D-4FDA-A730-A19F6C871FF5}">
      <dgm:prSet/>
      <dgm:spPr/>
      <dgm:t>
        <a:bodyPr/>
        <a:lstStyle/>
        <a:p>
          <a:r>
            <a:rPr lang="en-US" b="0" i="0"/>
            <a:t>Comments are a way to improve the readability of a program. Comments can be used to include additional information about a program like author of the code, hints about a function/ construct, etc. The compiler ignores comments.</a:t>
          </a:r>
          <a:endParaRPr lang="en-US"/>
        </a:p>
      </dgm:t>
    </dgm:pt>
    <dgm:pt modelId="{2777C8D5-44F4-4660-AFB1-A23BF0EB15E5}" type="parTrans" cxnId="{4431C3EF-7E71-4D09-B84B-47F41DBCBB53}">
      <dgm:prSet/>
      <dgm:spPr/>
      <dgm:t>
        <a:bodyPr/>
        <a:lstStyle/>
        <a:p>
          <a:endParaRPr lang="en-US"/>
        </a:p>
      </dgm:t>
    </dgm:pt>
    <dgm:pt modelId="{10E05D10-16D6-460F-8A0A-4EDB78EE25D4}" type="sibTrans" cxnId="{4431C3EF-7E71-4D09-B84B-47F41DBCBB53}">
      <dgm:prSet/>
      <dgm:spPr/>
      <dgm:t>
        <a:bodyPr/>
        <a:lstStyle/>
        <a:p>
          <a:endParaRPr lang="en-US"/>
        </a:p>
      </dgm:t>
    </dgm:pt>
    <dgm:pt modelId="{6A2420BC-004F-49C7-8B3C-2D7ABF1A23B5}">
      <dgm:prSet/>
      <dgm:spPr/>
      <dgm:t>
        <a:bodyPr/>
        <a:lstStyle/>
        <a:p>
          <a:r>
            <a:rPr lang="en-US" b="0" i="0"/>
            <a:t>Rust supports the following types of comments :</a:t>
          </a:r>
        </a:p>
      </dgm:t>
    </dgm:pt>
    <dgm:pt modelId="{8A538E2B-70A1-43A6-BE59-C99247F3C143}" type="parTrans" cxnId="{5CA847C1-2940-4A0A-9061-4BB459D244EE}">
      <dgm:prSet/>
      <dgm:spPr/>
      <dgm:t>
        <a:bodyPr/>
        <a:lstStyle/>
        <a:p>
          <a:endParaRPr lang="en-US"/>
        </a:p>
      </dgm:t>
    </dgm:pt>
    <dgm:pt modelId="{D4452F39-2B3A-481C-BA5F-2DC6885502AE}" type="sibTrans" cxnId="{5CA847C1-2940-4A0A-9061-4BB459D244EE}">
      <dgm:prSet/>
      <dgm:spPr/>
      <dgm:t>
        <a:bodyPr/>
        <a:lstStyle/>
        <a:p>
          <a:endParaRPr lang="en-US"/>
        </a:p>
      </dgm:t>
    </dgm:pt>
    <dgm:pt modelId="{188F08D2-ED46-45EC-A037-83B408878B1C}">
      <dgm:prSet custT="1"/>
      <dgm:spPr/>
      <dgm:t>
        <a:bodyPr/>
        <a:lstStyle/>
        <a:p>
          <a:r>
            <a:rPr lang="en-US" sz="1800" b="0" i="0"/>
            <a:t>Single-line comments ( </a:t>
          </a:r>
          <a:r>
            <a:rPr lang="en-US" sz="1800" b="1" i="0">
              <a:solidFill>
                <a:srgbClr val="FF0000"/>
              </a:solidFill>
            </a:rPr>
            <a:t>//</a:t>
          </a:r>
          <a:r>
            <a:rPr lang="en-US" sz="1800" b="0" i="0"/>
            <a:t> ) − Any text between a</a:t>
          </a:r>
          <a:r>
            <a:rPr lang="en-US" sz="1800" b="1" i="0"/>
            <a:t> </a:t>
          </a:r>
          <a:r>
            <a:rPr lang="en-US" sz="1800" b="1" i="0">
              <a:solidFill>
                <a:srgbClr val="FF0000"/>
              </a:solidFill>
            </a:rPr>
            <a:t>//</a:t>
          </a:r>
          <a:r>
            <a:rPr lang="en-US" sz="1800" b="1" i="0"/>
            <a:t> </a:t>
          </a:r>
          <a:r>
            <a:rPr lang="en-US" sz="1800" b="0" i="0"/>
            <a:t>and the end of a line is treated as a comment</a:t>
          </a:r>
        </a:p>
      </dgm:t>
    </dgm:pt>
    <dgm:pt modelId="{D05E5C88-F28C-4C8E-8ED5-4A41670ACB3B}" type="parTrans" cxnId="{12BC5D53-F5F3-4A37-9E57-75FFF7C679CB}">
      <dgm:prSet/>
      <dgm:spPr/>
      <dgm:t>
        <a:bodyPr/>
        <a:lstStyle/>
        <a:p>
          <a:endParaRPr lang="en-US"/>
        </a:p>
      </dgm:t>
    </dgm:pt>
    <dgm:pt modelId="{B5F867FE-083E-4218-BFA0-0993336D4C48}" type="sibTrans" cxnId="{12BC5D53-F5F3-4A37-9E57-75FFF7C679CB}">
      <dgm:prSet/>
      <dgm:spPr/>
      <dgm:t>
        <a:bodyPr/>
        <a:lstStyle/>
        <a:p>
          <a:endParaRPr lang="en-US"/>
        </a:p>
      </dgm:t>
    </dgm:pt>
    <dgm:pt modelId="{E6D5C1AB-EDC8-4292-AB1F-EE7AC63F5190}">
      <dgm:prSet custT="1"/>
      <dgm:spPr/>
      <dgm:t>
        <a:bodyPr/>
        <a:lstStyle/>
        <a:p>
          <a:r>
            <a:rPr lang="en-US" sz="1800" b="0" i="0"/>
            <a:t>Multi-line comments (</a:t>
          </a:r>
          <a:r>
            <a:rPr lang="en-US" sz="1800" b="1" i="0">
              <a:solidFill>
                <a:srgbClr val="FF0000"/>
              </a:solidFill>
            </a:rPr>
            <a:t>/* */</a:t>
          </a:r>
          <a:r>
            <a:rPr lang="en-US" sz="1800" b="0" i="0"/>
            <a:t>) − These comments may span multiple lines.</a:t>
          </a:r>
        </a:p>
      </dgm:t>
    </dgm:pt>
    <dgm:pt modelId="{B6575EC6-B5C0-4644-B76E-D9A5DCB82E8F}" type="parTrans" cxnId="{B215B4CB-4D6A-4697-AFEB-B3785A533ECE}">
      <dgm:prSet/>
      <dgm:spPr/>
      <dgm:t>
        <a:bodyPr/>
        <a:lstStyle/>
        <a:p>
          <a:endParaRPr lang="en-US"/>
        </a:p>
      </dgm:t>
    </dgm:pt>
    <dgm:pt modelId="{D55854E3-9AED-4A88-A690-96E2A6F83386}" type="sibTrans" cxnId="{B215B4CB-4D6A-4697-AFEB-B3785A533ECE}">
      <dgm:prSet/>
      <dgm:spPr/>
      <dgm:t>
        <a:bodyPr/>
        <a:lstStyle/>
        <a:p>
          <a:endParaRPr lang="en-US"/>
        </a:p>
      </dgm:t>
    </dgm:pt>
    <dgm:pt modelId="{146451E5-1613-43DE-9C8F-4EF2EF3B13C4}" type="pres">
      <dgm:prSet presAssocID="{4CDEE4D2-9E22-43D6-BD56-6617EFF87767}" presName="linear" presStyleCnt="0">
        <dgm:presLayoutVars>
          <dgm:animLvl val="lvl"/>
          <dgm:resizeHandles val="exact"/>
        </dgm:presLayoutVars>
      </dgm:prSet>
      <dgm:spPr/>
    </dgm:pt>
    <dgm:pt modelId="{CF78E111-DBD6-4EF6-B5C5-AA089C91B261}" type="pres">
      <dgm:prSet presAssocID="{C10ABE2F-499D-4FDA-A730-A19F6C871FF5}" presName="parentText" presStyleLbl="node1" presStyleIdx="0" presStyleCnt="2" custScaleY="17996" custLinFactNeighborX="-1335" custLinFactNeighborY="27279">
        <dgm:presLayoutVars>
          <dgm:chMax val="0"/>
          <dgm:bulletEnabled val="1"/>
        </dgm:presLayoutVars>
      </dgm:prSet>
      <dgm:spPr/>
    </dgm:pt>
    <dgm:pt modelId="{F241318D-5476-4F6D-A12C-707EF21CFDA1}" type="pres">
      <dgm:prSet presAssocID="{10E05D10-16D6-460F-8A0A-4EDB78EE25D4}" presName="spacer" presStyleCnt="0"/>
      <dgm:spPr/>
    </dgm:pt>
    <dgm:pt modelId="{C039BF41-E4EC-4CD3-9648-470503BCE760}" type="pres">
      <dgm:prSet presAssocID="{6A2420BC-004F-49C7-8B3C-2D7ABF1A23B5}" presName="parentText" presStyleLbl="node1" presStyleIdx="1" presStyleCnt="2" custScaleY="8765">
        <dgm:presLayoutVars>
          <dgm:chMax val="0"/>
          <dgm:bulletEnabled val="1"/>
        </dgm:presLayoutVars>
      </dgm:prSet>
      <dgm:spPr/>
    </dgm:pt>
    <dgm:pt modelId="{4EC61F3F-A5A3-4819-8CC7-7A78F33E518B}" type="pres">
      <dgm:prSet presAssocID="{6A2420BC-004F-49C7-8B3C-2D7ABF1A23B5}" presName="childText" presStyleLbl="revTx" presStyleIdx="0" presStyleCnt="1">
        <dgm:presLayoutVars>
          <dgm:bulletEnabled val="1"/>
        </dgm:presLayoutVars>
      </dgm:prSet>
      <dgm:spPr/>
    </dgm:pt>
  </dgm:ptLst>
  <dgm:cxnLst>
    <dgm:cxn modelId="{60D9D338-F037-41A6-B9AD-C9AF726A50A8}" type="presOf" srcId="{6A2420BC-004F-49C7-8B3C-2D7ABF1A23B5}" destId="{C039BF41-E4EC-4CD3-9648-470503BCE760}" srcOrd="0" destOrd="0" presId="urn:microsoft.com/office/officeart/2005/8/layout/vList2"/>
    <dgm:cxn modelId="{6DC7096F-A40B-41B5-B829-3BC0DBB05B09}" type="presOf" srcId="{C10ABE2F-499D-4FDA-A730-A19F6C871FF5}" destId="{CF78E111-DBD6-4EF6-B5C5-AA089C91B261}" srcOrd="0" destOrd="0" presId="urn:microsoft.com/office/officeart/2005/8/layout/vList2"/>
    <dgm:cxn modelId="{12BC5D53-F5F3-4A37-9E57-75FFF7C679CB}" srcId="{6A2420BC-004F-49C7-8B3C-2D7ABF1A23B5}" destId="{188F08D2-ED46-45EC-A037-83B408878B1C}" srcOrd="0" destOrd="0" parTransId="{D05E5C88-F28C-4C8E-8ED5-4A41670ACB3B}" sibTransId="{B5F867FE-083E-4218-BFA0-0993336D4C48}"/>
    <dgm:cxn modelId="{7F2B7198-E442-4652-9C84-3010E8F8DD99}" type="presOf" srcId="{E6D5C1AB-EDC8-4292-AB1F-EE7AC63F5190}" destId="{4EC61F3F-A5A3-4819-8CC7-7A78F33E518B}" srcOrd="0" destOrd="1" presId="urn:microsoft.com/office/officeart/2005/8/layout/vList2"/>
    <dgm:cxn modelId="{5CA847C1-2940-4A0A-9061-4BB459D244EE}" srcId="{4CDEE4D2-9E22-43D6-BD56-6617EFF87767}" destId="{6A2420BC-004F-49C7-8B3C-2D7ABF1A23B5}" srcOrd="1" destOrd="0" parTransId="{8A538E2B-70A1-43A6-BE59-C99247F3C143}" sibTransId="{D4452F39-2B3A-481C-BA5F-2DC6885502AE}"/>
    <dgm:cxn modelId="{9648E5C5-C3E9-4A3A-B803-A400548FA417}" type="presOf" srcId="{4CDEE4D2-9E22-43D6-BD56-6617EFF87767}" destId="{146451E5-1613-43DE-9C8F-4EF2EF3B13C4}" srcOrd="0" destOrd="0" presId="urn:microsoft.com/office/officeart/2005/8/layout/vList2"/>
    <dgm:cxn modelId="{673FD8C9-E8AD-41E7-ABF9-6B9F7E2E6B54}" type="presOf" srcId="{188F08D2-ED46-45EC-A037-83B408878B1C}" destId="{4EC61F3F-A5A3-4819-8CC7-7A78F33E518B}" srcOrd="0" destOrd="0" presId="urn:microsoft.com/office/officeart/2005/8/layout/vList2"/>
    <dgm:cxn modelId="{B215B4CB-4D6A-4697-AFEB-B3785A533ECE}" srcId="{6A2420BC-004F-49C7-8B3C-2D7ABF1A23B5}" destId="{E6D5C1AB-EDC8-4292-AB1F-EE7AC63F5190}" srcOrd="1" destOrd="0" parTransId="{B6575EC6-B5C0-4644-B76E-D9A5DCB82E8F}" sibTransId="{D55854E3-9AED-4A88-A690-96E2A6F83386}"/>
    <dgm:cxn modelId="{4431C3EF-7E71-4D09-B84B-47F41DBCBB53}" srcId="{4CDEE4D2-9E22-43D6-BD56-6617EFF87767}" destId="{C10ABE2F-499D-4FDA-A730-A19F6C871FF5}" srcOrd="0" destOrd="0" parTransId="{2777C8D5-44F4-4660-AFB1-A23BF0EB15E5}" sibTransId="{10E05D10-16D6-460F-8A0A-4EDB78EE25D4}"/>
    <dgm:cxn modelId="{6BBE07BA-19CD-43DB-ABFA-91C32203CF46}" type="presParOf" srcId="{146451E5-1613-43DE-9C8F-4EF2EF3B13C4}" destId="{CF78E111-DBD6-4EF6-B5C5-AA089C91B261}" srcOrd="0" destOrd="0" presId="urn:microsoft.com/office/officeart/2005/8/layout/vList2"/>
    <dgm:cxn modelId="{A537BA00-6D45-49CA-880C-82679B365AE7}" type="presParOf" srcId="{146451E5-1613-43DE-9C8F-4EF2EF3B13C4}" destId="{F241318D-5476-4F6D-A12C-707EF21CFDA1}" srcOrd="1" destOrd="0" presId="urn:microsoft.com/office/officeart/2005/8/layout/vList2"/>
    <dgm:cxn modelId="{C3A5754F-9308-45D2-BF96-B6322934CA55}" type="presParOf" srcId="{146451E5-1613-43DE-9C8F-4EF2EF3B13C4}" destId="{C039BF41-E4EC-4CD3-9648-470503BCE760}" srcOrd="2" destOrd="0" presId="urn:microsoft.com/office/officeart/2005/8/layout/vList2"/>
    <dgm:cxn modelId="{E3744AE6-C305-41AD-B891-EDD8530B82C8}" type="presParOf" srcId="{146451E5-1613-43DE-9C8F-4EF2EF3B13C4}" destId="{4EC61F3F-A5A3-4819-8CC7-7A78F33E518B}"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CDEE4D2-9E22-43D6-BD56-6617EFF87767}"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US"/>
        </a:p>
      </dgm:t>
    </dgm:pt>
    <dgm:pt modelId="{C10ABE2F-499D-4FDA-A730-A19F6C871FF5}">
      <dgm:prSet custT="1"/>
      <dgm:spPr/>
      <dgm:t>
        <a:bodyPr/>
        <a:lstStyle/>
        <a:p>
          <a:r>
            <a:rPr lang="en-US" sz="2000" b="0" i="0"/>
            <a:t>A variable is a named storage that programs can manipulate. It helps programs to store values. </a:t>
          </a:r>
          <a:endParaRPr lang="en-US" sz="2000"/>
        </a:p>
      </dgm:t>
    </dgm:pt>
    <dgm:pt modelId="{2777C8D5-44F4-4660-AFB1-A23BF0EB15E5}" type="parTrans" cxnId="{4431C3EF-7E71-4D09-B84B-47F41DBCBB53}">
      <dgm:prSet/>
      <dgm:spPr/>
      <dgm:t>
        <a:bodyPr/>
        <a:lstStyle/>
        <a:p>
          <a:endParaRPr lang="en-US"/>
        </a:p>
      </dgm:t>
    </dgm:pt>
    <dgm:pt modelId="{10E05D10-16D6-460F-8A0A-4EDB78EE25D4}" type="sibTrans" cxnId="{4431C3EF-7E71-4D09-B84B-47F41DBCBB53}">
      <dgm:prSet/>
      <dgm:spPr/>
      <dgm:t>
        <a:bodyPr/>
        <a:lstStyle/>
        <a:p>
          <a:endParaRPr lang="en-US"/>
        </a:p>
      </dgm:t>
    </dgm:pt>
    <dgm:pt modelId="{86E54965-480F-4835-ACA5-41F17B7C5315}">
      <dgm:prSet custT="1"/>
      <dgm:spPr/>
      <dgm:t>
        <a:bodyPr/>
        <a:lstStyle/>
        <a:p>
          <a:r>
            <a:rPr lang="en-US" sz="2000" b="0" i="0"/>
            <a:t>Variables in Rust are associated with a specific data type. The data type determines the size and layout of the variable's memory, the range of values that can be stored within that memory and the set of operations that can be performed on the variable.</a:t>
          </a:r>
          <a:endParaRPr lang="en-US" sz="2000"/>
        </a:p>
      </dgm:t>
    </dgm:pt>
    <dgm:pt modelId="{B5066E74-3CAC-4E9D-90E7-26EE54984E3E}" type="parTrans" cxnId="{426D7B9F-262F-4EE4-AD35-E3CC8A6B150E}">
      <dgm:prSet/>
      <dgm:spPr/>
      <dgm:t>
        <a:bodyPr/>
        <a:lstStyle/>
        <a:p>
          <a:endParaRPr lang="en-US"/>
        </a:p>
      </dgm:t>
    </dgm:pt>
    <dgm:pt modelId="{52585668-DC4A-4182-AB62-5EF34C149470}" type="sibTrans" cxnId="{426D7B9F-262F-4EE4-AD35-E3CC8A6B150E}">
      <dgm:prSet/>
      <dgm:spPr/>
      <dgm:t>
        <a:bodyPr/>
        <a:lstStyle/>
        <a:p>
          <a:endParaRPr lang="en-US"/>
        </a:p>
      </dgm:t>
    </dgm:pt>
    <dgm:pt modelId="{66306CFA-ADA7-47CF-A690-509EBEC4185A}">
      <dgm:prSet custT="1"/>
      <dgm:spPr/>
      <dgm:t>
        <a:bodyPr/>
        <a:lstStyle/>
        <a:p>
          <a:r>
            <a:rPr lang="en-US" sz="2000" b="0" i="0"/>
            <a:t>Rules for Naming a Variable:</a:t>
          </a:r>
          <a:endParaRPr lang="en-US" sz="2000"/>
        </a:p>
      </dgm:t>
    </dgm:pt>
    <dgm:pt modelId="{CA901123-89A5-440B-A5C7-44B38FBC0F84}" type="parTrans" cxnId="{C48DC820-3F71-4650-A7B4-B66A46A84A76}">
      <dgm:prSet/>
      <dgm:spPr/>
      <dgm:t>
        <a:bodyPr/>
        <a:lstStyle/>
        <a:p>
          <a:endParaRPr lang="en-US"/>
        </a:p>
      </dgm:t>
    </dgm:pt>
    <dgm:pt modelId="{198563D8-B5D6-4EA8-A67D-A2A720CAB6F3}" type="sibTrans" cxnId="{C48DC820-3F71-4650-A7B4-B66A46A84A76}">
      <dgm:prSet/>
      <dgm:spPr/>
      <dgm:t>
        <a:bodyPr/>
        <a:lstStyle/>
        <a:p>
          <a:endParaRPr lang="en-US"/>
        </a:p>
      </dgm:t>
    </dgm:pt>
    <dgm:pt modelId="{69650569-CF0A-499C-85EA-B30E35FC0523}">
      <dgm:prSet custT="1"/>
      <dgm:spPr/>
      <dgm:t>
        <a:bodyPr/>
        <a:lstStyle/>
        <a:p>
          <a:r>
            <a:rPr lang="en-US" sz="1800" b="0" i="0"/>
            <a:t>In this section, we will learn about the different rules for naming a variable.</a:t>
          </a:r>
        </a:p>
      </dgm:t>
    </dgm:pt>
    <dgm:pt modelId="{926AA767-29BA-426F-9D25-1C938B037208}" type="parTrans" cxnId="{5E6A9C72-829B-41EF-A60C-603BA0A7FB0F}">
      <dgm:prSet/>
      <dgm:spPr/>
      <dgm:t>
        <a:bodyPr/>
        <a:lstStyle/>
        <a:p>
          <a:endParaRPr lang="en-US"/>
        </a:p>
      </dgm:t>
    </dgm:pt>
    <dgm:pt modelId="{255E2AC7-D4D3-4E53-A1CF-4D1C1B39912F}" type="sibTrans" cxnId="{5E6A9C72-829B-41EF-A60C-603BA0A7FB0F}">
      <dgm:prSet/>
      <dgm:spPr/>
      <dgm:t>
        <a:bodyPr/>
        <a:lstStyle/>
        <a:p>
          <a:endParaRPr lang="en-US"/>
        </a:p>
      </dgm:t>
    </dgm:pt>
    <dgm:pt modelId="{4054CF73-C850-4461-8409-EF2A36BE4CE2}">
      <dgm:prSet custT="1"/>
      <dgm:spPr/>
      <dgm:t>
        <a:bodyPr/>
        <a:lstStyle/>
        <a:p>
          <a:r>
            <a:rPr lang="en-US" sz="1800" b="0" i="0"/>
            <a:t>The name of a variable can be composed of letters, digits, and the underscore character.</a:t>
          </a:r>
        </a:p>
      </dgm:t>
    </dgm:pt>
    <dgm:pt modelId="{CC9E2191-588A-40CE-A761-5BFE16327833}" type="parTrans" cxnId="{658FD104-0412-46F1-B419-6EA521D66E69}">
      <dgm:prSet/>
      <dgm:spPr/>
      <dgm:t>
        <a:bodyPr/>
        <a:lstStyle/>
        <a:p>
          <a:endParaRPr lang="en-US"/>
        </a:p>
      </dgm:t>
    </dgm:pt>
    <dgm:pt modelId="{5DEFCA0C-ABD2-427F-8989-E23C6DAFA184}" type="sibTrans" cxnId="{658FD104-0412-46F1-B419-6EA521D66E69}">
      <dgm:prSet/>
      <dgm:spPr/>
      <dgm:t>
        <a:bodyPr/>
        <a:lstStyle/>
        <a:p>
          <a:endParaRPr lang="en-US"/>
        </a:p>
      </dgm:t>
    </dgm:pt>
    <dgm:pt modelId="{9380F213-C4F6-44EF-BE75-AED222EB42BB}">
      <dgm:prSet custT="1"/>
      <dgm:spPr/>
      <dgm:t>
        <a:bodyPr/>
        <a:lstStyle/>
        <a:p>
          <a:r>
            <a:rPr lang="en-US" sz="1800" b="0" i="0"/>
            <a:t>It must begin with either a letter or an underscore.</a:t>
          </a:r>
        </a:p>
      </dgm:t>
    </dgm:pt>
    <dgm:pt modelId="{F4A26640-7D65-4E60-B841-8F8884232560}" type="parTrans" cxnId="{A194EFBF-7B33-4159-AF9B-C4E60C5C1283}">
      <dgm:prSet/>
      <dgm:spPr/>
      <dgm:t>
        <a:bodyPr/>
        <a:lstStyle/>
        <a:p>
          <a:endParaRPr lang="en-US"/>
        </a:p>
      </dgm:t>
    </dgm:pt>
    <dgm:pt modelId="{78EA16BA-C3F7-4CB4-AE42-71847E4414C4}" type="sibTrans" cxnId="{A194EFBF-7B33-4159-AF9B-C4E60C5C1283}">
      <dgm:prSet/>
      <dgm:spPr/>
      <dgm:t>
        <a:bodyPr/>
        <a:lstStyle/>
        <a:p>
          <a:endParaRPr lang="en-US"/>
        </a:p>
      </dgm:t>
    </dgm:pt>
    <dgm:pt modelId="{03B29BC3-BF8B-4F41-9F4E-3E73D74FB0AB}">
      <dgm:prSet custT="1"/>
      <dgm:spPr/>
      <dgm:t>
        <a:bodyPr/>
        <a:lstStyle/>
        <a:p>
          <a:r>
            <a:rPr lang="en-US" sz="1800" b="0" i="0"/>
            <a:t>Upper and lowercase letters are distinct because Rust is case-sensitive.</a:t>
          </a:r>
        </a:p>
      </dgm:t>
    </dgm:pt>
    <dgm:pt modelId="{A79F9704-E23D-4553-8381-230BC725DFE6}" type="parTrans" cxnId="{19FA6DDF-DE25-4045-8B16-56632E22C3D6}">
      <dgm:prSet/>
      <dgm:spPr/>
      <dgm:t>
        <a:bodyPr/>
        <a:lstStyle/>
        <a:p>
          <a:endParaRPr lang="en-US"/>
        </a:p>
      </dgm:t>
    </dgm:pt>
    <dgm:pt modelId="{973647E4-106A-4E49-BBFA-9B71F59363AF}" type="sibTrans" cxnId="{19FA6DDF-DE25-4045-8B16-56632E22C3D6}">
      <dgm:prSet/>
      <dgm:spPr/>
      <dgm:t>
        <a:bodyPr/>
        <a:lstStyle/>
        <a:p>
          <a:endParaRPr lang="en-US"/>
        </a:p>
      </dgm:t>
    </dgm:pt>
    <dgm:pt modelId="{146451E5-1613-43DE-9C8F-4EF2EF3B13C4}" type="pres">
      <dgm:prSet presAssocID="{4CDEE4D2-9E22-43D6-BD56-6617EFF87767}" presName="linear" presStyleCnt="0">
        <dgm:presLayoutVars>
          <dgm:animLvl val="lvl"/>
          <dgm:resizeHandles val="exact"/>
        </dgm:presLayoutVars>
      </dgm:prSet>
      <dgm:spPr/>
    </dgm:pt>
    <dgm:pt modelId="{CF78E111-DBD6-4EF6-B5C5-AA089C91B261}" type="pres">
      <dgm:prSet presAssocID="{C10ABE2F-499D-4FDA-A730-A19F6C871FF5}" presName="parentText" presStyleLbl="node1" presStyleIdx="0" presStyleCnt="3" custScaleY="63677" custLinFactY="-46038" custLinFactNeighborX="118" custLinFactNeighborY="-100000">
        <dgm:presLayoutVars>
          <dgm:chMax val="0"/>
          <dgm:bulletEnabled val="1"/>
        </dgm:presLayoutVars>
      </dgm:prSet>
      <dgm:spPr/>
    </dgm:pt>
    <dgm:pt modelId="{F241318D-5476-4F6D-A12C-707EF21CFDA1}" type="pres">
      <dgm:prSet presAssocID="{10E05D10-16D6-460F-8A0A-4EDB78EE25D4}" presName="spacer" presStyleCnt="0"/>
      <dgm:spPr/>
    </dgm:pt>
    <dgm:pt modelId="{60968DCE-C0EA-4337-8C5E-B9A0B5518876}" type="pres">
      <dgm:prSet presAssocID="{86E54965-480F-4835-ACA5-41F17B7C5315}" presName="parentText" presStyleLbl="node1" presStyleIdx="1" presStyleCnt="3" custScaleY="109289" custLinFactNeighborY="-65402">
        <dgm:presLayoutVars>
          <dgm:chMax val="0"/>
          <dgm:bulletEnabled val="1"/>
        </dgm:presLayoutVars>
      </dgm:prSet>
      <dgm:spPr/>
    </dgm:pt>
    <dgm:pt modelId="{65113AE1-89D0-4655-AB83-488FE13114F8}" type="pres">
      <dgm:prSet presAssocID="{52585668-DC4A-4182-AB62-5EF34C149470}" presName="spacer" presStyleCnt="0"/>
      <dgm:spPr/>
    </dgm:pt>
    <dgm:pt modelId="{5FE34D6E-33B4-4D5D-857B-E273B59F3B7E}" type="pres">
      <dgm:prSet presAssocID="{66306CFA-ADA7-47CF-A690-509EBEC4185A}" presName="parentText" presStyleLbl="node1" presStyleIdx="2" presStyleCnt="3" custScaleY="54445" custLinFactNeighborY="-239">
        <dgm:presLayoutVars>
          <dgm:chMax val="0"/>
          <dgm:bulletEnabled val="1"/>
        </dgm:presLayoutVars>
      </dgm:prSet>
      <dgm:spPr/>
    </dgm:pt>
    <dgm:pt modelId="{F60D1FF5-D089-44EB-B99A-2B5B1DB06CDA}" type="pres">
      <dgm:prSet presAssocID="{66306CFA-ADA7-47CF-A690-509EBEC4185A}" presName="childText" presStyleLbl="revTx" presStyleIdx="0" presStyleCnt="1" custScaleY="130962" custLinFactNeighborY="20522">
        <dgm:presLayoutVars>
          <dgm:bulletEnabled val="1"/>
        </dgm:presLayoutVars>
      </dgm:prSet>
      <dgm:spPr/>
    </dgm:pt>
  </dgm:ptLst>
  <dgm:cxnLst>
    <dgm:cxn modelId="{658FD104-0412-46F1-B419-6EA521D66E69}" srcId="{66306CFA-ADA7-47CF-A690-509EBEC4185A}" destId="{4054CF73-C850-4461-8409-EF2A36BE4CE2}" srcOrd="1" destOrd="0" parTransId="{CC9E2191-588A-40CE-A761-5BFE16327833}" sibTransId="{5DEFCA0C-ABD2-427F-8989-E23C6DAFA184}"/>
    <dgm:cxn modelId="{C48DC820-3F71-4650-A7B4-B66A46A84A76}" srcId="{4CDEE4D2-9E22-43D6-BD56-6617EFF87767}" destId="{66306CFA-ADA7-47CF-A690-509EBEC4185A}" srcOrd="2" destOrd="0" parTransId="{CA901123-89A5-440B-A5C7-44B38FBC0F84}" sibTransId="{198563D8-B5D6-4EA8-A67D-A2A720CAB6F3}"/>
    <dgm:cxn modelId="{62076F22-C7D1-4E55-9475-F936082339F3}" type="presOf" srcId="{4054CF73-C850-4461-8409-EF2A36BE4CE2}" destId="{F60D1FF5-D089-44EB-B99A-2B5B1DB06CDA}" srcOrd="0" destOrd="1" presId="urn:microsoft.com/office/officeart/2005/8/layout/vList2"/>
    <dgm:cxn modelId="{311BEF3A-C1E3-4ADD-A5E7-AC785942D08A}" type="presOf" srcId="{66306CFA-ADA7-47CF-A690-509EBEC4185A}" destId="{5FE34D6E-33B4-4D5D-857B-E273B59F3B7E}" srcOrd="0" destOrd="0" presId="urn:microsoft.com/office/officeart/2005/8/layout/vList2"/>
    <dgm:cxn modelId="{ADDAFF67-E85C-42BB-98E9-1BFC1D158417}" type="presOf" srcId="{03B29BC3-BF8B-4F41-9F4E-3E73D74FB0AB}" destId="{F60D1FF5-D089-44EB-B99A-2B5B1DB06CDA}" srcOrd="0" destOrd="3" presId="urn:microsoft.com/office/officeart/2005/8/layout/vList2"/>
    <dgm:cxn modelId="{2818144A-AB5E-428A-9241-C5E76F735751}" type="presOf" srcId="{9380F213-C4F6-44EF-BE75-AED222EB42BB}" destId="{F60D1FF5-D089-44EB-B99A-2B5B1DB06CDA}" srcOrd="0" destOrd="2" presId="urn:microsoft.com/office/officeart/2005/8/layout/vList2"/>
    <dgm:cxn modelId="{6DC7096F-A40B-41B5-B829-3BC0DBB05B09}" type="presOf" srcId="{C10ABE2F-499D-4FDA-A730-A19F6C871FF5}" destId="{CF78E111-DBD6-4EF6-B5C5-AA089C91B261}" srcOrd="0" destOrd="0" presId="urn:microsoft.com/office/officeart/2005/8/layout/vList2"/>
    <dgm:cxn modelId="{5E6A9C72-829B-41EF-A60C-603BA0A7FB0F}" srcId="{66306CFA-ADA7-47CF-A690-509EBEC4185A}" destId="{69650569-CF0A-499C-85EA-B30E35FC0523}" srcOrd="0" destOrd="0" parTransId="{926AA767-29BA-426F-9D25-1C938B037208}" sibTransId="{255E2AC7-D4D3-4E53-A1CF-4D1C1B39912F}"/>
    <dgm:cxn modelId="{426D7B9F-262F-4EE4-AD35-E3CC8A6B150E}" srcId="{4CDEE4D2-9E22-43D6-BD56-6617EFF87767}" destId="{86E54965-480F-4835-ACA5-41F17B7C5315}" srcOrd="1" destOrd="0" parTransId="{B5066E74-3CAC-4E9D-90E7-26EE54984E3E}" sibTransId="{52585668-DC4A-4182-AB62-5EF34C149470}"/>
    <dgm:cxn modelId="{A194EFBF-7B33-4159-AF9B-C4E60C5C1283}" srcId="{66306CFA-ADA7-47CF-A690-509EBEC4185A}" destId="{9380F213-C4F6-44EF-BE75-AED222EB42BB}" srcOrd="2" destOrd="0" parTransId="{F4A26640-7D65-4E60-B841-8F8884232560}" sibTransId="{78EA16BA-C3F7-4CB4-AE42-71847E4414C4}"/>
    <dgm:cxn modelId="{9648E5C5-C3E9-4A3A-B803-A400548FA417}" type="presOf" srcId="{4CDEE4D2-9E22-43D6-BD56-6617EFF87767}" destId="{146451E5-1613-43DE-9C8F-4EF2EF3B13C4}" srcOrd="0" destOrd="0" presId="urn:microsoft.com/office/officeart/2005/8/layout/vList2"/>
    <dgm:cxn modelId="{4A0E41D9-E4E8-4304-927D-C56645687558}" type="presOf" srcId="{86E54965-480F-4835-ACA5-41F17B7C5315}" destId="{60968DCE-C0EA-4337-8C5E-B9A0B5518876}" srcOrd="0" destOrd="0" presId="urn:microsoft.com/office/officeart/2005/8/layout/vList2"/>
    <dgm:cxn modelId="{19FA6DDF-DE25-4045-8B16-56632E22C3D6}" srcId="{66306CFA-ADA7-47CF-A690-509EBEC4185A}" destId="{03B29BC3-BF8B-4F41-9F4E-3E73D74FB0AB}" srcOrd="3" destOrd="0" parTransId="{A79F9704-E23D-4553-8381-230BC725DFE6}" sibTransId="{973647E4-106A-4E49-BBFA-9B71F59363AF}"/>
    <dgm:cxn modelId="{4431C3EF-7E71-4D09-B84B-47F41DBCBB53}" srcId="{4CDEE4D2-9E22-43D6-BD56-6617EFF87767}" destId="{C10ABE2F-499D-4FDA-A730-A19F6C871FF5}" srcOrd="0" destOrd="0" parTransId="{2777C8D5-44F4-4660-AFB1-A23BF0EB15E5}" sibTransId="{10E05D10-16D6-460F-8A0A-4EDB78EE25D4}"/>
    <dgm:cxn modelId="{AFFCF0F8-FA3E-4F50-8BF6-757A3402DBEB}" type="presOf" srcId="{69650569-CF0A-499C-85EA-B30E35FC0523}" destId="{F60D1FF5-D089-44EB-B99A-2B5B1DB06CDA}" srcOrd="0" destOrd="0" presId="urn:microsoft.com/office/officeart/2005/8/layout/vList2"/>
    <dgm:cxn modelId="{6BBE07BA-19CD-43DB-ABFA-91C32203CF46}" type="presParOf" srcId="{146451E5-1613-43DE-9C8F-4EF2EF3B13C4}" destId="{CF78E111-DBD6-4EF6-B5C5-AA089C91B261}" srcOrd="0" destOrd="0" presId="urn:microsoft.com/office/officeart/2005/8/layout/vList2"/>
    <dgm:cxn modelId="{7E4B8CA6-6071-4B74-A4E3-39A8A6E00662}" type="presParOf" srcId="{146451E5-1613-43DE-9C8F-4EF2EF3B13C4}" destId="{F241318D-5476-4F6D-A12C-707EF21CFDA1}" srcOrd="1" destOrd="0" presId="urn:microsoft.com/office/officeart/2005/8/layout/vList2"/>
    <dgm:cxn modelId="{731FC787-075A-4939-B2C7-6C43FA70417F}" type="presParOf" srcId="{146451E5-1613-43DE-9C8F-4EF2EF3B13C4}" destId="{60968DCE-C0EA-4337-8C5E-B9A0B5518876}" srcOrd="2" destOrd="0" presId="urn:microsoft.com/office/officeart/2005/8/layout/vList2"/>
    <dgm:cxn modelId="{89C7EFEA-E8D9-447C-AA05-5E542F4A94B4}" type="presParOf" srcId="{146451E5-1613-43DE-9C8F-4EF2EF3B13C4}" destId="{65113AE1-89D0-4655-AB83-488FE13114F8}" srcOrd="3" destOrd="0" presId="urn:microsoft.com/office/officeart/2005/8/layout/vList2"/>
    <dgm:cxn modelId="{3FEEDBFF-EC1D-4607-AB00-4DBC6DD01026}" type="presParOf" srcId="{146451E5-1613-43DE-9C8F-4EF2EF3B13C4}" destId="{5FE34D6E-33B4-4D5D-857B-E273B59F3B7E}" srcOrd="4" destOrd="0" presId="urn:microsoft.com/office/officeart/2005/8/layout/vList2"/>
    <dgm:cxn modelId="{C1EE3380-ACCC-4089-9106-3CB00FD5751F}" type="presParOf" srcId="{146451E5-1613-43DE-9C8F-4EF2EF3B13C4}" destId="{F60D1FF5-D089-44EB-B99A-2B5B1DB06CDA}"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CDEE4D2-9E22-43D6-BD56-6617EFF87767}"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US"/>
        </a:p>
      </dgm:t>
    </dgm:pt>
    <dgm:pt modelId="{C10ABE2F-499D-4FDA-A730-A19F6C871FF5}">
      <dgm:prSet custT="1"/>
      <dgm:spPr/>
      <dgm:t>
        <a:bodyPr/>
        <a:lstStyle/>
        <a:p>
          <a:r>
            <a:rPr lang="en-US" sz="1800" b="1" i="0"/>
            <a:t>Syntax: </a:t>
          </a:r>
          <a:r>
            <a:rPr lang="en-US" sz="1800" b="0" i="0"/>
            <a:t>The data type is inferred from the value assigned to the variable.</a:t>
          </a:r>
          <a:endParaRPr lang="en-US" sz="1800"/>
        </a:p>
      </dgm:t>
    </dgm:pt>
    <dgm:pt modelId="{2777C8D5-44F4-4660-AFB1-A23BF0EB15E5}" type="parTrans" cxnId="{4431C3EF-7E71-4D09-B84B-47F41DBCBB53}">
      <dgm:prSet/>
      <dgm:spPr/>
      <dgm:t>
        <a:bodyPr/>
        <a:lstStyle/>
        <a:p>
          <a:endParaRPr lang="en-US"/>
        </a:p>
      </dgm:t>
    </dgm:pt>
    <dgm:pt modelId="{10E05D10-16D6-460F-8A0A-4EDB78EE25D4}" type="sibTrans" cxnId="{4431C3EF-7E71-4D09-B84B-47F41DBCBB53}">
      <dgm:prSet/>
      <dgm:spPr/>
      <dgm:t>
        <a:bodyPr/>
        <a:lstStyle/>
        <a:p>
          <a:endParaRPr lang="en-US"/>
        </a:p>
      </dgm:t>
    </dgm:pt>
    <dgm:pt modelId="{F38C2DB5-5356-4EBD-8840-057DA2F776C4}">
      <dgm:prSet custT="1"/>
      <dgm:spPr/>
      <dgm:t>
        <a:bodyPr/>
        <a:lstStyle/>
        <a:p>
          <a:r>
            <a:rPr lang="en-US" sz="1800" b="0" i="0"/>
            <a:t>The syntax for declaring a variable is given below.</a:t>
          </a:r>
        </a:p>
      </dgm:t>
    </dgm:pt>
    <dgm:pt modelId="{2CCCA6C0-36B4-4964-A972-421B436B3A7A}" type="parTrans" cxnId="{EE37AD76-77F5-4B1A-8664-D265BFCA071D}">
      <dgm:prSet/>
      <dgm:spPr/>
      <dgm:t>
        <a:bodyPr/>
        <a:lstStyle/>
        <a:p>
          <a:endParaRPr lang="en-US"/>
        </a:p>
      </dgm:t>
    </dgm:pt>
    <dgm:pt modelId="{EE37F88B-B39F-4F6A-B025-3681B7F4E4B4}" type="sibTrans" cxnId="{EE37AD76-77F5-4B1A-8664-D265BFCA071D}">
      <dgm:prSet/>
      <dgm:spPr/>
      <dgm:t>
        <a:bodyPr/>
        <a:lstStyle/>
        <a:p>
          <a:endParaRPr lang="en-US"/>
        </a:p>
      </dgm:t>
    </dgm:pt>
    <dgm:pt modelId="{E13823BD-10DC-47B7-A1D4-158A8A40D83A}">
      <dgm:prSet custT="1"/>
      <dgm:spPr>
        <a:solidFill>
          <a:schemeClr val="bg1">
            <a:lumMod val="95000"/>
          </a:schemeClr>
        </a:solidFill>
      </dgm:spPr>
      <dgm:t>
        <a:bodyPr/>
        <a:lstStyle/>
        <a:p>
          <a:r>
            <a:rPr lang="en-US" sz="1800" b="0" i="1">
              <a:latin typeface="Consolas" panose="020B0609020204030204" pitchFamily="49" charset="0"/>
            </a:rPr>
            <a:t>let</a:t>
          </a:r>
          <a:r>
            <a:rPr lang="en-US" sz="1800" b="0" i="0">
              <a:latin typeface="Consolas" panose="020B0609020204030204" pitchFamily="49" charset="0"/>
            </a:rPr>
            <a:t> </a:t>
          </a:r>
          <a:r>
            <a:rPr lang="en-US" sz="1800" b="0" i="0" err="1">
              <a:latin typeface="Consolas" panose="020B0609020204030204" pitchFamily="49" charset="0"/>
            </a:rPr>
            <a:t>variable_name</a:t>
          </a:r>
          <a:r>
            <a:rPr lang="en-US" sz="1800" b="0" i="0">
              <a:latin typeface="Consolas" panose="020B0609020204030204" pitchFamily="49" charset="0"/>
            </a:rPr>
            <a:t> = value;            // no type specified</a:t>
          </a:r>
        </a:p>
      </dgm:t>
    </dgm:pt>
    <dgm:pt modelId="{807DB2FF-A332-4325-B5C4-1D2E4B623B1C}" type="parTrans" cxnId="{84CAC51D-CAF7-4C78-A05A-C64ACFE93C10}">
      <dgm:prSet/>
      <dgm:spPr/>
      <dgm:t>
        <a:bodyPr/>
        <a:lstStyle/>
        <a:p>
          <a:endParaRPr lang="en-US"/>
        </a:p>
      </dgm:t>
    </dgm:pt>
    <dgm:pt modelId="{0908F0DD-DDF4-4C61-8B7B-E4C87C68588B}" type="sibTrans" cxnId="{84CAC51D-CAF7-4C78-A05A-C64ACFE93C10}">
      <dgm:prSet/>
      <dgm:spPr/>
      <dgm:t>
        <a:bodyPr/>
        <a:lstStyle/>
        <a:p>
          <a:endParaRPr lang="en-US"/>
        </a:p>
      </dgm:t>
    </dgm:pt>
    <dgm:pt modelId="{924FB8BD-B400-43D9-BE4D-CB0619605966}">
      <dgm:prSet custT="1"/>
      <dgm:spPr>
        <a:solidFill>
          <a:schemeClr val="bg1">
            <a:lumMod val="95000"/>
          </a:schemeClr>
        </a:solidFill>
      </dgm:spPr>
      <dgm:t>
        <a:bodyPr/>
        <a:lstStyle/>
        <a:p>
          <a:r>
            <a:rPr lang="en-US" sz="1800" b="0" i="1">
              <a:latin typeface="Consolas" panose="020B0609020204030204" pitchFamily="49" charset="0"/>
            </a:rPr>
            <a:t>let</a:t>
          </a:r>
          <a:r>
            <a:rPr lang="en-US" sz="1800" b="0" i="0">
              <a:latin typeface="Consolas" panose="020B0609020204030204" pitchFamily="49" charset="0"/>
            </a:rPr>
            <a:t> variable_name:dataType = value;   //type specified</a:t>
          </a:r>
        </a:p>
      </dgm:t>
    </dgm:pt>
    <dgm:pt modelId="{CB3B04B5-6DBF-4E51-A418-ED4D0C51A401}" type="parTrans" cxnId="{D56CBAA6-4D65-4FAE-8D3B-2F5FB9244803}">
      <dgm:prSet/>
      <dgm:spPr/>
      <dgm:t>
        <a:bodyPr/>
        <a:lstStyle/>
        <a:p>
          <a:endParaRPr lang="en-US"/>
        </a:p>
      </dgm:t>
    </dgm:pt>
    <dgm:pt modelId="{A9A197E7-9646-43C9-994E-1318C1B6CC64}" type="sibTrans" cxnId="{D56CBAA6-4D65-4FAE-8D3B-2F5FB9244803}">
      <dgm:prSet/>
      <dgm:spPr/>
      <dgm:t>
        <a:bodyPr/>
        <a:lstStyle/>
        <a:p>
          <a:endParaRPr lang="en-US"/>
        </a:p>
      </dgm:t>
    </dgm:pt>
    <dgm:pt modelId="{146451E5-1613-43DE-9C8F-4EF2EF3B13C4}" type="pres">
      <dgm:prSet presAssocID="{4CDEE4D2-9E22-43D6-BD56-6617EFF87767}" presName="linear" presStyleCnt="0">
        <dgm:presLayoutVars>
          <dgm:animLvl val="lvl"/>
          <dgm:resizeHandles val="exact"/>
        </dgm:presLayoutVars>
      </dgm:prSet>
      <dgm:spPr/>
    </dgm:pt>
    <dgm:pt modelId="{CF78E111-DBD6-4EF6-B5C5-AA089C91B261}" type="pres">
      <dgm:prSet presAssocID="{C10ABE2F-499D-4FDA-A730-A19F6C871FF5}" presName="parentText" presStyleLbl="node1" presStyleIdx="0" presStyleCnt="2" custScaleY="70949" custLinFactY="-62054" custLinFactNeighborY="-100000">
        <dgm:presLayoutVars>
          <dgm:chMax val="0"/>
          <dgm:bulletEnabled val="1"/>
        </dgm:presLayoutVars>
      </dgm:prSet>
      <dgm:spPr/>
    </dgm:pt>
    <dgm:pt modelId="{F241318D-5476-4F6D-A12C-707EF21CFDA1}" type="pres">
      <dgm:prSet presAssocID="{10E05D10-16D6-460F-8A0A-4EDB78EE25D4}" presName="spacer" presStyleCnt="0"/>
      <dgm:spPr/>
    </dgm:pt>
    <dgm:pt modelId="{C0172A19-C75A-4FA1-92E5-D40E0E6335D7}" type="pres">
      <dgm:prSet presAssocID="{F38C2DB5-5356-4EBD-8840-057DA2F776C4}" presName="parentText" presStyleLbl="node1" presStyleIdx="1" presStyleCnt="2" custScaleY="49453" custLinFactNeighborY="-18502">
        <dgm:presLayoutVars>
          <dgm:chMax val="0"/>
          <dgm:bulletEnabled val="1"/>
        </dgm:presLayoutVars>
      </dgm:prSet>
      <dgm:spPr/>
    </dgm:pt>
    <dgm:pt modelId="{922EC0A7-8C8C-46D7-BC8C-74700E7F8625}" type="pres">
      <dgm:prSet presAssocID="{F38C2DB5-5356-4EBD-8840-057DA2F776C4}" presName="childText" presStyleLbl="revTx" presStyleIdx="0" presStyleCnt="1" custLinFactNeighborY="-2706">
        <dgm:presLayoutVars>
          <dgm:bulletEnabled val="1"/>
        </dgm:presLayoutVars>
      </dgm:prSet>
      <dgm:spPr/>
    </dgm:pt>
  </dgm:ptLst>
  <dgm:cxnLst>
    <dgm:cxn modelId="{8AA01C00-4D9B-42F9-8A94-E59E5C5DA079}" type="presOf" srcId="{F38C2DB5-5356-4EBD-8840-057DA2F776C4}" destId="{C0172A19-C75A-4FA1-92E5-D40E0E6335D7}" srcOrd="0" destOrd="0" presId="urn:microsoft.com/office/officeart/2005/8/layout/vList2"/>
    <dgm:cxn modelId="{84CAC51D-CAF7-4C78-A05A-C64ACFE93C10}" srcId="{F38C2DB5-5356-4EBD-8840-057DA2F776C4}" destId="{E13823BD-10DC-47B7-A1D4-158A8A40D83A}" srcOrd="0" destOrd="0" parTransId="{807DB2FF-A332-4325-B5C4-1D2E4B623B1C}" sibTransId="{0908F0DD-DDF4-4C61-8B7B-E4C87C68588B}"/>
    <dgm:cxn modelId="{6DC7096F-A40B-41B5-B829-3BC0DBB05B09}" type="presOf" srcId="{C10ABE2F-499D-4FDA-A730-A19F6C871FF5}" destId="{CF78E111-DBD6-4EF6-B5C5-AA089C91B261}" srcOrd="0" destOrd="0" presId="urn:microsoft.com/office/officeart/2005/8/layout/vList2"/>
    <dgm:cxn modelId="{C6483454-034E-4FC0-A7EB-DC08726E8908}" type="presOf" srcId="{924FB8BD-B400-43D9-BE4D-CB0619605966}" destId="{922EC0A7-8C8C-46D7-BC8C-74700E7F8625}" srcOrd="0" destOrd="1" presId="urn:microsoft.com/office/officeart/2005/8/layout/vList2"/>
    <dgm:cxn modelId="{EE37AD76-77F5-4B1A-8664-D265BFCA071D}" srcId="{4CDEE4D2-9E22-43D6-BD56-6617EFF87767}" destId="{F38C2DB5-5356-4EBD-8840-057DA2F776C4}" srcOrd="1" destOrd="0" parTransId="{2CCCA6C0-36B4-4964-A972-421B436B3A7A}" sibTransId="{EE37F88B-B39F-4F6A-B025-3681B7F4E4B4}"/>
    <dgm:cxn modelId="{238A85A2-9F5A-4262-8AA0-EFEF003C00CA}" type="presOf" srcId="{E13823BD-10DC-47B7-A1D4-158A8A40D83A}" destId="{922EC0A7-8C8C-46D7-BC8C-74700E7F8625}" srcOrd="0" destOrd="0" presId="urn:microsoft.com/office/officeart/2005/8/layout/vList2"/>
    <dgm:cxn modelId="{D56CBAA6-4D65-4FAE-8D3B-2F5FB9244803}" srcId="{F38C2DB5-5356-4EBD-8840-057DA2F776C4}" destId="{924FB8BD-B400-43D9-BE4D-CB0619605966}" srcOrd="1" destOrd="0" parTransId="{CB3B04B5-6DBF-4E51-A418-ED4D0C51A401}" sibTransId="{A9A197E7-9646-43C9-994E-1318C1B6CC64}"/>
    <dgm:cxn modelId="{9648E5C5-C3E9-4A3A-B803-A400548FA417}" type="presOf" srcId="{4CDEE4D2-9E22-43D6-BD56-6617EFF87767}" destId="{146451E5-1613-43DE-9C8F-4EF2EF3B13C4}" srcOrd="0" destOrd="0" presId="urn:microsoft.com/office/officeart/2005/8/layout/vList2"/>
    <dgm:cxn modelId="{4431C3EF-7E71-4D09-B84B-47F41DBCBB53}" srcId="{4CDEE4D2-9E22-43D6-BD56-6617EFF87767}" destId="{C10ABE2F-499D-4FDA-A730-A19F6C871FF5}" srcOrd="0" destOrd="0" parTransId="{2777C8D5-44F4-4660-AFB1-A23BF0EB15E5}" sibTransId="{10E05D10-16D6-460F-8A0A-4EDB78EE25D4}"/>
    <dgm:cxn modelId="{6BBE07BA-19CD-43DB-ABFA-91C32203CF46}" type="presParOf" srcId="{146451E5-1613-43DE-9C8F-4EF2EF3B13C4}" destId="{CF78E111-DBD6-4EF6-B5C5-AA089C91B261}" srcOrd="0" destOrd="0" presId="urn:microsoft.com/office/officeart/2005/8/layout/vList2"/>
    <dgm:cxn modelId="{E705188C-6A24-409B-9C87-15CF2C5C95BF}" type="presParOf" srcId="{146451E5-1613-43DE-9C8F-4EF2EF3B13C4}" destId="{F241318D-5476-4F6D-A12C-707EF21CFDA1}" srcOrd="1" destOrd="0" presId="urn:microsoft.com/office/officeart/2005/8/layout/vList2"/>
    <dgm:cxn modelId="{DEBFC439-42B1-4D03-ACD9-892A82E415FE}" type="presParOf" srcId="{146451E5-1613-43DE-9C8F-4EF2EF3B13C4}" destId="{C0172A19-C75A-4FA1-92E5-D40E0E6335D7}" srcOrd="2" destOrd="0" presId="urn:microsoft.com/office/officeart/2005/8/layout/vList2"/>
    <dgm:cxn modelId="{73A6509A-0AB7-4CE1-81B6-16BC167D6490}" type="presParOf" srcId="{146451E5-1613-43DE-9C8F-4EF2EF3B13C4}" destId="{922EC0A7-8C8C-46D7-BC8C-74700E7F862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3EB005-09A0-46F0-A27D-FF5EB29884C6}">
      <dsp:nvSpPr>
        <dsp:cNvPr id="0" name=""/>
        <dsp:cNvSpPr/>
      </dsp:nvSpPr>
      <dsp:spPr>
        <a:xfrm>
          <a:off x="0" y="749826"/>
          <a:ext cx="2695497" cy="1617298"/>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Rust is a systems level programming language, developed by </a:t>
          </a:r>
          <a:r>
            <a:rPr lang="en-US" sz="1800" b="1" i="0" kern="1200" err="1"/>
            <a:t>Graydon</a:t>
          </a:r>
          <a:r>
            <a:rPr lang="en-US" sz="1800" b="1" i="0" kern="1200"/>
            <a:t> Hoare.</a:t>
          </a:r>
          <a:endParaRPr lang="en-US" sz="1800" b="1" kern="1200"/>
        </a:p>
      </dsp:txBody>
      <dsp:txXfrm>
        <a:off x="0" y="749826"/>
        <a:ext cx="2695497" cy="1617298"/>
      </dsp:txXfrm>
    </dsp:sp>
    <dsp:sp modelId="{27BE020C-3EB9-4424-B617-9F8F8F62D53A}">
      <dsp:nvSpPr>
        <dsp:cNvPr id="0" name=""/>
        <dsp:cNvSpPr/>
      </dsp:nvSpPr>
      <dsp:spPr>
        <a:xfrm>
          <a:off x="2965046" y="749826"/>
          <a:ext cx="2695497" cy="1617298"/>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it is a high-performance, statically-typed multi-paradigm programming language. With the main focus on safety and performance. </a:t>
          </a:r>
          <a:endParaRPr lang="en-US" sz="1600" kern="1200"/>
        </a:p>
      </dsp:txBody>
      <dsp:txXfrm>
        <a:off x="2965046" y="749826"/>
        <a:ext cx="2695497" cy="1617298"/>
      </dsp:txXfrm>
    </dsp:sp>
    <dsp:sp modelId="{1F2FEE5B-A987-4E04-A2DF-4FEBD7E69325}">
      <dsp:nvSpPr>
        <dsp:cNvPr id="0" name=""/>
        <dsp:cNvSpPr/>
      </dsp:nvSpPr>
      <dsp:spPr>
        <a:xfrm>
          <a:off x="5930093" y="749826"/>
          <a:ext cx="2695497" cy="1617298"/>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This language helps developers create robust and secure applications.</a:t>
          </a:r>
          <a:endParaRPr lang="en-US" sz="2000" kern="1200"/>
        </a:p>
      </dsp:txBody>
      <dsp:txXfrm>
        <a:off x="5930093" y="749826"/>
        <a:ext cx="2695497" cy="1617298"/>
      </dsp:txXfrm>
    </dsp:sp>
    <dsp:sp modelId="{1F4A007B-3CC5-42EE-AE48-FE0A78A6F7B7}">
      <dsp:nvSpPr>
        <dsp:cNvPr id="0" name=""/>
        <dsp:cNvSpPr/>
      </dsp:nvSpPr>
      <dsp:spPr>
        <a:xfrm>
          <a:off x="1482523" y="2636674"/>
          <a:ext cx="2695497" cy="1617298"/>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Hundreds of companies around the world choose Rust since it has numerous benefits. It’s fast and memory-efficient.</a:t>
          </a:r>
          <a:endParaRPr lang="en-US" sz="1800" kern="1200"/>
        </a:p>
      </dsp:txBody>
      <dsp:txXfrm>
        <a:off x="1482523" y="2636674"/>
        <a:ext cx="2695497" cy="1617298"/>
      </dsp:txXfrm>
    </dsp:sp>
    <dsp:sp modelId="{DB29FBE6-8159-4D53-9836-7E42AD9D8A0B}">
      <dsp:nvSpPr>
        <dsp:cNvPr id="0" name=""/>
        <dsp:cNvSpPr/>
      </dsp:nvSpPr>
      <dsp:spPr>
        <a:xfrm>
          <a:off x="4447570" y="2636674"/>
          <a:ext cx="2695497" cy="1617298"/>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Using no runtime or garbage collector, the language can conduct different performance services, integrate with other languages, and run on embedded devices. </a:t>
          </a:r>
          <a:endParaRPr lang="en-US" sz="1600" kern="1200"/>
        </a:p>
      </dsp:txBody>
      <dsp:txXfrm>
        <a:off x="4447570" y="2636674"/>
        <a:ext cx="2695497" cy="16172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64180-1B3B-457B-88B9-1B3BBC4B6218}">
      <dsp:nvSpPr>
        <dsp:cNvPr id="0" name=""/>
        <dsp:cNvSpPr/>
      </dsp:nvSpPr>
      <dsp:spPr>
        <a:xfrm rot="16200000">
          <a:off x="-664201" y="667710"/>
          <a:ext cx="4710545" cy="3375124"/>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5512" bIns="0" numCol="1" spcCol="1270" anchor="ctr" anchorCtr="0">
          <a:noAutofit/>
        </a:bodyPr>
        <a:lstStyle/>
        <a:p>
          <a:pPr marL="0" lvl="0" indent="0" algn="ctr" defTabSz="889000">
            <a:lnSpc>
              <a:spcPct val="90000"/>
            </a:lnSpc>
            <a:spcBef>
              <a:spcPct val="0"/>
            </a:spcBef>
            <a:spcAft>
              <a:spcPct val="35000"/>
            </a:spcAft>
            <a:buNone/>
          </a:pPr>
          <a:r>
            <a:rPr lang="en-US" sz="2000" kern="1200"/>
            <a:t>Application programming languages like Java/C# are used to build software, which provide services to the user directly. They help us build business applications like spreadsheets, word processors, web applications or mobile applications.</a:t>
          </a:r>
        </a:p>
      </dsp:txBody>
      <dsp:txXfrm rot="5400000">
        <a:off x="3510" y="942108"/>
        <a:ext cx="3375124" cy="2826327"/>
      </dsp:txXfrm>
    </dsp:sp>
    <dsp:sp modelId="{2E4697C0-90F1-4EC2-BE45-5A00F38737BC}">
      <dsp:nvSpPr>
        <dsp:cNvPr id="0" name=""/>
        <dsp:cNvSpPr/>
      </dsp:nvSpPr>
      <dsp:spPr>
        <a:xfrm rot="16200000">
          <a:off x="2964056" y="667710"/>
          <a:ext cx="4710545" cy="3375124"/>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5512" bIns="0" numCol="1" spcCol="1270" anchor="ctr" anchorCtr="0">
          <a:noAutofit/>
        </a:bodyPr>
        <a:lstStyle/>
        <a:p>
          <a:pPr marL="0" lvl="0" indent="0" algn="ctr" defTabSz="889000">
            <a:lnSpc>
              <a:spcPct val="90000"/>
            </a:lnSpc>
            <a:spcBef>
              <a:spcPct val="0"/>
            </a:spcBef>
            <a:spcAft>
              <a:spcPct val="35000"/>
            </a:spcAft>
            <a:buNone/>
          </a:pPr>
          <a:r>
            <a:rPr lang="en-US" sz="2000" kern="1200"/>
            <a:t>Systems programming languages like C/C++ are used to build software and software platforms. They can be used to build operating systems, game engines, compilers, etc. These programming languages require a great degree of hardware interaction.</a:t>
          </a:r>
        </a:p>
      </dsp:txBody>
      <dsp:txXfrm rot="5400000">
        <a:off x="3631767" y="942108"/>
        <a:ext cx="3375124" cy="28263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B5CB-D81A-495E-BA2A-C40907770768}">
      <dsp:nvSpPr>
        <dsp:cNvPr id="0" name=""/>
        <dsp:cNvSpPr/>
      </dsp:nvSpPr>
      <dsp:spPr>
        <a:xfrm>
          <a:off x="0" y="62196"/>
          <a:ext cx="6990413" cy="128334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Rust focuses on three goals −</a:t>
          </a:r>
        </a:p>
      </dsp:txBody>
      <dsp:txXfrm>
        <a:off x="62648" y="124844"/>
        <a:ext cx="6865117" cy="1158047"/>
      </dsp:txXfrm>
    </dsp:sp>
    <dsp:sp modelId="{ED3BE504-93D5-4DA8-A5A3-2E9B2CD23CD3}">
      <dsp:nvSpPr>
        <dsp:cNvPr id="0" name=""/>
        <dsp:cNvSpPr/>
      </dsp:nvSpPr>
      <dsp:spPr>
        <a:xfrm>
          <a:off x="0" y="1345540"/>
          <a:ext cx="6990413" cy="957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94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Safety</a:t>
          </a:r>
        </a:p>
        <a:p>
          <a:pPr marL="228600" lvl="1" indent="-228600" algn="l" defTabSz="889000">
            <a:lnSpc>
              <a:spcPct val="90000"/>
            </a:lnSpc>
            <a:spcBef>
              <a:spcPct val="0"/>
            </a:spcBef>
            <a:spcAft>
              <a:spcPct val="20000"/>
            </a:spcAft>
            <a:buChar char="•"/>
          </a:pPr>
          <a:r>
            <a:rPr lang="en-US" sz="2000" kern="1200"/>
            <a:t>Speed</a:t>
          </a:r>
        </a:p>
        <a:p>
          <a:pPr marL="228600" lvl="1" indent="-228600" algn="l" defTabSz="889000">
            <a:lnSpc>
              <a:spcPct val="90000"/>
            </a:lnSpc>
            <a:spcBef>
              <a:spcPct val="0"/>
            </a:spcBef>
            <a:spcAft>
              <a:spcPct val="20000"/>
            </a:spcAft>
            <a:buChar char="•"/>
          </a:pPr>
          <a:r>
            <a:rPr lang="en-US" sz="2000" kern="1200"/>
            <a:t>Concurrency</a:t>
          </a:r>
        </a:p>
      </dsp:txBody>
      <dsp:txXfrm>
        <a:off x="0" y="1345540"/>
        <a:ext cx="6990413" cy="957375"/>
      </dsp:txXfrm>
    </dsp:sp>
    <dsp:sp modelId="{5694ED0D-0005-4EF2-A034-574E1E150BDA}">
      <dsp:nvSpPr>
        <dsp:cNvPr id="0" name=""/>
        <dsp:cNvSpPr/>
      </dsp:nvSpPr>
      <dsp:spPr>
        <a:xfrm>
          <a:off x="0" y="2302915"/>
          <a:ext cx="6990413" cy="128334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The language was designed for developing highly reliable and fast software in a simple way.</a:t>
          </a:r>
        </a:p>
      </dsp:txBody>
      <dsp:txXfrm>
        <a:off x="62648" y="2365563"/>
        <a:ext cx="6865117" cy="1158047"/>
      </dsp:txXfrm>
    </dsp:sp>
    <dsp:sp modelId="{E0596619-A866-4B89-B928-BD60C37C0E67}">
      <dsp:nvSpPr>
        <dsp:cNvPr id="0" name=""/>
        <dsp:cNvSpPr/>
      </dsp:nvSpPr>
      <dsp:spPr>
        <a:xfrm>
          <a:off x="0" y="3658259"/>
          <a:ext cx="6990413" cy="128334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Rust can be used to write high-level programs down to hardware-specific programs.</a:t>
          </a:r>
        </a:p>
      </dsp:txBody>
      <dsp:txXfrm>
        <a:off x="62648" y="3720907"/>
        <a:ext cx="6865117" cy="11580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94D09D-433D-40A4-8F7C-C3C3B472F5D4}">
      <dsp:nvSpPr>
        <dsp:cNvPr id="0" name=""/>
        <dsp:cNvSpPr/>
      </dsp:nvSpPr>
      <dsp:spPr>
        <a:xfrm>
          <a:off x="2816918" y="1605494"/>
          <a:ext cx="2040652" cy="1765247"/>
        </a:xfrm>
        <a:prstGeom prst="hexagon">
          <a:avLst>
            <a:gd name="adj" fmla="val 28570"/>
            <a:gd name="vf" fmla="val 115470"/>
          </a:avLst>
        </a:prstGeom>
        <a:solidFill>
          <a:schemeClr val="accent1">
            <a:alpha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t>Rust Features</a:t>
          </a:r>
        </a:p>
      </dsp:txBody>
      <dsp:txXfrm>
        <a:off x="3155083" y="1898020"/>
        <a:ext cx="1364322" cy="1180195"/>
      </dsp:txXfrm>
    </dsp:sp>
    <dsp:sp modelId="{F095B189-5CE1-412F-80CB-F06533DBEBCB}">
      <dsp:nvSpPr>
        <dsp:cNvPr id="0" name=""/>
        <dsp:cNvSpPr/>
      </dsp:nvSpPr>
      <dsp:spPr>
        <a:xfrm>
          <a:off x="4094758" y="760942"/>
          <a:ext cx="769932" cy="663398"/>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A19762-927A-4691-938B-6C6256FD2442}">
      <dsp:nvSpPr>
        <dsp:cNvPr id="0" name=""/>
        <dsp:cNvSpPr/>
      </dsp:nvSpPr>
      <dsp:spPr>
        <a:xfrm>
          <a:off x="3004891" y="0"/>
          <a:ext cx="1672300" cy="1446736"/>
        </a:xfrm>
        <a:prstGeom prst="hexagon">
          <a:avLst>
            <a:gd name="adj" fmla="val 28570"/>
            <a:gd name="vf" fmla="val 115470"/>
          </a:avLst>
        </a:prstGeom>
        <a:solidFill>
          <a:srgbClr val="C00000">
            <a:alpha val="90000"/>
          </a:srgb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i="0" kern="1200"/>
            <a:t>Zero cost abstraction</a:t>
          </a:r>
          <a:endParaRPr lang="en-US" sz="1600" kern="1200"/>
        </a:p>
      </dsp:txBody>
      <dsp:txXfrm>
        <a:off x="3282027" y="239755"/>
        <a:ext cx="1118028" cy="967226"/>
      </dsp:txXfrm>
    </dsp:sp>
    <dsp:sp modelId="{E035D4E2-655C-4E3F-92CF-295E4174105B}">
      <dsp:nvSpPr>
        <dsp:cNvPr id="0" name=""/>
        <dsp:cNvSpPr/>
      </dsp:nvSpPr>
      <dsp:spPr>
        <a:xfrm>
          <a:off x="4993329" y="2001144"/>
          <a:ext cx="769932" cy="663398"/>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B83689-D77D-46DA-A515-D371A288A9EE}">
      <dsp:nvSpPr>
        <dsp:cNvPr id="0" name=""/>
        <dsp:cNvSpPr/>
      </dsp:nvSpPr>
      <dsp:spPr>
        <a:xfrm>
          <a:off x="4538585" y="889839"/>
          <a:ext cx="1672300" cy="1446736"/>
        </a:xfrm>
        <a:prstGeom prst="hexagon">
          <a:avLst>
            <a:gd name="adj" fmla="val 28570"/>
            <a:gd name="vf" fmla="val 115470"/>
          </a:avLst>
        </a:prstGeom>
        <a:solidFill>
          <a:srgbClr val="FFC000">
            <a:alpha val="82000"/>
          </a:srgb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i="0" kern="1200"/>
            <a:t>Error messages</a:t>
          </a:r>
        </a:p>
      </dsp:txBody>
      <dsp:txXfrm>
        <a:off x="4815721" y="1129594"/>
        <a:ext cx="1118028" cy="967226"/>
      </dsp:txXfrm>
    </dsp:sp>
    <dsp:sp modelId="{2E3BBF39-99DF-49EB-BCFF-D18A88417FB7}">
      <dsp:nvSpPr>
        <dsp:cNvPr id="0" name=""/>
        <dsp:cNvSpPr/>
      </dsp:nvSpPr>
      <dsp:spPr>
        <a:xfrm>
          <a:off x="4369124" y="3401099"/>
          <a:ext cx="769932" cy="663398"/>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EB1058-068B-4D9F-B58B-B8D5DE888D1A}">
      <dsp:nvSpPr>
        <dsp:cNvPr id="0" name=""/>
        <dsp:cNvSpPr/>
      </dsp:nvSpPr>
      <dsp:spPr>
        <a:xfrm>
          <a:off x="4538585" y="2639161"/>
          <a:ext cx="1672300" cy="1446736"/>
        </a:xfrm>
        <a:prstGeom prst="hexagon">
          <a:avLst>
            <a:gd name="adj" fmla="val 28570"/>
            <a:gd name="vf" fmla="val 115470"/>
          </a:avLst>
        </a:prstGeom>
        <a:solidFill>
          <a:srgbClr val="92D050">
            <a:alpha val="74000"/>
          </a:srgb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i="0" kern="1200"/>
            <a:t>Move semantics</a:t>
          </a:r>
        </a:p>
      </dsp:txBody>
      <dsp:txXfrm>
        <a:off x="4815721" y="2878916"/>
        <a:ext cx="1118028" cy="967226"/>
      </dsp:txXfrm>
    </dsp:sp>
    <dsp:sp modelId="{A2CC4F36-7C01-4522-9CD1-71731F857F21}">
      <dsp:nvSpPr>
        <dsp:cNvPr id="0" name=""/>
        <dsp:cNvSpPr/>
      </dsp:nvSpPr>
      <dsp:spPr>
        <a:xfrm>
          <a:off x="2820715" y="3546419"/>
          <a:ext cx="769932" cy="663398"/>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5BAD59-7299-414F-9EF8-E07D47EB853E}">
      <dsp:nvSpPr>
        <dsp:cNvPr id="0" name=""/>
        <dsp:cNvSpPr/>
      </dsp:nvSpPr>
      <dsp:spPr>
        <a:xfrm>
          <a:off x="3004891" y="3529996"/>
          <a:ext cx="1672300" cy="1446736"/>
        </a:xfrm>
        <a:prstGeom prst="hexagon">
          <a:avLst>
            <a:gd name="adj" fmla="val 28570"/>
            <a:gd name="vf" fmla="val 115470"/>
          </a:avLst>
        </a:prstGeom>
        <a:solidFill>
          <a:srgbClr val="00B0F0">
            <a:alpha val="66000"/>
          </a:srgb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i="0" kern="1200"/>
            <a:t>Threads without data races</a:t>
          </a:r>
        </a:p>
      </dsp:txBody>
      <dsp:txXfrm>
        <a:off x="3282027" y="3769751"/>
        <a:ext cx="1118028" cy="967226"/>
      </dsp:txXfrm>
    </dsp:sp>
    <dsp:sp modelId="{84686549-6ADD-483D-A8B0-40288BFF48E8}">
      <dsp:nvSpPr>
        <dsp:cNvPr id="0" name=""/>
        <dsp:cNvSpPr/>
      </dsp:nvSpPr>
      <dsp:spPr>
        <a:xfrm>
          <a:off x="1907429" y="2306715"/>
          <a:ext cx="769932" cy="663398"/>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3C21E2-F517-49F8-9AD1-7C0128E2D67F}">
      <dsp:nvSpPr>
        <dsp:cNvPr id="0" name=""/>
        <dsp:cNvSpPr/>
      </dsp:nvSpPr>
      <dsp:spPr>
        <a:xfrm>
          <a:off x="1464078" y="2640156"/>
          <a:ext cx="1672300" cy="1446736"/>
        </a:xfrm>
        <a:prstGeom prst="hexagon">
          <a:avLst>
            <a:gd name="adj" fmla="val 28570"/>
            <a:gd name="vf" fmla="val 115470"/>
          </a:avLst>
        </a:prstGeom>
        <a:solidFill>
          <a:srgbClr val="7030A0">
            <a:alpha val="58000"/>
          </a:srgb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i="0" kern="1200"/>
            <a:t>Pattern matching</a:t>
          </a:r>
        </a:p>
      </dsp:txBody>
      <dsp:txXfrm>
        <a:off x="1741214" y="2879911"/>
        <a:ext cx="1118028" cy="967226"/>
      </dsp:txXfrm>
    </dsp:sp>
    <dsp:sp modelId="{8D78C8B2-195C-4074-A6C1-A0E4F1146143}">
      <dsp:nvSpPr>
        <dsp:cNvPr id="0" name=""/>
        <dsp:cNvSpPr/>
      </dsp:nvSpPr>
      <dsp:spPr>
        <a:xfrm>
          <a:off x="1464078" y="887849"/>
          <a:ext cx="1672300" cy="1446736"/>
        </a:xfrm>
        <a:prstGeom prst="hexagon">
          <a:avLst>
            <a:gd name="adj" fmla="val 28570"/>
            <a:gd name="vf" fmla="val 115470"/>
          </a:avLst>
        </a:prstGeom>
        <a:solidFill>
          <a:srgbClr val="00B050">
            <a:alpha val="50000"/>
          </a:srgb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i="0" kern="1200"/>
            <a:t>Guaranteed memory safety</a:t>
          </a:r>
        </a:p>
      </dsp:txBody>
      <dsp:txXfrm>
        <a:off x="1741214" y="1127604"/>
        <a:ext cx="1118028" cy="9672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982495-2EAB-4700-83B0-B2E08F0D2B3F}">
      <dsp:nvSpPr>
        <dsp:cNvPr id="0" name=""/>
        <dsp:cNvSpPr/>
      </dsp:nvSpPr>
      <dsp:spPr>
        <a:xfrm>
          <a:off x="0" y="489203"/>
          <a:ext cx="8494435" cy="1237113"/>
        </a:xfrm>
        <a:prstGeom prst="rightArrow">
          <a:avLst>
            <a:gd name="adj1" fmla="val 50000"/>
            <a:gd name="adj2" fmla="val 50000"/>
          </a:avLst>
        </a:prstGeom>
        <a:solidFill>
          <a:schemeClr val="accent1">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254000" bIns="196392" numCol="1" spcCol="1270" anchor="ctr" anchorCtr="0">
          <a:noAutofit/>
        </a:bodyPr>
        <a:lstStyle/>
        <a:p>
          <a:pPr marL="0" lvl="0" indent="0" algn="l" defTabSz="1111250">
            <a:lnSpc>
              <a:spcPct val="90000"/>
            </a:lnSpc>
            <a:spcBef>
              <a:spcPct val="0"/>
            </a:spcBef>
            <a:spcAft>
              <a:spcPct val="35000"/>
            </a:spcAft>
            <a:buNone/>
          </a:pPr>
          <a:r>
            <a:rPr lang="en-US" sz="2500" b="0" i="0" kern="1200"/>
            <a:t> Zero cost abstraction</a:t>
          </a:r>
          <a:endParaRPr lang="en-US" sz="2500" kern="1200"/>
        </a:p>
      </dsp:txBody>
      <dsp:txXfrm>
        <a:off x="0" y="798481"/>
        <a:ext cx="8185157" cy="618557"/>
      </dsp:txXfrm>
    </dsp:sp>
    <dsp:sp modelId="{27555FAB-7672-47DC-9570-78D757E9CAAB}">
      <dsp:nvSpPr>
        <dsp:cNvPr id="0" name=""/>
        <dsp:cNvSpPr/>
      </dsp:nvSpPr>
      <dsp:spPr>
        <a:xfrm>
          <a:off x="0" y="1443195"/>
          <a:ext cx="2616285" cy="2383135"/>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In Rust, we can add abstractions without affecting the runtime performance of the code. It improves the code quality and readability of the code without any runtime performance cost.</a:t>
          </a:r>
        </a:p>
      </dsp:txBody>
      <dsp:txXfrm>
        <a:off x="0" y="1443195"/>
        <a:ext cx="2616285" cy="2383135"/>
      </dsp:txXfrm>
    </dsp:sp>
    <dsp:sp modelId="{9B2DCDB9-BEA1-492E-BE27-0665F2F216D5}">
      <dsp:nvSpPr>
        <dsp:cNvPr id="0" name=""/>
        <dsp:cNvSpPr/>
      </dsp:nvSpPr>
      <dsp:spPr>
        <a:xfrm>
          <a:off x="2616285" y="901574"/>
          <a:ext cx="5878149" cy="1237113"/>
        </a:xfrm>
        <a:prstGeom prst="rightArrow">
          <a:avLst>
            <a:gd name="adj1" fmla="val 50000"/>
            <a:gd name="adj2" fmla="val 50000"/>
          </a:avLst>
        </a:prstGeom>
        <a:solidFill>
          <a:schemeClr val="accent1">
            <a:shade val="80000"/>
            <a:hueOff val="345872"/>
            <a:satOff val="-45582"/>
            <a:lumOff val="2242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254000" bIns="196392" numCol="1" spcCol="1270" anchor="ctr" anchorCtr="0">
          <a:noAutofit/>
        </a:bodyPr>
        <a:lstStyle/>
        <a:p>
          <a:pPr marL="0" lvl="0" indent="0" algn="l" defTabSz="1111250">
            <a:lnSpc>
              <a:spcPct val="90000"/>
            </a:lnSpc>
            <a:spcBef>
              <a:spcPct val="0"/>
            </a:spcBef>
            <a:spcAft>
              <a:spcPct val="35000"/>
            </a:spcAft>
            <a:buNone/>
          </a:pPr>
          <a:r>
            <a:rPr lang="en-US" sz="2500" b="0" i="0" kern="1200"/>
            <a:t>Error messages</a:t>
          </a:r>
        </a:p>
      </dsp:txBody>
      <dsp:txXfrm>
        <a:off x="2616285" y="1210852"/>
        <a:ext cx="5568871" cy="618557"/>
      </dsp:txXfrm>
    </dsp:sp>
    <dsp:sp modelId="{BFF57338-939E-479F-B8CE-F3F7474DC662}">
      <dsp:nvSpPr>
        <dsp:cNvPr id="0" name=""/>
        <dsp:cNvSpPr/>
      </dsp:nvSpPr>
      <dsp:spPr>
        <a:xfrm>
          <a:off x="2616285" y="1855567"/>
          <a:ext cx="2616285" cy="2383135"/>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In C++ programming, there is an excellent improvement in error messages as compared to GCC. Rust goes one step further in case of clarity. Error messages are displayed with (formatting, colors) and also suggest misspellings in our program.</a:t>
          </a:r>
        </a:p>
      </dsp:txBody>
      <dsp:txXfrm>
        <a:off x="2616285" y="1855567"/>
        <a:ext cx="2616285" cy="2383135"/>
      </dsp:txXfrm>
    </dsp:sp>
    <dsp:sp modelId="{7789793C-7319-467D-B4DC-13307709949B}">
      <dsp:nvSpPr>
        <dsp:cNvPr id="0" name=""/>
        <dsp:cNvSpPr/>
      </dsp:nvSpPr>
      <dsp:spPr>
        <a:xfrm>
          <a:off x="5232571" y="1313945"/>
          <a:ext cx="3261863" cy="1237113"/>
        </a:xfrm>
        <a:prstGeom prst="rightArrow">
          <a:avLst>
            <a:gd name="adj1" fmla="val 50000"/>
            <a:gd name="adj2" fmla="val 50000"/>
          </a:avLst>
        </a:prstGeom>
        <a:solidFill>
          <a:schemeClr val="accent1">
            <a:shade val="80000"/>
            <a:hueOff val="691744"/>
            <a:satOff val="-91164"/>
            <a:lumOff val="44854"/>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254000" bIns="196392" numCol="1" spcCol="1270" anchor="ctr" anchorCtr="0">
          <a:noAutofit/>
        </a:bodyPr>
        <a:lstStyle/>
        <a:p>
          <a:pPr marL="0" lvl="0" indent="0" algn="l" defTabSz="1111250">
            <a:lnSpc>
              <a:spcPct val="90000"/>
            </a:lnSpc>
            <a:spcBef>
              <a:spcPct val="0"/>
            </a:spcBef>
            <a:spcAft>
              <a:spcPct val="35000"/>
            </a:spcAft>
            <a:buNone/>
          </a:pPr>
          <a:r>
            <a:rPr lang="en-US" sz="2500" b="0" i="0" kern="1200"/>
            <a:t>Type inference</a:t>
          </a:r>
        </a:p>
      </dsp:txBody>
      <dsp:txXfrm>
        <a:off x="5232571" y="1623223"/>
        <a:ext cx="2952585" cy="618557"/>
      </dsp:txXfrm>
    </dsp:sp>
    <dsp:sp modelId="{13D107C4-2049-460B-8C92-D533D47DA0FB}">
      <dsp:nvSpPr>
        <dsp:cNvPr id="0" name=""/>
        <dsp:cNvSpPr/>
      </dsp:nvSpPr>
      <dsp:spPr>
        <a:xfrm>
          <a:off x="5232571" y="2267938"/>
          <a:ext cx="2616285" cy="234825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Rust provides the feature of a Type inference which means that it determines the type of an expression automatically.</a:t>
          </a:r>
        </a:p>
      </dsp:txBody>
      <dsp:txXfrm>
        <a:off x="5232571" y="2267938"/>
        <a:ext cx="2616285" cy="23482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982495-2EAB-4700-83B0-B2E08F0D2B3F}">
      <dsp:nvSpPr>
        <dsp:cNvPr id="0" name=""/>
        <dsp:cNvSpPr/>
      </dsp:nvSpPr>
      <dsp:spPr>
        <a:xfrm>
          <a:off x="24491" y="279619"/>
          <a:ext cx="8445451" cy="1229979"/>
        </a:xfrm>
        <a:prstGeom prst="rightArrow">
          <a:avLst>
            <a:gd name="adj1" fmla="val 50000"/>
            <a:gd name="adj2" fmla="val 5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254000" bIns="195259" numCol="1" spcCol="1270" anchor="ctr" anchorCtr="0">
          <a:noAutofit/>
        </a:bodyPr>
        <a:lstStyle/>
        <a:p>
          <a:pPr marL="0" lvl="0" indent="0" algn="l" defTabSz="1111250">
            <a:lnSpc>
              <a:spcPct val="90000"/>
            </a:lnSpc>
            <a:spcBef>
              <a:spcPct val="0"/>
            </a:spcBef>
            <a:spcAft>
              <a:spcPct val="35000"/>
            </a:spcAft>
            <a:buNone/>
          </a:pPr>
          <a:r>
            <a:rPr lang="en-US" sz="2500" b="0" i="0" kern="1200"/>
            <a:t>Move semantics</a:t>
          </a:r>
          <a:endParaRPr lang="en-US" sz="2500" kern="1200"/>
        </a:p>
      </dsp:txBody>
      <dsp:txXfrm>
        <a:off x="24491" y="587114"/>
        <a:ext cx="8137956" cy="614989"/>
      </dsp:txXfrm>
    </dsp:sp>
    <dsp:sp modelId="{27555FAB-7672-47DC-9570-78D757E9CAAB}">
      <dsp:nvSpPr>
        <dsp:cNvPr id="0" name=""/>
        <dsp:cNvSpPr/>
      </dsp:nvSpPr>
      <dsp:spPr>
        <a:xfrm>
          <a:off x="24491" y="1228111"/>
          <a:ext cx="2601199" cy="2369393"/>
        </a:xfrm>
        <a:prstGeom prst="re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a:t>Rust provides this feature that allows a copy operation to be replaced by the move operation when a source object is a temporary object.</a:t>
          </a:r>
        </a:p>
      </dsp:txBody>
      <dsp:txXfrm>
        <a:off x="24491" y="1228111"/>
        <a:ext cx="2601199" cy="2369393"/>
      </dsp:txXfrm>
    </dsp:sp>
    <dsp:sp modelId="{721EA0E7-5007-4405-8A23-FF1CC52D5AFE}">
      <dsp:nvSpPr>
        <dsp:cNvPr id="0" name=""/>
        <dsp:cNvSpPr/>
      </dsp:nvSpPr>
      <dsp:spPr>
        <a:xfrm>
          <a:off x="2625690" y="689612"/>
          <a:ext cx="5844252" cy="1229979"/>
        </a:xfrm>
        <a:prstGeom prst="rightArrow">
          <a:avLst>
            <a:gd name="adj1" fmla="val 50000"/>
            <a:gd name="adj2" fmla="val 50000"/>
          </a:avLst>
        </a:prstGeom>
        <a:solidFill>
          <a:schemeClr val="accent2">
            <a:hueOff val="-5857"/>
            <a:satOff val="0"/>
            <a:lumOff val="3039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254000" bIns="195259" numCol="1" spcCol="1270" anchor="ctr" anchorCtr="0">
          <a:noAutofit/>
        </a:bodyPr>
        <a:lstStyle/>
        <a:p>
          <a:pPr marL="0" lvl="0" indent="0" algn="l" defTabSz="1111250">
            <a:lnSpc>
              <a:spcPct val="90000"/>
            </a:lnSpc>
            <a:spcBef>
              <a:spcPct val="0"/>
            </a:spcBef>
            <a:spcAft>
              <a:spcPct val="35000"/>
            </a:spcAft>
            <a:buNone/>
          </a:pPr>
          <a:r>
            <a:rPr lang="en-US" sz="2500" b="0" i="0" kern="1200"/>
            <a:t>Threads without data races</a:t>
          </a:r>
        </a:p>
      </dsp:txBody>
      <dsp:txXfrm>
        <a:off x="2625690" y="997107"/>
        <a:ext cx="5536757" cy="614989"/>
      </dsp:txXfrm>
    </dsp:sp>
    <dsp:sp modelId="{28AEBF9A-89F4-4889-924F-7CEBEDD17F84}">
      <dsp:nvSpPr>
        <dsp:cNvPr id="0" name=""/>
        <dsp:cNvSpPr/>
      </dsp:nvSpPr>
      <dsp:spPr>
        <a:xfrm>
          <a:off x="2625690" y="1542250"/>
          <a:ext cx="2601199" cy="3170935"/>
        </a:xfrm>
        <a:prstGeom prst="rect">
          <a:avLst/>
        </a:prstGeom>
        <a:solidFill>
          <a:schemeClr val="lt1">
            <a:hueOff val="0"/>
            <a:satOff val="0"/>
            <a:lumOff val="0"/>
            <a:alphaOff val="0"/>
          </a:schemeClr>
        </a:solidFill>
        <a:ln w="25400" cap="flat" cmpd="sng" algn="ctr">
          <a:solidFill>
            <a:schemeClr val="accent2">
              <a:hueOff val="-5857"/>
              <a:satOff val="0"/>
              <a:lumOff val="3039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a:t>A data race is a condition when two or more threads are accessing the same memory location. Rust provides the feature of threads without data races because of the ownership system. Ownership system transmits only the owners of different objects to different threads, and two threads can never own the same variable with write access.</a:t>
          </a:r>
        </a:p>
      </dsp:txBody>
      <dsp:txXfrm>
        <a:off x="2625690" y="1542250"/>
        <a:ext cx="2601199" cy="3170935"/>
      </dsp:txXfrm>
    </dsp:sp>
    <dsp:sp modelId="{E027BCFC-C010-4122-8434-CF84655F0371}">
      <dsp:nvSpPr>
        <dsp:cNvPr id="0" name=""/>
        <dsp:cNvSpPr/>
      </dsp:nvSpPr>
      <dsp:spPr>
        <a:xfrm>
          <a:off x="5226889" y="1099605"/>
          <a:ext cx="3243053" cy="1229979"/>
        </a:xfrm>
        <a:prstGeom prst="rightArrow">
          <a:avLst>
            <a:gd name="adj1" fmla="val 50000"/>
            <a:gd name="adj2" fmla="val 50000"/>
          </a:avLst>
        </a:prstGeom>
        <a:solidFill>
          <a:schemeClr val="accent2">
            <a:hueOff val="-11713"/>
            <a:satOff val="0"/>
            <a:lumOff val="6078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254000" bIns="195259" numCol="1" spcCol="1270" anchor="ctr" anchorCtr="0">
          <a:noAutofit/>
        </a:bodyPr>
        <a:lstStyle/>
        <a:p>
          <a:pPr marL="0" lvl="0" indent="0" algn="l" defTabSz="1111250">
            <a:lnSpc>
              <a:spcPct val="90000"/>
            </a:lnSpc>
            <a:spcBef>
              <a:spcPct val="0"/>
            </a:spcBef>
            <a:spcAft>
              <a:spcPct val="35000"/>
            </a:spcAft>
            <a:buNone/>
          </a:pPr>
          <a:r>
            <a:rPr lang="en-US" sz="2500" b="0" i="0" kern="1200"/>
            <a:t>Pattern matching</a:t>
          </a:r>
        </a:p>
      </dsp:txBody>
      <dsp:txXfrm>
        <a:off x="5226889" y="1407100"/>
        <a:ext cx="2935558" cy="614989"/>
      </dsp:txXfrm>
    </dsp:sp>
    <dsp:sp modelId="{04A62474-1F9D-41B6-AB9E-4DD595DF4EF1}">
      <dsp:nvSpPr>
        <dsp:cNvPr id="0" name=""/>
        <dsp:cNvSpPr/>
      </dsp:nvSpPr>
      <dsp:spPr>
        <a:xfrm>
          <a:off x="5226889" y="1884750"/>
          <a:ext cx="2601199" cy="3220649"/>
        </a:xfrm>
        <a:prstGeom prst="rect">
          <a:avLst/>
        </a:prstGeom>
        <a:solidFill>
          <a:schemeClr val="lt1">
            <a:hueOff val="0"/>
            <a:satOff val="0"/>
            <a:lumOff val="0"/>
            <a:alphaOff val="0"/>
          </a:schemeClr>
        </a:solidFill>
        <a:ln w="25400" cap="flat" cmpd="sng" algn="ctr">
          <a:solidFill>
            <a:schemeClr val="accent2">
              <a:hueOff val="-11713"/>
              <a:satOff val="0"/>
              <a:lumOff val="6078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i="0" kern="1200"/>
            <a:t>Rust provides the feature of pattern matching. In pattern matching, patterns in Rust are used in conjunction with the 'match' expressions to give more control over the program's control flow. Following are the combinations of some patterns:</a:t>
          </a:r>
        </a:p>
        <a:p>
          <a:pPr marL="114300" lvl="1" indent="-114300" algn="l" defTabSz="622300">
            <a:lnSpc>
              <a:spcPct val="90000"/>
            </a:lnSpc>
            <a:spcBef>
              <a:spcPct val="0"/>
            </a:spcBef>
            <a:spcAft>
              <a:spcPct val="15000"/>
            </a:spcAft>
            <a:buChar char="•"/>
          </a:pPr>
          <a:r>
            <a:rPr lang="en-US" sz="1400" b="0" i="0" kern="1200"/>
            <a:t>Literals</a:t>
          </a:r>
        </a:p>
        <a:p>
          <a:pPr marL="114300" lvl="1" indent="-114300" algn="l" defTabSz="622300">
            <a:lnSpc>
              <a:spcPct val="90000"/>
            </a:lnSpc>
            <a:spcBef>
              <a:spcPct val="0"/>
            </a:spcBef>
            <a:spcAft>
              <a:spcPct val="15000"/>
            </a:spcAft>
            <a:buChar char="•"/>
          </a:pPr>
          <a:r>
            <a:rPr lang="en-US" sz="1400" b="0" i="0" kern="1200"/>
            <a:t>Arrays, </a:t>
          </a:r>
          <a:r>
            <a:rPr lang="en-US" sz="1400" b="0" i="0" kern="1200" err="1"/>
            <a:t>enums</a:t>
          </a:r>
          <a:r>
            <a:rPr lang="en-US" sz="1400" b="0" i="0" kern="1200"/>
            <a:t>, </a:t>
          </a:r>
          <a:r>
            <a:rPr lang="en-US" sz="1400" b="0" i="0" kern="1200" err="1"/>
            <a:t>structs</a:t>
          </a:r>
          <a:r>
            <a:rPr lang="en-US" sz="1400" b="0" i="0" kern="1200"/>
            <a:t>, or tuples</a:t>
          </a:r>
        </a:p>
        <a:p>
          <a:pPr marL="114300" lvl="1" indent="-114300" algn="l" defTabSz="622300">
            <a:lnSpc>
              <a:spcPct val="90000"/>
            </a:lnSpc>
            <a:spcBef>
              <a:spcPct val="0"/>
            </a:spcBef>
            <a:spcAft>
              <a:spcPct val="15000"/>
            </a:spcAft>
            <a:buChar char="•"/>
          </a:pPr>
          <a:r>
            <a:rPr lang="en-US" sz="1400" b="0" i="0" kern="1200"/>
            <a:t>Variables</a:t>
          </a:r>
        </a:p>
        <a:p>
          <a:pPr marL="114300" lvl="1" indent="-114300" algn="l" defTabSz="622300">
            <a:lnSpc>
              <a:spcPct val="90000"/>
            </a:lnSpc>
            <a:spcBef>
              <a:spcPct val="0"/>
            </a:spcBef>
            <a:spcAft>
              <a:spcPct val="15000"/>
            </a:spcAft>
            <a:buChar char="•"/>
          </a:pPr>
          <a:r>
            <a:rPr lang="en-US" sz="1400" b="0" i="0" kern="1200"/>
            <a:t>Wildcards</a:t>
          </a:r>
        </a:p>
        <a:p>
          <a:pPr marL="114300" lvl="1" indent="-114300" algn="l" defTabSz="622300">
            <a:lnSpc>
              <a:spcPct val="90000"/>
            </a:lnSpc>
            <a:spcBef>
              <a:spcPct val="0"/>
            </a:spcBef>
            <a:spcAft>
              <a:spcPct val="15000"/>
            </a:spcAft>
            <a:buChar char="•"/>
          </a:pPr>
          <a:r>
            <a:rPr lang="en-US" sz="1400" b="0" i="0" kern="1200"/>
            <a:t>Placeholders</a:t>
          </a:r>
        </a:p>
      </dsp:txBody>
      <dsp:txXfrm>
        <a:off x="5226889" y="1884750"/>
        <a:ext cx="2601199" cy="32206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982495-2EAB-4700-83B0-B2E08F0D2B3F}">
      <dsp:nvSpPr>
        <dsp:cNvPr id="0" name=""/>
        <dsp:cNvSpPr/>
      </dsp:nvSpPr>
      <dsp:spPr>
        <a:xfrm>
          <a:off x="24491" y="260182"/>
          <a:ext cx="8445451" cy="1229979"/>
        </a:xfrm>
        <a:prstGeom prst="rightArrow">
          <a:avLst>
            <a:gd name="adj1" fmla="val 50000"/>
            <a:gd name="adj2" fmla="val 50000"/>
          </a:avLst>
        </a:prstGeom>
        <a:solidFill>
          <a:schemeClr val="accent2">
            <a:alpha val="9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254000" bIns="195259" numCol="1" spcCol="1270" anchor="ctr" anchorCtr="0">
          <a:noAutofit/>
        </a:bodyPr>
        <a:lstStyle/>
        <a:p>
          <a:pPr marL="0" lvl="0" indent="0" algn="l" defTabSz="800100">
            <a:lnSpc>
              <a:spcPct val="90000"/>
            </a:lnSpc>
            <a:spcBef>
              <a:spcPct val="0"/>
            </a:spcBef>
            <a:spcAft>
              <a:spcPct val="35000"/>
            </a:spcAft>
            <a:buNone/>
          </a:pPr>
          <a:r>
            <a:rPr lang="en-US" sz="1800" b="1" i="0" kern="1200"/>
            <a:t>Guaranteed memory safety</a:t>
          </a:r>
          <a:endParaRPr lang="en-US" sz="1800" b="1" kern="1200"/>
        </a:p>
      </dsp:txBody>
      <dsp:txXfrm>
        <a:off x="24491" y="567677"/>
        <a:ext cx="8137956" cy="614989"/>
      </dsp:txXfrm>
    </dsp:sp>
    <dsp:sp modelId="{27555FAB-7672-47DC-9570-78D757E9CAAB}">
      <dsp:nvSpPr>
        <dsp:cNvPr id="0" name=""/>
        <dsp:cNvSpPr/>
      </dsp:nvSpPr>
      <dsp:spPr>
        <a:xfrm>
          <a:off x="24491" y="1170870"/>
          <a:ext cx="2601199" cy="2954941"/>
        </a:xfrm>
        <a:prstGeom prst="re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i="0" kern="1200"/>
            <a:t>Rust guaranteed the memory safety by using the concept of ownership. Ownership is a middle ground between the memory control of C and the garbage </a:t>
          </a:r>
          <a:r>
            <a:rPr lang="en-US" sz="1400" b="0" i="1" kern="1200"/>
            <a:t>collection of java</a:t>
          </a:r>
          <a:r>
            <a:rPr lang="en-US" sz="1400" b="0" i="0" kern="1200"/>
            <a:t>. In Rust programs, memory space is owned by the variables and temporarily borrowed by the other variables. This allows Rust to provide the memory safety at the compile time without relying on the garbage collector.</a:t>
          </a:r>
        </a:p>
      </dsp:txBody>
      <dsp:txXfrm>
        <a:off x="24491" y="1170870"/>
        <a:ext cx="2601199" cy="2954941"/>
      </dsp:txXfrm>
    </dsp:sp>
    <dsp:sp modelId="{EA4E0EEA-C265-43FE-9B2E-01B7E581BF07}">
      <dsp:nvSpPr>
        <dsp:cNvPr id="0" name=""/>
        <dsp:cNvSpPr/>
      </dsp:nvSpPr>
      <dsp:spPr>
        <a:xfrm>
          <a:off x="2625690" y="670176"/>
          <a:ext cx="5844252" cy="1229979"/>
        </a:xfrm>
        <a:prstGeom prst="rightArrow">
          <a:avLst>
            <a:gd name="adj1" fmla="val 50000"/>
            <a:gd name="adj2" fmla="val 50000"/>
          </a:avLst>
        </a:prstGeom>
        <a:solidFill>
          <a:schemeClr val="accent2">
            <a:alpha val="90000"/>
            <a:hueOff val="0"/>
            <a:satOff val="0"/>
            <a:lumOff val="0"/>
            <a:alphaOff val="-2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254000" bIns="195259" numCol="1" spcCol="1270" anchor="ctr" anchorCtr="0">
          <a:noAutofit/>
        </a:bodyPr>
        <a:lstStyle/>
        <a:p>
          <a:pPr marL="0" lvl="0" indent="0" algn="l" defTabSz="800100">
            <a:lnSpc>
              <a:spcPct val="90000"/>
            </a:lnSpc>
            <a:spcBef>
              <a:spcPct val="0"/>
            </a:spcBef>
            <a:spcAft>
              <a:spcPct val="35000"/>
            </a:spcAft>
            <a:buNone/>
          </a:pPr>
          <a:r>
            <a:rPr lang="en-US" sz="1800" b="1" i="0" kern="1200"/>
            <a:t>Efficient C bindings</a:t>
          </a:r>
        </a:p>
      </dsp:txBody>
      <dsp:txXfrm>
        <a:off x="2625690" y="977671"/>
        <a:ext cx="5536757" cy="614989"/>
      </dsp:txXfrm>
    </dsp:sp>
    <dsp:sp modelId="{95621470-279F-49BF-9AED-370F90F3CA28}">
      <dsp:nvSpPr>
        <dsp:cNvPr id="0" name=""/>
        <dsp:cNvSpPr/>
      </dsp:nvSpPr>
      <dsp:spPr>
        <a:xfrm>
          <a:off x="2625690" y="1556103"/>
          <a:ext cx="2601199" cy="2974417"/>
        </a:xfrm>
        <a:prstGeom prst="re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i="0" kern="1200"/>
            <a:t>Rust provides the feature of </a:t>
          </a:r>
          <a:r>
            <a:rPr lang="en-US" sz="1400" b="0" i="1" kern="1200"/>
            <a:t>'Efficient C bindings'</a:t>
          </a:r>
          <a:r>
            <a:rPr lang="en-US" sz="1400" b="0" i="0" kern="1200"/>
            <a:t> means that the Rust language can be able to interoperate with the C language as it talks to itself. Rust provides a 'foreign function interface' to communicate with C API's and leverage its </a:t>
          </a:r>
          <a:r>
            <a:rPr lang="en-US" sz="1400" b="1" i="0" kern="1200"/>
            <a:t>ownership</a:t>
          </a:r>
          <a:r>
            <a:rPr lang="en-US" sz="1400" b="0" i="0" kern="1200"/>
            <a:t> system to guarantee the memory safety at the same time.</a:t>
          </a:r>
        </a:p>
      </dsp:txBody>
      <dsp:txXfrm>
        <a:off x="2625690" y="1556103"/>
        <a:ext cx="2601199" cy="2974417"/>
      </dsp:txXfrm>
    </dsp:sp>
    <dsp:sp modelId="{142DEAE1-EF67-478F-A6E7-A4C34F985CCD}">
      <dsp:nvSpPr>
        <dsp:cNvPr id="0" name=""/>
        <dsp:cNvSpPr/>
      </dsp:nvSpPr>
      <dsp:spPr>
        <a:xfrm>
          <a:off x="5226889" y="1080169"/>
          <a:ext cx="3243053" cy="1229979"/>
        </a:xfrm>
        <a:prstGeom prst="rightArrow">
          <a:avLst>
            <a:gd name="adj1" fmla="val 50000"/>
            <a:gd name="adj2" fmla="val 50000"/>
          </a:avLst>
        </a:prstGeom>
        <a:solidFill>
          <a:schemeClr val="accent2">
            <a:alpha val="90000"/>
            <a:hueOff val="0"/>
            <a:satOff val="0"/>
            <a:lumOff val="0"/>
            <a:alpha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254000" bIns="195259" numCol="1" spcCol="1270" anchor="ctr" anchorCtr="0">
          <a:noAutofit/>
        </a:bodyPr>
        <a:lstStyle/>
        <a:p>
          <a:pPr marL="0" lvl="0" indent="0" algn="l" defTabSz="622300">
            <a:lnSpc>
              <a:spcPct val="90000"/>
            </a:lnSpc>
            <a:spcBef>
              <a:spcPct val="0"/>
            </a:spcBef>
            <a:spcAft>
              <a:spcPct val="35000"/>
            </a:spcAft>
            <a:buNone/>
          </a:pPr>
          <a:r>
            <a:rPr lang="en-US" sz="1400" b="1" i="0" kern="1200"/>
            <a:t>Safe memory space allocation</a:t>
          </a:r>
        </a:p>
      </dsp:txBody>
      <dsp:txXfrm>
        <a:off x="5226889" y="1387664"/>
        <a:ext cx="2935558" cy="614989"/>
      </dsp:txXfrm>
    </dsp:sp>
    <dsp:sp modelId="{C5A33B25-1AD6-4937-A64D-05F61AAF5366}">
      <dsp:nvSpPr>
        <dsp:cNvPr id="0" name=""/>
        <dsp:cNvSpPr/>
      </dsp:nvSpPr>
      <dsp:spPr>
        <a:xfrm>
          <a:off x="5226889" y="1807004"/>
          <a:ext cx="2601199" cy="3298395"/>
        </a:xfrm>
        <a:prstGeom prst="re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In Rust, memory management is manual, i.e., the programmer has explicit control over where and when memory is allocated and deallocated. In C language, we allocate the memory using </a:t>
          </a:r>
          <a:r>
            <a:rPr lang="en-US" sz="1300" b="0" i="0" kern="1200" err="1"/>
            <a:t>malloc</a:t>
          </a:r>
          <a:r>
            <a:rPr lang="en-US" sz="1300" b="0" i="0" kern="1200"/>
            <a:t> function and then initialize it but Rust refuses these two operations by a single </a:t>
          </a:r>
          <a:r>
            <a:rPr lang="en-US" sz="1300" b="1" i="0" kern="1200"/>
            <a:t>'~'</a:t>
          </a:r>
          <a:r>
            <a:rPr lang="en-US" sz="1300" b="0" i="0" kern="1200"/>
            <a:t> operator. This operator returns the smart pointer to int. A smart pointer is a special kind of value that controls when the object is freed. Smart pointers are </a:t>
          </a:r>
          <a:r>
            <a:rPr lang="en-US" sz="1300" b="0" i="1" kern="1200"/>
            <a:t>"smart"</a:t>
          </a:r>
          <a:r>
            <a:rPr lang="en-US" sz="1300" b="0" i="0" kern="1200"/>
            <a:t> because they not only track where the object is but also know how to clean it up.</a:t>
          </a:r>
        </a:p>
      </dsp:txBody>
      <dsp:txXfrm>
        <a:off x="5226889" y="1807004"/>
        <a:ext cx="2601199" cy="329839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783E51-53CE-4B2D-951D-B230764D3BFC}">
      <dsp:nvSpPr>
        <dsp:cNvPr id="0" name=""/>
        <dsp:cNvSpPr/>
      </dsp:nvSpPr>
      <dsp:spPr>
        <a:xfrm>
          <a:off x="0" y="77953"/>
          <a:ext cx="8117807" cy="70024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solidFill>
                <a:schemeClr val="bg1"/>
              </a:solidFill>
              <a:latin typeface="Arial" panose="020B0604020202020204" pitchFamily="34" charset="0"/>
            </a:rPr>
            <a:t>1. Installation of Visual Studio Build tools is mandatory to run the rust program. </a:t>
          </a:r>
          <a:r>
            <a:rPr lang="en-US" sz="1900" b="1" kern="1200" err="1">
              <a:solidFill>
                <a:schemeClr val="bg1"/>
              </a:solidFill>
              <a:latin typeface="Arial" panose="020B0604020202020204" pitchFamily="34" charset="0"/>
            </a:rPr>
            <a:t>Goto</a:t>
          </a:r>
          <a:r>
            <a:rPr lang="en-US" sz="1900" b="1" kern="1200">
              <a:solidFill>
                <a:schemeClr val="bg1"/>
              </a:solidFill>
              <a:latin typeface="Arial" panose="020B0604020202020204" pitchFamily="34" charset="0"/>
            </a:rPr>
            <a:t>: </a:t>
          </a:r>
          <a:r>
            <a:rPr lang="en-US" sz="1900" b="1" kern="1200">
              <a:solidFill>
                <a:srgbClr val="FF0000"/>
              </a:solidFill>
              <a:latin typeface="Arial" panose="020B0604020202020204" pitchFamily="34" charset="0"/>
            </a:rPr>
            <a:t>https://go.microsoft.com/fwlink/?LinkId=691126</a:t>
          </a:r>
          <a:endParaRPr lang="en-US" sz="1900" kern="1200">
            <a:solidFill>
              <a:srgbClr val="FF0000"/>
            </a:solidFill>
          </a:endParaRPr>
        </a:p>
      </dsp:txBody>
      <dsp:txXfrm>
        <a:off x="34183" y="112136"/>
        <a:ext cx="8049441" cy="63187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783E51-53CE-4B2D-951D-B230764D3BFC}">
      <dsp:nvSpPr>
        <dsp:cNvPr id="0" name=""/>
        <dsp:cNvSpPr/>
      </dsp:nvSpPr>
      <dsp:spPr>
        <a:xfrm>
          <a:off x="0" y="17119"/>
          <a:ext cx="8117807" cy="8225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solidFill>
                <a:schemeClr val="bg1"/>
              </a:solidFill>
              <a:latin typeface="Arial" panose="020B0604020202020204" pitchFamily="34" charset="0"/>
            </a:rPr>
            <a:t>2. Installation the Rust compiler. </a:t>
          </a:r>
        </a:p>
        <a:p>
          <a:pPr marL="0" lvl="0" indent="0" algn="l" defTabSz="844550">
            <a:lnSpc>
              <a:spcPct val="90000"/>
            </a:lnSpc>
            <a:spcBef>
              <a:spcPct val="0"/>
            </a:spcBef>
            <a:spcAft>
              <a:spcPct val="35000"/>
            </a:spcAft>
            <a:buNone/>
          </a:pPr>
          <a:r>
            <a:rPr lang="en-US" sz="1900" b="1" kern="1200" err="1">
              <a:solidFill>
                <a:schemeClr val="bg1"/>
              </a:solidFill>
              <a:latin typeface="Arial" panose="020B0604020202020204" pitchFamily="34" charset="0"/>
            </a:rPr>
            <a:t>Goto</a:t>
          </a:r>
          <a:r>
            <a:rPr lang="en-US" sz="1900" b="1" kern="1200">
              <a:solidFill>
                <a:schemeClr val="bg1"/>
              </a:solidFill>
              <a:latin typeface="Arial" panose="020B0604020202020204" pitchFamily="34" charset="0"/>
            </a:rPr>
            <a:t>: </a:t>
          </a:r>
          <a:r>
            <a:rPr lang="en-US" sz="1900" b="1" i="0" kern="1200">
              <a:hlinkClick xmlns:r="http://schemas.openxmlformats.org/officeDocument/2006/relationships" r:id="rId1"/>
            </a:rPr>
            <a:t>https://www.rust-lang.org/install.html</a:t>
          </a:r>
          <a:endParaRPr lang="en-US" sz="1900" b="1" kern="1200">
            <a:solidFill>
              <a:srgbClr val="FF0000"/>
            </a:solidFill>
          </a:endParaRPr>
        </a:p>
      </dsp:txBody>
      <dsp:txXfrm>
        <a:off x="40152" y="57271"/>
        <a:ext cx="8037503" cy="74220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C68C0-D023-4357-8A1A-2B3C6C4380F0}">
      <dsp:nvSpPr>
        <dsp:cNvPr id="0" name=""/>
        <dsp:cNvSpPr/>
      </dsp:nvSpPr>
      <dsp:spPr>
        <a:xfrm>
          <a:off x="0" y="13829"/>
          <a:ext cx="7162800" cy="10730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On Windows, open the link </a:t>
          </a:r>
          <a:r>
            <a:rPr lang="en-US" sz="1900" b="0" i="0" kern="1200">
              <a:hlinkClick xmlns:r="http://schemas.openxmlformats.org/officeDocument/2006/relationships" r:id="rId1"/>
            </a:rPr>
            <a:t>https://www.rust-lang.org/install.html</a:t>
          </a:r>
          <a:r>
            <a:rPr lang="en-US" sz="1900" b="0" i="0" kern="1200"/>
            <a:t> and follow the instructions for installing Rust. After following all the instructions, Rust will get installed.</a:t>
          </a:r>
          <a:endParaRPr lang="en-US" sz="1900" kern="1200"/>
        </a:p>
      </dsp:txBody>
      <dsp:txXfrm>
        <a:off x="52381" y="66210"/>
        <a:ext cx="7058038" cy="968268"/>
      </dsp:txXfrm>
    </dsp:sp>
    <dsp:sp modelId="{81C50525-0E9D-438A-ABF2-BB3A0B6F96EE}">
      <dsp:nvSpPr>
        <dsp:cNvPr id="0" name=""/>
        <dsp:cNvSpPr/>
      </dsp:nvSpPr>
      <dsp:spPr>
        <a:xfrm>
          <a:off x="0" y="1179020"/>
          <a:ext cx="7162800" cy="12917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After installation, PATH variable of Rust automatically adds in your system PATH.</a:t>
          </a:r>
          <a:endParaRPr lang="en-US" sz="1900" kern="1200"/>
        </a:p>
      </dsp:txBody>
      <dsp:txXfrm>
        <a:off x="63058" y="1242078"/>
        <a:ext cx="7036684" cy="1165623"/>
      </dsp:txXfrm>
    </dsp:sp>
    <dsp:sp modelId="{77E33A8B-6276-4288-A323-321339EC7C7F}">
      <dsp:nvSpPr>
        <dsp:cNvPr id="0" name=""/>
        <dsp:cNvSpPr/>
      </dsp:nvSpPr>
      <dsp:spPr>
        <a:xfrm>
          <a:off x="0" y="2562920"/>
          <a:ext cx="7162800" cy="83002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Open command prompt then runs the following command:</a:t>
          </a:r>
          <a:endParaRPr lang="en-US" sz="1900" kern="1200"/>
        </a:p>
      </dsp:txBody>
      <dsp:txXfrm>
        <a:off x="40519" y="2603439"/>
        <a:ext cx="7081762" cy="748991"/>
      </dsp:txXfrm>
    </dsp:sp>
    <dsp:sp modelId="{77F86E91-84DE-4529-A41B-257649DC189D}">
      <dsp:nvSpPr>
        <dsp:cNvPr id="0" name=""/>
        <dsp:cNvSpPr/>
      </dsp:nvSpPr>
      <dsp:spPr>
        <a:xfrm>
          <a:off x="0" y="3392950"/>
          <a:ext cx="7162800"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419"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err="1"/>
            <a:t>rustc</a:t>
          </a:r>
          <a:r>
            <a:rPr lang="en-US" sz="2000" kern="1200"/>
            <a:t> --version</a:t>
          </a:r>
        </a:p>
      </dsp:txBody>
      <dsp:txXfrm>
        <a:off x="0" y="3392950"/>
        <a:ext cx="7162800" cy="529920"/>
      </dsp:txXfrm>
    </dsp:sp>
    <dsp:sp modelId="{EEAD947D-6EB2-4AB6-99EC-49FD03FE01D8}">
      <dsp:nvSpPr>
        <dsp:cNvPr id="0" name=""/>
        <dsp:cNvSpPr/>
      </dsp:nvSpPr>
      <dsp:spPr>
        <a:xfrm>
          <a:off x="0" y="3922870"/>
          <a:ext cx="7162800" cy="10670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After running this command, you should see the version number, commit hash, and commit date. If you do, it means Rust has been installed successfully. Congratulations!!!</a:t>
          </a:r>
          <a:endParaRPr lang="en-US" sz="1900" kern="1200"/>
        </a:p>
      </dsp:txBody>
      <dsp:txXfrm>
        <a:off x="52091" y="3974961"/>
        <a:ext cx="7058618" cy="96291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C68C0-D023-4357-8A1A-2B3C6C4380F0}">
      <dsp:nvSpPr>
        <dsp:cNvPr id="0" name=""/>
        <dsp:cNvSpPr/>
      </dsp:nvSpPr>
      <dsp:spPr>
        <a:xfrm>
          <a:off x="0" y="0"/>
          <a:ext cx="7162800" cy="6014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open a terminal then use the following command:</a:t>
          </a:r>
          <a:endParaRPr lang="en-US" sz="2100" kern="1200"/>
        </a:p>
      </dsp:txBody>
      <dsp:txXfrm>
        <a:off x="29359" y="29359"/>
        <a:ext cx="7104082" cy="542702"/>
      </dsp:txXfrm>
    </dsp:sp>
    <dsp:sp modelId="{0291536F-2949-43DC-856E-F1F4498C3B54}">
      <dsp:nvSpPr>
        <dsp:cNvPr id="0" name=""/>
        <dsp:cNvSpPr/>
      </dsp:nvSpPr>
      <dsp:spPr>
        <a:xfrm>
          <a:off x="0" y="602196"/>
          <a:ext cx="7162800"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419"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a:t>$ curl https://sh.rustup.rs -</a:t>
          </a:r>
          <a:r>
            <a:rPr lang="en-US" sz="2000" b="0" i="0" kern="1200" err="1"/>
            <a:t>sSf</a:t>
          </a:r>
          <a:r>
            <a:rPr lang="en-US" sz="2000" b="0" i="0" kern="1200"/>
            <a:t> | </a:t>
          </a:r>
          <a:r>
            <a:rPr lang="en-US" sz="2000" b="0" i="0" kern="1200" err="1"/>
            <a:t>sh</a:t>
          </a:r>
          <a:r>
            <a:rPr lang="en-US" sz="1600" b="0" i="0" kern="1200"/>
            <a:t>  </a:t>
          </a:r>
          <a:endParaRPr lang="en-US" sz="1600" kern="1200"/>
        </a:p>
      </dsp:txBody>
      <dsp:txXfrm>
        <a:off x="0" y="602196"/>
        <a:ext cx="7162800" cy="347760"/>
      </dsp:txXfrm>
    </dsp:sp>
    <dsp:sp modelId="{37AAA017-0A77-4C5A-90EC-BEC0CC08157D}">
      <dsp:nvSpPr>
        <dsp:cNvPr id="0" name=""/>
        <dsp:cNvSpPr/>
      </dsp:nvSpPr>
      <dsp:spPr>
        <a:xfrm>
          <a:off x="0" y="949956"/>
          <a:ext cx="7162800" cy="16787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The above command downloads a script and starts the installation of rustup tool. This installs the latest version of Rust. If the installation is done successfully, then the following message will appear:</a:t>
          </a:r>
          <a:endParaRPr lang="en-US" sz="2100" kern="1200"/>
        </a:p>
      </dsp:txBody>
      <dsp:txXfrm>
        <a:off x="81951" y="1031907"/>
        <a:ext cx="6998898" cy="1514872"/>
      </dsp:txXfrm>
    </dsp:sp>
    <dsp:sp modelId="{D7324D31-90E8-4BE9-8C80-CFF70422F819}">
      <dsp:nvSpPr>
        <dsp:cNvPr id="0" name=""/>
        <dsp:cNvSpPr/>
      </dsp:nvSpPr>
      <dsp:spPr>
        <a:xfrm>
          <a:off x="0" y="2628730"/>
          <a:ext cx="7162800"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419"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a:t>Rust is installed now. Great! </a:t>
          </a:r>
          <a:r>
            <a:rPr lang="en-US" sz="1600" b="0" i="0" kern="1200"/>
            <a:t> </a:t>
          </a:r>
          <a:endParaRPr lang="en-US" sz="1600" kern="1200"/>
        </a:p>
      </dsp:txBody>
      <dsp:txXfrm>
        <a:off x="0" y="2628730"/>
        <a:ext cx="7162800" cy="347760"/>
      </dsp:txXfrm>
    </dsp:sp>
    <dsp:sp modelId="{B172244A-05F6-4EB2-BB40-8F7EDDD6B5A0}">
      <dsp:nvSpPr>
        <dsp:cNvPr id="0" name=""/>
        <dsp:cNvSpPr/>
      </dsp:nvSpPr>
      <dsp:spPr>
        <a:xfrm>
          <a:off x="0" y="2976490"/>
          <a:ext cx="7162800" cy="16787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This installation adds automatically Rust to your system path after your next login. If you want to run Rust just right away without restarting the terminal, then run the following command to your shell to add the path to your system PATH manually:</a:t>
          </a:r>
          <a:endParaRPr lang="en-US" sz="2100" kern="1200"/>
        </a:p>
      </dsp:txBody>
      <dsp:txXfrm>
        <a:off x="81951" y="3058441"/>
        <a:ext cx="6998898" cy="1514872"/>
      </dsp:txXfrm>
    </dsp:sp>
    <dsp:sp modelId="{C6ED62A5-6697-455B-B68C-B4C9A4C76765}">
      <dsp:nvSpPr>
        <dsp:cNvPr id="0" name=""/>
        <dsp:cNvSpPr/>
      </dsp:nvSpPr>
      <dsp:spPr>
        <a:xfrm>
          <a:off x="0" y="4655264"/>
          <a:ext cx="7162800"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419"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a:t>$ source $HOME/.cargo/</a:t>
          </a:r>
          <a:r>
            <a:rPr lang="en-US" sz="2000" b="0" i="0" kern="1200" err="1"/>
            <a:t>env</a:t>
          </a:r>
          <a:r>
            <a:rPr lang="en-US" sz="1600" b="0" i="0" kern="1200"/>
            <a:t>  </a:t>
          </a:r>
          <a:endParaRPr lang="en-US" sz="1600" kern="1200"/>
        </a:p>
      </dsp:txBody>
      <dsp:txXfrm>
        <a:off x="0" y="4655264"/>
        <a:ext cx="7162800" cy="3477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FC39D-CF58-433F-9FB3-38F9F271DF2F}">
      <dsp:nvSpPr>
        <dsp:cNvPr id="0" name=""/>
        <dsp:cNvSpPr/>
      </dsp:nvSpPr>
      <dsp:spPr>
        <a:xfrm>
          <a:off x="0" y="1002"/>
          <a:ext cx="6840511" cy="1078022"/>
        </a:xfrm>
        <a:prstGeom prst="roundRect">
          <a:avLst/>
        </a:prstGeom>
        <a:solidFill>
          <a:schemeClr val="accent2">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1" kern="1200" err="1">
              <a:solidFill>
                <a:srgbClr val="FFFF00"/>
              </a:solidFill>
            </a:rPr>
            <a:t>fn</a:t>
          </a:r>
          <a:r>
            <a:rPr lang="en-US" sz="1800" b="1" i="1" kern="1200">
              <a:solidFill>
                <a:srgbClr val="FFFF00"/>
              </a:solidFill>
            </a:rPr>
            <a:t> main():</a:t>
          </a:r>
          <a:r>
            <a:rPr lang="en-US" sz="1800" b="0" i="0" kern="1200"/>
            <a:t> The main() function is always the first code in every Rust executable code. The main() function is enclosed in curly braces{}. The main() function does not contain any parameter as well as it does not return any value.</a:t>
          </a:r>
          <a:endParaRPr lang="en-US" sz="1800" kern="1200"/>
        </a:p>
      </dsp:txBody>
      <dsp:txXfrm>
        <a:off x="52625" y="53627"/>
        <a:ext cx="6735261" cy="972772"/>
      </dsp:txXfrm>
    </dsp:sp>
    <dsp:sp modelId="{DEEE263C-5F3E-4137-9CB1-B3981356BEB8}">
      <dsp:nvSpPr>
        <dsp:cNvPr id="0" name=""/>
        <dsp:cNvSpPr/>
      </dsp:nvSpPr>
      <dsp:spPr>
        <a:xfrm>
          <a:off x="0" y="1092033"/>
          <a:ext cx="6840511" cy="1078022"/>
        </a:xfrm>
        <a:prstGeom prst="roundRect">
          <a:avLst/>
        </a:prstGeom>
        <a:solidFill>
          <a:schemeClr val="accent2">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1" kern="1200" err="1">
              <a:solidFill>
                <a:srgbClr val="FFFF00"/>
              </a:solidFill>
            </a:rPr>
            <a:t>println</a:t>
          </a:r>
          <a:r>
            <a:rPr lang="en-US" sz="1800" b="1" i="1" kern="1200">
              <a:solidFill>
                <a:srgbClr val="FFFF00"/>
              </a:solidFill>
            </a:rPr>
            <a:t>!:</a:t>
          </a:r>
          <a:r>
            <a:rPr lang="en-US" sz="1800" b="0" i="0" kern="1200"/>
            <a:t> It is a Rust macro. If it calls the function, then it does not contain '!'.</a:t>
          </a:r>
        </a:p>
      </dsp:txBody>
      <dsp:txXfrm>
        <a:off x="52625" y="1144658"/>
        <a:ext cx="6735261" cy="972772"/>
      </dsp:txXfrm>
    </dsp:sp>
    <dsp:sp modelId="{A1CA7E97-6628-4759-9E2D-EBFB63ED7926}">
      <dsp:nvSpPr>
        <dsp:cNvPr id="0" name=""/>
        <dsp:cNvSpPr/>
      </dsp:nvSpPr>
      <dsp:spPr>
        <a:xfrm>
          <a:off x="0" y="2183063"/>
          <a:ext cx="6840511" cy="1078022"/>
        </a:xfrm>
        <a:prstGeom prst="roundRect">
          <a:avLst/>
        </a:prstGeom>
        <a:solidFill>
          <a:schemeClr val="accent2">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1" kern="1200">
              <a:solidFill>
                <a:srgbClr val="FFFF00"/>
              </a:solidFill>
            </a:rPr>
            <a:t>“Welcome to CSC 101!"</a:t>
          </a:r>
          <a:r>
            <a:rPr lang="en-US" sz="1800" b="1" i="1" kern="1200"/>
            <a:t>:</a:t>
          </a:r>
          <a:r>
            <a:rPr lang="en-US" sz="1800" b="0" i="0" kern="1200"/>
            <a:t> It is a string passed as a parameter to the </a:t>
          </a:r>
          <a:r>
            <a:rPr lang="en-US" sz="1800" b="0" i="0" kern="1200" err="1"/>
            <a:t>println</a:t>
          </a:r>
          <a:r>
            <a:rPr lang="en-US" sz="1800" b="0" i="0" kern="1200"/>
            <a:t>!, and the string is printed to the console.</a:t>
          </a:r>
        </a:p>
      </dsp:txBody>
      <dsp:txXfrm>
        <a:off x="52625" y="2235688"/>
        <a:ext cx="6735261" cy="97277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98EFE-7396-4864-B346-0AF8D6E46A93}">
      <dsp:nvSpPr>
        <dsp:cNvPr id="0" name=""/>
        <dsp:cNvSpPr/>
      </dsp:nvSpPr>
      <dsp:spPr>
        <a:xfrm rot="5400000">
          <a:off x="-184927" y="188036"/>
          <a:ext cx="1232848" cy="862993"/>
        </a:xfrm>
        <a:prstGeom prst="chevron">
          <a:avLst/>
        </a:prstGeom>
        <a:solidFill>
          <a:schemeClr val="accent2">
            <a:alpha val="90000"/>
            <a:hueOff val="0"/>
            <a:satOff val="0"/>
            <a:lumOff val="0"/>
            <a:alphaOff val="0"/>
          </a:schemeClr>
        </a:solidFill>
        <a:ln w="25400" cap="flat" cmpd="sng" algn="ctr">
          <a:solidFill>
            <a:schemeClr val="accent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b="0" i="0" kern="1200"/>
            <a:t>1</a:t>
          </a:r>
          <a:endParaRPr lang="en-US" sz="4000" kern="1200"/>
        </a:p>
      </dsp:txBody>
      <dsp:txXfrm rot="-5400000">
        <a:off x="1" y="434606"/>
        <a:ext cx="862993" cy="369855"/>
      </dsp:txXfrm>
    </dsp:sp>
    <dsp:sp modelId="{08D90289-BA5E-4C13-9162-9B5E22C3B7CA}">
      <dsp:nvSpPr>
        <dsp:cNvPr id="0" name=""/>
        <dsp:cNvSpPr/>
      </dsp:nvSpPr>
      <dsp:spPr>
        <a:xfrm rot="5400000">
          <a:off x="3984266" y="-3118162"/>
          <a:ext cx="801772" cy="7044317"/>
        </a:xfrm>
        <a:prstGeom prst="round2SameRect">
          <a:avLst/>
        </a:prstGeom>
        <a:solidFill>
          <a:schemeClr val="lt1">
            <a:alpha val="90000"/>
            <a:hueOff val="0"/>
            <a:satOff val="0"/>
            <a:lumOff val="0"/>
            <a:alphaOff val="0"/>
          </a:schemeClr>
        </a:solidFill>
        <a:ln w="25400" cap="flat" cmpd="sng" algn="ctr">
          <a:solidFill>
            <a:schemeClr val="accent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a:t>Open the command prompt from cloned repository</a:t>
          </a:r>
          <a:endParaRPr lang="en-US" sz="2000" kern="1200"/>
        </a:p>
      </dsp:txBody>
      <dsp:txXfrm rot="-5400000">
        <a:off x="862994" y="42249"/>
        <a:ext cx="7005178" cy="723494"/>
      </dsp:txXfrm>
    </dsp:sp>
    <dsp:sp modelId="{F09E652C-8B0F-4FBA-9A1C-BCB5AFAA9769}">
      <dsp:nvSpPr>
        <dsp:cNvPr id="0" name=""/>
        <dsp:cNvSpPr/>
      </dsp:nvSpPr>
      <dsp:spPr>
        <a:xfrm rot="5400000">
          <a:off x="-184927" y="1274030"/>
          <a:ext cx="1232848" cy="862993"/>
        </a:xfrm>
        <a:prstGeom prst="chevron">
          <a:avLst/>
        </a:prstGeom>
        <a:solidFill>
          <a:schemeClr val="accent2">
            <a:alpha val="90000"/>
            <a:hueOff val="0"/>
            <a:satOff val="0"/>
            <a:lumOff val="0"/>
            <a:alphaOff val="-13333"/>
          </a:schemeClr>
        </a:solidFill>
        <a:ln w="25400" cap="flat" cmpd="sng" algn="ctr">
          <a:solidFill>
            <a:schemeClr val="accent2">
              <a:alpha val="90000"/>
              <a:hueOff val="0"/>
              <a:satOff val="0"/>
              <a:lumOff val="0"/>
              <a:alphaOff val="-13333"/>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b="0" i="0" kern="1200"/>
            <a:t>2</a:t>
          </a:r>
        </a:p>
      </dsp:txBody>
      <dsp:txXfrm rot="-5400000">
        <a:off x="1" y="1520600"/>
        <a:ext cx="862993" cy="369855"/>
      </dsp:txXfrm>
    </dsp:sp>
    <dsp:sp modelId="{E91B4FD3-E2ED-4A33-A68F-8E9C9921BE4F}">
      <dsp:nvSpPr>
        <dsp:cNvPr id="0" name=""/>
        <dsp:cNvSpPr/>
      </dsp:nvSpPr>
      <dsp:spPr>
        <a:xfrm rot="5400000">
          <a:off x="3984476" y="-2032379"/>
          <a:ext cx="801351" cy="7044317"/>
        </a:xfrm>
        <a:prstGeom prst="round2SameRect">
          <a:avLst/>
        </a:prstGeom>
        <a:solidFill>
          <a:schemeClr val="lt1">
            <a:alpha val="90000"/>
            <a:hueOff val="0"/>
            <a:satOff val="0"/>
            <a:lumOff val="0"/>
            <a:alphaOff val="0"/>
          </a:schemeClr>
        </a:solidFill>
        <a:ln w="25400" cap="flat" cmpd="sng" algn="ctr">
          <a:solidFill>
            <a:schemeClr val="accent2">
              <a:alpha val="90000"/>
              <a:hueOff val="0"/>
              <a:satOff val="0"/>
              <a:lumOff val="0"/>
              <a:alphaOff val="-13333"/>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a:t> Set the path of the directory. E.g. </a:t>
          </a:r>
          <a:r>
            <a:rPr lang="en-US" sz="2000" b="1" i="1" kern="1200">
              <a:solidFill>
                <a:srgbClr val="C00000"/>
              </a:solidFill>
            </a:rPr>
            <a:t>C:\Users\Moruson\Documents\d.moruCSC101\week-2</a:t>
          </a:r>
        </a:p>
      </dsp:txBody>
      <dsp:txXfrm rot="-5400000">
        <a:off x="862994" y="1128222"/>
        <a:ext cx="7005198" cy="723113"/>
      </dsp:txXfrm>
    </dsp:sp>
    <dsp:sp modelId="{B97FAD44-27AF-4176-B956-E0DBAE273F64}">
      <dsp:nvSpPr>
        <dsp:cNvPr id="0" name=""/>
        <dsp:cNvSpPr/>
      </dsp:nvSpPr>
      <dsp:spPr>
        <a:xfrm rot="5400000">
          <a:off x="-184927" y="2360024"/>
          <a:ext cx="1232848" cy="862993"/>
        </a:xfrm>
        <a:prstGeom prst="chevron">
          <a:avLst/>
        </a:prstGeom>
        <a:solidFill>
          <a:schemeClr val="accent2">
            <a:alpha val="90000"/>
            <a:hueOff val="0"/>
            <a:satOff val="0"/>
            <a:lumOff val="0"/>
            <a:alphaOff val="-26667"/>
          </a:schemeClr>
        </a:solidFill>
        <a:ln w="25400" cap="flat" cmpd="sng" algn="ctr">
          <a:solidFill>
            <a:schemeClr val="accent2">
              <a:alpha val="90000"/>
              <a:hueOff val="0"/>
              <a:satOff val="0"/>
              <a:lumOff val="0"/>
              <a:alphaOff val="-26667"/>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b="0" i="0" kern="1200"/>
            <a:t>3</a:t>
          </a:r>
        </a:p>
      </dsp:txBody>
      <dsp:txXfrm rot="-5400000">
        <a:off x="1" y="2606594"/>
        <a:ext cx="862993" cy="369855"/>
      </dsp:txXfrm>
    </dsp:sp>
    <dsp:sp modelId="{E1873F5E-098C-4F81-B148-E8F7DFC653E4}">
      <dsp:nvSpPr>
        <dsp:cNvPr id="0" name=""/>
        <dsp:cNvSpPr/>
      </dsp:nvSpPr>
      <dsp:spPr>
        <a:xfrm rot="5400000">
          <a:off x="3984476" y="-946385"/>
          <a:ext cx="801351" cy="7044317"/>
        </a:xfrm>
        <a:prstGeom prst="round2SameRect">
          <a:avLst/>
        </a:prstGeom>
        <a:solidFill>
          <a:schemeClr val="lt1">
            <a:alpha val="90000"/>
            <a:hueOff val="0"/>
            <a:satOff val="0"/>
            <a:lumOff val="0"/>
            <a:alphaOff val="0"/>
          </a:schemeClr>
        </a:solidFill>
        <a:ln w="25400" cap="flat" cmpd="sng" algn="ctr">
          <a:solidFill>
            <a:schemeClr val="accent2">
              <a:alpha val="90000"/>
              <a:hueOff val="0"/>
              <a:satOff val="0"/>
              <a:lumOff val="0"/>
              <a:alphaOff val="-26667"/>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a:t>Compile the above program using the </a:t>
          </a:r>
          <a:r>
            <a:rPr lang="en-US" sz="2000" b="1" i="1" kern="1200" err="1">
              <a:solidFill>
                <a:srgbClr val="C00000"/>
              </a:solidFill>
            </a:rPr>
            <a:t>rustc</a:t>
          </a:r>
          <a:r>
            <a:rPr lang="en-US" sz="2000" b="0" i="0" kern="1200"/>
            <a:t> command + </a:t>
          </a:r>
          <a:r>
            <a:rPr lang="en-US" sz="2000" b="1" i="1" kern="1200">
              <a:solidFill>
                <a:srgbClr val="C00000"/>
              </a:solidFill>
            </a:rPr>
            <a:t>filename.rs</a:t>
          </a:r>
          <a:r>
            <a:rPr lang="en-US" sz="2000" b="0" i="0" kern="1200"/>
            <a:t>.</a:t>
          </a:r>
        </a:p>
      </dsp:txBody>
      <dsp:txXfrm rot="-5400000">
        <a:off x="862994" y="2214216"/>
        <a:ext cx="7005198" cy="723113"/>
      </dsp:txXfrm>
    </dsp:sp>
    <dsp:sp modelId="{FD9BFDA0-6694-4F15-B3B7-106C8C9A4C43}">
      <dsp:nvSpPr>
        <dsp:cNvPr id="0" name=""/>
        <dsp:cNvSpPr/>
      </dsp:nvSpPr>
      <dsp:spPr>
        <a:xfrm rot="5400000">
          <a:off x="-184927" y="3446018"/>
          <a:ext cx="1232848" cy="862993"/>
        </a:xfrm>
        <a:prstGeom prst="chevron">
          <a:avLst/>
        </a:prstGeom>
        <a:solidFill>
          <a:schemeClr val="accent2">
            <a:alpha val="90000"/>
            <a:hueOff val="0"/>
            <a:satOff val="0"/>
            <a:lumOff val="0"/>
            <a:alphaOff val="-40000"/>
          </a:schemeClr>
        </a:solidFill>
        <a:ln w="25400" cap="flat" cmpd="sng" algn="ctr">
          <a:solidFill>
            <a:schemeClr val="accent2">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b="0" i="0" kern="1200"/>
            <a:t>4</a:t>
          </a:r>
        </a:p>
      </dsp:txBody>
      <dsp:txXfrm rot="-5400000">
        <a:off x="1" y="3692588"/>
        <a:ext cx="862993" cy="369855"/>
      </dsp:txXfrm>
    </dsp:sp>
    <dsp:sp modelId="{C3866465-2520-4F05-A0FC-ECBCB2B98E1E}">
      <dsp:nvSpPr>
        <dsp:cNvPr id="0" name=""/>
        <dsp:cNvSpPr/>
      </dsp:nvSpPr>
      <dsp:spPr>
        <a:xfrm rot="5400000">
          <a:off x="3984476" y="139608"/>
          <a:ext cx="801351" cy="7044317"/>
        </a:xfrm>
        <a:prstGeom prst="round2SameRect">
          <a:avLst/>
        </a:prstGeom>
        <a:solidFill>
          <a:schemeClr val="lt1">
            <a:alpha val="90000"/>
            <a:hueOff val="0"/>
            <a:satOff val="0"/>
            <a:lumOff val="0"/>
            <a:alphaOff val="0"/>
          </a:schemeClr>
        </a:solidFill>
        <a:ln w="25400" cap="flat" cmpd="sng" algn="ctr">
          <a:solidFill>
            <a:schemeClr val="accent2">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a:t>Finally, run the program by using the command </a:t>
          </a:r>
          <a:r>
            <a:rPr lang="en-US" sz="2000" b="1" i="1" kern="1200">
              <a:solidFill>
                <a:srgbClr val="C00000"/>
              </a:solidFill>
            </a:rPr>
            <a:t>filename.exe</a:t>
          </a:r>
        </a:p>
      </dsp:txBody>
      <dsp:txXfrm rot="-5400000">
        <a:off x="862994" y="3300210"/>
        <a:ext cx="7005198" cy="72311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78E111-DBD6-4EF6-B5C5-AA089C91B261}">
      <dsp:nvSpPr>
        <dsp:cNvPr id="0" name=""/>
        <dsp:cNvSpPr/>
      </dsp:nvSpPr>
      <dsp:spPr>
        <a:xfrm>
          <a:off x="0" y="213833"/>
          <a:ext cx="7907311" cy="810809"/>
        </a:xfrm>
        <a:prstGeom prst="roundRect">
          <a:avLst/>
        </a:prstGeom>
        <a:solidFill>
          <a:schemeClr val="accent2">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Rust provides a powerful macro system that allows meta-programming. </a:t>
          </a:r>
          <a:endParaRPr lang="en-US" sz="2100" kern="1200"/>
        </a:p>
      </dsp:txBody>
      <dsp:txXfrm>
        <a:off x="39580" y="253413"/>
        <a:ext cx="7828151" cy="731649"/>
      </dsp:txXfrm>
    </dsp:sp>
    <dsp:sp modelId="{1D707650-0987-43A1-BEB5-DA9B09A0C90B}">
      <dsp:nvSpPr>
        <dsp:cNvPr id="0" name=""/>
        <dsp:cNvSpPr/>
      </dsp:nvSpPr>
      <dsp:spPr>
        <a:xfrm>
          <a:off x="0" y="1085123"/>
          <a:ext cx="7907311" cy="810809"/>
        </a:xfrm>
        <a:prstGeom prst="roundRect">
          <a:avLst/>
        </a:prstGeom>
        <a:solidFill>
          <a:schemeClr val="accent2">
            <a:alpha val="90000"/>
            <a:hueOff val="0"/>
            <a:satOff val="0"/>
            <a:lumOff val="0"/>
            <a:alphaOff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Macros look like functions, except that their name ends with a bang(!).</a:t>
          </a:r>
          <a:endParaRPr lang="en-US" sz="2100" kern="1200"/>
        </a:p>
      </dsp:txBody>
      <dsp:txXfrm>
        <a:off x="39580" y="1124703"/>
        <a:ext cx="7828151" cy="731649"/>
      </dsp:txXfrm>
    </dsp:sp>
    <dsp:sp modelId="{7E4764D8-9E03-4830-A342-5D9ED93C6434}">
      <dsp:nvSpPr>
        <dsp:cNvPr id="0" name=""/>
        <dsp:cNvSpPr/>
      </dsp:nvSpPr>
      <dsp:spPr>
        <a:xfrm>
          <a:off x="0" y="1956413"/>
          <a:ext cx="7907311" cy="810809"/>
        </a:xfrm>
        <a:prstGeom prst="roundRect">
          <a:avLst/>
        </a:prstGeom>
        <a:solidFill>
          <a:schemeClr val="accent2">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Instead of generating a function call, macros are expanded into source code that gets compiled with the rest of the program. </a:t>
          </a:r>
          <a:endParaRPr lang="en-US" sz="2100" kern="1200"/>
        </a:p>
      </dsp:txBody>
      <dsp:txXfrm>
        <a:off x="39580" y="1995993"/>
        <a:ext cx="7828151" cy="731649"/>
      </dsp:txXfrm>
    </dsp:sp>
    <dsp:sp modelId="{780B9C2F-210F-4659-82C9-D46103CA16CB}">
      <dsp:nvSpPr>
        <dsp:cNvPr id="0" name=""/>
        <dsp:cNvSpPr/>
      </dsp:nvSpPr>
      <dsp:spPr>
        <a:xfrm>
          <a:off x="0" y="2827704"/>
          <a:ext cx="7907311" cy="810809"/>
        </a:xfrm>
        <a:prstGeom prst="roundRect">
          <a:avLst/>
        </a:prstGeom>
        <a:solidFill>
          <a:schemeClr val="accent2">
            <a:alpha val="90000"/>
            <a:hueOff val="0"/>
            <a:satOff val="0"/>
            <a:lumOff val="0"/>
            <a:alphaOff val="-3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Macros provide more runtime features to a program unlike functions.</a:t>
          </a:r>
          <a:endParaRPr lang="en-US" sz="2100" kern="1200"/>
        </a:p>
      </dsp:txBody>
      <dsp:txXfrm>
        <a:off x="39580" y="2867284"/>
        <a:ext cx="7828151" cy="731649"/>
      </dsp:txXfrm>
    </dsp:sp>
    <dsp:sp modelId="{82A66482-AC59-4294-90DA-9CFB7A1B7E69}">
      <dsp:nvSpPr>
        <dsp:cNvPr id="0" name=""/>
        <dsp:cNvSpPr/>
      </dsp:nvSpPr>
      <dsp:spPr>
        <a:xfrm>
          <a:off x="0" y="3698994"/>
          <a:ext cx="7907311" cy="810809"/>
        </a:xfrm>
        <a:prstGeom prst="roundRect">
          <a:avLst/>
        </a:prstGeom>
        <a:solidFill>
          <a:schemeClr val="accent2">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 Macros are an extended version of functions.</a:t>
          </a:r>
          <a:endParaRPr lang="en-US" sz="2100" kern="1200"/>
        </a:p>
      </dsp:txBody>
      <dsp:txXfrm>
        <a:off x="39580" y="3738574"/>
        <a:ext cx="7828151" cy="73164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78E111-DBD6-4EF6-B5C5-AA089C91B261}">
      <dsp:nvSpPr>
        <dsp:cNvPr id="0" name=""/>
        <dsp:cNvSpPr/>
      </dsp:nvSpPr>
      <dsp:spPr>
        <a:xfrm>
          <a:off x="0" y="98645"/>
          <a:ext cx="7907311" cy="1222892"/>
        </a:xfrm>
        <a:prstGeom prst="roundRect">
          <a:avLst/>
        </a:prstGeom>
        <a:solidFill>
          <a:schemeClr val="accent2">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Comments are a way to improve the readability of a program. Comments can be used to include additional information about a program like author of the code, hints about a function/ construct, etc. The compiler ignores comments.</a:t>
          </a:r>
          <a:endParaRPr lang="en-US" sz="1800" kern="1200"/>
        </a:p>
      </dsp:txBody>
      <dsp:txXfrm>
        <a:off x="59697" y="158342"/>
        <a:ext cx="7787917" cy="1103498"/>
      </dsp:txXfrm>
    </dsp:sp>
    <dsp:sp modelId="{C039BF41-E4EC-4CD3-9648-470503BCE760}">
      <dsp:nvSpPr>
        <dsp:cNvPr id="0" name=""/>
        <dsp:cNvSpPr/>
      </dsp:nvSpPr>
      <dsp:spPr>
        <a:xfrm>
          <a:off x="0" y="1413690"/>
          <a:ext cx="7907311" cy="595613"/>
        </a:xfrm>
        <a:prstGeom prst="roundRect">
          <a:avLst/>
        </a:prstGeom>
        <a:solidFill>
          <a:schemeClr val="accent2">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Rust supports the following types of comments :</a:t>
          </a:r>
        </a:p>
      </dsp:txBody>
      <dsp:txXfrm>
        <a:off x="29075" y="1442765"/>
        <a:ext cx="7849161" cy="537463"/>
      </dsp:txXfrm>
    </dsp:sp>
    <dsp:sp modelId="{4EC61F3F-A5A3-4819-8CC7-7A78F33E518B}">
      <dsp:nvSpPr>
        <dsp:cNvPr id="0" name=""/>
        <dsp:cNvSpPr/>
      </dsp:nvSpPr>
      <dsp:spPr>
        <a:xfrm>
          <a:off x="0" y="2009304"/>
          <a:ext cx="7907311" cy="819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1057"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i="0" kern="1200"/>
            <a:t>Single-line comments ( </a:t>
          </a:r>
          <a:r>
            <a:rPr lang="en-US" sz="1800" b="1" i="0" kern="1200">
              <a:solidFill>
                <a:srgbClr val="FF0000"/>
              </a:solidFill>
            </a:rPr>
            <a:t>//</a:t>
          </a:r>
          <a:r>
            <a:rPr lang="en-US" sz="1800" b="0" i="0" kern="1200"/>
            <a:t> ) − Any text between a</a:t>
          </a:r>
          <a:r>
            <a:rPr lang="en-US" sz="1800" b="1" i="0" kern="1200"/>
            <a:t> </a:t>
          </a:r>
          <a:r>
            <a:rPr lang="en-US" sz="1800" b="1" i="0" kern="1200">
              <a:solidFill>
                <a:srgbClr val="FF0000"/>
              </a:solidFill>
            </a:rPr>
            <a:t>//</a:t>
          </a:r>
          <a:r>
            <a:rPr lang="en-US" sz="1800" b="1" i="0" kern="1200"/>
            <a:t> </a:t>
          </a:r>
          <a:r>
            <a:rPr lang="en-US" sz="1800" b="0" i="0" kern="1200"/>
            <a:t>and the end of a line is treated as a comment</a:t>
          </a:r>
        </a:p>
        <a:p>
          <a:pPr marL="171450" lvl="1" indent="-171450" algn="l" defTabSz="800100">
            <a:lnSpc>
              <a:spcPct val="90000"/>
            </a:lnSpc>
            <a:spcBef>
              <a:spcPct val="0"/>
            </a:spcBef>
            <a:spcAft>
              <a:spcPct val="20000"/>
            </a:spcAft>
            <a:buChar char="•"/>
          </a:pPr>
          <a:r>
            <a:rPr lang="en-US" sz="1800" b="0" i="0" kern="1200"/>
            <a:t>Multi-line comments (</a:t>
          </a:r>
          <a:r>
            <a:rPr lang="en-US" sz="1800" b="1" i="0" kern="1200">
              <a:solidFill>
                <a:srgbClr val="FF0000"/>
              </a:solidFill>
            </a:rPr>
            <a:t>/* */</a:t>
          </a:r>
          <a:r>
            <a:rPr lang="en-US" sz="1800" b="0" i="0" kern="1200"/>
            <a:t>) − These comments may span multiple lines.</a:t>
          </a:r>
        </a:p>
      </dsp:txBody>
      <dsp:txXfrm>
        <a:off x="0" y="2009304"/>
        <a:ext cx="7907311" cy="81972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78E111-DBD6-4EF6-B5C5-AA089C91B261}">
      <dsp:nvSpPr>
        <dsp:cNvPr id="0" name=""/>
        <dsp:cNvSpPr/>
      </dsp:nvSpPr>
      <dsp:spPr>
        <a:xfrm>
          <a:off x="0" y="0"/>
          <a:ext cx="7907311" cy="933086"/>
        </a:xfrm>
        <a:prstGeom prst="roundRect">
          <a:avLst/>
        </a:prstGeom>
        <a:solidFill>
          <a:schemeClr val="accent2">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A variable is a named storage that programs can manipulate. It helps programs to store values. </a:t>
          </a:r>
          <a:endParaRPr lang="en-US" sz="2000" kern="1200"/>
        </a:p>
      </dsp:txBody>
      <dsp:txXfrm>
        <a:off x="45550" y="45550"/>
        <a:ext cx="7816211" cy="841986"/>
      </dsp:txXfrm>
    </dsp:sp>
    <dsp:sp modelId="{60968DCE-C0EA-4337-8C5E-B9A0B5518876}">
      <dsp:nvSpPr>
        <dsp:cNvPr id="0" name=""/>
        <dsp:cNvSpPr/>
      </dsp:nvSpPr>
      <dsp:spPr>
        <a:xfrm>
          <a:off x="0" y="937125"/>
          <a:ext cx="7907311" cy="1601458"/>
        </a:xfrm>
        <a:prstGeom prst="roundRect">
          <a:avLst/>
        </a:prstGeom>
        <a:solidFill>
          <a:schemeClr val="accent2">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Variables in Rust are associated with a specific data type. The data type determines the size and layout of the variable's memory, the range of values that can be stored within that memory and the set of operations that can be performed on the variable.</a:t>
          </a:r>
          <a:endParaRPr lang="en-US" sz="2000" kern="1200"/>
        </a:p>
      </dsp:txBody>
      <dsp:txXfrm>
        <a:off x="78177" y="1015302"/>
        <a:ext cx="7750957" cy="1445104"/>
      </dsp:txXfrm>
    </dsp:sp>
    <dsp:sp modelId="{5FE34D6E-33B4-4D5D-857B-E273B59F3B7E}">
      <dsp:nvSpPr>
        <dsp:cNvPr id="0" name=""/>
        <dsp:cNvSpPr/>
      </dsp:nvSpPr>
      <dsp:spPr>
        <a:xfrm>
          <a:off x="0" y="2551397"/>
          <a:ext cx="7907311" cy="797805"/>
        </a:xfrm>
        <a:prstGeom prst="roundRect">
          <a:avLst/>
        </a:prstGeom>
        <a:solidFill>
          <a:schemeClr val="accent2">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Rules for Naming a Variable:</a:t>
          </a:r>
          <a:endParaRPr lang="en-US" sz="2000" kern="1200"/>
        </a:p>
      </dsp:txBody>
      <dsp:txXfrm>
        <a:off x="38946" y="2590343"/>
        <a:ext cx="7829419" cy="719913"/>
      </dsp:txXfrm>
    </dsp:sp>
    <dsp:sp modelId="{F60D1FF5-D089-44EB-B99A-2B5B1DB06CDA}">
      <dsp:nvSpPr>
        <dsp:cNvPr id="0" name=""/>
        <dsp:cNvSpPr/>
      </dsp:nvSpPr>
      <dsp:spPr>
        <a:xfrm>
          <a:off x="0" y="3352581"/>
          <a:ext cx="7907311" cy="1399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1057"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i="0" kern="1200"/>
            <a:t>In this section, we will learn about the different rules for naming a variable.</a:t>
          </a:r>
        </a:p>
        <a:p>
          <a:pPr marL="171450" lvl="1" indent="-171450" algn="l" defTabSz="800100">
            <a:lnSpc>
              <a:spcPct val="90000"/>
            </a:lnSpc>
            <a:spcBef>
              <a:spcPct val="0"/>
            </a:spcBef>
            <a:spcAft>
              <a:spcPct val="20000"/>
            </a:spcAft>
            <a:buChar char="•"/>
          </a:pPr>
          <a:r>
            <a:rPr lang="en-US" sz="1800" b="0" i="0" kern="1200"/>
            <a:t>The name of a variable can be composed of letters, digits, and the underscore character.</a:t>
          </a:r>
        </a:p>
        <a:p>
          <a:pPr marL="171450" lvl="1" indent="-171450" algn="l" defTabSz="800100">
            <a:lnSpc>
              <a:spcPct val="90000"/>
            </a:lnSpc>
            <a:spcBef>
              <a:spcPct val="0"/>
            </a:spcBef>
            <a:spcAft>
              <a:spcPct val="20000"/>
            </a:spcAft>
            <a:buChar char="•"/>
          </a:pPr>
          <a:r>
            <a:rPr lang="en-US" sz="1800" b="0" i="0" kern="1200"/>
            <a:t>It must begin with either a letter or an underscore.</a:t>
          </a:r>
        </a:p>
        <a:p>
          <a:pPr marL="171450" lvl="1" indent="-171450" algn="l" defTabSz="800100">
            <a:lnSpc>
              <a:spcPct val="90000"/>
            </a:lnSpc>
            <a:spcBef>
              <a:spcPct val="0"/>
            </a:spcBef>
            <a:spcAft>
              <a:spcPct val="20000"/>
            </a:spcAft>
            <a:buChar char="•"/>
          </a:pPr>
          <a:r>
            <a:rPr lang="en-US" sz="1800" b="0" i="0" kern="1200"/>
            <a:t>Upper and lowercase letters are distinct because Rust is case-sensitive.</a:t>
          </a:r>
        </a:p>
      </dsp:txBody>
      <dsp:txXfrm>
        <a:off x="0" y="3352581"/>
        <a:ext cx="7907311" cy="139930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78E111-DBD6-4EF6-B5C5-AA089C91B261}">
      <dsp:nvSpPr>
        <dsp:cNvPr id="0" name=""/>
        <dsp:cNvSpPr/>
      </dsp:nvSpPr>
      <dsp:spPr>
        <a:xfrm>
          <a:off x="0" y="0"/>
          <a:ext cx="7907311" cy="531266"/>
        </a:xfrm>
        <a:prstGeom prst="roundRect">
          <a:avLst/>
        </a:prstGeom>
        <a:solidFill>
          <a:schemeClr val="accent2">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a:t>Syntax: </a:t>
          </a:r>
          <a:r>
            <a:rPr lang="en-US" sz="1800" b="0" i="0" kern="1200"/>
            <a:t>The data type is inferred from the value assigned to the variable.</a:t>
          </a:r>
          <a:endParaRPr lang="en-US" sz="1800" kern="1200"/>
        </a:p>
      </dsp:txBody>
      <dsp:txXfrm>
        <a:off x="25934" y="25934"/>
        <a:ext cx="7855443" cy="479398"/>
      </dsp:txXfrm>
    </dsp:sp>
    <dsp:sp modelId="{C0172A19-C75A-4FA1-92E5-D40E0E6335D7}">
      <dsp:nvSpPr>
        <dsp:cNvPr id="0" name=""/>
        <dsp:cNvSpPr/>
      </dsp:nvSpPr>
      <dsp:spPr>
        <a:xfrm>
          <a:off x="0" y="531268"/>
          <a:ext cx="7907311" cy="370304"/>
        </a:xfrm>
        <a:prstGeom prst="roundRect">
          <a:avLst/>
        </a:prstGeom>
        <a:solidFill>
          <a:schemeClr val="accent2">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The syntax for declaring a variable is given below.</a:t>
          </a:r>
        </a:p>
      </dsp:txBody>
      <dsp:txXfrm>
        <a:off x="18077" y="549345"/>
        <a:ext cx="7871157" cy="334150"/>
      </dsp:txXfrm>
    </dsp:sp>
    <dsp:sp modelId="{922EC0A7-8C8C-46D7-BC8C-74700E7F8625}">
      <dsp:nvSpPr>
        <dsp:cNvPr id="0" name=""/>
        <dsp:cNvSpPr/>
      </dsp:nvSpPr>
      <dsp:spPr>
        <a:xfrm>
          <a:off x="0" y="1003867"/>
          <a:ext cx="7907311" cy="662400"/>
        </a:xfrm>
        <a:prstGeom prst="rect">
          <a:avLst/>
        </a:prstGeom>
        <a:solidFill>
          <a:schemeClr val="bg1">
            <a:lumMod val="95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251057"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i="1" kern="1200">
              <a:latin typeface="Consolas" panose="020B0609020204030204" pitchFamily="49" charset="0"/>
            </a:rPr>
            <a:t>let</a:t>
          </a:r>
          <a:r>
            <a:rPr lang="en-US" sz="1800" b="0" i="0" kern="1200">
              <a:latin typeface="Consolas" panose="020B0609020204030204" pitchFamily="49" charset="0"/>
            </a:rPr>
            <a:t> </a:t>
          </a:r>
          <a:r>
            <a:rPr lang="en-US" sz="1800" b="0" i="0" kern="1200" err="1">
              <a:latin typeface="Consolas" panose="020B0609020204030204" pitchFamily="49" charset="0"/>
            </a:rPr>
            <a:t>variable_name</a:t>
          </a:r>
          <a:r>
            <a:rPr lang="en-US" sz="1800" b="0" i="0" kern="1200">
              <a:latin typeface="Consolas" panose="020B0609020204030204" pitchFamily="49" charset="0"/>
            </a:rPr>
            <a:t> = value;            // no type specified</a:t>
          </a:r>
        </a:p>
        <a:p>
          <a:pPr marL="171450" lvl="1" indent="-171450" algn="l" defTabSz="800100">
            <a:lnSpc>
              <a:spcPct val="90000"/>
            </a:lnSpc>
            <a:spcBef>
              <a:spcPct val="0"/>
            </a:spcBef>
            <a:spcAft>
              <a:spcPct val="20000"/>
            </a:spcAft>
            <a:buChar char="•"/>
          </a:pPr>
          <a:r>
            <a:rPr lang="en-US" sz="1800" b="0" i="1" kern="1200">
              <a:latin typeface="Consolas" panose="020B0609020204030204" pitchFamily="49" charset="0"/>
            </a:rPr>
            <a:t>let</a:t>
          </a:r>
          <a:r>
            <a:rPr lang="en-US" sz="1800" b="0" i="0" kern="1200">
              <a:latin typeface="Consolas" panose="020B0609020204030204" pitchFamily="49" charset="0"/>
            </a:rPr>
            <a:t> variable_name:dataType = value;   //type specified</a:t>
          </a:r>
        </a:p>
      </dsp:txBody>
      <dsp:txXfrm>
        <a:off x="0" y="1003867"/>
        <a:ext cx="7907311" cy="6624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6.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7.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79330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3495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35024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515988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311024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536944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3080979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18494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4280885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70876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106720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56512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541909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032667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187695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267668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094950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1942928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936815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757888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300938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746894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2803759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3301423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7939449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965959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8700501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p:nvPr/>
        </p:nvSpPr>
        <p:spPr>
          <a:xfrm rot="10800000" flipH="1">
            <a:off x="0" y="-2"/>
            <a:ext cx="9144000" cy="4953001"/>
          </a:xfrm>
          <a:prstGeom prst="rect">
            <a:avLst/>
          </a:prstGeom>
          <a:solidFill>
            <a:srgbClr val="000F2E"/>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2"/>
          <p:cNvSpPr txBox="1">
            <a:spLocks noGrp="1"/>
          </p:cNvSpPr>
          <p:nvPr>
            <p:ph type="ctrTitle"/>
          </p:nvPr>
        </p:nvSpPr>
        <p:spPr>
          <a:xfrm>
            <a:off x="685800" y="1371600"/>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1371600" y="3127375"/>
            <a:ext cx="6400800" cy="1216025"/>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None/>
              <a:defRPr b="1">
                <a:solidFill>
                  <a:schemeClr val="lt1"/>
                </a:solidFill>
              </a:defRPr>
            </a:lvl1pPr>
            <a:lvl2pPr lvl="1" algn="ctr">
              <a:spcBef>
                <a:spcPts val="560"/>
              </a:spcBef>
              <a:spcAft>
                <a:spcPts val="0"/>
              </a:spcAft>
              <a:buClr>
                <a:srgbClr val="888A9C"/>
              </a:buClr>
              <a:buSzPts val="2800"/>
              <a:buNone/>
              <a:defRPr>
                <a:solidFill>
                  <a:srgbClr val="888A9C"/>
                </a:solidFill>
              </a:defRPr>
            </a:lvl2pPr>
            <a:lvl3pPr lvl="2" algn="ctr">
              <a:spcBef>
                <a:spcPts val="480"/>
              </a:spcBef>
              <a:spcAft>
                <a:spcPts val="0"/>
              </a:spcAft>
              <a:buClr>
                <a:srgbClr val="888A9C"/>
              </a:buClr>
              <a:buSzPts val="2400"/>
              <a:buNone/>
              <a:defRPr>
                <a:solidFill>
                  <a:srgbClr val="888A9C"/>
                </a:solidFill>
              </a:defRPr>
            </a:lvl3pPr>
            <a:lvl4pPr lvl="3" algn="ctr">
              <a:spcBef>
                <a:spcPts val="400"/>
              </a:spcBef>
              <a:spcAft>
                <a:spcPts val="0"/>
              </a:spcAft>
              <a:buClr>
                <a:srgbClr val="888A9C"/>
              </a:buClr>
              <a:buSzPts val="2000"/>
              <a:buNone/>
              <a:defRPr>
                <a:solidFill>
                  <a:srgbClr val="888A9C"/>
                </a:solidFill>
              </a:defRPr>
            </a:lvl4pPr>
            <a:lvl5pPr lvl="4" algn="ctr">
              <a:spcBef>
                <a:spcPts val="400"/>
              </a:spcBef>
              <a:spcAft>
                <a:spcPts val="0"/>
              </a:spcAft>
              <a:buClr>
                <a:srgbClr val="888A9C"/>
              </a:buClr>
              <a:buSzPts val="2000"/>
              <a:buNone/>
              <a:defRPr>
                <a:solidFill>
                  <a:srgbClr val="888A9C"/>
                </a:solidFill>
              </a:defRPr>
            </a:lvl5pPr>
            <a:lvl6pPr lvl="5" algn="ctr">
              <a:spcBef>
                <a:spcPts val="400"/>
              </a:spcBef>
              <a:spcAft>
                <a:spcPts val="0"/>
              </a:spcAft>
              <a:buClr>
                <a:srgbClr val="888A9C"/>
              </a:buClr>
              <a:buSzPts val="2000"/>
              <a:buNone/>
              <a:defRPr>
                <a:solidFill>
                  <a:srgbClr val="888A9C"/>
                </a:solidFill>
              </a:defRPr>
            </a:lvl6pPr>
            <a:lvl7pPr lvl="6" algn="ctr">
              <a:spcBef>
                <a:spcPts val="400"/>
              </a:spcBef>
              <a:spcAft>
                <a:spcPts val="0"/>
              </a:spcAft>
              <a:buClr>
                <a:srgbClr val="888A9C"/>
              </a:buClr>
              <a:buSzPts val="2000"/>
              <a:buNone/>
              <a:defRPr>
                <a:solidFill>
                  <a:srgbClr val="888A9C"/>
                </a:solidFill>
              </a:defRPr>
            </a:lvl7pPr>
            <a:lvl8pPr lvl="7" algn="ctr">
              <a:spcBef>
                <a:spcPts val="400"/>
              </a:spcBef>
              <a:spcAft>
                <a:spcPts val="0"/>
              </a:spcAft>
              <a:buClr>
                <a:srgbClr val="888A9C"/>
              </a:buClr>
              <a:buSzPts val="2000"/>
              <a:buNone/>
              <a:defRPr>
                <a:solidFill>
                  <a:srgbClr val="888A9C"/>
                </a:solidFill>
              </a:defRPr>
            </a:lvl8pPr>
            <a:lvl9pPr lvl="8" algn="ctr">
              <a:spcBef>
                <a:spcPts val="400"/>
              </a:spcBef>
              <a:spcAft>
                <a:spcPts val="0"/>
              </a:spcAft>
              <a:buClr>
                <a:srgbClr val="888A9C"/>
              </a:buClr>
              <a:buSzPts val="2000"/>
              <a:buNone/>
              <a:defRPr>
                <a:solidFill>
                  <a:srgbClr val="888A9C"/>
                </a:solidFill>
              </a:defRPr>
            </a:lvl9pPr>
          </a:lstStyle>
          <a:p>
            <a:r>
              <a:rPr lang="en-US"/>
              <a:t>Click to edit Master subtitle style</a:t>
            </a:r>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pic>
        <p:nvPicPr>
          <p:cNvPr id="22" name="Google Shape;22;p2"/>
          <p:cNvPicPr preferRelativeResize="0"/>
          <p:nvPr/>
        </p:nvPicPr>
        <p:blipFill rotWithShape="1">
          <a:blip r:embed="rId2">
            <a:alphaModFix/>
          </a:blip>
          <a:srcRect/>
          <a:stretch/>
        </p:blipFill>
        <p:spPr>
          <a:xfrm>
            <a:off x="3330414" y="5281369"/>
            <a:ext cx="2843999" cy="1104862"/>
          </a:xfrm>
          <a:prstGeom prst="rect">
            <a:avLst/>
          </a:prstGeom>
          <a:noFill/>
          <a:ln>
            <a:noFill/>
          </a:ln>
        </p:spPr>
      </p:pic>
      <p:sp>
        <p:nvSpPr>
          <p:cNvPr id="23" name="Google Shape;23;p2"/>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5027400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Title and Content">
    <p:bg>
      <p:bgRef idx="1001">
        <a:schemeClr val="bg1"/>
      </p:bgRef>
    </p:bg>
    <p:spTree>
      <p:nvGrpSpPr>
        <p:cNvPr id="1" name="Shape 24"/>
        <p:cNvGrpSpPr/>
        <p:nvPr/>
      </p:nvGrpSpPr>
      <p:grpSpPr>
        <a:xfrm>
          <a:off x="0" y="0"/>
          <a:ext cx="0" cy="0"/>
          <a:chOff x="0" y="0"/>
          <a:chExt cx="0" cy="0"/>
        </a:xfrm>
      </p:grpSpPr>
      <p:sp>
        <p:nvSpPr>
          <p:cNvPr id="25" name="Google Shape;25;p3"/>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3"/>
          <p:cNvSpPr/>
          <p:nvPr/>
        </p:nvSpPr>
        <p:spPr>
          <a:xfrm rot="10800000" flipH="1">
            <a:off x="-2458" y="11430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3"/>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3"/>
          <p:cNvSpPr txBox="1">
            <a:spLocks noGrp="1"/>
          </p:cNvSpPr>
          <p:nvPr>
            <p:ph type="body" idx="1"/>
          </p:nvPr>
        </p:nvSpPr>
        <p:spPr>
          <a:xfrm>
            <a:off x="457200" y="1524000"/>
            <a:ext cx="8229600" cy="4942175"/>
          </a:xfrm>
          <a:prstGeom prst="rect">
            <a:avLst/>
          </a:prstGeom>
          <a:noFill/>
          <a:ln>
            <a:noFill/>
          </a:ln>
        </p:spPr>
        <p:txBody>
          <a:bodyPr spcFirstLastPara="1" wrap="square" lIns="91425" tIns="45700" rIns="91425" bIns="45700" anchor="t" anchorCtr="0">
            <a:noAutofit/>
          </a:bodyPr>
          <a:lstStyle>
            <a:lvl1pPr marL="457200" lvl="0" indent="-342900" algn="l">
              <a:spcBef>
                <a:spcPts val="600"/>
              </a:spcBef>
              <a:spcAft>
                <a:spcPts val="0"/>
              </a:spcAft>
              <a:buClr>
                <a:schemeClr val="dk1"/>
              </a:buClr>
              <a:buSzPts val="1800"/>
              <a:buFont typeface="Calibri"/>
              <a:buChar char="•"/>
              <a:defRPr sz="3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29" name="Google Shape;29;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pic>
        <p:nvPicPr>
          <p:cNvPr id="30" name="Google Shape;30;p3"/>
          <p:cNvPicPr preferRelativeResize="0"/>
          <p:nvPr/>
        </p:nvPicPr>
        <p:blipFill rotWithShape="1">
          <a:blip r:embed="rId2">
            <a:alphaModFix/>
          </a:blip>
          <a:srcRect/>
          <a:stretch/>
        </p:blipFill>
        <p:spPr>
          <a:xfrm>
            <a:off x="4304167" y="6400800"/>
            <a:ext cx="365760" cy="405070"/>
          </a:xfrm>
          <a:prstGeom prst="rect">
            <a:avLst/>
          </a:prstGeom>
          <a:noFill/>
          <a:ln>
            <a:noFill/>
          </a:ln>
        </p:spPr>
      </p:pic>
      <p:pic>
        <p:nvPicPr>
          <p:cNvPr id="31" name="Google Shape;31;p3"/>
          <p:cNvPicPr preferRelativeResize="0"/>
          <p:nvPr/>
        </p:nvPicPr>
        <p:blipFill rotWithShape="1">
          <a:blip r:embed="rId3">
            <a:alphaModFix/>
          </a:blip>
          <a:srcRect/>
          <a:stretch/>
        </p:blipFill>
        <p:spPr>
          <a:xfrm>
            <a:off x="4364295" y="6466175"/>
            <a:ext cx="245505" cy="274320"/>
          </a:xfrm>
          <a:prstGeom prst="rect">
            <a:avLst/>
          </a:prstGeom>
          <a:noFill/>
          <a:ln>
            <a:noFill/>
          </a:ln>
        </p:spPr>
      </p:pic>
      <p:sp>
        <p:nvSpPr>
          <p:cNvPr id="32" name="Google Shape;32;p3"/>
          <p:cNvSpPr txBox="1">
            <a:spLocks noGrp="1"/>
          </p:cNvSpPr>
          <p:nvPr>
            <p:ph type="sldNum" idx="12"/>
          </p:nvPr>
        </p:nvSpPr>
        <p:spPr>
          <a:xfrm>
            <a:off x="4296547" y="6400800"/>
            <a:ext cx="3810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100" b="1" i="0" u="none" strike="noStrike" cap="none">
                <a:solidFill>
                  <a:srgbClr val="000F2E"/>
                </a:solidFill>
                <a:latin typeface="Calibri"/>
                <a:ea typeface="Calibri"/>
                <a:cs typeface="Calibri"/>
                <a:sym typeface="Calibri"/>
              </a:defRPr>
            </a:lvl1pPr>
            <a:lvl2pPr marL="0" lvl="1" indent="0" algn="ctr">
              <a:spcBef>
                <a:spcPts val="0"/>
              </a:spcBef>
              <a:buNone/>
              <a:defRPr sz="1100" b="1" i="0" u="none" strike="noStrike" cap="none">
                <a:solidFill>
                  <a:srgbClr val="000F2E"/>
                </a:solidFill>
                <a:latin typeface="Calibri"/>
                <a:ea typeface="Calibri"/>
                <a:cs typeface="Calibri"/>
                <a:sym typeface="Calibri"/>
              </a:defRPr>
            </a:lvl2pPr>
            <a:lvl3pPr marL="0" lvl="2" indent="0" algn="ctr">
              <a:spcBef>
                <a:spcPts val="0"/>
              </a:spcBef>
              <a:buNone/>
              <a:defRPr sz="1100" b="1" i="0" u="none" strike="noStrike" cap="none">
                <a:solidFill>
                  <a:srgbClr val="000F2E"/>
                </a:solidFill>
                <a:latin typeface="Calibri"/>
                <a:ea typeface="Calibri"/>
                <a:cs typeface="Calibri"/>
                <a:sym typeface="Calibri"/>
              </a:defRPr>
            </a:lvl3pPr>
            <a:lvl4pPr marL="0" lvl="3" indent="0" algn="ctr">
              <a:spcBef>
                <a:spcPts val="0"/>
              </a:spcBef>
              <a:buNone/>
              <a:defRPr sz="1100" b="1" i="0" u="none" strike="noStrike" cap="none">
                <a:solidFill>
                  <a:srgbClr val="000F2E"/>
                </a:solidFill>
                <a:latin typeface="Calibri"/>
                <a:ea typeface="Calibri"/>
                <a:cs typeface="Calibri"/>
                <a:sym typeface="Calibri"/>
              </a:defRPr>
            </a:lvl4pPr>
            <a:lvl5pPr marL="0" lvl="4" indent="0" algn="ctr">
              <a:spcBef>
                <a:spcPts val="0"/>
              </a:spcBef>
              <a:buNone/>
              <a:defRPr sz="1100" b="1" i="0" u="none" strike="noStrike" cap="none">
                <a:solidFill>
                  <a:srgbClr val="000F2E"/>
                </a:solidFill>
                <a:latin typeface="Calibri"/>
                <a:ea typeface="Calibri"/>
                <a:cs typeface="Calibri"/>
                <a:sym typeface="Calibri"/>
              </a:defRPr>
            </a:lvl5pPr>
            <a:lvl6pPr marL="0" lvl="5" indent="0" algn="ctr">
              <a:spcBef>
                <a:spcPts val="0"/>
              </a:spcBef>
              <a:buNone/>
              <a:defRPr sz="1100" b="1" i="0" u="none" strike="noStrike" cap="none">
                <a:solidFill>
                  <a:srgbClr val="000F2E"/>
                </a:solidFill>
                <a:latin typeface="Calibri"/>
                <a:ea typeface="Calibri"/>
                <a:cs typeface="Calibri"/>
                <a:sym typeface="Calibri"/>
              </a:defRPr>
            </a:lvl6pPr>
            <a:lvl7pPr marL="0" lvl="6" indent="0" algn="ctr">
              <a:spcBef>
                <a:spcPts val="0"/>
              </a:spcBef>
              <a:buNone/>
              <a:defRPr sz="1100" b="1" i="0" u="none" strike="noStrike" cap="none">
                <a:solidFill>
                  <a:srgbClr val="000F2E"/>
                </a:solidFill>
                <a:latin typeface="Calibri"/>
                <a:ea typeface="Calibri"/>
                <a:cs typeface="Calibri"/>
                <a:sym typeface="Calibri"/>
              </a:defRPr>
            </a:lvl7pPr>
            <a:lvl8pPr marL="0" lvl="7" indent="0" algn="ctr">
              <a:spcBef>
                <a:spcPts val="0"/>
              </a:spcBef>
              <a:buNone/>
              <a:defRPr sz="1100" b="1" i="0" u="none" strike="noStrike" cap="none">
                <a:solidFill>
                  <a:srgbClr val="000F2E"/>
                </a:solidFill>
                <a:latin typeface="Calibri"/>
                <a:ea typeface="Calibri"/>
                <a:cs typeface="Calibri"/>
                <a:sym typeface="Calibri"/>
              </a:defRPr>
            </a:lvl8pPr>
            <a:lvl9pPr marL="0" lvl="8" indent="0" algn="ctr">
              <a:spcBef>
                <a:spcPts val="0"/>
              </a:spcBef>
              <a:buNone/>
              <a:defRPr sz="1100" b="1" i="0" u="none" strike="noStrike" cap="none">
                <a:solidFill>
                  <a:srgbClr val="000F2E"/>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smtClean="0"/>
              <a:t>‹#›</a:t>
            </a:fld>
            <a:endParaRPr lang="en-US"/>
          </a:p>
        </p:txBody>
      </p:sp>
      <p:pic>
        <p:nvPicPr>
          <p:cNvPr id="2" name="Picture 1"/>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t="6274" r="49256"/>
          <a:stretch/>
        </p:blipFill>
        <p:spPr>
          <a:xfrm>
            <a:off x="6183389" y="1378424"/>
            <a:ext cx="2960611" cy="5468390"/>
          </a:xfrm>
          <a:prstGeom prst="rect">
            <a:avLst/>
          </a:prstGeom>
        </p:spPr>
      </p:pic>
    </p:spTree>
    <p:extLst>
      <p:ext uri="{BB962C8B-B14F-4D97-AF65-F5344CB8AC3E}">
        <p14:creationId xmlns:p14="http://schemas.microsoft.com/office/powerpoint/2010/main" val="27437762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A9C"/>
              </a:buClr>
              <a:buSzPts val="2000"/>
              <a:buNone/>
              <a:defRPr sz="2000">
                <a:solidFill>
                  <a:srgbClr val="888A9C"/>
                </a:solidFill>
              </a:defRPr>
            </a:lvl1pPr>
            <a:lvl2pPr marL="914400" lvl="1" indent="-228600" algn="l">
              <a:spcBef>
                <a:spcPts val="360"/>
              </a:spcBef>
              <a:spcAft>
                <a:spcPts val="0"/>
              </a:spcAft>
              <a:buClr>
                <a:srgbClr val="888A9C"/>
              </a:buClr>
              <a:buSzPts val="1800"/>
              <a:buNone/>
              <a:defRPr sz="1800">
                <a:solidFill>
                  <a:srgbClr val="888A9C"/>
                </a:solidFill>
              </a:defRPr>
            </a:lvl2pPr>
            <a:lvl3pPr marL="1371600" lvl="2" indent="-228600" algn="l">
              <a:spcBef>
                <a:spcPts val="320"/>
              </a:spcBef>
              <a:spcAft>
                <a:spcPts val="0"/>
              </a:spcAft>
              <a:buClr>
                <a:srgbClr val="888A9C"/>
              </a:buClr>
              <a:buSzPts val="1600"/>
              <a:buNone/>
              <a:defRPr sz="1600">
                <a:solidFill>
                  <a:srgbClr val="888A9C"/>
                </a:solidFill>
              </a:defRPr>
            </a:lvl3pPr>
            <a:lvl4pPr marL="1828800" lvl="3" indent="-228600" algn="l">
              <a:spcBef>
                <a:spcPts val="280"/>
              </a:spcBef>
              <a:spcAft>
                <a:spcPts val="0"/>
              </a:spcAft>
              <a:buClr>
                <a:srgbClr val="888A9C"/>
              </a:buClr>
              <a:buSzPts val="1400"/>
              <a:buNone/>
              <a:defRPr sz="1400">
                <a:solidFill>
                  <a:srgbClr val="888A9C"/>
                </a:solidFill>
              </a:defRPr>
            </a:lvl4pPr>
            <a:lvl5pPr marL="2286000" lvl="4" indent="-228600" algn="l">
              <a:spcBef>
                <a:spcPts val="280"/>
              </a:spcBef>
              <a:spcAft>
                <a:spcPts val="0"/>
              </a:spcAft>
              <a:buClr>
                <a:srgbClr val="888A9C"/>
              </a:buClr>
              <a:buSzPts val="1400"/>
              <a:buNone/>
              <a:defRPr sz="1400">
                <a:solidFill>
                  <a:srgbClr val="888A9C"/>
                </a:solidFill>
              </a:defRPr>
            </a:lvl5pPr>
            <a:lvl6pPr marL="2743200" lvl="5" indent="-228600" algn="l">
              <a:spcBef>
                <a:spcPts val="280"/>
              </a:spcBef>
              <a:spcAft>
                <a:spcPts val="0"/>
              </a:spcAft>
              <a:buClr>
                <a:srgbClr val="888A9C"/>
              </a:buClr>
              <a:buSzPts val="1400"/>
              <a:buNone/>
              <a:defRPr sz="1400">
                <a:solidFill>
                  <a:srgbClr val="888A9C"/>
                </a:solidFill>
              </a:defRPr>
            </a:lvl6pPr>
            <a:lvl7pPr marL="3200400" lvl="6" indent="-228600" algn="l">
              <a:spcBef>
                <a:spcPts val="280"/>
              </a:spcBef>
              <a:spcAft>
                <a:spcPts val="0"/>
              </a:spcAft>
              <a:buClr>
                <a:srgbClr val="888A9C"/>
              </a:buClr>
              <a:buSzPts val="1400"/>
              <a:buNone/>
              <a:defRPr sz="1400">
                <a:solidFill>
                  <a:srgbClr val="888A9C"/>
                </a:solidFill>
              </a:defRPr>
            </a:lvl7pPr>
            <a:lvl8pPr marL="3657600" lvl="7" indent="-228600" algn="l">
              <a:spcBef>
                <a:spcPts val="280"/>
              </a:spcBef>
              <a:spcAft>
                <a:spcPts val="0"/>
              </a:spcAft>
              <a:buClr>
                <a:srgbClr val="888A9C"/>
              </a:buClr>
              <a:buSzPts val="1400"/>
              <a:buNone/>
              <a:defRPr sz="1400">
                <a:solidFill>
                  <a:srgbClr val="888A9C"/>
                </a:solidFill>
              </a:defRPr>
            </a:lvl8pPr>
            <a:lvl9pPr marL="4114800" lvl="8" indent="-228600" algn="l">
              <a:spcBef>
                <a:spcPts val="280"/>
              </a:spcBef>
              <a:spcAft>
                <a:spcPts val="0"/>
              </a:spcAft>
              <a:buClr>
                <a:srgbClr val="888A9C"/>
              </a:buClr>
              <a:buSzPts val="1400"/>
              <a:buNone/>
              <a:defRPr sz="1400">
                <a:solidFill>
                  <a:srgbClr val="888A9C"/>
                </a:solidFill>
              </a:defRPr>
            </a:lvl9pPr>
          </a:lstStyle>
          <a:p>
            <a:pPr lvl="0"/>
            <a:r>
              <a:rPr lang="en-US"/>
              <a:t>Edit Master text styles</a:t>
            </a:r>
          </a:p>
        </p:txBody>
      </p:sp>
      <p:sp>
        <p:nvSpPr>
          <p:cNvPr id="36" name="Google Shape;3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7" name="Google Shape;3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8" name="Google Shape;3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401884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1" name="Google Shape;4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2" name="Google Shape;4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5" name="Google Shape;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719742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8" name="Google Shape;4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49" name="Google Shape;4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0" name="Google Shape;5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51" name="Google Shape;5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2" name="Google Shape;5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3" name="Google Shape;5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4" name="Google Shape;5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577927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7" name="Google Shape;5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8" name="Google Shape;5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9" name="Google Shape;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30366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2" name="Google Shape;6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3" name="Google Shape;6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38717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6" name="Google Shape;6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lvl="0"/>
            <a:r>
              <a:rPr lang="en-US"/>
              <a:t>Edit Master text styles</a:t>
            </a:r>
          </a:p>
        </p:txBody>
      </p:sp>
      <p:sp>
        <p:nvSpPr>
          <p:cNvPr id="67" name="Google Shape;6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68" name="Google Shape;6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9" name="Google Shape;6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0" name="Google Shape;7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87688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3" name="Google Shape;7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74" name="Google Shape;7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75" name="Google Shape;7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6" name="Google Shape;7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7" name="Google Shape;7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378967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1" name="Google Shape;8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2" name="Google Shape;8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3" name="Google Shape;8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106722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6" name="Google Shape;8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7" name="Google Shape;8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8" name="Google Shape;8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9" name="Google Shape;8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736922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953640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8" Type="http://schemas.microsoft.com/office/2007/relationships/diagramDrawing" Target="../diagrams/drawing8.xml"/><Relationship Id="rId13" Type="http://schemas.microsoft.com/office/2007/relationships/diagramDrawing" Target="../diagrams/drawing9.xml"/><Relationship Id="rId3" Type="http://schemas.openxmlformats.org/officeDocument/2006/relationships/image" Target="../media/image7.png"/><Relationship Id="rId7" Type="http://schemas.openxmlformats.org/officeDocument/2006/relationships/diagramColors" Target="../diagrams/colors8.xml"/><Relationship Id="rId12" Type="http://schemas.openxmlformats.org/officeDocument/2006/relationships/diagramColors" Target="../diagrams/colors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8.xml"/><Relationship Id="rId11" Type="http://schemas.openxmlformats.org/officeDocument/2006/relationships/diagramQuickStyle" Target="../diagrams/quickStyle9.xml"/><Relationship Id="rId5" Type="http://schemas.openxmlformats.org/officeDocument/2006/relationships/diagramLayout" Target="../diagrams/layout8.xml"/><Relationship Id="rId10" Type="http://schemas.openxmlformats.org/officeDocument/2006/relationships/diagramLayout" Target="../diagrams/layout9.xml"/><Relationship Id="rId4" Type="http://schemas.openxmlformats.org/officeDocument/2006/relationships/diagramData" Target="../diagrams/data8.xml"/><Relationship Id="rId9" Type="http://schemas.openxmlformats.org/officeDocument/2006/relationships/diagramData" Target="../diagrams/data9.xml"/><Relationship Id="rId1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10.png"/><Relationship Id="rId7" Type="http://schemas.openxmlformats.org/officeDocument/2006/relationships/diagramQuickStyle" Target="../diagrams/quickStyle1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Layout" Target="../diagrams/layout12.xml"/><Relationship Id="rId5" Type="http://schemas.openxmlformats.org/officeDocument/2006/relationships/diagramData" Target="../diagrams/data12.xml"/><Relationship Id="rId4" Type="http://schemas.openxmlformats.org/officeDocument/2006/relationships/image" Target="../media/image11.png"/><Relationship Id="rId9" Type="http://schemas.microsoft.com/office/2007/relationships/diagramDrawing" Target="../diagrams/drawing1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 Id="rId9"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3"/>
          <p:cNvSpPr txBox="1">
            <a:spLocks noGrp="1"/>
          </p:cNvSpPr>
          <p:nvPr>
            <p:ph type="ctrTitle"/>
          </p:nvPr>
        </p:nvSpPr>
        <p:spPr>
          <a:xfrm>
            <a:off x="0" y="1065670"/>
            <a:ext cx="9144001" cy="1470025"/>
          </a:xfrm>
          <a:prstGeom prst="rect">
            <a:avLst/>
          </a:prstGeom>
          <a:noFill/>
          <a:ln>
            <a:noFill/>
          </a:ln>
        </p:spPr>
        <p:txBody>
          <a:bodyPr spcFirstLastPara="1" wrap="square" lIns="91425" tIns="45700" rIns="91425" bIns="45700" anchor="ctr" anchorCtr="0">
            <a:noAutofit/>
          </a:bodyPr>
          <a:lstStyle/>
          <a:p>
            <a:r>
              <a:rPr lang="en-US" sz="4000"/>
              <a:t>Rust Programming </a:t>
            </a:r>
            <a:r>
              <a:rPr lang="en-US" sz="4000" b="1"/>
              <a:t>- Introduction</a:t>
            </a:r>
            <a:br>
              <a:rPr lang="en-US" sz="4000" b="1"/>
            </a:br>
            <a:endParaRPr sz="4000"/>
          </a:p>
        </p:txBody>
      </p:sp>
      <p:sp>
        <p:nvSpPr>
          <p:cNvPr id="100" name="Google Shape;100;p13"/>
          <p:cNvSpPr txBox="1">
            <a:spLocks noGrp="1"/>
          </p:cNvSpPr>
          <p:nvPr>
            <p:ph type="subTitle" idx="1"/>
          </p:nvPr>
        </p:nvSpPr>
        <p:spPr>
          <a:xfrm>
            <a:off x="1371600" y="2535695"/>
            <a:ext cx="6400800" cy="1216025"/>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b="1" i="1"/>
              <a:t>Week 2</a:t>
            </a:r>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a:t>Rust Programming Language</a:t>
            </a:r>
            <a:endParaRPr lang="en-GB" sz="400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a:t>
            </a:fld>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b="10152"/>
          <a:stretch/>
        </p:blipFill>
        <p:spPr>
          <a:xfrm>
            <a:off x="0" y="1385339"/>
            <a:ext cx="9144000" cy="5075421"/>
          </a:xfrm>
          <a:prstGeom prst="rect">
            <a:avLst/>
          </a:prstGeom>
        </p:spPr>
      </p:pic>
      <p:sp>
        <p:nvSpPr>
          <p:cNvPr id="4" name="Rectangle 3"/>
          <p:cNvSpPr/>
          <p:nvPr/>
        </p:nvSpPr>
        <p:spPr>
          <a:xfrm>
            <a:off x="1094282" y="1385338"/>
            <a:ext cx="6505731" cy="5015461"/>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Diagram 4"/>
          <p:cNvGraphicFramePr/>
          <p:nvPr>
            <p:extLst>
              <p:ext uri="{D42A27DB-BD31-4B8C-83A1-F6EECF244321}">
                <p14:modId xmlns:p14="http://schemas.microsoft.com/office/powerpoint/2010/main" val="1190648098"/>
              </p:ext>
            </p:extLst>
          </p:nvPr>
        </p:nvGraphicFramePr>
        <p:xfrm>
          <a:off x="259204" y="1271666"/>
          <a:ext cx="8625591" cy="50037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graphicEl>
                                              <a:dgm id="{153EB005-09A0-46F0-A27D-FF5EB29884C6}"/>
                                            </p:graphicEl>
                                          </p:spTgt>
                                        </p:tgtEl>
                                        <p:attrNameLst>
                                          <p:attrName>style.visibility</p:attrName>
                                        </p:attrNameLst>
                                      </p:cBhvr>
                                      <p:to>
                                        <p:strVal val="visible"/>
                                      </p:to>
                                    </p:set>
                                    <p:anim calcmode="lin" valueType="num">
                                      <p:cBhvr additive="base">
                                        <p:cTn id="7" dur="500" fill="hold"/>
                                        <p:tgtEl>
                                          <p:spTgt spid="5">
                                            <p:graphicEl>
                                              <a:dgm id="{153EB005-09A0-46F0-A27D-FF5EB29884C6}"/>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graphicEl>
                                              <a:dgm id="{153EB005-09A0-46F0-A27D-FF5EB29884C6}"/>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graphicEl>
                                              <a:dgm id="{27BE020C-3EB9-4424-B617-9F8F8F62D53A}"/>
                                            </p:graphicEl>
                                          </p:spTgt>
                                        </p:tgtEl>
                                        <p:attrNameLst>
                                          <p:attrName>style.visibility</p:attrName>
                                        </p:attrNameLst>
                                      </p:cBhvr>
                                      <p:to>
                                        <p:strVal val="visible"/>
                                      </p:to>
                                    </p:set>
                                    <p:anim calcmode="lin" valueType="num">
                                      <p:cBhvr additive="base">
                                        <p:cTn id="13" dur="500" fill="hold"/>
                                        <p:tgtEl>
                                          <p:spTgt spid="5">
                                            <p:graphicEl>
                                              <a:dgm id="{27BE020C-3EB9-4424-B617-9F8F8F62D53A}"/>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graphicEl>
                                              <a:dgm id="{27BE020C-3EB9-4424-B617-9F8F8F62D53A}"/>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graphicEl>
                                              <a:dgm id="{1F2FEE5B-A987-4E04-A2DF-4FEBD7E69325}"/>
                                            </p:graphicEl>
                                          </p:spTgt>
                                        </p:tgtEl>
                                        <p:attrNameLst>
                                          <p:attrName>style.visibility</p:attrName>
                                        </p:attrNameLst>
                                      </p:cBhvr>
                                      <p:to>
                                        <p:strVal val="visible"/>
                                      </p:to>
                                    </p:set>
                                    <p:anim calcmode="lin" valueType="num">
                                      <p:cBhvr additive="base">
                                        <p:cTn id="19" dur="500" fill="hold"/>
                                        <p:tgtEl>
                                          <p:spTgt spid="5">
                                            <p:graphicEl>
                                              <a:dgm id="{1F2FEE5B-A987-4E04-A2DF-4FEBD7E69325}"/>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graphicEl>
                                              <a:dgm id="{1F2FEE5B-A987-4E04-A2DF-4FEBD7E69325}"/>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graphicEl>
                                              <a:dgm id="{1F4A007B-3CC5-42EE-AE48-FE0A78A6F7B7}"/>
                                            </p:graphicEl>
                                          </p:spTgt>
                                        </p:tgtEl>
                                        <p:attrNameLst>
                                          <p:attrName>style.visibility</p:attrName>
                                        </p:attrNameLst>
                                      </p:cBhvr>
                                      <p:to>
                                        <p:strVal val="visible"/>
                                      </p:to>
                                    </p:set>
                                    <p:anim calcmode="lin" valueType="num">
                                      <p:cBhvr additive="base">
                                        <p:cTn id="25" dur="500" fill="hold"/>
                                        <p:tgtEl>
                                          <p:spTgt spid="5">
                                            <p:graphicEl>
                                              <a:dgm id="{1F4A007B-3CC5-42EE-AE48-FE0A78A6F7B7}"/>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
                                            <p:graphicEl>
                                              <a:dgm id="{1F4A007B-3CC5-42EE-AE48-FE0A78A6F7B7}"/>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
                                            <p:graphicEl>
                                              <a:dgm id="{DB29FBE6-8159-4D53-9836-7E42AD9D8A0B}"/>
                                            </p:graphicEl>
                                          </p:spTgt>
                                        </p:tgtEl>
                                        <p:attrNameLst>
                                          <p:attrName>style.visibility</p:attrName>
                                        </p:attrNameLst>
                                      </p:cBhvr>
                                      <p:to>
                                        <p:strVal val="visible"/>
                                      </p:to>
                                    </p:set>
                                    <p:anim calcmode="lin" valueType="num">
                                      <p:cBhvr additive="base">
                                        <p:cTn id="31" dur="500" fill="hold"/>
                                        <p:tgtEl>
                                          <p:spTgt spid="5">
                                            <p:graphicEl>
                                              <a:dgm id="{DB29FBE6-8159-4D53-9836-7E42AD9D8A0B}"/>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
                                            <p:graphicEl>
                                              <a:dgm id="{DB29FBE6-8159-4D53-9836-7E42AD9D8A0B}"/>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3200"/>
              <a:t>Application v/s Systems Programming Languages</a:t>
            </a:r>
            <a:endParaRPr lang="en-GB" sz="3200"/>
          </a:p>
        </p:txBody>
      </p:sp>
      <p:sp>
        <p:nvSpPr>
          <p:cNvPr id="7" name="Rectangle 6"/>
          <p:cNvSpPr/>
          <p:nvPr/>
        </p:nvSpPr>
        <p:spPr>
          <a:xfrm>
            <a:off x="0" y="1397000"/>
            <a:ext cx="9144000" cy="5258633"/>
          </a:xfrm>
          <a:prstGeom prst="rect">
            <a:avLst/>
          </a:prstGeom>
          <a:solidFill>
            <a:srgbClr val="00206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3</a:t>
            </a:fld>
            <a:endParaRPr/>
          </a:p>
        </p:txBody>
      </p:sp>
      <p:graphicFrame>
        <p:nvGraphicFramePr>
          <p:cNvPr id="6" name="Diagram 5"/>
          <p:cNvGraphicFramePr/>
          <p:nvPr>
            <p:extLst>
              <p:ext uri="{D42A27DB-BD31-4B8C-83A1-F6EECF244321}">
                <p14:modId xmlns:p14="http://schemas.microsoft.com/office/powerpoint/2010/main" val="2120548613"/>
              </p:ext>
            </p:extLst>
          </p:nvPr>
        </p:nvGraphicFramePr>
        <p:xfrm>
          <a:off x="1343891" y="1639455"/>
          <a:ext cx="7010400" cy="47105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70380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graphicEl>
                                              <a:dgm id="{C0464180-1B3B-457B-88B9-1B3BBC4B6218}"/>
                                            </p:graphicEl>
                                          </p:spTgt>
                                        </p:tgtEl>
                                        <p:attrNameLst>
                                          <p:attrName>style.visibility</p:attrName>
                                        </p:attrNameLst>
                                      </p:cBhvr>
                                      <p:to>
                                        <p:strVal val="visible"/>
                                      </p:to>
                                    </p:set>
                                    <p:anim calcmode="lin" valueType="num">
                                      <p:cBhvr additive="base">
                                        <p:cTn id="7" dur="500" fill="hold"/>
                                        <p:tgtEl>
                                          <p:spTgt spid="6">
                                            <p:graphicEl>
                                              <a:dgm id="{C0464180-1B3B-457B-88B9-1B3BBC4B6218}"/>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graphicEl>
                                              <a:dgm id="{C0464180-1B3B-457B-88B9-1B3BBC4B6218}"/>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graphicEl>
                                              <a:dgm id="{2E4697C0-90F1-4EC2-BE45-5A00F38737BC}"/>
                                            </p:graphicEl>
                                          </p:spTgt>
                                        </p:tgtEl>
                                        <p:attrNameLst>
                                          <p:attrName>style.visibility</p:attrName>
                                        </p:attrNameLst>
                                      </p:cBhvr>
                                      <p:to>
                                        <p:strVal val="visible"/>
                                      </p:to>
                                    </p:set>
                                    <p:anim calcmode="lin" valueType="num">
                                      <p:cBhvr additive="base">
                                        <p:cTn id="13" dur="500" fill="hold"/>
                                        <p:tgtEl>
                                          <p:spTgt spid="6">
                                            <p:graphicEl>
                                              <a:dgm id="{2E4697C0-90F1-4EC2-BE45-5A00F38737BC}"/>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
                                            <p:graphicEl>
                                              <a:dgm id="{2E4697C0-90F1-4EC2-BE45-5A00F38737BC}"/>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Why Rust?</a:t>
            </a:r>
            <a:endParaRPr lang="en-GB"/>
          </a:p>
        </p:txBody>
      </p:sp>
      <p:sp>
        <p:nvSpPr>
          <p:cNvPr id="7" name="Rectangle 6"/>
          <p:cNvSpPr/>
          <p:nvPr/>
        </p:nvSpPr>
        <p:spPr>
          <a:xfrm>
            <a:off x="0" y="1397000"/>
            <a:ext cx="9144000" cy="5258633"/>
          </a:xfrm>
          <a:prstGeom prst="rect">
            <a:avLst/>
          </a:prstGeom>
          <a:solidFill>
            <a:srgbClr val="00206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a:t>
            </a:fld>
            <a:endParaRPr/>
          </a:p>
        </p:txBody>
      </p:sp>
      <p:graphicFrame>
        <p:nvGraphicFramePr>
          <p:cNvPr id="6" name="Diagram 5"/>
          <p:cNvGraphicFramePr/>
          <p:nvPr>
            <p:extLst>
              <p:ext uri="{D42A27DB-BD31-4B8C-83A1-F6EECF244321}">
                <p14:modId xmlns:p14="http://schemas.microsoft.com/office/powerpoint/2010/main" val="2436616992"/>
              </p:ext>
            </p:extLst>
          </p:nvPr>
        </p:nvGraphicFramePr>
        <p:xfrm>
          <a:off x="1182340" y="1286708"/>
          <a:ext cx="6990413" cy="500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76337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2A26B5CB-D81A-495E-BA2A-C40907770768}"/>
                                            </p:graphicEl>
                                          </p:spTgt>
                                        </p:tgtEl>
                                        <p:attrNameLst>
                                          <p:attrName>style.visibility</p:attrName>
                                        </p:attrNameLst>
                                      </p:cBhvr>
                                      <p:to>
                                        <p:strVal val="visible"/>
                                      </p:to>
                                    </p:set>
                                    <p:anim calcmode="lin" valueType="num">
                                      <p:cBhvr additive="base">
                                        <p:cTn id="7" dur="500" fill="hold"/>
                                        <p:tgtEl>
                                          <p:spTgt spid="6">
                                            <p:graphicEl>
                                              <a:dgm id="{2A26B5CB-D81A-495E-BA2A-C4090777076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2A26B5CB-D81A-495E-BA2A-C4090777076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ED3BE504-93D5-4DA8-A5A3-2E9B2CD23CD3}"/>
                                            </p:graphicEl>
                                          </p:spTgt>
                                        </p:tgtEl>
                                        <p:attrNameLst>
                                          <p:attrName>style.visibility</p:attrName>
                                        </p:attrNameLst>
                                      </p:cBhvr>
                                      <p:to>
                                        <p:strVal val="visible"/>
                                      </p:to>
                                    </p:set>
                                    <p:anim calcmode="lin" valueType="num">
                                      <p:cBhvr additive="base">
                                        <p:cTn id="13" dur="500" fill="hold"/>
                                        <p:tgtEl>
                                          <p:spTgt spid="6">
                                            <p:graphicEl>
                                              <a:dgm id="{ED3BE504-93D5-4DA8-A5A3-2E9B2CD23CD3}"/>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ED3BE504-93D5-4DA8-A5A3-2E9B2CD23CD3}"/>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graphicEl>
                                              <a:dgm id="{5694ED0D-0005-4EF2-A034-574E1E150BDA}"/>
                                            </p:graphicEl>
                                          </p:spTgt>
                                        </p:tgtEl>
                                        <p:attrNameLst>
                                          <p:attrName>style.visibility</p:attrName>
                                        </p:attrNameLst>
                                      </p:cBhvr>
                                      <p:to>
                                        <p:strVal val="visible"/>
                                      </p:to>
                                    </p:set>
                                    <p:anim calcmode="lin" valueType="num">
                                      <p:cBhvr additive="base">
                                        <p:cTn id="19" dur="500" fill="hold"/>
                                        <p:tgtEl>
                                          <p:spTgt spid="6">
                                            <p:graphicEl>
                                              <a:dgm id="{5694ED0D-0005-4EF2-A034-574E1E150BDA}"/>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graphicEl>
                                              <a:dgm id="{5694ED0D-0005-4EF2-A034-574E1E150BDA}"/>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graphicEl>
                                              <a:dgm id="{E0596619-A866-4B89-B928-BD60C37C0E67}"/>
                                            </p:graphicEl>
                                          </p:spTgt>
                                        </p:tgtEl>
                                        <p:attrNameLst>
                                          <p:attrName>style.visibility</p:attrName>
                                        </p:attrNameLst>
                                      </p:cBhvr>
                                      <p:to>
                                        <p:strVal val="visible"/>
                                      </p:to>
                                    </p:set>
                                    <p:anim calcmode="lin" valueType="num">
                                      <p:cBhvr additive="base">
                                        <p:cTn id="25" dur="500" fill="hold"/>
                                        <p:tgtEl>
                                          <p:spTgt spid="6">
                                            <p:graphicEl>
                                              <a:dgm id="{E0596619-A866-4B89-B928-BD60C37C0E67}"/>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dgm id="{E0596619-A866-4B89-B928-BD60C37C0E67}"/>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What is Rust used for?</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5</a:t>
            </a:fld>
            <a:endParaRP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ackgroundRemoval t="5128" b="97265" l="8594" r="90723"/>
                    </a14:imgEffect>
                  </a14:imgLayer>
                </a14:imgProps>
              </a:ext>
              <a:ext uri="{28A0092B-C50C-407E-A947-70E740481C1C}">
                <a14:useLocalDpi xmlns:a14="http://schemas.microsoft.com/office/drawing/2010/main" val="0"/>
              </a:ext>
            </a:extLst>
          </a:blip>
          <a:stretch>
            <a:fillRect/>
          </a:stretch>
        </p:blipFill>
        <p:spPr>
          <a:xfrm>
            <a:off x="-112192" y="1295400"/>
            <a:ext cx="9256192" cy="5287962"/>
          </a:xfrm>
          <a:prstGeom prst="rect">
            <a:avLst/>
          </a:prstGeom>
        </p:spPr>
      </p:pic>
    </p:spTree>
    <p:extLst>
      <p:ext uri="{BB962C8B-B14F-4D97-AF65-F5344CB8AC3E}">
        <p14:creationId xmlns:p14="http://schemas.microsoft.com/office/powerpoint/2010/main" val="28331597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Rust Core Features</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6</a:t>
            </a:fld>
            <a:endParaRPr/>
          </a:p>
        </p:txBody>
      </p:sp>
      <p:graphicFrame>
        <p:nvGraphicFramePr>
          <p:cNvPr id="4" name="Diagram 3"/>
          <p:cNvGraphicFramePr/>
          <p:nvPr>
            <p:extLst>
              <p:ext uri="{D42A27DB-BD31-4B8C-83A1-F6EECF244321}">
                <p14:modId xmlns:p14="http://schemas.microsoft.com/office/powerpoint/2010/main" val="1176072571"/>
              </p:ext>
            </p:extLst>
          </p:nvPr>
        </p:nvGraphicFramePr>
        <p:xfrm>
          <a:off x="649565" y="1394087"/>
          <a:ext cx="7674964" cy="49767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44831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4">
                                            <p:graphicEl>
                                              <a:dgm id="{6094D09D-433D-40A4-8F7C-C3C3B472F5D4}"/>
                                            </p:graphicEl>
                                          </p:spTgt>
                                        </p:tgtEl>
                                        <p:attrNameLst>
                                          <p:attrName>style.visibility</p:attrName>
                                        </p:attrNameLst>
                                      </p:cBhvr>
                                      <p:to>
                                        <p:strVal val="visible"/>
                                      </p:to>
                                    </p:set>
                                    <p:anim calcmode="lin" valueType="num">
                                      <p:cBhvr additive="base">
                                        <p:cTn id="7" dur="500" fill="hold"/>
                                        <p:tgtEl>
                                          <p:spTgt spid="4">
                                            <p:graphicEl>
                                              <a:dgm id="{6094D09D-433D-40A4-8F7C-C3C3B472F5D4}"/>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6094D09D-433D-40A4-8F7C-C3C3B472F5D4}"/>
                                            </p:graphic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4">
                                            <p:graphicEl>
                                              <a:dgm id="{1B6D5177-18E1-47BE-BDB1-1525D68578C1}"/>
                                            </p:graphicEl>
                                          </p:spTgt>
                                        </p:tgtEl>
                                        <p:attrNameLst>
                                          <p:attrName>style.visibility</p:attrName>
                                        </p:attrNameLst>
                                      </p:cBhvr>
                                      <p:to>
                                        <p:strVal val="visible"/>
                                      </p:to>
                                    </p:set>
                                    <p:anim calcmode="lin" valueType="num">
                                      <p:cBhvr additive="base">
                                        <p:cTn id="13" dur="500" fill="hold"/>
                                        <p:tgtEl>
                                          <p:spTgt spid="4">
                                            <p:graphicEl>
                                              <a:dgm id="{1B6D5177-18E1-47BE-BDB1-1525D68578C1}"/>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graphicEl>
                                              <a:dgm id="{1B6D5177-18E1-47BE-BDB1-1525D68578C1}"/>
                                            </p:graphicEl>
                                          </p:spTgt>
                                        </p:tgtEl>
                                        <p:attrNameLst>
                                          <p:attrName>ppt_y</p:attrName>
                                        </p:attrNameLst>
                                      </p:cBhvr>
                                      <p:tavLst>
                                        <p:tav tm="0">
                                          <p:val>
                                            <p:strVal val="0-#ppt_h/2"/>
                                          </p:val>
                                        </p:tav>
                                        <p:tav tm="100000">
                                          <p:val>
                                            <p:strVal val="#ppt_y"/>
                                          </p:val>
                                        </p:tav>
                                      </p:tavLst>
                                    </p:anim>
                                  </p:childTnLst>
                                </p:cTn>
                              </p:par>
                              <p:par>
                                <p:cTn id="15" presetID="2" presetClass="entr" presetSubtype="9" fill="hold" grpId="0" nodeType="withEffect">
                                  <p:stCondLst>
                                    <p:cond delay="0"/>
                                  </p:stCondLst>
                                  <p:childTnLst>
                                    <p:set>
                                      <p:cBhvr>
                                        <p:cTn id="16" dur="1" fill="hold">
                                          <p:stCondLst>
                                            <p:cond delay="0"/>
                                          </p:stCondLst>
                                        </p:cTn>
                                        <p:tgtEl>
                                          <p:spTgt spid="4">
                                            <p:graphicEl>
                                              <a:dgm id="{7BA19762-927A-4691-938B-6C6256FD2442}"/>
                                            </p:graphicEl>
                                          </p:spTgt>
                                        </p:tgtEl>
                                        <p:attrNameLst>
                                          <p:attrName>style.visibility</p:attrName>
                                        </p:attrNameLst>
                                      </p:cBhvr>
                                      <p:to>
                                        <p:strVal val="visible"/>
                                      </p:to>
                                    </p:set>
                                    <p:anim calcmode="lin" valueType="num">
                                      <p:cBhvr additive="base">
                                        <p:cTn id="17" dur="500" fill="hold"/>
                                        <p:tgtEl>
                                          <p:spTgt spid="4">
                                            <p:graphicEl>
                                              <a:dgm id="{7BA19762-927A-4691-938B-6C6256FD2442}"/>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graphicEl>
                                              <a:dgm id="{7BA19762-927A-4691-938B-6C6256FD2442}"/>
                                            </p:graphicEl>
                                          </p:spTgt>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9" fill="hold" grpId="0" nodeType="clickEffect">
                                  <p:stCondLst>
                                    <p:cond delay="0"/>
                                  </p:stCondLst>
                                  <p:childTnLst>
                                    <p:set>
                                      <p:cBhvr>
                                        <p:cTn id="22" dur="1" fill="hold">
                                          <p:stCondLst>
                                            <p:cond delay="0"/>
                                          </p:stCondLst>
                                        </p:cTn>
                                        <p:tgtEl>
                                          <p:spTgt spid="4">
                                            <p:graphicEl>
                                              <a:dgm id="{F095B189-5CE1-412F-80CB-F06533DBEBCB}"/>
                                            </p:graphicEl>
                                          </p:spTgt>
                                        </p:tgtEl>
                                        <p:attrNameLst>
                                          <p:attrName>style.visibility</p:attrName>
                                        </p:attrNameLst>
                                      </p:cBhvr>
                                      <p:to>
                                        <p:strVal val="visible"/>
                                      </p:to>
                                    </p:set>
                                    <p:anim calcmode="lin" valueType="num">
                                      <p:cBhvr additive="base">
                                        <p:cTn id="23" dur="500" fill="hold"/>
                                        <p:tgtEl>
                                          <p:spTgt spid="4">
                                            <p:graphicEl>
                                              <a:dgm id="{F095B189-5CE1-412F-80CB-F06533DBEBCB}"/>
                                            </p:graphic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4">
                                            <p:graphicEl>
                                              <a:dgm id="{F095B189-5CE1-412F-80CB-F06533DBEBCB}"/>
                                            </p:graphicEl>
                                          </p:spTgt>
                                        </p:tgtEl>
                                        <p:attrNameLst>
                                          <p:attrName>ppt_y</p:attrName>
                                        </p:attrNameLst>
                                      </p:cBhvr>
                                      <p:tavLst>
                                        <p:tav tm="0">
                                          <p:val>
                                            <p:strVal val="0-#ppt_h/2"/>
                                          </p:val>
                                        </p:tav>
                                        <p:tav tm="100000">
                                          <p:val>
                                            <p:strVal val="#ppt_y"/>
                                          </p:val>
                                        </p:tav>
                                      </p:tavLst>
                                    </p:anim>
                                  </p:childTnLst>
                                </p:cTn>
                              </p:par>
                              <p:par>
                                <p:cTn id="25" presetID="2" presetClass="entr" presetSubtype="9" fill="hold" grpId="0" nodeType="withEffect">
                                  <p:stCondLst>
                                    <p:cond delay="0"/>
                                  </p:stCondLst>
                                  <p:childTnLst>
                                    <p:set>
                                      <p:cBhvr>
                                        <p:cTn id="26" dur="1" fill="hold">
                                          <p:stCondLst>
                                            <p:cond delay="0"/>
                                          </p:stCondLst>
                                        </p:cTn>
                                        <p:tgtEl>
                                          <p:spTgt spid="4">
                                            <p:graphicEl>
                                              <a:dgm id="{99B83689-D77D-46DA-A515-D371A288A9EE}"/>
                                            </p:graphicEl>
                                          </p:spTgt>
                                        </p:tgtEl>
                                        <p:attrNameLst>
                                          <p:attrName>style.visibility</p:attrName>
                                        </p:attrNameLst>
                                      </p:cBhvr>
                                      <p:to>
                                        <p:strVal val="visible"/>
                                      </p:to>
                                    </p:set>
                                    <p:anim calcmode="lin" valueType="num">
                                      <p:cBhvr additive="base">
                                        <p:cTn id="27" dur="500" fill="hold"/>
                                        <p:tgtEl>
                                          <p:spTgt spid="4">
                                            <p:graphicEl>
                                              <a:dgm id="{99B83689-D77D-46DA-A515-D371A288A9EE}"/>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4">
                                            <p:graphicEl>
                                              <a:dgm id="{99B83689-D77D-46DA-A515-D371A288A9EE}"/>
                                            </p:graphicEl>
                                          </p:spTgt>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9" fill="hold" grpId="0" nodeType="clickEffect">
                                  <p:stCondLst>
                                    <p:cond delay="0"/>
                                  </p:stCondLst>
                                  <p:childTnLst>
                                    <p:set>
                                      <p:cBhvr>
                                        <p:cTn id="32" dur="1" fill="hold">
                                          <p:stCondLst>
                                            <p:cond delay="0"/>
                                          </p:stCondLst>
                                        </p:cTn>
                                        <p:tgtEl>
                                          <p:spTgt spid="4">
                                            <p:graphicEl>
                                              <a:dgm id="{E035D4E2-655C-4E3F-92CF-295E4174105B}"/>
                                            </p:graphicEl>
                                          </p:spTgt>
                                        </p:tgtEl>
                                        <p:attrNameLst>
                                          <p:attrName>style.visibility</p:attrName>
                                        </p:attrNameLst>
                                      </p:cBhvr>
                                      <p:to>
                                        <p:strVal val="visible"/>
                                      </p:to>
                                    </p:set>
                                    <p:anim calcmode="lin" valueType="num">
                                      <p:cBhvr additive="base">
                                        <p:cTn id="33" dur="500" fill="hold"/>
                                        <p:tgtEl>
                                          <p:spTgt spid="4">
                                            <p:graphicEl>
                                              <a:dgm id="{E035D4E2-655C-4E3F-92CF-295E4174105B}"/>
                                            </p:graphic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4">
                                            <p:graphicEl>
                                              <a:dgm id="{E035D4E2-655C-4E3F-92CF-295E4174105B}"/>
                                            </p:graphicEl>
                                          </p:spTgt>
                                        </p:tgtEl>
                                        <p:attrNameLst>
                                          <p:attrName>ppt_y</p:attrName>
                                        </p:attrNameLst>
                                      </p:cBhvr>
                                      <p:tavLst>
                                        <p:tav tm="0">
                                          <p:val>
                                            <p:strVal val="0-#ppt_h/2"/>
                                          </p:val>
                                        </p:tav>
                                        <p:tav tm="100000">
                                          <p:val>
                                            <p:strVal val="#ppt_y"/>
                                          </p:val>
                                        </p:tav>
                                      </p:tavLst>
                                    </p:anim>
                                  </p:childTnLst>
                                </p:cTn>
                              </p:par>
                              <p:par>
                                <p:cTn id="35" presetID="2" presetClass="entr" presetSubtype="9" fill="hold" grpId="0" nodeType="withEffect">
                                  <p:stCondLst>
                                    <p:cond delay="0"/>
                                  </p:stCondLst>
                                  <p:childTnLst>
                                    <p:set>
                                      <p:cBhvr>
                                        <p:cTn id="36" dur="1" fill="hold">
                                          <p:stCondLst>
                                            <p:cond delay="0"/>
                                          </p:stCondLst>
                                        </p:cTn>
                                        <p:tgtEl>
                                          <p:spTgt spid="4">
                                            <p:graphicEl>
                                              <a:dgm id="{5CEB1058-068B-4D9F-B58B-B8D5DE888D1A}"/>
                                            </p:graphicEl>
                                          </p:spTgt>
                                        </p:tgtEl>
                                        <p:attrNameLst>
                                          <p:attrName>style.visibility</p:attrName>
                                        </p:attrNameLst>
                                      </p:cBhvr>
                                      <p:to>
                                        <p:strVal val="visible"/>
                                      </p:to>
                                    </p:set>
                                    <p:anim calcmode="lin" valueType="num">
                                      <p:cBhvr additive="base">
                                        <p:cTn id="37" dur="500" fill="hold"/>
                                        <p:tgtEl>
                                          <p:spTgt spid="4">
                                            <p:graphicEl>
                                              <a:dgm id="{5CEB1058-068B-4D9F-B58B-B8D5DE888D1A}"/>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graphicEl>
                                              <a:dgm id="{5CEB1058-068B-4D9F-B58B-B8D5DE888D1A}"/>
                                            </p:graphicEl>
                                          </p:spTgt>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9" fill="hold" grpId="0" nodeType="clickEffect">
                                  <p:stCondLst>
                                    <p:cond delay="0"/>
                                  </p:stCondLst>
                                  <p:childTnLst>
                                    <p:set>
                                      <p:cBhvr>
                                        <p:cTn id="42" dur="1" fill="hold">
                                          <p:stCondLst>
                                            <p:cond delay="0"/>
                                          </p:stCondLst>
                                        </p:cTn>
                                        <p:tgtEl>
                                          <p:spTgt spid="4">
                                            <p:graphicEl>
                                              <a:dgm id="{2E3BBF39-99DF-49EB-BCFF-D18A88417FB7}"/>
                                            </p:graphicEl>
                                          </p:spTgt>
                                        </p:tgtEl>
                                        <p:attrNameLst>
                                          <p:attrName>style.visibility</p:attrName>
                                        </p:attrNameLst>
                                      </p:cBhvr>
                                      <p:to>
                                        <p:strVal val="visible"/>
                                      </p:to>
                                    </p:set>
                                    <p:anim calcmode="lin" valueType="num">
                                      <p:cBhvr additive="base">
                                        <p:cTn id="43" dur="500" fill="hold"/>
                                        <p:tgtEl>
                                          <p:spTgt spid="4">
                                            <p:graphicEl>
                                              <a:dgm id="{2E3BBF39-99DF-49EB-BCFF-D18A88417FB7}"/>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
                                            <p:graphicEl>
                                              <a:dgm id="{2E3BBF39-99DF-49EB-BCFF-D18A88417FB7}"/>
                                            </p:graphicEl>
                                          </p:spTgt>
                                        </p:tgtEl>
                                        <p:attrNameLst>
                                          <p:attrName>ppt_y</p:attrName>
                                        </p:attrNameLst>
                                      </p:cBhvr>
                                      <p:tavLst>
                                        <p:tav tm="0">
                                          <p:val>
                                            <p:strVal val="0-#ppt_h/2"/>
                                          </p:val>
                                        </p:tav>
                                        <p:tav tm="100000">
                                          <p:val>
                                            <p:strVal val="#ppt_y"/>
                                          </p:val>
                                        </p:tav>
                                      </p:tavLst>
                                    </p:anim>
                                  </p:childTnLst>
                                </p:cTn>
                              </p:par>
                              <p:par>
                                <p:cTn id="45" presetID="2" presetClass="entr" presetSubtype="9" fill="hold" grpId="0" nodeType="withEffect">
                                  <p:stCondLst>
                                    <p:cond delay="0"/>
                                  </p:stCondLst>
                                  <p:childTnLst>
                                    <p:set>
                                      <p:cBhvr>
                                        <p:cTn id="46" dur="1" fill="hold">
                                          <p:stCondLst>
                                            <p:cond delay="0"/>
                                          </p:stCondLst>
                                        </p:cTn>
                                        <p:tgtEl>
                                          <p:spTgt spid="4">
                                            <p:graphicEl>
                                              <a:dgm id="{FE5BAD59-7299-414F-9EF8-E07D47EB853E}"/>
                                            </p:graphicEl>
                                          </p:spTgt>
                                        </p:tgtEl>
                                        <p:attrNameLst>
                                          <p:attrName>style.visibility</p:attrName>
                                        </p:attrNameLst>
                                      </p:cBhvr>
                                      <p:to>
                                        <p:strVal val="visible"/>
                                      </p:to>
                                    </p:set>
                                    <p:anim calcmode="lin" valueType="num">
                                      <p:cBhvr additive="base">
                                        <p:cTn id="47" dur="500" fill="hold"/>
                                        <p:tgtEl>
                                          <p:spTgt spid="4">
                                            <p:graphicEl>
                                              <a:dgm id="{FE5BAD59-7299-414F-9EF8-E07D47EB853E}"/>
                                            </p:graphic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4">
                                            <p:graphicEl>
                                              <a:dgm id="{FE5BAD59-7299-414F-9EF8-E07D47EB853E}"/>
                                            </p:graphicEl>
                                          </p:spTgt>
                                        </p:tgtEl>
                                        <p:attrNameLst>
                                          <p:attrName>ppt_y</p:attrName>
                                        </p:attrNameLst>
                                      </p:cBhvr>
                                      <p:tavLst>
                                        <p:tav tm="0">
                                          <p:val>
                                            <p:strVal val="0-#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9" fill="hold" grpId="0" nodeType="clickEffect">
                                  <p:stCondLst>
                                    <p:cond delay="0"/>
                                  </p:stCondLst>
                                  <p:childTnLst>
                                    <p:set>
                                      <p:cBhvr>
                                        <p:cTn id="52" dur="1" fill="hold">
                                          <p:stCondLst>
                                            <p:cond delay="0"/>
                                          </p:stCondLst>
                                        </p:cTn>
                                        <p:tgtEl>
                                          <p:spTgt spid="4">
                                            <p:graphicEl>
                                              <a:dgm id="{A2CC4F36-7C01-4522-9CD1-71731F857F21}"/>
                                            </p:graphicEl>
                                          </p:spTgt>
                                        </p:tgtEl>
                                        <p:attrNameLst>
                                          <p:attrName>style.visibility</p:attrName>
                                        </p:attrNameLst>
                                      </p:cBhvr>
                                      <p:to>
                                        <p:strVal val="visible"/>
                                      </p:to>
                                    </p:set>
                                    <p:anim calcmode="lin" valueType="num">
                                      <p:cBhvr additive="base">
                                        <p:cTn id="53" dur="500" fill="hold"/>
                                        <p:tgtEl>
                                          <p:spTgt spid="4">
                                            <p:graphicEl>
                                              <a:dgm id="{A2CC4F36-7C01-4522-9CD1-71731F857F21}"/>
                                            </p:graphic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4">
                                            <p:graphicEl>
                                              <a:dgm id="{A2CC4F36-7C01-4522-9CD1-71731F857F21}"/>
                                            </p:graphicEl>
                                          </p:spTgt>
                                        </p:tgtEl>
                                        <p:attrNameLst>
                                          <p:attrName>ppt_y</p:attrName>
                                        </p:attrNameLst>
                                      </p:cBhvr>
                                      <p:tavLst>
                                        <p:tav tm="0">
                                          <p:val>
                                            <p:strVal val="0-#ppt_h/2"/>
                                          </p:val>
                                        </p:tav>
                                        <p:tav tm="100000">
                                          <p:val>
                                            <p:strVal val="#ppt_y"/>
                                          </p:val>
                                        </p:tav>
                                      </p:tavLst>
                                    </p:anim>
                                  </p:childTnLst>
                                </p:cTn>
                              </p:par>
                              <p:par>
                                <p:cTn id="55" presetID="2" presetClass="entr" presetSubtype="9" fill="hold" grpId="0" nodeType="withEffect">
                                  <p:stCondLst>
                                    <p:cond delay="0"/>
                                  </p:stCondLst>
                                  <p:childTnLst>
                                    <p:set>
                                      <p:cBhvr>
                                        <p:cTn id="56" dur="1" fill="hold">
                                          <p:stCondLst>
                                            <p:cond delay="0"/>
                                          </p:stCondLst>
                                        </p:cTn>
                                        <p:tgtEl>
                                          <p:spTgt spid="4">
                                            <p:graphicEl>
                                              <a:dgm id="{F13C21E2-F517-49F8-9AD1-7C0128E2D67F}"/>
                                            </p:graphicEl>
                                          </p:spTgt>
                                        </p:tgtEl>
                                        <p:attrNameLst>
                                          <p:attrName>style.visibility</p:attrName>
                                        </p:attrNameLst>
                                      </p:cBhvr>
                                      <p:to>
                                        <p:strVal val="visible"/>
                                      </p:to>
                                    </p:set>
                                    <p:anim calcmode="lin" valueType="num">
                                      <p:cBhvr additive="base">
                                        <p:cTn id="57" dur="500" fill="hold"/>
                                        <p:tgtEl>
                                          <p:spTgt spid="4">
                                            <p:graphicEl>
                                              <a:dgm id="{F13C21E2-F517-49F8-9AD1-7C0128E2D67F}"/>
                                            </p:graphic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4">
                                            <p:graphicEl>
                                              <a:dgm id="{F13C21E2-F517-49F8-9AD1-7C0128E2D67F}"/>
                                            </p:graphicEl>
                                          </p:spTgt>
                                        </p:tgtEl>
                                        <p:attrNameLst>
                                          <p:attrName>ppt_y</p:attrName>
                                        </p:attrNameLst>
                                      </p:cBhvr>
                                      <p:tavLst>
                                        <p:tav tm="0">
                                          <p:val>
                                            <p:strVal val="0-#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9" fill="hold" grpId="0" nodeType="clickEffect">
                                  <p:stCondLst>
                                    <p:cond delay="0"/>
                                  </p:stCondLst>
                                  <p:childTnLst>
                                    <p:set>
                                      <p:cBhvr>
                                        <p:cTn id="62" dur="1" fill="hold">
                                          <p:stCondLst>
                                            <p:cond delay="0"/>
                                          </p:stCondLst>
                                        </p:cTn>
                                        <p:tgtEl>
                                          <p:spTgt spid="4">
                                            <p:graphicEl>
                                              <a:dgm id="{84686549-6ADD-483D-A8B0-40288BFF48E8}"/>
                                            </p:graphicEl>
                                          </p:spTgt>
                                        </p:tgtEl>
                                        <p:attrNameLst>
                                          <p:attrName>style.visibility</p:attrName>
                                        </p:attrNameLst>
                                      </p:cBhvr>
                                      <p:to>
                                        <p:strVal val="visible"/>
                                      </p:to>
                                    </p:set>
                                    <p:anim calcmode="lin" valueType="num">
                                      <p:cBhvr additive="base">
                                        <p:cTn id="63" dur="500" fill="hold"/>
                                        <p:tgtEl>
                                          <p:spTgt spid="4">
                                            <p:graphicEl>
                                              <a:dgm id="{84686549-6ADD-483D-A8B0-40288BFF48E8}"/>
                                            </p:graphic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4">
                                            <p:graphicEl>
                                              <a:dgm id="{84686549-6ADD-483D-A8B0-40288BFF48E8}"/>
                                            </p:graphicEl>
                                          </p:spTgt>
                                        </p:tgtEl>
                                        <p:attrNameLst>
                                          <p:attrName>ppt_y</p:attrName>
                                        </p:attrNameLst>
                                      </p:cBhvr>
                                      <p:tavLst>
                                        <p:tav tm="0">
                                          <p:val>
                                            <p:strVal val="0-#ppt_h/2"/>
                                          </p:val>
                                        </p:tav>
                                        <p:tav tm="100000">
                                          <p:val>
                                            <p:strVal val="#ppt_y"/>
                                          </p:val>
                                        </p:tav>
                                      </p:tavLst>
                                    </p:anim>
                                  </p:childTnLst>
                                </p:cTn>
                              </p:par>
                              <p:par>
                                <p:cTn id="65" presetID="2" presetClass="entr" presetSubtype="9" fill="hold" grpId="0" nodeType="withEffect">
                                  <p:stCondLst>
                                    <p:cond delay="0"/>
                                  </p:stCondLst>
                                  <p:childTnLst>
                                    <p:set>
                                      <p:cBhvr>
                                        <p:cTn id="66" dur="1" fill="hold">
                                          <p:stCondLst>
                                            <p:cond delay="0"/>
                                          </p:stCondLst>
                                        </p:cTn>
                                        <p:tgtEl>
                                          <p:spTgt spid="4">
                                            <p:graphicEl>
                                              <a:dgm id="{8D78C8B2-195C-4074-A6C1-A0E4F1146143}"/>
                                            </p:graphicEl>
                                          </p:spTgt>
                                        </p:tgtEl>
                                        <p:attrNameLst>
                                          <p:attrName>style.visibility</p:attrName>
                                        </p:attrNameLst>
                                      </p:cBhvr>
                                      <p:to>
                                        <p:strVal val="visible"/>
                                      </p:to>
                                    </p:set>
                                    <p:anim calcmode="lin" valueType="num">
                                      <p:cBhvr additive="base">
                                        <p:cTn id="67" dur="500" fill="hold"/>
                                        <p:tgtEl>
                                          <p:spTgt spid="4">
                                            <p:graphicEl>
                                              <a:dgm id="{8D78C8B2-195C-4074-A6C1-A0E4F1146143}"/>
                                            </p:graphic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4">
                                            <p:graphicEl>
                                              <a:dgm id="{8D78C8B2-195C-4074-A6C1-A0E4F1146143}"/>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Rust Core Features</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7</a:t>
            </a:fld>
            <a:endParaRPr/>
          </a:p>
        </p:txBody>
      </p:sp>
      <p:graphicFrame>
        <p:nvGraphicFramePr>
          <p:cNvPr id="4" name="Diagram 3"/>
          <p:cNvGraphicFramePr/>
          <p:nvPr>
            <p:extLst>
              <p:ext uri="{D42A27DB-BD31-4B8C-83A1-F6EECF244321}">
                <p14:modId xmlns:p14="http://schemas.microsoft.com/office/powerpoint/2010/main" val="2700123166"/>
              </p:ext>
            </p:extLst>
          </p:nvPr>
        </p:nvGraphicFramePr>
        <p:xfrm>
          <a:off x="649565" y="950627"/>
          <a:ext cx="849443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54740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graphicEl>
                                              <a:dgm id="{57982495-2EAB-4700-83B0-B2E08F0D2B3F}"/>
                                            </p:graphicEl>
                                          </p:spTgt>
                                        </p:tgtEl>
                                        <p:attrNameLst>
                                          <p:attrName>style.visibility</p:attrName>
                                        </p:attrNameLst>
                                      </p:cBhvr>
                                      <p:to>
                                        <p:strVal val="visible"/>
                                      </p:to>
                                    </p:set>
                                    <p:anim calcmode="lin" valueType="num">
                                      <p:cBhvr additive="base">
                                        <p:cTn id="7" dur="500" fill="hold"/>
                                        <p:tgtEl>
                                          <p:spTgt spid="4">
                                            <p:graphicEl>
                                              <a:dgm id="{57982495-2EAB-4700-83B0-B2E08F0D2B3F}"/>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57982495-2EAB-4700-83B0-B2E08F0D2B3F}"/>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graphicEl>
                                              <a:dgm id="{27555FAB-7672-47DC-9570-78D757E9CAAB}"/>
                                            </p:graphicEl>
                                          </p:spTgt>
                                        </p:tgtEl>
                                        <p:attrNameLst>
                                          <p:attrName>style.visibility</p:attrName>
                                        </p:attrNameLst>
                                      </p:cBhvr>
                                      <p:to>
                                        <p:strVal val="visible"/>
                                      </p:to>
                                    </p:set>
                                    <p:anim calcmode="lin" valueType="num">
                                      <p:cBhvr additive="base">
                                        <p:cTn id="13" dur="500" fill="hold"/>
                                        <p:tgtEl>
                                          <p:spTgt spid="4">
                                            <p:graphicEl>
                                              <a:dgm id="{27555FAB-7672-47DC-9570-78D757E9CAAB}"/>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graphicEl>
                                              <a:dgm id="{27555FAB-7672-47DC-9570-78D757E9CAAB}"/>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graphicEl>
                                              <a:dgm id="{9B2DCDB9-BEA1-492E-BE27-0665F2F216D5}"/>
                                            </p:graphicEl>
                                          </p:spTgt>
                                        </p:tgtEl>
                                        <p:attrNameLst>
                                          <p:attrName>style.visibility</p:attrName>
                                        </p:attrNameLst>
                                      </p:cBhvr>
                                      <p:to>
                                        <p:strVal val="visible"/>
                                      </p:to>
                                    </p:set>
                                    <p:anim calcmode="lin" valueType="num">
                                      <p:cBhvr additive="base">
                                        <p:cTn id="19" dur="500" fill="hold"/>
                                        <p:tgtEl>
                                          <p:spTgt spid="4">
                                            <p:graphicEl>
                                              <a:dgm id="{9B2DCDB9-BEA1-492E-BE27-0665F2F216D5}"/>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graphicEl>
                                              <a:dgm id="{9B2DCDB9-BEA1-492E-BE27-0665F2F216D5}"/>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graphicEl>
                                              <a:dgm id="{BFF57338-939E-479F-B8CE-F3F7474DC662}"/>
                                            </p:graphicEl>
                                          </p:spTgt>
                                        </p:tgtEl>
                                        <p:attrNameLst>
                                          <p:attrName>style.visibility</p:attrName>
                                        </p:attrNameLst>
                                      </p:cBhvr>
                                      <p:to>
                                        <p:strVal val="visible"/>
                                      </p:to>
                                    </p:set>
                                    <p:anim calcmode="lin" valueType="num">
                                      <p:cBhvr additive="base">
                                        <p:cTn id="25" dur="500" fill="hold"/>
                                        <p:tgtEl>
                                          <p:spTgt spid="4">
                                            <p:graphicEl>
                                              <a:dgm id="{BFF57338-939E-479F-B8CE-F3F7474DC662}"/>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graphicEl>
                                              <a:dgm id="{BFF57338-939E-479F-B8CE-F3F7474DC662}"/>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graphicEl>
                                              <a:dgm id="{7789793C-7319-467D-B4DC-13307709949B}"/>
                                            </p:graphicEl>
                                          </p:spTgt>
                                        </p:tgtEl>
                                        <p:attrNameLst>
                                          <p:attrName>style.visibility</p:attrName>
                                        </p:attrNameLst>
                                      </p:cBhvr>
                                      <p:to>
                                        <p:strVal val="visible"/>
                                      </p:to>
                                    </p:set>
                                    <p:anim calcmode="lin" valueType="num">
                                      <p:cBhvr additive="base">
                                        <p:cTn id="31" dur="500" fill="hold"/>
                                        <p:tgtEl>
                                          <p:spTgt spid="4">
                                            <p:graphicEl>
                                              <a:dgm id="{7789793C-7319-467D-B4DC-13307709949B}"/>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7789793C-7319-467D-B4DC-13307709949B}"/>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
                                            <p:graphicEl>
                                              <a:dgm id="{13D107C4-2049-460B-8C92-D533D47DA0FB}"/>
                                            </p:graphicEl>
                                          </p:spTgt>
                                        </p:tgtEl>
                                        <p:attrNameLst>
                                          <p:attrName>style.visibility</p:attrName>
                                        </p:attrNameLst>
                                      </p:cBhvr>
                                      <p:to>
                                        <p:strVal val="visible"/>
                                      </p:to>
                                    </p:set>
                                    <p:anim calcmode="lin" valueType="num">
                                      <p:cBhvr additive="base">
                                        <p:cTn id="37" dur="500" fill="hold"/>
                                        <p:tgtEl>
                                          <p:spTgt spid="4">
                                            <p:graphicEl>
                                              <a:dgm id="{13D107C4-2049-460B-8C92-D533D47DA0FB}"/>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graphicEl>
                                              <a:dgm id="{13D107C4-2049-460B-8C92-D533D47DA0FB}"/>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Rust Core Features</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8</a:t>
            </a:fld>
            <a:endParaRPr/>
          </a:p>
        </p:txBody>
      </p:sp>
      <p:graphicFrame>
        <p:nvGraphicFramePr>
          <p:cNvPr id="4" name="Diagram 3"/>
          <p:cNvGraphicFramePr/>
          <p:nvPr>
            <p:extLst>
              <p:ext uri="{D42A27DB-BD31-4B8C-83A1-F6EECF244321}">
                <p14:modId xmlns:p14="http://schemas.microsoft.com/office/powerpoint/2010/main" val="2008261120"/>
              </p:ext>
            </p:extLst>
          </p:nvPr>
        </p:nvGraphicFramePr>
        <p:xfrm>
          <a:off x="324782" y="980607"/>
          <a:ext cx="849443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10010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graphicEl>
                                              <a:dgm id="{57982495-2EAB-4700-83B0-B2E08F0D2B3F}"/>
                                            </p:graphicEl>
                                          </p:spTgt>
                                        </p:tgtEl>
                                        <p:attrNameLst>
                                          <p:attrName>style.visibility</p:attrName>
                                        </p:attrNameLst>
                                      </p:cBhvr>
                                      <p:to>
                                        <p:strVal val="visible"/>
                                      </p:to>
                                    </p:set>
                                    <p:anim calcmode="lin" valueType="num">
                                      <p:cBhvr additive="base">
                                        <p:cTn id="7" dur="500" fill="hold"/>
                                        <p:tgtEl>
                                          <p:spTgt spid="4">
                                            <p:graphicEl>
                                              <a:dgm id="{57982495-2EAB-4700-83B0-B2E08F0D2B3F}"/>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57982495-2EAB-4700-83B0-B2E08F0D2B3F}"/>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graphicEl>
                                              <a:dgm id="{27555FAB-7672-47DC-9570-78D757E9CAAB}"/>
                                            </p:graphicEl>
                                          </p:spTgt>
                                        </p:tgtEl>
                                        <p:attrNameLst>
                                          <p:attrName>style.visibility</p:attrName>
                                        </p:attrNameLst>
                                      </p:cBhvr>
                                      <p:to>
                                        <p:strVal val="visible"/>
                                      </p:to>
                                    </p:set>
                                    <p:anim calcmode="lin" valueType="num">
                                      <p:cBhvr additive="base">
                                        <p:cTn id="13" dur="500" fill="hold"/>
                                        <p:tgtEl>
                                          <p:spTgt spid="4">
                                            <p:graphicEl>
                                              <a:dgm id="{27555FAB-7672-47DC-9570-78D757E9CAAB}"/>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graphicEl>
                                              <a:dgm id="{27555FAB-7672-47DC-9570-78D757E9CAAB}"/>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graphicEl>
                                              <a:dgm id="{721EA0E7-5007-4405-8A23-FF1CC52D5AFE}"/>
                                            </p:graphicEl>
                                          </p:spTgt>
                                        </p:tgtEl>
                                        <p:attrNameLst>
                                          <p:attrName>style.visibility</p:attrName>
                                        </p:attrNameLst>
                                      </p:cBhvr>
                                      <p:to>
                                        <p:strVal val="visible"/>
                                      </p:to>
                                    </p:set>
                                    <p:anim calcmode="lin" valueType="num">
                                      <p:cBhvr additive="base">
                                        <p:cTn id="19" dur="500" fill="hold"/>
                                        <p:tgtEl>
                                          <p:spTgt spid="4">
                                            <p:graphicEl>
                                              <a:dgm id="{721EA0E7-5007-4405-8A23-FF1CC52D5AFE}"/>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graphicEl>
                                              <a:dgm id="{721EA0E7-5007-4405-8A23-FF1CC52D5AFE}"/>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graphicEl>
                                              <a:dgm id="{28AEBF9A-89F4-4889-924F-7CEBEDD17F84}"/>
                                            </p:graphicEl>
                                          </p:spTgt>
                                        </p:tgtEl>
                                        <p:attrNameLst>
                                          <p:attrName>style.visibility</p:attrName>
                                        </p:attrNameLst>
                                      </p:cBhvr>
                                      <p:to>
                                        <p:strVal val="visible"/>
                                      </p:to>
                                    </p:set>
                                    <p:anim calcmode="lin" valueType="num">
                                      <p:cBhvr additive="base">
                                        <p:cTn id="25" dur="500" fill="hold"/>
                                        <p:tgtEl>
                                          <p:spTgt spid="4">
                                            <p:graphicEl>
                                              <a:dgm id="{28AEBF9A-89F4-4889-924F-7CEBEDD17F84}"/>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graphicEl>
                                              <a:dgm id="{28AEBF9A-89F4-4889-924F-7CEBEDD17F84}"/>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graphicEl>
                                              <a:dgm id="{E027BCFC-C010-4122-8434-CF84655F0371}"/>
                                            </p:graphicEl>
                                          </p:spTgt>
                                        </p:tgtEl>
                                        <p:attrNameLst>
                                          <p:attrName>style.visibility</p:attrName>
                                        </p:attrNameLst>
                                      </p:cBhvr>
                                      <p:to>
                                        <p:strVal val="visible"/>
                                      </p:to>
                                    </p:set>
                                    <p:anim calcmode="lin" valueType="num">
                                      <p:cBhvr additive="base">
                                        <p:cTn id="31" dur="500" fill="hold"/>
                                        <p:tgtEl>
                                          <p:spTgt spid="4">
                                            <p:graphicEl>
                                              <a:dgm id="{E027BCFC-C010-4122-8434-CF84655F0371}"/>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E027BCFC-C010-4122-8434-CF84655F0371}"/>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
                                            <p:graphicEl>
                                              <a:dgm id="{04A62474-1F9D-41B6-AB9E-4DD595DF4EF1}"/>
                                            </p:graphicEl>
                                          </p:spTgt>
                                        </p:tgtEl>
                                        <p:attrNameLst>
                                          <p:attrName>style.visibility</p:attrName>
                                        </p:attrNameLst>
                                      </p:cBhvr>
                                      <p:to>
                                        <p:strVal val="visible"/>
                                      </p:to>
                                    </p:set>
                                    <p:anim calcmode="lin" valueType="num">
                                      <p:cBhvr additive="base">
                                        <p:cTn id="37" dur="500" fill="hold"/>
                                        <p:tgtEl>
                                          <p:spTgt spid="4">
                                            <p:graphicEl>
                                              <a:dgm id="{04A62474-1F9D-41B6-AB9E-4DD595DF4EF1}"/>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graphicEl>
                                              <a:dgm id="{04A62474-1F9D-41B6-AB9E-4DD595DF4EF1}"/>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Rust Core Features</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9</a:t>
            </a:fld>
            <a:endParaRPr/>
          </a:p>
        </p:txBody>
      </p:sp>
      <p:graphicFrame>
        <p:nvGraphicFramePr>
          <p:cNvPr id="4" name="Diagram 3"/>
          <p:cNvGraphicFramePr/>
          <p:nvPr>
            <p:extLst>
              <p:ext uri="{D42A27DB-BD31-4B8C-83A1-F6EECF244321}">
                <p14:modId xmlns:p14="http://schemas.microsoft.com/office/powerpoint/2010/main" val="1672821435"/>
              </p:ext>
            </p:extLst>
          </p:nvPr>
        </p:nvGraphicFramePr>
        <p:xfrm>
          <a:off x="324782" y="980607"/>
          <a:ext cx="849443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35234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Installing Rust</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10</a:t>
            </a:fld>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626" y="2278505"/>
            <a:ext cx="5021705" cy="1727784"/>
          </a:xfrm>
          <a:prstGeom prst="rect">
            <a:avLst/>
          </a:prstGeom>
        </p:spPr>
      </p:pic>
      <p:graphicFrame>
        <p:nvGraphicFramePr>
          <p:cNvPr id="6" name="Diagram 5"/>
          <p:cNvGraphicFramePr/>
          <p:nvPr>
            <p:extLst>
              <p:ext uri="{D42A27DB-BD31-4B8C-83A1-F6EECF244321}">
                <p14:modId xmlns:p14="http://schemas.microsoft.com/office/powerpoint/2010/main" val="2503970915"/>
              </p:ext>
            </p:extLst>
          </p:nvPr>
        </p:nvGraphicFramePr>
        <p:xfrm>
          <a:off x="457200" y="1425770"/>
          <a:ext cx="8117807" cy="8527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Diagram 7"/>
          <p:cNvGraphicFramePr/>
          <p:nvPr>
            <p:extLst>
              <p:ext uri="{D42A27DB-BD31-4B8C-83A1-F6EECF244321}">
                <p14:modId xmlns:p14="http://schemas.microsoft.com/office/powerpoint/2010/main" val="125877912"/>
              </p:ext>
            </p:extLst>
          </p:nvPr>
        </p:nvGraphicFramePr>
        <p:xfrm>
          <a:off x="428143" y="4110697"/>
          <a:ext cx="8117807" cy="85273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l="2295" t="3852" r="52131" b="4344"/>
          <a:stretch/>
        </p:blipFill>
        <p:spPr>
          <a:xfrm>
            <a:off x="2254466" y="4948442"/>
            <a:ext cx="1652023" cy="1663908"/>
          </a:xfrm>
          <a:prstGeom prst="rect">
            <a:avLst/>
          </a:prstGeom>
        </p:spPr>
      </p:pic>
    </p:spTree>
    <p:extLst>
      <p:ext uri="{BB962C8B-B14F-4D97-AF65-F5344CB8AC3E}">
        <p14:creationId xmlns:p14="http://schemas.microsoft.com/office/powerpoint/2010/main" val="7598788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Rust Installation on Windows</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11</a:t>
            </a:fld>
            <a:endParaRPr/>
          </a:p>
        </p:txBody>
      </p:sp>
      <p:graphicFrame>
        <p:nvGraphicFramePr>
          <p:cNvPr id="4" name="Diagram 3"/>
          <p:cNvGraphicFramePr/>
          <p:nvPr>
            <p:extLst>
              <p:ext uri="{D42A27DB-BD31-4B8C-83A1-F6EECF244321}">
                <p14:modId xmlns:p14="http://schemas.microsoft.com/office/powerpoint/2010/main" val="4191380432"/>
              </p:ext>
            </p:extLst>
          </p:nvPr>
        </p:nvGraphicFramePr>
        <p:xfrm>
          <a:off x="924394" y="1397000"/>
          <a:ext cx="7162800" cy="500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24047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Rust Installation on Windows</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12</a:t>
            </a:fld>
            <a:endParaRPr/>
          </a:p>
        </p:txBody>
      </p:sp>
      <p:pic>
        <p:nvPicPr>
          <p:cNvPr id="3" name="Picture 2"/>
          <p:cNvPicPr>
            <a:picLocks noChangeAspect="1"/>
          </p:cNvPicPr>
          <p:nvPr/>
        </p:nvPicPr>
        <p:blipFill rotWithShape="1">
          <a:blip r:embed="rId3"/>
          <a:srcRect l="4262" t="6814" r="42165" b="26793"/>
          <a:stretch/>
        </p:blipFill>
        <p:spPr>
          <a:xfrm>
            <a:off x="457200" y="1366425"/>
            <a:ext cx="7225260" cy="5034375"/>
          </a:xfrm>
          <a:prstGeom prst="rect">
            <a:avLst/>
          </a:prstGeom>
        </p:spPr>
      </p:pic>
      <p:sp>
        <p:nvSpPr>
          <p:cNvPr id="5" name="Rectangle 4"/>
          <p:cNvSpPr/>
          <p:nvPr/>
        </p:nvSpPr>
        <p:spPr>
          <a:xfrm>
            <a:off x="457200" y="5681272"/>
            <a:ext cx="3839347" cy="3147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5583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Rust Installation on Linux/Mac</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13</a:t>
            </a:fld>
            <a:endParaRPr/>
          </a:p>
        </p:txBody>
      </p:sp>
      <p:graphicFrame>
        <p:nvGraphicFramePr>
          <p:cNvPr id="4" name="Diagram 3"/>
          <p:cNvGraphicFramePr/>
          <p:nvPr>
            <p:extLst>
              <p:ext uri="{D42A27DB-BD31-4B8C-83A1-F6EECF244321}">
                <p14:modId xmlns:p14="http://schemas.microsoft.com/office/powerpoint/2010/main" val="4018267816"/>
              </p:ext>
            </p:extLst>
          </p:nvPr>
        </p:nvGraphicFramePr>
        <p:xfrm>
          <a:off x="905647" y="1465887"/>
          <a:ext cx="7162800" cy="500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74416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a:t>Run a Rust program</a:t>
            </a:r>
            <a:endParaRPr lang="en-GB"/>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14</a:t>
            </a:fld>
            <a:endParaRPr/>
          </a:p>
        </p:txBody>
      </p:sp>
      <p:grpSp>
        <p:nvGrpSpPr>
          <p:cNvPr id="8" name="Group 7">
            <a:extLst>
              <a:ext uri="{FF2B5EF4-FFF2-40B4-BE49-F238E27FC236}">
                <a16:creationId xmlns:a16="http://schemas.microsoft.com/office/drawing/2014/main" id="{842CC8AD-63E8-2D19-655C-E52A54240EFC}"/>
              </a:ext>
            </a:extLst>
          </p:cNvPr>
          <p:cNvGrpSpPr/>
          <p:nvPr/>
        </p:nvGrpSpPr>
        <p:grpSpPr>
          <a:xfrm>
            <a:off x="124909" y="1747787"/>
            <a:ext cx="8366225" cy="3337398"/>
            <a:chOff x="124909" y="1747787"/>
            <a:chExt cx="8366225" cy="3337398"/>
          </a:xfrm>
        </p:grpSpPr>
        <p:pic>
          <p:nvPicPr>
            <p:cNvPr id="3" name="Picture 2"/>
            <p:cNvPicPr>
              <a:picLocks noChangeAspect="1"/>
            </p:cNvPicPr>
            <p:nvPr/>
          </p:nvPicPr>
          <p:blipFill rotWithShape="1">
            <a:blip r:embed="rId3"/>
            <a:srcRect l="14631" r="27072" b="59753"/>
            <a:stretch/>
          </p:blipFill>
          <p:spPr>
            <a:xfrm>
              <a:off x="124909" y="1747787"/>
              <a:ext cx="7585022" cy="2944118"/>
            </a:xfrm>
            <a:prstGeom prst="rect">
              <a:avLst/>
            </a:prstGeom>
          </p:spPr>
        </p:pic>
        <p:pic>
          <p:nvPicPr>
            <p:cNvPr id="7" name="Picture 6">
              <a:extLst>
                <a:ext uri="{FF2B5EF4-FFF2-40B4-BE49-F238E27FC236}">
                  <a16:creationId xmlns:a16="http://schemas.microsoft.com/office/drawing/2014/main" id="{B8DB7AD0-B3FD-9535-4E3D-34B3AA724AFC}"/>
                </a:ext>
              </a:extLst>
            </p:cNvPr>
            <p:cNvPicPr>
              <a:picLocks noChangeAspect="1"/>
            </p:cNvPicPr>
            <p:nvPr/>
          </p:nvPicPr>
          <p:blipFill>
            <a:blip r:embed="rId4"/>
            <a:srcRect l="14490" t="5332" r="23877" b="56110"/>
            <a:stretch/>
          </p:blipFill>
          <p:spPr>
            <a:xfrm>
              <a:off x="124909" y="2141067"/>
              <a:ext cx="8366225" cy="2944118"/>
            </a:xfrm>
            <a:prstGeom prst="rect">
              <a:avLst/>
            </a:prstGeom>
          </p:spPr>
        </p:pic>
      </p:grpSp>
      <p:graphicFrame>
        <p:nvGraphicFramePr>
          <p:cNvPr id="5" name="Diagram 4"/>
          <p:cNvGraphicFramePr/>
          <p:nvPr>
            <p:extLst>
              <p:ext uri="{D42A27DB-BD31-4B8C-83A1-F6EECF244321}">
                <p14:modId xmlns:p14="http://schemas.microsoft.com/office/powerpoint/2010/main" val="2254972686"/>
              </p:ext>
            </p:extLst>
          </p:nvPr>
        </p:nvGraphicFramePr>
        <p:xfrm>
          <a:off x="1846289" y="3338945"/>
          <a:ext cx="6840511" cy="326208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Rounded Rectangle 5"/>
          <p:cNvSpPr/>
          <p:nvPr/>
        </p:nvSpPr>
        <p:spPr>
          <a:xfrm>
            <a:off x="124909" y="1543987"/>
            <a:ext cx="5716054" cy="4286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i="1"/>
              <a:t>Exercise 1: </a:t>
            </a:r>
            <a:r>
              <a:rPr lang="en-US" sz="1600" b="1" i="1">
                <a:solidFill>
                  <a:srgbClr val="FFFF00"/>
                </a:solidFill>
              </a:rPr>
              <a:t>week-2/practice_1.rs</a:t>
            </a:r>
          </a:p>
        </p:txBody>
      </p:sp>
    </p:spTree>
    <p:extLst>
      <p:ext uri="{BB962C8B-B14F-4D97-AF65-F5344CB8AC3E}">
        <p14:creationId xmlns:p14="http://schemas.microsoft.com/office/powerpoint/2010/main" val="280978436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FC2FC39D-CF58-433F-9FB3-38F9F271DF2F}"/>
                                            </p:graphicEl>
                                          </p:spTgt>
                                        </p:tgtEl>
                                        <p:attrNameLst>
                                          <p:attrName>style.visibility</p:attrName>
                                        </p:attrNameLst>
                                      </p:cBhvr>
                                      <p:to>
                                        <p:strVal val="visible"/>
                                      </p:to>
                                    </p:set>
                                    <p:anim calcmode="lin" valueType="num">
                                      <p:cBhvr additive="base">
                                        <p:cTn id="7" dur="500" fill="hold"/>
                                        <p:tgtEl>
                                          <p:spTgt spid="5">
                                            <p:graphicEl>
                                              <a:dgm id="{FC2FC39D-CF58-433F-9FB3-38F9F271DF2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FC2FC39D-CF58-433F-9FB3-38F9F271DF2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graphicEl>
                                              <a:dgm id="{DEEE263C-5F3E-4137-9CB1-B3981356BEB8}"/>
                                            </p:graphicEl>
                                          </p:spTgt>
                                        </p:tgtEl>
                                        <p:attrNameLst>
                                          <p:attrName>style.visibility</p:attrName>
                                        </p:attrNameLst>
                                      </p:cBhvr>
                                      <p:to>
                                        <p:strVal val="visible"/>
                                      </p:to>
                                    </p:set>
                                    <p:anim calcmode="lin" valueType="num">
                                      <p:cBhvr additive="base">
                                        <p:cTn id="13" dur="500" fill="hold"/>
                                        <p:tgtEl>
                                          <p:spTgt spid="5">
                                            <p:graphicEl>
                                              <a:dgm id="{DEEE263C-5F3E-4137-9CB1-B3981356BEB8}"/>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graphicEl>
                                              <a:dgm id="{DEEE263C-5F3E-4137-9CB1-B3981356BEB8}"/>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graphicEl>
                                              <a:dgm id="{A1CA7E97-6628-4759-9E2D-EBFB63ED7926}"/>
                                            </p:graphicEl>
                                          </p:spTgt>
                                        </p:tgtEl>
                                        <p:attrNameLst>
                                          <p:attrName>style.visibility</p:attrName>
                                        </p:attrNameLst>
                                      </p:cBhvr>
                                      <p:to>
                                        <p:strVal val="visible"/>
                                      </p:to>
                                    </p:set>
                                    <p:anim calcmode="lin" valueType="num">
                                      <p:cBhvr additive="base">
                                        <p:cTn id="19" dur="500" fill="hold"/>
                                        <p:tgtEl>
                                          <p:spTgt spid="5">
                                            <p:graphicEl>
                                              <a:dgm id="{A1CA7E97-6628-4759-9E2D-EBFB63ED7926}"/>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graphicEl>
                                              <a:dgm id="{A1CA7E97-6628-4759-9E2D-EBFB63ED792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sz="4000"/>
              <a:t>Procedure to create, compile and run the program</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15</a:t>
            </a:fld>
            <a:endParaRPr/>
          </a:p>
        </p:txBody>
      </p:sp>
      <p:graphicFrame>
        <p:nvGraphicFramePr>
          <p:cNvPr id="5" name="Diagram 4"/>
          <p:cNvGraphicFramePr/>
          <p:nvPr>
            <p:extLst>
              <p:ext uri="{D42A27DB-BD31-4B8C-83A1-F6EECF244321}">
                <p14:modId xmlns:p14="http://schemas.microsoft.com/office/powerpoint/2010/main" val="1452803922"/>
              </p:ext>
            </p:extLst>
          </p:nvPr>
        </p:nvGraphicFramePr>
        <p:xfrm>
          <a:off x="723891" y="1693889"/>
          <a:ext cx="7907311" cy="44970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993772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sz="4000"/>
              <a:t>Procedure to create, compile and run the program</a:t>
            </a:r>
          </a:p>
        </p:txBody>
      </p:sp>
      <p:pic>
        <p:nvPicPr>
          <p:cNvPr id="25" name="Picture 24"/>
          <p:cNvPicPr>
            <a:picLocks noChangeAspect="1"/>
          </p:cNvPicPr>
          <p:nvPr/>
        </p:nvPicPr>
        <p:blipFill rotWithShape="1">
          <a:blip r:embed="rId3"/>
          <a:srcRect l="4261" t="6608" r="32834" b="27613"/>
          <a:stretch/>
        </p:blipFill>
        <p:spPr>
          <a:xfrm>
            <a:off x="44970" y="1394085"/>
            <a:ext cx="8184629" cy="4811843"/>
          </a:xfrm>
          <a:prstGeom prst="rect">
            <a:avLst/>
          </a:prstGeom>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16</a:t>
            </a:fld>
            <a:endParaRPr/>
          </a:p>
        </p:txBody>
      </p:sp>
      <p:sp>
        <p:nvSpPr>
          <p:cNvPr id="8" name="Rectangle 7"/>
          <p:cNvSpPr/>
          <p:nvPr/>
        </p:nvSpPr>
        <p:spPr>
          <a:xfrm>
            <a:off x="44970" y="2149813"/>
            <a:ext cx="4906464" cy="49177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4970" y="2716535"/>
            <a:ext cx="5314013" cy="2673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9960" y="4227227"/>
            <a:ext cx="5148190" cy="4021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885130" y="5350440"/>
            <a:ext cx="998991" cy="307777"/>
          </a:xfrm>
          <a:prstGeom prst="rect">
            <a:avLst/>
          </a:prstGeom>
          <a:noFill/>
          <a:ln>
            <a:solidFill>
              <a:schemeClr val="bg1"/>
            </a:solidFill>
          </a:ln>
        </p:spPr>
        <p:txBody>
          <a:bodyPr wrap="none" rtlCol="0">
            <a:spAutoFit/>
          </a:bodyPr>
          <a:lstStyle/>
          <a:p>
            <a:r>
              <a:rPr lang="en-US" b="1">
                <a:solidFill>
                  <a:srgbClr val="FFFF00"/>
                </a:solidFill>
              </a:rPr>
              <a:t>Run code</a:t>
            </a:r>
          </a:p>
        </p:txBody>
      </p:sp>
      <p:cxnSp>
        <p:nvCxnSpPr>
          <p:cNvPr id="22" name="Straight Arrow Connector 21"/>
          <p:cNvCxnSpPr/>
          <p:nvPr/>
        </p:nvCxnSpPr>
        <p:spPr>
          <a:xfrm flipH="1">
            <a:off x="4951434" y="2346752"/>
            <a:ext cx="562131"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5366480" y="2860256"/>
            <a:ext cx="432348"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5351490" y="5496899"/>
            <a:ext cx="432348"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4970" y="5319826"/>
            <a:ext cx="5314013" cy="3690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525795" y="2082578"/>
            <a:ext cx="2233304" cy="523220"/>
          </a:xfrm>
          <a:prstGeom prst="rect">
            <a:avLst/>
          </a:prstGeom>
          <a:noFill/>
          <a:ln>
            <a:solidFill>
              <a:schemeClr val="bg1"/>
            </a:solidFill>
          </a:ln>
        </p:spPr>
        <p:txBody>
          <a:bodyPr wrap="none" rtlCol="0">
            <a:spAutoFit/>
          </a:bodyPr>
          <a:lstStyle/>
          <a:p>
            <a:pPr marL="285750" indent="-285750">
              <a:buBlip>
                <a:blip r:embed="rId4"/>
              </a:buBlip>
            </a:pPr>
            <a:r>
              <a:rPr lang="en-US" b="1">
                <a:solidFill>
                  <a:srgbClr val="FFFF00"/>
                </a:solidFill>
              </a:rPr>
              <a:t>Set path to Directory</a:t>
            </a:r>
          </a:p>
          <a:p>
            <a:pPr marL="285750" indent="-285750">
              <a:buBlip>
                <a:blip r:embed="rId4"/>
              </a:buBlip>
            </a:pPr>
            <a:r>
              <a:rPr lang="en-US" b="1">
                <a:solidFill>
                  <a:srgbClr val="FFFF00"/>
                </a:solidFill>
              </a:rPr>
              <a:t>Check Rust version</a:t>
            </a:r>
          </a:p>
        </p:txBody>
      </p:sp>
      <p:sp>
        <p:nvSpPr>
          <p:cNvPr id="29" name="TextBox 28"/>
          <p:cNvSpPr txBox="1"/>
          <p:nvPr/>
        </p:nvSpPr>
        <p:spPr>
          <a:xfrm>
            <a:off x="5843798" y="2704126"/>
            <a:ext cx="1646605" cy="307777"/>
          </a:xfrm>
          <a:prstGeom prst="rect">
            <a:avLst/>
          </a:prstGeom>
          <a:noFill/>
          <a:ln>
            <a:solidFill>
              <a:schemeClr val="bg1"/>
            </a:solidFill>
          </a:ln>
        </p:spPr>
        <p:txBody>
          <a:bodyPr wrap="none" rtlCol="0">
            <a:spAutoFit/>
          </a:bodyPr>
          <a:lstStyle/>
          <a:p>
            <a:pPr marL="285750" indent="-285750">
              <a:buBlip>
                <a:blip r:embed="rId4"/>
              </a:buBlip>
            </a:pPr>
            <a:r>
              <a:rPr lang="en-US" b="1">
                <a:solidFill>
                  <a:srgbClr val="FFFF00"/>
                </a:solidFill>
              </a:rPr>
              <a:t>Compile code</a:t>
            </a:r>
          </a:p>
        </p:txBody>
      </p:sp>
      <p:sp>
        <p:nvSpPr>
          <p:cNvPr id="30" name="TextBox 29"/>
          <p:cNvSpPr txBox="1"/>
          <p:nvPr/>
        </p:nvSpPr>
        <p:spPr>
          <a:xfrm>
            <a:off x="5843797" y="3050680"/>
            <a:ext cx="1846980" cy="307777"/>
          </a:xfrm>
          <a:prstGeom prst="rect">
            <a:avLst/>
          </a:prstGeom>
          <a:noFill/>
          <a:ln>
            <a:solidFill>
              <a:schemeClr val="bg1"/>
            </a:solidFill>
          </a:ln>
        </p:spPr>
        <p:txBody>
          <a:bodyPr wrap="none" rtlCol="0">
            <a:spAutoFit/>
          </a:bodyPr>
          <a:lstStyle/>
          <a:p>
            <a:pPr marL="285750" indent="-285750">
              <a:buBlip>
                <a:blip r:embed="rId4"/>
              </a:buBlip>
            </a:pPr>
            <a:r>
              <a:rPr lang="en-US" b="1">
                <a:solidFill>
                  <a:srgbClr val="FFFF00"/>
                </a:solidFill>
              </a:rPr>
              <a:t>Check Directory</a:t>
            </a:r>
          </a:p>
        </p:txBody>
      </p:sp>
      <p:cxnSp>
        <p:nvCxnSpPr>
          <p:cNvPr id="31" name="Straight Arrow Connector 30"/>
          <p:cNvCxnSpPr/>
          <p:nvPr/>
        </p:nvCxnSpPr>
        <p:spPr>
          <a:xfrm flipH="1">
            <a:off x="5366480" y="3148562"/>
            <a:ext cx="432348"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44969" y="3034683"/>
            <a:ext cx="5314013" cy="2673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5696261" y="4264809"/>
            <a:ext cx="2441694" cy="307777"/>
          </a:xfrm>
          <a:prstGeom prst="rect">
            <a:avLst/>
          </a:prstGeom>
          <a:noFill/>
          <a:ln>
            <a:solidFill>
              <a:schemeClr val="bg1"/>
            </a:solidFill>
          </a:ln>
        </p:spPr>
        <p:txBody>
          <a:bodyPr wrap="none" rtlCol="0">
            <a:spAutoFit/>
          </a:bodyPr>
          <a:lstStyle/>
          <a:p>
            <a:pPr marL="285750" indent="-285750">
              <a:buBlip>
                <a:blip r:embed="rId4"/>
              </a:buBlip>
            </a:pPr>
            <a:r>
              <a:rPr lang="en-US" b="1">
                <a:solidFill>
                  <a:srgbClr val="FFFF00"/>
                </a:solidFill>
              </a:rPr>
              <a:t>Confirm executable file</a:t>
            </a:r>
          </a:p>
        </p:txBody>
      </p:sp>
      <p:cxnSp>
        <p:nvCxnSpPr>
          <p:cNvPr id="34" name="Straight Arrow Connector 33"/>
          <p:cNvCxnSpPr/>
          <p:nvPr/>
        </p:nvCxnSpPr>
        <p:spPr>
          <a:xfrm flipH="1">
            <a:off x="5218944" y="4407661"/>
            <a:ext cx="432348"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44340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sz="4000"/>
              <a:t>Runtime Error</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17</a:t>
            </a:fld>
            <a:endParaRPr/>
          </a:p>
        </p:txBody>
      </p:sp>
      <p:pic>
        <p:nvPicPr>
          <p:cNvPr id="4" name="Picture 3">
            <a:extLst>
              <a:ext uri="{FF2B5EF4-FFF2-40B4-BE49-F238E27FC236}">
                <a16:creationId xmlns:a16="http://schemas.microsoft.com/office/drawing/2014/main" id="{A4D414F1-8B5E-67D9-8446-6D69A140AB75}"/>
              </a:ext>
            </a:extLst>
          </p:cNvPr>
          <p:cNvPicPr>
            <a:picLocks noChangeAspect="1"/>
          </p:cNvPicPr>
          <p:nvPr/>
        </p:nvPicPr>
        <p:blipFill>
          <a:blip r:embed="rId3"/>
          <a:srcRect l="16667" t="5124" r="-712" b="54444"/>
          <a:stretch/>
        </p:blipFill>
        <p:spPr>
          <a:xfrm>
            <a:off x="49958" y="1787461"/>
            <a:ext cx="7685120" cy="2079610"/>
          </a:xfrm>
          <a:prstGeom prst="rect">
            <a:avLst/>
          </a:prstGeom>
        </p:spPr>
      </p:pic>
      <p:pic>
        <p:nvPicPr>
          <p:cNvPr id="8" name="Picture 7"/>
          <p:cNvPicPr>
            <a:picLocks noChangeAspect="1"/>
          </p:cNvPicPr>
          <p:nvPr/>
        </p:nvPicPr>
        <p:blipFill rotWithShape="1">
          <a:blip r:embed="rId4"/>
          <a:srcRect l="4261" t="7018" r="27880" b="55555"/>
          <a:stretch/>
        </p:blipFill>
        <p:spPr>
          <a:xfrm>
            <a:off x="64948" y="3662960"/>
            <a:ext cx="8829207" cy="2737840"/>
          </a:xfrm>
          <a:prstGeom prst="rect">
            <a:avLst/>
          </a:prstGeom>
        </p:spPr>
      </p:pic>
      <p:sp>
        <p:nvSpPr>
          <p:cNvPr id="10" name="Rectangle 9"/>
          <p:cNvSpPr/>
          <p:nvPr/>
        </p:nvSpPr>
        <p:spPr>
          <a:xfrm>
            <a:off x="49958" y="1925987"/>
            <a:ext cx="5314013" cy="3077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7113" y="4781862"/>
            <a:ext cx="4534534" cy="3297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4948" y="1407186"/>
            <a:ext cx="1459052" cy="382011"/>
          </a:xfrm>
          <a:prstGeom prst="rect">
            <a:avLst/>
          </a:prstGeom>
        </p:spPr>
        <p:style>
          <a:lnRef idx="3">
            <a:schemeClr val="lt1"/>
          </a:lnRef>
          <a:fillRef idx="1">
            <a:schemeClr val="dk1"/>
          </a:fillRef>
          <a:effectRef idx="1">
            <a:schemeClr val="dk1"/>
          </a:effectRef>
          <a:fontRef idx="minor">
            <a:schemeClr val="lt1"/>
          </a:fontRef>
        </p:style>
        <p:txBody>
          <a:bodyPr rtlCol="0" anchor="ctr"/>
          <a:lstStyle/>
          <a:p>
            <a:r>
              <a:rPr lang="en-US" sz="1800" b="1">
                <a:solidFill>
                  <a:srgbClr val="FFFF00"/>
                </a:solidFill>
              </a:rPr>
              <a:t>Practice 1:</a:t>
            </a:r>
          </a:p>
        </p:txBody>
      </p:sp>
      <p:sp>
        <p:nvSpPr>
          <p:cNvPr id="13" name="Rectangle 12"/>
          <p:cNvSpPr/>
          <p:nvPr/>
        </p:nvSpPr>
        <p:spPr>
          <a:xfrm>
            <a:off x="49958" y="3450416"/>
            <a:ext cx="1154244" cy="36244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r>
              <a:rPr lang="en-US" sz="1800" b="1">
                <a:solidFill>
                  <a:srgbClr val="FFFF00"/>
                </a:solidFill>
              </a:rPr>
              <a:t>Output:</a:t>
            </a:r>
          </a:p>
        </p:txBody>
      </p:sp>
      <p:sp>
        <p:nvSpPr>
          <p:cNvPr id="14" name="TextBox 13"/>
          <p:cNvSpPr txBox="1"/>
          <p:nvPr/>
        </p:nvSpPr>
        <p:spPr>
          <a:xfrm>
            <a:off x="5960081" y="1930542"/>
            <a:ext cx="1367682" cy="307777"/>
          </a:xfrm>
          <a:prstGeom prst="rect">
            <a:avLst/>
          </a:prstGeom>
          <a:noFill/>
          <a:ln>
            <a:solidFill>
              <a:schemeClr val="bg1"/>
            </a:solidFill>
          </a:ln>
        </p:spPr>
        <p:txBody>
          <a:bodyPr wrap="none" rtlCol="0">
            <a:spAutoFit/>
          </a:bodyPr>
          <a:lstStyle/>
          <a:p>
            <a:r>
              <a:rPr lang="en-US" b="1">
                <a:solidFill>
                  <a:schemeClr val="bg1"/>
                </a:solidFill>
              </a:rPr>
              <a:t>Misspelt </a:t>
            </a:r>
            <a:r>
              <a:rPr lang="en-US" b="1" i="1">
                <a:solidFill>
                  <a:srgbClr val="FFFF00"/>
                </a:solidFill>
              </a:rPr>
              <a:t>main</a:t>
            </a:r>
          </a:p>
        </p:txBody>
      </p:sp>
      <p:cxnSp>
        <p:nvCxnSpPr>
          <p:cNvPr id="15" name="Straight Arrow Connector 14"/>
          <p:cNvCxnSpPr/>
          <p:nvPr/>
        </p:nvCxnSpPr>
        <p:spPr>
          <a:xfrm flipH="1">
            <a:off x="5426441" y="2062011"/>
            <a:ext cx="432348"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635219" y="4781862"/>
            <a:ext cx="2186817" cy="307777"/>
          </a:xfrm>
          <a:prstGeom prst="rect">
            <a:avLst/>
          </a:prstGeom>
          <a:noFill/>
          <a:ln>
            <a:solidFill>
              <a:schemeClr val="bg1"/>
            </a:solidFill>
          </a:ln>
        </p:spPr>
        <p:txBody>
          <a:bodyPr wrap="none" rtlCol="0">
            <a:spAutoFit/>
          </a:bodyPr>
          <a:lstStyle/>
          <a:p>
            <a:r>
              <a:rPr lang="en-US" b="1">
                <a:solidFill>
                  <a:schemeClr val="bg1"/>
                </a:solidFill>
              </a:rPr>
              <a:t>Runtime error message</a:t>
            </a:r>
            <a:endParaRPr lang="en-US" b="1" i="1">
              <a:solidFill>
                <a:srgbClr val="FFFF00"/>
              </a:solidFill>
            </a:endParaRPr>
          </a:p>
        </p:txBody>
      </p:sp>
      <p:cxnSp>
        <p:nvCxnSpPr>
          <p:cNvPr id="17" name="Straight Arrow Connector 16"/>
          <p:cNvCxnSpPr/>
          <p:nvPr/>
        </p:nvCxnSpPr>
        <p:spPr>
          <a:xfrm flipH="1">
            <a:off x="5101579" y="4928321"/>
            <a:ext cx="432348"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18246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sz="4000"/>
              <a:t>What a macros?</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18</a:t>
            </a:fld>
            <a:endParaRPr/>
          </a:p>
        </p:txBody>
      </p:sp>
      <p:graphicFrame>
        <p:nvGraphicFramePr>
          <p:cNvPr id="5" name="Diagram 4"/>
          <p:cNvGraphicFramePr/>
          <p:nvPr>
            <p:extLst>
              <p:ext uri="{D42A27DB-BD31-4B8C-83A1-F6EECF244321}">
                <p14:modId xmlns:p14="http://schemas.microsoft.com/office/powerpoint/2010/main" val="2896377328"/>
              </p:ext>
            </p:extLst>
          </p:nvPr>
        </p:nvGraphicFramePr>
        <p:xfrm>
          <a:off x="723891" y="1512270"/>
          <a:ext cx="7907311" cy="4723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1525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a:t>Using the </a:t>
            </a:r>
            <a:r>
              <a:rPr lang="en-US" err="1"/>
              <a:t>println</a:t>
            </a:r>
            <a:r>
              <a:rPr lang="en-US"/>
              <a:t>! Macro - Syntax</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19</a:t>
            </a:fld>
            <a:endParaRPr/>
          </a:p>
        </p:txBody>
      </p:sp>
      <p:sp>
        <p:nvSpPr>
          <p:cNvPr id="7" name="Rounded Rectangle 6"/>
          <p:cNvSpPr/>
          <p:nvPr/>
        </p:nvSpPr>
        <p:spPr>
          <a:xfrm>
            <a:off x="124909" y="1460107"/>
            <a:ext cx="3592651"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a:t>Practice 2: </a:t>
            </a:r>
            <a:r>
              <a:rPr lang="en-US" sz="1600" b="1" i="1">
                <a:solidFill>
                  <a:srgbClr val="FFFF00"/>
                </a:solidFill>
              </a:rPr>
              <a:t>week-2/practice_2.rs</a:t>
            </a:r>
          </a:p>
        </p:txBody>
      </p:sp>
      <p:sp>
        <p:nvSpPr>
          <p:cNvPr id="8" name="TextBox 7"/>
          <p:cNvSpPr txBox="1"/>
          <p:nvPr/>
        </p:nvSpPr>
        <p:spPr>
          <a:xfrm>
            <a:off x="4356507" y="1515409"/>
            <a:ext cx="1646605" cy="369332"/>
          </a:xfrm>
          <a:prstGeom prst="rect">
            <a:avLst/>
          </a:prstGeom>
          <a:noFill/>
          <a:ln>
            <a:solidFill>
              <a:srgbClr val="FF0000"/>
            </a:solidFill>
          </a:ln>
        </p:spPr>
        <p:txBody>
          <a:bodyPr wrap="none" rtlCol="0">
            <a:spAutoFit/>
          </a:bodyPr>
          <a:lstStyle/>
          <a:p>
            <a:r>
              <a:rPr lang="en-US" sz="1800" b="1" i="1" err="1">
                <a:solidFill>
                  <a:srgbClr val="FF0000"/>
                </a:solidFill>
              </a:rPr>
              <a:t>mkdir</a:t>
            </a:r>
            <a:r>
              <a:rPr lang="en-US" sz="1800" b="1" i="1">
                <a:solidFill>
                  <a:srgbClr val="002060"/>
                </a:solidFill>
              </a:rPr>
              <a:t> week-2</a:t>
            </a:r>
          </a:p>
        </p:txBody>
      </p:sp>
      <p:cxnSp>
        <p:nvCxnSpPr>
          <p:cNvPr id="9" name="Straight Arrow Connector 8"/>
          <p:cNvCxnSpPr/>
          <p:nvPr/>
        </p:nvCxnSpPr>
        <p:spPr>
          <a:xfrm flipH="1">
            <a:off x="3864199" y="1700075"/>
            <a:ext cx="43234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rotWithShape="1">
          <a:blip r:embed="rId3"/>
          <a:srcRect l="4146" t="7019" r="32949" b="66564"/>
          <a:stretch/>
        </p:blipFill>
        <p:spPr>
          <a:xfrm>
            <a:off x="127094" y="4618128"/>
            <a:ext cx="7550055" cy="1782672"/>
          </a:xfrm>
          <a:prstGeom prst="rect">
            <a:avLst/>
          </a:prstGeom>
        </p:spPr>
      </p:pic>
      <p:pic>
        <p:nvPicPr>
          <p:cNvPr id="10" name="Picture 9"/>
          <p:cNvPicPr>
            <a:picLocks noChangeAspect="1"/>
          </p:cNvPicPr>
          <p:nvPr/>
        </p:nvPicPr>
        <p:blipFill rotWithShape="1">
          <a:blip r:embed="rId4"/>
          <a:srcRect l="14746" t="2715" r="21198" b="61629"/>
          <a:stretch/>
        </p:blipFill>
        <p:spPr>
          <a:xfrm>
            <a:off x="129281" y="1918741"/>
            <a:ext cx="7545683" cy="2361418"/>
          </a:xfrm>
          <a:prstGeom prst="rect">
            <a:avLst/>
          </a:prstGeom>
        </p:spPr>
      </p:pic>
      <p:sp>
        <p:nvSpPr>
          <p:cNvPr id="12" name="Rectangle 11"/>
          <p:cNvSpPr/>
          <p:nvPr/>
        </p:nvSpPr>
        <p:spPr>
          <a:xfrm>
            <a:off x="124909" y="4436906"/>
            <a:ext cx="1154244" cy="36244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r>
              <a:rPr lang="en-US" sz="1800" b="1">
                <a:solidFill>
                  <a:srgbClr val="FFFF00"/>
                </a:solidFill>
              </a:rPr>
              <a:t>Output:</a:t>
            </a:r>
          </a:p>
        </p:txBody>
      </p:sp>
    </p:spTree>
    <p:extLst>
      <p:ext uri="{BB962C8B-B14F-4D97-AF65-F5344CB8AC3E}">
        <p14:creationId xmlns:p14="http://schemas.microsoft.com/office/powerpoint/2010/main" val="18854007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a:t>Comments in Rust</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20</a:t>
            </a:fld>
            <a:endParaRPr/>
          </a:p>
        </p:txBody>
      </p:sp>
      <p:graphicFrame>
        <p:nvGraphicFramePr>
          <p:cNvPr id="5" name="Diagram 4"/>
          <p:cNvGraphicFramePr/>
          <p:nvPr>
            <p:extLst>
              <p:ext uri="{D42A27DB-BD31-4B8C-83A1-F6EECF244321}">
                <p14:modId xmlns:p14="http://schemas.microsoft.com/office/powerpoint/2010/main" val="1802925576"/>
              </p:ext>
            </p:extLst>
          </p:nvPr>
        </p:nvGraphicFramePr>
        <p:xfrm>
          <a:off x="618344" y="1305488"/>
          <a:ext cx="7907311" cy="2893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p:cNvPicPr>
            <a:picLocks noChangeAspect="1"/>
          </p:cNvPicPr>
          <p:nvPr/>
        </p:nvPicPr>
        <p:blipFill rotWithShape="1">
          <a:blip r:embed="rId8"/>
          <a:srcRect l="14515" t="5789" r="21774" b="68186"/>
          <a:stretch/>
        </p:blipFill>
        <p:spPr>
          <a:xfrm>
            <a:off x="457200" y="4242219"/>
            <a:ext cx="8289560" cy="1903751"/>
          </a:xfrm>
          <a:prstGeom prst="rect">
            <a:avLst/>
          </a:prstGeom>
        </p:spPr>
      </p:pic>
      <p:sp>
        <p:nvSpPr>
          <p:cNvPr id="6" name="Rectangle 5"/>
          <p:cNvSpPr/>
          <p:nvPr/>
        </p:nvSpPr>
        <p:spPr>
          <a:xfrm>
            <a:off x="457200" y="4131923"/>
            <a:ext cx="1566472" cy="321499"/>
          </a:xfrm>
          <a:prstGeom prst="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a:solidFill>
                  <a:srgbClr val="FFFF00"/>
                </a:solidFill>
              </a:rPr>
              <a:t>Example:</a:t>
            </a:r>
          </a:p>
        </p:txBody>
      </p:sp>
    </p:spTree>
    <p:extLst>
      <p:ext uri="{BB962C8B-B14F-4D97-AF65-F5344CB8AC3E}">
        <p14:creationId xmlns:p14="http://schemas.microsoft.com/office/powerpoint/2010/main" val="41942138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a:t>Rust Variables</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21</a:t>
            </a:fld>
            <a:endParaRPr/>
          </a:p>
        </p:txBody>
      </p:sp>
      <p:graphicFrame>
        <p:nvGraphicFramePr>
          <p:cNvPr id="5" name="Diagram 4"/>
          <p:cNvGraphicFramePr/>
          <p:nvPr>
            <p:extLst>
              <p:ext uri="{D42A27DB-BD31-4B8C-83A1-F6EECF244321}">
                <p14:modId xmlns:p14="http://schemas.microsoft.com/office/powerpoint/2010/main" val="1209283461"/>
              </p:ext>
            </p:extLst>
          </p:nvPr>
        </p:nvGraphicFramePr>
        <p:xfrm>
          <a:off x="723891" y="1543986"/>
          <a:ext cx="7907311" cy="4751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53624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a:t>Rust Variables</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22</a:t>
            </a:fld>
            <a:endParaRPr/>
          </a:p>
        </p:txBody>
      </p:sp>
      <p:graphicFrame>
        <p:nvGraphicFramePr>
          <p:cNvPr id="5" name="Diagram 4"/>
          <p:cNvGraphicFramePr/>
          <p:nvPr>
            <p:extLst>
              <p:ext uri="{D42A27DB-BD31-4B8C-83A1-F6EECF244321}">
                <p14:modId xmlns:p14="http://schemas.microsoft.com/office/powerpoint/2010/main" val="144539253"/>
              </p:ext>
            </p:extLst>
          </p:nvPr>
        </p:nvGraphicFramePr>
        <p:xfrm>
          <a:off x="791346" y="1469036"/>
          <a:ext cx="7907311" cy="16938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rotWithShape="1">
          <a:blip r:embed="rId8"/>
          <a:srcRect l="14861" t="3125" r="24883" b="75974"/>
          <a:stretch/>
        </p:blipFill>
        <p:spPr>
          <a:xfrm>
            <a:off x="858801" y="3282846"/>
            <a:ext cx="7839856" cy="1528997"/>
          </a:xfrm>
          <a:prstGeom prst="rect">
            <a:avLst/>
          </a:prstGeom>
        </p:spPr>
      </p:pic>
      <p:pic>
        <p:nvPicPr>
          <p:cNvPr id="6" name="Picture 5"/>
          <p:cNvPicPr>
            <a:picLocks noChangeAspect="1"/>
          </p:cNvPicPr>
          <p:nvPr/>
        </p:nvPicPr>
        <p:blipFill rotWithShape="1">
          <a:blip r:embed="rId9"/>
          <a:srcRect l="6105" t="11322" r="33559" b="67571"/>
          <a:stretch/>
        </p:blipFill>
        <p:spPr>
          <a:xfrm>
            <a:off x="858801" y="5039375"/>
            <a:ext cx="7850484" cy="1543987"/>
          </a:xfrm>
          <a:prstGeom prst="rect">
            <a:avLst/>
          </a:prstGeom>
        </p:spPr>
      </p:pic>
      <p:sp>
        <p:nvSpPr>
          <p:cNvPr id="8" name="Rectangle 7"/>
          <p:cNvSpPr/>
          <p:nvPr/>
        </p:nvSpPr>
        <p:spPr>
          <a:xfrm>
            <a:off x="858801" y="4931764"/>
            <a:ext cx="1154244" cy="36244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r>
              <a:rPr lang="en-US" sz="1800" b="1">
                <a:solidFill>
                  <a:srgbClr val="FFFF00"/>
                </a:solidFill>
              </a:rPr>
              <a:t>Output:</a:t>
            </a:r>
          </a:p>
        </p:txBody>
      </p:sp>
      <p:sp>
        <p:nvSpPr>
          <p:cNvPr id="9" name="Rectangle 8"/>
          <p:cNvSpPr/>
          <p:nvPr/>
        </p:nvSpPr>
        <p:spPr>
          <a:xfrm>
            <a:off x="858801" y="3101624"/>
            <a:ext cx="1898254" cy="36244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r>
              <a:rPr lang="en-US" sz="1800" b="1">
                <a:solidFill>
                  <a:srgbClr val="FFFF00"/>
                </a:solidFill>
              </a:rPr>
              <a:t>Practice 3:</a:t>
            </a:r>
          </a:p>
        </p:txBody>
      </p:sp>
    </p:spTree>
    <p:extLst>
      <p:ext uri="{BB962C8B-B14F-4D97-AF65-F5344CB8AC3E}">
        <p14:creationId xmlns:p14="http://schemas.microsoft.com/office/powerpoint/2010/main" val="7745881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a:t>Rust Variables</a:t>
            </a:r>
          </a:p>
        </p:txBody>
      </p:sp>
      <p:pic>
        <p:nvPicPr>
          <p:cNvPr id="6" name="Picture 5"/>
          <p:cNvPicPr>
            <a:picLocks noChangeAspect="1"/>
          </p:cNvPicPr>
          <p:nvPr/>
        </p:nvPicPr>
        <p:blipFill rotWithShape="1">
          <a:blip r:embed="rId3"/>
          <a:srcRect l="14435" t="2177" r="20505" b="59944"/>
          <a:stretch/>
        </p:blipFill>
        <p:spPr>
          <a:xfrm>
            <a:off x="221673" y="1758391"/>
            <a:ext cx="8465127" cy="2770910"/>
          </a:xfrm>
          <a:prstGeom prst="rect">
            <a:avLst/>
          </a:prstGeom>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23</a:t>
            </a:fld>
            <a:endParaRPr/>
          </a:p>
        </p:txBody>
      </p:sp>
      <p:pic>
        <p:nvPicPr>
          <p:cNvPr id="8" name="Picture 7"/>
          <p:cNvPicPr>
            <a:picLocks noChangeAspect="1"/>
          </p:cNvPicPr>
          <p:nvPr/>
        </p:nvPicPr>
        <p:blipFill rotWithShape="1">
          <a:blip r:embed="rId4"/>
          <a:srcRect l="6344" t="10512" r="28170" b="65246"/>
          <a:stretch/>
        </p:blipFill>
        <p:spPr>
          <a:xfrm>
            <a:off x="235532" y="4763693"/>
            <a:ext cx="8520543" cy="1773383"/>
          </a:xfrm>
          <a:prstGeom prst="rect">
            <a:avLst/>
          </a:prstGeom>
        </p:spPr>
      </p:pic>
      <p:sp>
        <p:nvSpPr>
          <p:cNvPr id="7" name="Rectangle 6"/>
          <p:cNvSpPr/>
          <p:nvPr/>
        </p:nvSpPr>
        <p:spPr>
          <a:xfrm>
            <a:off x="235349" y="1395947"/>
            <a:ext cx="1898254" cy="36244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r>
              <a:rPr lang="en-US" sz="1800" b="1">
                <a:solidFill>
                  <a:srgbClr val="FFFF00"/>
                </a:solidFill>
              </a:rPr>
              <a:t>Practice 4:</a:t>
            </a:r>
          </a:p>
        </p:txBody>
      </p:sp>
      <p:sp>
        <p:nvSpPr>
          <p:cNvPr id="9" name="Rectangle 8"/>
          <p:cNvSpPr/>
          <p:nvPr/>
        </p:nvSpPr>
        <p:spPr>
          <a:xfrm>
            <a:off x="235349" y="4640141"/>
            <a:ext cx="1154244" cy="36244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r>
              <a:rPr lang="en-US" sz="1800" b="1">
                <a:solidFill>
                  <a:srgbClr val="FFFF00"/>
                </a:solidFill>
              </a:rPr>
              <a:t>Output:</a:t>
            </a:r>
          </a:p>
        </p:txBody>
      </p:sp>
    </p:spTree>
    <p:extLst>
      <p:ext uri="{BB962C8B-B14F-4D97-AF65-F5344CB8AC3E}">
        <p14:creationId xmlns:p14="http://schemas.microsoft.com/office/powerpoint/2010/main" val="28358570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Class Projects</a:t>
            </a:r>
          </a:p>
        </p:txBody>
      </p:sp>
    </p:spTree>
    <p:extLst>
      <p:ext uri="{BB962C8B-B14F-4D97-AF65-F5344CB8AC3E}">
        <p14:creationId xmlns:p14="http://schemas.microsoft.com/office/powerpoint/2010/main" val="3663330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a:t>Project I</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25</a:t>
            </a:fld>
            <a:endParaRPr/>
          </a:p>
        </p:txBody>
      </p:sp>
      <p:sp>
        <p:nvSpPr>
          <p:cNvPr id="4" name="Rectangle 3"/>
          <p:cNvSpPr/>
          <p:nvPr/>
        </p:nvSpPr>
        <p:spPr>
          <a:xfrm>
            <a:off x="533399" y="1775636"/>
            <a:ext cx="8077202" cy="3970318"/>
          </a:xfrm>
          <a:prstGeom prst="rect">
            <a:avLst/>
          </a:prstGeom>
        </p:spPr>
        <p:txBody>
          <a:bodyPr wrap="square">
            <a:spAutoFit/>
          </a:bodyPr>
          <a:lstStyle/>
          <a:p>
            <a:pPr algn="just"/>
            <a:r>
              <a:rPr lang="en-US" sz="2800">
                <a:solidFill>
                  <a:schemeClr val="accent5"/>
                </a:solidFill>
                <a:latin typeface="Calibri" panose="020F0502020204030204" pitchFamily="34" charset="0"/>
                <a:cs typeface="Calibri" panose="020F0502020204030204" pitchFamily="34" charset="0"/>
              </a:rPr>
              <a:t>The </a:t>
            </a:r>
            <a:r>
              <a:rPr lang="en-US" sz="2800" err="1">
                <a:solidFill>
                  <a:schemeClr val="accent5"/>
                </a:solidFill>
                <a:latin typeface="Calibri" panose="020F0502020204030204" pitchFamily="34" charset="0"/>
                <a:cs typeface="Calibri" panose="020F0502020204030204" pitchFamily="34" charset="0"/>
              </a:rPr>
              <a:t>Ibeju</a:t>
            </a:r>
            <a:r>
              <a:rPr lang="en-US" sz="2800">
                <a:solidFill>
                  <a:schemeClr val="accent5"/>
                </a:solidFill>
                <a:latin typeface="Calibri" panose="020F0502020204030204" pitchFamily="34" charset="0"/>
                <a:cs typeface="Calibri" panose="020F0502020204030204" pitchFamily="34" charset="0"/>
              </a:rPr>
              <a:t> Local Government Chairman has received a mortgage loan of N520,000,000 from Sterling Bank for the construction of the </a:t>
            </a:r>
            <a:r>
              <a:rPr lang="en-US" sz="2800" err="1">
                <a:solidFill>
                  <a:schemeClr val="accent5"/>
                </a:solidFill>
                <a:latin typeface="Calibri" panose="020F0502020204030204" pitchFamily="34" charset="0"/>
                <a:cs typeface="Calibri" panose="020F0502020204030204" pitchFamily="34" charset="0"/>
              </a:rPr>
              <a:t>Lekki</a:t>
            </a:r>
            <a:r>
              <a:rPr lang="en-US" sz="2800">
                <a:solidFill>
                  <a:schemeClr val="accent5"/>
                </a:solidFill>
                <a:latin typeface="Calibri" panose="020F0502020204030204" pitchFamily="34" charset="0"/>
                <a:cs typeface="Calibri" panose="020F0502020204030204" pitchFamily="34" charset="0"/>
              </a:rPr>
              <a:t> Free Trade Zone industrial estate. Find the compound interest for 5 years at 10% per annum compounded annually.</a:t>
            </a:r>
          </a:p>
          <a:p>
            <a:pPr algn="just"/>
            <a:endParaRPr lang="en-US" sz="2800">
              <a:solidFill>
                <a:schemeClr val="accent5"/>
              </a:solidFill>
              <a:latin typeface="Calibri" panose="020F0502020204030204" pitchFamily="34" charset="0"/>
              <a:cs typeface="Calibri" panose="020F0502020204030204" pitchFamily="34" charset="0"/>
            </a:endParaRPr>
          </a:p>
          <a:p>
            <a:pPr algn="just"/>
            <a:r>
              <a:rPr lang="en-US" sz="2800">
                <a:solidFill>
                  <a:srgbClr val="FF0000"/>
                </a:solidFill>
                <a:latin typeface="Calibri" panose="020F0502020204030204" pitchFamily="34" charset="0"/>
                <a:cs typeface="Calibri" panose="020F0502020204030204" pitchFamily="34" charset="0"/>
              </a:rPr>
              <a:t>Hint:</a:t>
            </a:r>
            <a:r>
              <a:rPr lang="en-US" sz="2800">
                <a:solidFill>
                  <a:schemeClr val="accent5"/>
                </a:solidFill>
                <a:latin typeface="Calibri" panose="020F0502020204030204" pitchFamily="34" charset="0"/>
                <a:cs typeface="Calibri" panose="020F0502020204030204" pitchFamily="34" charset="0"/>
              </a:rPr>
              <a:t> Use the formula of CI</a:t>
            </a:r>
          </a:p>
          <a:p>
            <a:pPr algn="just"/>
            <a:r>
              <a:rPr lang="en-US" sz="2800">
                <a:solidFill>
                  <a:schemeClr val="accent5"/>
                </a:solidFill>
                <a:latin typeface="Calibri" panose="020F0502020204030204" pitchFamily="34" charset="0"/>
                <a:cs typeface="Calibri" panose="020F0502020204030204" pitchFamily="34" charset="0"/>
              </a:rPr>
              <a:t>A = P[1 + (R/100)]n</a:t>
            </a:r>
          </a:p>
          <a:p>
            <a:pPr algn="just"/>
            <a:r>
              <a:rPr lang="en-US" sz="2800">
                <a:solidFill>
                  <a:schemeClr val="accent5"/>
                </a:solidFill>
                <a:latin typeface="Calibri" panose="020F0502020204030204" pitchFamily="34" charset="0"/>
                <a:cs typeface="Calibri" panose="020F0502020204030204" pitchFamily="34" charset="0"/>
              </a:rPr>
              <a:t>CI = A - P</a:t>
            </a:r>
            <a:endParaRPr lang="en-US" sz="2800" baseline="30000">
              <a:solidFill>
                <a:schemeClr val="accent5"/>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70328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a:t>Project II</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26</a:t>
            </a:fld>
            <a:endParaRPr/>
          </a:p>
        </p:txBody>
      </p:sp>
      <p:sp>
        <p:nvSpPr>
          <p:cNvPr id="10" name="Text Placeholder 3"/>
          <p:cNvSpPr>
            <a:spLocks noGrp="1"/>
          </p:cNvSpPr>
          <p:nvPr>
            <p:ph type="body" idx="1"/>
          </p:nvPr>
        </p:nvSpPr>
        <p:spPr>
          <a:xfrm>
            <a:off x="457200" y="1547325"/>
            <a:ext cx="8229600" cy="4793150"/>
          </a:xfrm>
        </p:spPr>
        <p:txBody>
          <a:bodyPr/>
          <a:lstStyle/>
          <a:p>
            <a:pPr marL="114300" indent="0" algn="just">
              <a:buNone/>
            </a:pPr>
            <a:r>
              <a:rPr lang="en-US" sz="2800"/>
              <a:t>Chief Donatus and Sons Ltd is downsizing and readjusting their products sales due to an ongoing recession. You have been consulted to write a rust program to calculate the sum and average of the following sales record.</a:t>
            </a:r>
          </a:p>
        </p:txBody>
      </p:sp>
      <p:pic>
        <p:nvPicPr>
          <p:cNvPr id="3" name="Picture 2"/>
          <p:cNvPicPr>
            <a:picLocks noChangeAspect="1"/>
          </p:cNvPicPr>
          <p:nvPr/>
        </p:nvPicPr>
        <p:blipFill rotWithShape="1">
          <a:blip r:embed="rId3"/>
          <a:srcRect l="6236" t="35511" r="67782" b="45928"/>
          <a:stretch/>
        </p:blipFill>
        <p:spPr>
          <a:xfrm>
            <a:off x="1676399" y="3943900"/>
            <a:ext cx="5791201" cy="2325977"/>
          </a:xfrm>
          <a:prstGeom prst="rect">
            <a:avLst/>
          </a:prstGeom>
        </p:spPr>
      </p:pic>
    </p:spTree>
    <p:extLst>
      <p:ext uri="{BB962C8B-B14F-4D97-AF65-F5344CB8AC3E}">
        <p14:creationId xmlns:p14="http://schemas.microsoft.com/office/powerpoint/2010/main" val="5665992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xfrm>
            <a:off x="457200" y="-22210"/>
            <a:ext cx="8229600" cy="1143000"/>
          </a:xfrm>
        </p:spPr>
        <p:txBody>
          <a:bodyPr/>
          <a:lstStyle/>
          <a:p>
            <a:r>
              <a:rPr lang="en-US"/>
              <a:t>Project III</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27</a:t>
            </a:fld>
            <a:endParaRPr/>
          </a:p>
        </p:txBody>
      </p:sp>
      <p:sp>
        <p:nvSpPr>
          <p:cNvPr id="4" name="Rectangle 3"/>
          <p:cNvSpPr/>
          <p:nvPr/>
        </p:nvSpPr>
        <p:spPr>
          <a:xfrm>
            <a:off x="457200" y="1601756"/>
            <a:ext cx="8077202" cy="3970318"/>
          </a:xfrm>
          <a:prstGeom prst="rect">
            <a:avLst/>
          </a:prstGeom>
        </p:spPr>
        <p:txBody>
          <a:bodyPr wrap="square">
            <a:spAutoFit/>
          </a:bodyPr>
          <a:lstStyle/>
          <a:p>
            <a:pPr algn="just"/>
            <a:r>
              <a:rPr lang="en-US" sz="2800">
                <a:solidFill>
                  <a:schemeClr val="accent5"/>
                </a:solidFill>
                <a:latin typeface="Calibri" panose="020F0502020204030204" pitchFamily="34" charset="0"/>
                <a:cs typeface="Calibri" panose="020F0502020204030204" pitchFamily="34" charset="0"/>
              </a:rPr>
              <a:t>Ms. </a:t>
            </a:r>
            <a:r>
              <a:rPr lang="en-US" sz="2800" err="1">
                <a:solidFill>
                  <a:schemeClr val="accent5"/>
                </a:solidFill>
                <a:latin typeface="Calibri" panose="020F0502020204030204" pitchFamily="34" charset="0"/>
                <a:cs typeface="Calibri" panose="020F0502020204030204" pitchFamily="34" charset="0"/>
              </a:rPr>
              <a:t>Anjola</a:t>
            </a:r>
            <a:r>
              <a:rPr lang="en-US" sz="2800">
                <a:solidFill>
                  <a:schemeClr val="accent5"/>
                </a:solidFill>
                <a:latin typeface="Calibri" panose="020F0502020204030204" pitchFamily="34" charset="0"/>
                <a:cs typeface="Calibri" panose="020F0502020204030204" pitchFamily="34" charset="0"/>
              </a:rPr>
              <a:t> </a:t>
            </a:r>
            <a:r>
              <a:rPr lang="en-US" sz="2800" err="1">
                <a:solidFill>
                  <a:schemeClr val="accent5"/>
                </a:solidFill>
                <a:latin typeface="Calibri" panose="020F0502020204030204" pitchFamily="34" charset="0"/>
                <a:cs typeface="Calibri" panose="020F0502020204030204" pitchFamily="34" charset="0"/>
              </a:rPr>
              <a:t>Olowokere</a:t>
            </a:r>
            <a:r>
              <a:rPr lang="en-US" sz="2800">
                <a:solidFill>
                  <a:schemeClr val="accent5"/>
                </a:solidFill>
                <a:latin typeface="Calibri" panose="020F0502020204030204" pitchFamily="34" charset="0"/>
                <a:cs typeface="Calibri" panose="020F0502020204030204" pitchFamily="34" charset="0"/>
              </a:rPr>
              <a:t> has recently acquired a brand new TV set. The TV was bought for N510,000. The value of the TV was depreciated by 5% per annum. Write a rust program to find the value of the TV after 3 years. (Depreciation means the reduction of value due to use and age of the item).</a:t>
            </a:r>
          </a:p>
          <a:p>
            <a:pPr algn="just"/>
            <a:endParaRPr lang="en-US" sz="2800">
              <a:solidFill>
                <a:schemeClr val="accent5"/>
              </a:solidFill>
              <a:latin typeface="Calibri" panose="020F0502020204030204" pitchFamily="34" charset="0"/>
              <a:cs typeface="Calibri" panose="020F0502020204030204" pitchFamily="34" charset="0"/>
            </a:endParaRPr>
          </a:p>
          <a:p>
            <a:pPr algn="just"/>
            <a:r>
              <a:rPr lang="en-US" sz="2800">
                <a:solidFill>
                  <a:srgbClr val="FF0000"/>
                </a:solidFill>
                <a:latin typeface="Calibri" panose="020F0502020204030204" pitchFamily="34" charset="0"/>
                <a:cs typeface="Calibri" panose="020F0502020204030204" pitchFamily="34" charset="0"/>
              </a:rPr>
              <a:t>Hint: </a:t>
            </a:r>
            <a:r>
              <a:rPr lang="en-US" sz="2800">
                <a:solidFill>
                  <a:schemeClr val="accent5"/>
                </a:solidFill>
                <a:latin typeface="Calibri" panose="020F0502020204030204" pitchFamily="34" charset="0"/>
                <a:cs typeface="Calibri" panose="020F0502020204030204" pitchFamily="34" charset="0"/>
              </a:rPr>
              <a:t>Use the formula of CI for depreciation.</a:t>
            </a:r>
          </a:p>
          <a:p>
            <a:pPr algn="just"/>
            <a:r>
              <a:rPr lang="en-US" sz="2800">
                <a:solidFill>
                  <a:schemeClr val="accent5"/>
                </a:solidFill>
                <a:latin typeface="Calibri" panose="020F0502020204030204" pitchFamily="34" charset="0"/>
                <a:cs typeface="Calibri" panose="020F0502020204030204" pitchFamily="34" charset="0"/>
              </a:rPr>
              <a:t>A = P[1 - (R/100)]</a:t>
            </a:r>
            <a:r>
              <a:rPr lang="en-US" sz="2800" baseline="30000">
                <a:solidFill>
                  <a:schemeClr val="accent5"/>
                </a:solidFill>
                <a:latin typeface="Calibri" panose="020F0502020204030204" pitchFamily="34" charset="0"/>
                <a:cs typeface="Calibri" panose="020F0502020204030204" pitchFamily="34" charset="0"/>
              </a:rPr>
              <a:t>n</a:t>
            </a:r>
          </a:p>
        </p:txBody>
      </p:sp>
    </p:spTree>
    <p:extLst>
      <p:ext uri="{BB962C8B-B14F-4D97-AF65-F5344CB8AC3E}">
        <p14:creationId xmlns:p14="http://schemas.microsoft.com/office/powerpoint/2010/main" val="21193127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SST-Theme3">
  <a:themeElements>
    <a:clrScheme name="Custom 1">
      <a:dk1>
        <a:srgbClr val="002060"/>
      </a:dk1>
      <a:lt1>
        <a:srgbClr val="FFFFFF"/>
      </a:lt1>
      <a:dk2>
        <a:srgbClr val="09055B"/>
      </a:dk2>
      <a:lt2>
        <a:srgbClr val="FFFFFF"/>
      </a:lt2>
      <a:accent1>
        <a:srgbClr val="002060"/>
      </a:accent1>
      <a:accent2>
        <a:srgbClr val="002060"/>
      </a:accent2>
      <a:accent3>
        <a:srgbClr val="97BAFF"/>
      </a:accent3>
      <a:accent4>
        <a:srgbClr val="D5E3FF"/>
      </a:accent4>
      <a:accent5>
        <a:srgbClr val="002060"/>
      </a:accent5>
      <a:accent6>
        <a:srgbClr val="002060"/>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ST-Theme3" id="{19FA4AEF-6FF8-4EA7-B305-9BE5D4ECCCA5}" vid="{A328A429-1CDE-49DF-A990-0DFEB0585E55}"/>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SST-Theme3</Template>
  <Application>Microsoft Office PowerPoint</Application>
  <PresentationFormat>On-screen Show (4:3)</PresentationFormat>
  <Slides>27</Slides>
  <Notes>26</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SST-Theme3</vt:lpstr>
      <vt:lpstr>Rust Programming - Introduction </vt:lpstr>
      <vt:lpstr>Rust Programming Language</vt:lpstr>
      <vt:lpstr>Application v/s Systems Programming Languages</vt:lpstr>
      <vt:lpstr>Why Rust?</vt:lpstr>
      <vt:lpstr>What is Rust used for?</vt:lpstr>
      <vt:lpstr>Rust Core Features</vt:lpstr>
      <vt:lpstr>Rust Core Features</vt:lpstr>
      <vt:lpstr>Rust Core Features</vt:lpstr>
      <vt:lpstr>Rust Core Features</vt:lpstr>
      <vt:lpstr>Installing Rust</vt:lpstr>
      <vt:lpstr>Rust Installation on Windows</vt:lpstr>
      <vt:lpstr>Rust Installation on Windows</vt:lpstr>
      <vt:lpstr>Rust Installation on Linux/Mac</vt:lpstr>
      <vt:lpstr>Run a Rust program</vt:lpstr>
      <vt:lpstr>Procedure to create, compile and run the program</vt:lpstr>
      <vt:lpstr>Procedure to create, compile and run the program</vt:lpstr>
      <vt:lpstr>Runtime Error</vt:lpstr>
      <vt:lpstr>What a macros?</vt:lpstr>
      <vt:lpstr>Using the println! Macro - Syntax</vt:lpstr>
      <vt:lpstr>Comments in Rust</vt:lpstr>
      <vt:lpstr>Rust Variables</vt:lpstr>
      <vt:lpstr>Rust Variables</vt:lpstr>
      <vt:lpstr>Rust Variables</vt:lpstr>
      <vt:lpstr>Class Projects</vt:lpstr>
      <vt:lpstr>Project I</vt:lpstr>
      <vt:lpstr>Project II</vt:lpstr>
      <vt:lpstr>Project III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Moruson</dc:creator>
  <cp:revision>2</cp:revision>
  <dcterms:modified xsi:type="dcterms:W3CDTF">2025-10-25T16:42:52Z</dcterms:modified>
</cp:coreProperties>
</file>