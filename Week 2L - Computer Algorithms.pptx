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9" r:id="rId3"/>
    <p:sldId id="278" r:id="rId4"/>
    <p:sldId id="260" r:id="rId5"/>
    <p:sldId id="261" r:id="rId6"/>
    <p:sldId id="262" r:id="rId7"/>
    <p:sldId id="264" r:id="rId8"/>
    <p:sldId id="263" r:id="rId9"/>
    <p:sldId id="275" r:id="rId10"/>
    <p:sldId id="276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1" r:id="rId19"/>
    <p:sldId id="273" r:id="rId20"/>
    <p:sldId id="274" r:id="rId21"/>
    <p:sldId id="277" r:id="rId22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4919"/>
    <a:srgbClr val="FFFFFF"/>
    <a:srgbClr val="002060"/>
    <a:srgbClr val="00174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C0EAF-3CB6-45AF-927C-81D1739C669A}" v="331" dt="2024-10-23T10:39:21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E51423-FCDA-4DAC-A98E-2A4DED5E0D16}" type="doc">
      <dgm:prSet loTypeId="urn:microsoft.com/office/officeart/2005/8/layout/chevron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5B0CD70-4DF7-41B1-9F3D-0D6D528E4650}">
      <dgm:prSet phldrT="[Text]" custT="1"/>
      <dgm:spPr/>
      <dgm:t>
        <a:bodyPr/>
        <a:lstStyle/>
        <a:p>
          <a:r>
            <a:rPr lang="en-US" sz="2400" dirty="0"/>
            <a:t>What is an Algorithm?</a:t>
          </a:r>
        </a:p>
      </dgm:t>
    </dgm:pt>
    <dgm:pt modelId="{198C8795-DD16-489D-9223-53C24852BA45}" type="parTrans" cxnId="{0677F0FF-86A1-4701-9113-F1ED81510872}">
      <dgm:prSet/>
      <dgm:spPr/>
      <dgm:t>
        <a:bodyPr/>
        <a:lstStyle/>
        <a:p>
          <a:endParaRPr lang="en-US" sz="2400"/>
        </a:p>
      </dgm:t>
    </dgm:pt>
    <dgm:pt modelId="{67488B78-EA6C-4626-A73A-1DDAA5FF6B6B}" type="sibTrans" cxnId="{0677F0FF-86A1-4701-9113-F1ED81510872}">
      <dgm:prSet/>
      <dgm:spPr/>
      <dgm:t>
        <a:bodyPr/>
        <a:lstStyle/>
        <a:p>
          <a:endParaRPr lang="en-US" sz="2400"/>
        </a:p>
      </dgm:t>
    </dgm:pt>
    <dgm:pt modelId="{B964A8A2-0CDE-4E33-A586-D3B4B0384CE0}">
      <dgm:prSet phldrT="[Text]" custT="1"/>
      <dgm:spPr/>
      <dgm:t>
        <a:bodyPr/>
        <a:lstStyle/>
        <a:p>
          <a:r>
            <a:rPr lang="en-US" sz="2400" dirty="0"/>
            <a:t>Why do we need Algorithms?</a:t>
          </a:r>
        </a:p>
      </dgm:t>
    </dgm:pt>
    <dgm:pt modelId="{0A6DDAA0-987F-47D6-A114-E63BEA15980D}" type="parTrans" cxnId="{16EAF914-8095-4296-92FF-37E41D9A2F2D}">
      <dgm:prSet/>
      <dgm:spPr/>
      <dgm:t>
        <a:bodyPr/>
        <a:lstStyle/>
        <a:p>
          <a:endParaRPr lang="en-US" sz="2400"/>
        </a:p>
      </dgm:t>
    </dgm:pt>
    <dgm:pt modelId="{49200B89-78C1-48D7-893E-0DEB7EABDEB6}" type="sibTrans" cxnId="{16EAF914-8095-4296-92FF-37E41D9A2F2D}">
      <dgm:prSet/>
      <dgm:spPr/>
      <dgm:t>
        <a:bodyPr/>
        <a:lstStyle/>
        <a:p>
          <a:endParaRPr lang="en-US" sz="2400"/>
        </a:p>
      </dgm:t>
    </dgm:pt>
    <dgm:pt modelId="{D61FE627-924D-4038-9042-FAF5A5A54EED}">
      <dgm:prSet phldrT="[Text]" custT="1"/>
      <dgm:spPr/>
      <dgm:t>
        <a:bodyPr/>
        <a:lstStyle/>
        <a:p>
          <a:r>
            <a:rPr lang="en-US" sz="2400" dirty="0"/>
            <a:t>Characteristics of a Good Algorithm</a:t>
          </a:r>
        </a:p>
      </dgm:t>
    </dgm:pt>
    <dgm:pt modelId="{AC9352E1-0BDB-47F8-BB10-6380BD94DF24}" type="parTrans" cxnId="{B00CF394-CA67-4326-978D-B424B14631EE}">
      <dgm:prSet/>
      <dgm:spPr/>
      <dgm:t>
        <a:bodyPr/>
        <a:lstStyle/>
        <a:p>
          <a:endParaRPr lang="en-US" sz="2400"/>
        </a:p>
      </dgm:t>
    </dgm:pt>
    <dgm:pt modelId="{FF7D7CD1-4AAF-4B26-8AD6-F5913F18D27F}" type="sibTrans" cxnId="{B00CF394-CA67-4326-978D-B424B14631EE}">
      <dgm:prSet/>
      <dgm:spPr/>
      <dgm:t>
        <a:bodyPr/>
        <a:lstStyle/>
        <a:p>
          <a:endParaRPr lang="en-US" sz="2400"/>
        </a:p>
      </dgm:t>
    </dgm:pt>
    <dgm:pt modelId="{E63FE698-64E7-4EE3-BC78-01071E1B21F8}">
      <dgm:prSet phldrT="[Text]" custT="1"/>
      <dgm:spPr/>
      <dgm:t>
        <a:bodyPr/>
        <a:lstStyle/>
        <a:p>
          <a:r>
            <a:rPr lang="en-US" sz="2400" dirty="0"/>
            <a:t>Advantages of Algorithm</a:t>
          </a:r>
        </a:p>
      </dgm:t>
    </dgm:pt>
    <dgm:pt modelId="{A1FB3328-DB46-48C5-8A67-59531CEEC1D4}" type="parTrans" cxnId="{DA7CD075-8402-49F8-811D-1D7A0883B74A}">
      <dgm:prSet/>
      <dgm:spPr/>
      <dgm:t>
        <a:bodyPr/>
        <a:lstStyle/>
        <a:p>
          <a:endParaRPr lang="en-US" sz="2400"/>
        </a:p>
      </dgm:t>
    </dgm:pt>
    <dgm:pt modelId="{3B0AD3E1-0962-4007-9AFF-A51E62C03691}" type="sibTrans" cxnId="{DA7CD075-8402-49F8-811D-1D7A0883B74A}">
      <dgm:prSet/>
      <dgm:spPr/>
      <dgm:t>
        <a:bodyPr/>
        <a:lstStyle/>
        <a:p>
          <a:endParaRPr lang="en-US" sz="2400"/>
        </a:p>
      </dgm:t>
    </dgm:pt>
    <dgm:pt modelId="{267554C6-C67C-4B61-8ED3-D540AECEE4B2}">
      <dgm:prSet phldrT="[Text]" custT="1"/>
      <dgm:spPr/>
      <dgm:t>
        <a:bodyPr/>
        <a:lstStyle/>
        <a:p>
          <a:r>
            <a:rPr lang="en-US" sz="2400" dirty="0"/>
            <a:t>Components of an Algorithm</a:t>
          </a:r>
        </a:p>
      </dgm:t>
    </dgm:pt>
    <dgm:pt modelId="{435C11F6-42C6-4E3E-99C3-4D01C0297A75}" type="parTrans" cxnId="{401D4596-73D3-443C-B521-F8F96A66541F}">
      <dgm:prSet/>
      <dgm:spPr/>
      <dgm:t>
        <a:bodyPr/>
        <a:lstStyle/>
        <a:p>
          <a:endParaRPr lang="en-US" sz="2400"/>
        </a:p>
      </dgm:t>
    </dgm:pt>
    <dgm:pt modelId="{E730E709-D789-4529-A1FD-7CC0AC5DA88B}" type="sibTrans" cxnId="{401D4596-73D3-443C-B521-F8F96A66541F}">
      <dgm:prSet/>
      <dgm:spPr/>
      <dgm:t>
        <a:bodyPr/>
        <a:lstStyle/>
        <a:p>
          <a:endParaRPr lang="en-US" sz="2400"/>
        </a:p>
      </dgm:t>
    </dgm:pt>
    <dgm:pt modelId="{0D3654C1-754A-414C-BEDD-09FE63FF233B}">
      <dgm:prSet phldrT="[Text]" custT="1"/>
      <dgm:spPr/>
      <dgm:t>
        <a:bodyPr/>
        <a:lstStyle/>
        <a:p>
          <a:r>
            <a:rPr lang="en-US" sz="2400" dirty="0"/>
            <a:t>Disadvantages of Algorithm</a:t>
          </a:r>
        </a:p>
      </dgm:t>
    </dgm:pt>
    <dgm:pt modelId="{32C8A546-AD4C-4CB2-95E9-93A8B4D6A406}" type="parTrans" cxnId="{FEB7A268-BC8C-462D-8637-007597639D70}">
      <dgm:prSet/>
      <dgm:spPr/>
      <dgm:t>
        <a:bodyPr/>
        <a:lstStyle/>
        <a:p>
          <a:endParaRPr lang="en-US" sz="2400"/>
        </a:p>
      </dgm:t>
    </dgm:pt>
    <dgm:pt modelId="{46C6496B-E33F-4725-B69A-E1356CB2706E}" type="sibTrans" cxnId="{FEB7A268-BC8C-462D-8637-007597639D70}">
      <dgm:prSet/>
      <dgm:spPr/>
      <dgm:t>
        <a:bodyPr/>
        <a:lstStyle/>
        <a:p>
          <a:endParaRPr lang="en-US" sz="2400"/>
        </a:p>
      </dgm:t>
    </dgm:pt>
    <dgm:pt modelId="{07D69D83-5E04-4055-B664-46A0A4B7747C}">
      <dgm:prSet phldrT="[Text]" custT="1"/>
      <dgm:spPr/>
      <dgm:t>
        <a:bodyPr/>
        <a:lstStyle/>
        <a:p>
          <a:r>
            <a:rPr lang="en-US" sz="2400" dirty="0"/>
            <a:t>Benefits of an Algorithm</a:t>
          </a:r>
        </a:p>
      </dgm:t>
    </dgm:pt>
    <dgm:pt modelId="{95B67BBF-79A8-4A8D-AD10-E42904D23DFA}" type="parTrans" cxnId="{C4AE78DC-C8F7-4551-B1B2-479FF26F585D}">
      <dgm:prSet/>
      <dgm:spPr/>
      <dgm:t>
        <a:bodyPr/>
        <a:lstStyle/>
        <a:p>
          <a:endParaRPr lang="en-US" sz="2400"/>
        </a:p>
      </dgm:t>
    </dgm:pt>
    <dgm:pt modelId="{3BFAB155-EFE1-4375-8888-EA40BBBEA312}" type="sibTrans" cxnId="{C4AE78DC-C8F7-4551-B1B2-479FF26F585D}">
      <dgm:prSet/>
      <dgm:spPr/>
      <dgm:t>
        <a:bodyPr/>
        <a:lstStyle/>
        <a:p>
          <a:endParaRPr lang="en-US" sz="2400"/>
        </a:p>
      </dgm:t>
    </dgm:pt>
    <dgm:pt modelId="{091ECBE1-EFA8-4691-802A-05D33FFE78C9}">
      <dgm:prSet phldrT="[Text]" custT="1"/>
      <dgm:spPr/>
      <dgm:t>
        <a:bodyPr/>
        <a:lstStyle/>
        <a:p>
          <a:r>
            <a:rPr lang="en-US" sz="2400" dirty="0"/>
            <a:t>Representations of Algorithm</a:t>
          </a:r>
        </a:p>
      </dgm:t>
    </dgm:pt>
    <dgm:pt modelId="{88C1CD37-CEF6-4AF0-B7BF-B106E99873B6}" type="parTrans" cxnId="{16FEB112-D304-47C9-9A74-A5894AE6F4CA}">
      <dgm:prSet/>
      <dgm:spPr/>
      <dgm:t>
        <a:bodyPr/>
        <a:lstStyle/>
        <a:p>
          <a:endParaRPr lang="en-US" sz="2400"/>
        </a:p>
      </dgm:t>
    </dgm:pt>
    <dgm:pt modelId="{B4E97170-9B57-4665-9FA5-56BA480B25BB}" type="sibTrans" cxnId="{16FEB112-D304-47C9-9A74-A5894AE6F4CA}">
      <dgm:prSet/>
      <dgm:spPr/>
      <dgm:t>
        <a:bodyPr/>
        <a:lstStyle/>
        <a:p>
          <a:endParaRPr lang="en-US" sz="2400"/>
        </a:p>
      </dgm:t>
    </dgm:pt>
    <dgm:pt modelId="{3C246246-F14A-4266-B422-942993E49E7E}">
      <dgm:prSet phldrT="[Text]" custT="1"/>
      <dgm:spPr/>
      <dgm:t>
        <a:bodyPr/>
        <a:lstStyle/>
        <a:p>
          <a:endParaRPr lang="en-US" sz="2400" dirty="0"/>
        </a:p>
      </dgm:t>
    </dgm:pt>
    <dgm:pt modelId="{822031F4-B7A9-42B7-A3C3-E22B18E2F31C}" type="parTrans" cxnId="{FC63744B-F136-4E6F-882B-FA43B7FE112A}">
      <dgm:prSet/>
      <dgm:spPr/>
      <dgm:t>
        <a:bodyPr/>
        <a:lstStyle/>
        <a:p>
          <a:endParaRPr lang="en-US" sz="2400"/>
        </a:p>
      </dgm:t>
    </dgm:pt>
    <dgm:pt modelId="{3F9A720C-412D-4537-B589-2A6CD76BC5B7}" type="sibTrans" cxnId="{FC63744B-F136-4E6F-882B-FA43B7FE112A}">
      <dgm:prSet/>
      <dgm:spPr/>
      <dgm:t>
        <a:bodyPr/>
        <a:lstStyle/>
        <a:p>
          <a:endParaRPr lang="en-US" sz="2400"/>
        </a:p>
      </dgm:t>
    </dgm:pt>
    <dgm:pt modelId="{F8E32CF3-4FF1-4C73-AD70-EBF1087E36CF}">
      <dgm:prSet phldrT="[Text]" custT="1"/>
      <dgm:spPr/>
      <dgm:t>
        <a:bodyPr/>
        <a:lstStyle/>
        <a:p>
          <a:endParaRPr lang="en-US" sz="2400" dirty="0"/>
        </a:p>
      </dgm:t>
    </dgm:pt>
    <dgm:pt modelId="{C220ED51-5C0F-45B6-BF2B-467BEA66526C}" type="parTrans" cxnId="{E8C7C6C4-230B-4219-A8C7-978F1F40D83B}">
      <dgm:prSet/>
      <dgm:spPr/>
      <dgm:t>
        <a:bodyPr/>
        <a:lstStyle/>
        <a:p>
          <a:endParaRPr lang="en-US" sz="2400"/>
        </a:p>
      </dgm:t>
    </dgm:pt>
    <dgm:pt modelId="{F655EBDD-F9FF-4C75-A654-C4AE1B66E537}" type="sibTrans" cxnId="{E8C7C6C4-230B-4219-A8C7-978F1F40D83B}">
      <dgm:prSet/>
      <dgm:spPr/>
      <dgm:t>
        <a:bodyPr/>
        <a:lstStyle/>
        <a:p>
          <a:endParaRPr lang="en-US" sz="2400"/>
        </a:p>
      </dgm:t>
    </dgm:pt>
    <dgm:pt modelId="{FDD61F7D-C07B-4D1B-84BF-C394CB482FF7}">
      <dgm:prSet phldrT="[Text]" custT="1"/>
      <dgm:spPr/>
      <dgm:t>
        <a:bodyPr/>
        <a:lstStyle/>
        <a:p>
          <a:endParaRPr lang="en-US" sz="2400" dirty="0"/>
        </a:p>
      </dgm:t>
    </dgm:pt>
    <dgm:pt modelId="{BE5BB3C3-2B59-4563-9AA8-C710F999B606}" type="parTrans" cxnId="{917CD2AE-C896-4183-ABCD-D685E44A0D6D}">
      <dgm:prSet/>
      <dgm:spPr/>
      <dgm:t>
        <a:bodyPr/>
        <a:lstStyle/>
        <a:p>
          <a:endParaRPr lang="en-US" sz="2400"/>
        </a:p>
      </dgm:t>
    </dgm:pt>
    <dgm:pt modelId="{DBA16F05-3EFA-4667-ADE8-2CC0826B6BF4}" type="sibTrans" cxnId="{917CD2AE-C896-4183-ABCD-D685E44A0D6D}">
      <dgm:prSet/>
      <dgm:spPr/>
      <dgm:t>
        <a:bodyPr/>
        <a:lstStyle/>
        <a:p>
          <a:endParaRPr lang="en-US" sz="2400"/>
        </a:p>
      </dgm:t>
    </dgm:pt>
    <dgm:pt modelId="{2D1A84EB-709F-4748-985E-61A2B50F53C9}">
      <dgm:prSet phldrT="[Text]" custT="1"/>
      <dgm:spPr/>
      <dgm:t>
        <a:bodyPr/>
        <a:lstStyle/>
        <a:p>
          <a:endParaRPr lang="en-US" sz="2400" dirty="0"/>
        </a:p>
      </dgm:t>
    </dgm:pt>
    <dgm:pt modelId="{0A80237A-E485-4CCE-8375-49ECFA5A509C}" type="parTrans" cxnId="{19B473C8-220C-4F98-BC89-F8AAC5BA3120}">
      <dgm:prSet/>
      <dgm:spPr/>
      <dgm:t>
        <a:bodyPr/>
        <a:lstStyle/>
        <a:p>
          <a:endParaRPr lang="en-US" sz="2400"/>
        </a:p>
      </dgm:t>
    </dgm:pt>
    <dgm:pt modelId="{6AF05708-7ADE-4618-BF10-B6A7AAC2AF45}" type="sibTrans" cxnId="{19B473C8-220C-4F98-BC89-F8AAC5BA3120}">
      <dgm:prSet/>
      <dgm:spPr/>
      <dgm:t>
        <a:bodyPr/>
        <a:lstStyle/>
        <a:p>
          <a:endParaRPr lang="en-US" sz="2400"/>
        </a:p>
      </dgm:t>
    </dgm:pt>
    <dgm:pt modelId="{9F351280-2722-4EF3-8A73-C6295099557D}">
      <dgm:prSet phldrT="[Text]" custT="1"/>
      <dgm:spPr/>
      <dgm:t>
        <a:bodyPr/>
        <a:lstStyle/>
        <a:p>
          <a:endParaRPr lang="en-US" sz="2400" dirty="0"/>
        </a:p>
      </dgm:t>
    </dgm:pt>
    <dgm:pt modelId="{B8F1AD7B-FD7C-4503-8328-B515BDD6886F}" type="parTrans" cxnId="{5C5A32A1-26D6-4AA9-92BD-847BE7FC1C9C}">
      <dgm:prSet/>
      <dgm:spPr/>
      <dgm:t>
        <a:bodyPr/>
        <a:lstStyle/>
        <a:p>
          <a:endParaRPr lang="en-US" sz="2400"/>
        </a:p>
      </dgm:t>
    </dgm:pt>
    <dgm:pt modelId="{35091D43-DA63-4D86-8A29-3F06D4BA7599}" type="sibTrans" cxnId="{5C5A32A1-26D6-4AA9-92BD-847BE7FC1C9C}">
      <dgm:prSet/>
      <dgm:spPr/>
      <dgm:t>
        <a:bodyPr/>
        <a:lstStyle/>
        <a:p>
          <a:endParaRPr lang="en-US" sz="2400"/>
        </a:p>
      </dgm:t>
    </dgm:pt>
    <dgm:pt modelId="{A2DB63C3-AC9C-45D8-A5BA-92B881C32C88}">
      <dgm:prSet phldrT="[Text]" custT="1"/>
      <dgm:spPr/>
      <dgm:t>
        <a:bodyPr/>
        <a:lstStyle/>
        <a:p>
          <a:endParaRPr lang="en-US" sz="2400" dirty="0"/>
        </a:p>
      </dgm:t>
    </dgm:pt>
    <dgm:pt modelId="{60D7D6F7-5AD6-4317-B6DA-67FEDB4AD217}" type="parTrans" cxnId="{60F29EF0-B2E8-4C30-BD2A-9004EB15FFD4}">
      <dgm:prSet/>
      <dgm:spPr/>
      <dgm:t>
        <a:bodyPr/>
        <a:lstStyle/>
        <a:p>
          <a:endParaRPr lang="en-US" sz="2400"/>
        </a:p>
      </dgm:t>
    </dgm:pt>
    <dgm:pt modelId="{352B420C-3AA4-4836-8C1B-1543E20DEB56}" type="sibTrans" cxnId="{60F29EF0-B2E8-4C30-BD2A-9004EB15FFD4}">
      <dgm:prSet/>
      <dgm:spPr/>
      <dgm:t>
        <a:bodyPr/>
        <a:lstStyle/>
        <a:p>
          <a:endParaRPr lang="en-US" sz="2400"/>
        </a:p>
      </dgm:t>
    </dgm:pt>
    <dgm:pt modelId="{C994F8E9-57A2-4828-8FB7-00ACCA24E658}">
      <dgm:prSet phldrT="[Text]" custT="1"/>
      <dgm:spPr/>
      <dgm:t>
        <a:bodyPr/>
        <a:lstStyle/>
        <a:p>
          <a:endParaRPr lang="en-US" sz="2400" dirty="0"/>
        </a:p>
      </dgm:t>
    </dgm:pt>
    <dgm:pt modelId="{BAB804F6-FDA5-4E5C-9527-F5921227ACFF}" type="parTrans" cxnId="{52D0F93C-41C2-4950-A0F3-9DF0D473CFEE}">
      <dgm:prSet/>
      <dgm:spPr/>
      <dgm:t>
        <a:bodyPr/>
        <a:lstStyle/>
        <a:p>
          <a:endParaRPr lang="en-US" sz="2400"/>
        </a:p>
      </dgm:t>
    </dgm:pt>
    <dgm:pt modelId="{C519FBDE-E9A7-450E-8B30-A3BC9F1B019E}" type="sibTrans" cxnId="{52D0F93C-41C2-4950-A0F3-9DF0D473CFEE}">
      <dgm:prSet/>
      <dgm:spPr/>
      <dgm:t>
        <a:bodyPr/>
        <a:lstStyle/>
        <a:p>
          <a:endParaRPr lang="en-US" sz="2400"/>
        </a:p>
      </dgm:t>
    </dgm:pt>
    <dgm:pt modelId="{3A82505B-DA05-4BDA-B6CF-C76C3A58EDDC}">
      <dgm:prSet phldrT="[Text]" custT="1"/>
      <dgm:spPr/>
      <dgm:t>
        <a:bodyPr/>
        <a:lstStyle/>
        <a:p>
          <a:endParaRPr lang="en-US" sz="2400" dirty="0"/>
        </a:p>
      </dgm:t>
    </dgm:pt>
    <dgm:pt modelId="{BA6AF27D-7A86-4329-9789-E8BF344AFF70}" type="parTrans" cxnId="{60400F05-6D5F-4307-8CC6-1BB1E6433A96}">
      <dgm:prSet/>
      <dgm:spPr/>
      <dgm:t>
        <a:bodyPr/>
        <a:lstStyle/>
        <a:p>
          <a:endParaRPr lang="en-US" sz="2400"/>
        </a:p>
      </dgm:t>
    </dgm:pt>
    <dgm:pt modelId="{33F433AC-C59C-4A48-BB98-375CAEB29F08}" type="sibTrans" cxnId="{60400F05-6D5F-4307-8CC6-1BB1E6433A96}">
      <dgm:prSet/>
      <dgm:spPr/>
      <dgm:t>
        <a:bodyPr/>
        <a:lstStyle/>
        <a:p>
          <a:endParaRPr lang="en-US" sz="2400"/>
        </a:p>
      </dgm:t>
    </dgm:pt>
    <dgm:pt modelId="{F7C0B8E1-A44A-4B4E-B8BD-490B7BA53B5F}" type="pres">
      <dgm:prSet presAssocID="{77E51423-FCDA-4DAC-A98E-2A4DED5E0D16}" presName="linearFlow" presStyleCnt="0">
        <dgm:presLayoutVars>
          <dgm:dir/>
          <dgm:animLvl val="lvl"/>
          <dgm:resizeHandles val="exact"/>
        </dgm:presLayoutVars>
      </dgm:prSet>
      <dgm:spPr/>
    </dgm:pt>
    <dgm:pt modelId="{0E26CF35-1FE3-4C7A-94E4-2AFC6A839DE8}" type="pres">
      <dgm:prSet presAssocID="{3C246246-F14A-4266-B422-942993E49E7E}" presName="composite" presStyleCnt="0"/>
      <dgm:spPr/>
    </dgm:pt>
    <dgm:pt modelId="{813E938F-4EBD-43A2-AE50-15BC70C3FF9D}" type="pres">
      <dgm:prSet presAssocID="{3C246246-F14A-4266-B422-942993E49E7E}" presName="parentText" presStyleLbl="alignNode1" presStyleIdx="0" presStyleCnt="8">
        <dgm:presLayoutVars>
          <dgm:chMax val="1"/>
          <dgm:bulletEnabled val="1"/>
        </dgm:presLayoutVars>
      </dgm:prSet>
      <dgm:spPr/>
    </dgm:pt>
    <dgm:pt modelId="{83D2EC2A-4FD3-4C38-A1AD-790CF4AEDEB6}" type="pres">
      <dgm:prSet presAssocID="{3C246246-F14A-4266-B422-942993E49E7E}" presName="descendantText" presStyleLbl="alignAcc1" presStyleIdx="0" presStyleCnt="8">
        <dgm:presLayoutVars>
          <dgm:bulletEnabled val="1"/>
        </dgm:presLayoutVars>
      </dgm:prSet>
      <dgm:spPr/>
    </dgm:pt>
    <dgm:pt modelId="{D83585BD-65E7-4801-A86E-8953BB9BB25D}" type="pres">
      <dgm:prSet presAssocID="{3F9A720C-412D-4537-B589-2A6CD76BC5B7}" presName="sp" presStyleCnt="0"/>
      <dgm:spPr/>
    </dgm:pt>
    <dgm:pt modelId="{890B345E-DDD3-4584-83F4-98E62CD7FFB0}" type="pres">
      <dgm:prSet presAssocID="{F8E32CF3-4FF1-4C73-AD70-EBF1087E36CF}" presName="composite" presStyleCnt="0"/>
      <dgm:spPr/>
    </dgm:pt>
    <dgm:pt modelId="{AB7149BB-BFCF-40F2-87B9-E0782B8C1D5A}" type="pres">
      <dgm:prSet presAssocID="{F8E32CF3-4FF1-4C73-AD70-EBF1087E36CF}" presName="parentText" presStyleLbl="alignNode1" presStyleIdx="1" presStyleCnt="8">
        <dgm:presLayoutVars>
          <dgm:chMax val="1"/>
          <dgm:bulletEnabled val="1"/>
        </dgm:presLayoutVars>
      </dgm:prSet>
      <dgm:spPr/>
    </dgm:pt>
    <dgm:pt modelId="{78EFC801-62E2-4616-BF18-58E230477CD6}" type="pres">
      <dgm:prSet presAssocID="{F8E32CF3-4FF1-4C73-AD70-EBF1087E36CF}" presName="descendantText" presStyleLbl="alignAcc1" presStyleIdx="1" presStyleCnt="8">
        <dgm:presLayoutVars>
          <dgm:bulletEnabled val="1"/>
        </dgm:presLayoutVars>
      </dgm:prSet>
      <dgm:spPr/>
    </dgm:pt>
    <dgm:pt modelId="{1D9112F4-627E-4C51-9E3A-FF08B74DD8FB}" type="pres">
      <dgm:prSet presAssocID="{F655EBDD-F9FF-4C75-A654-C4AE1B66E537}" presName="sp" presStyleCnt="0"/>
      <dgm:spPr/>
    </dgm:pt>
    <dgm:pt modelId="{01B50464-BAA2-4CB9-837B-0E731DEBAD36}" type="pres">
      <dgm:prSet presAssocID="{FDD61F7D-C07B-4D1B-84BF-C394CB482FF7}" presName="composite" presStyleCnt="0"/>
      <dgm:spPr/>
    </dgm:pt>
    <dgm:pt modelId="{68561EF6-9FC4-4204-8C30-01EF04FEB2BA}" type="pres">
      <dgm:prSet presAssocID="{FDD61F7D-C07B-4D1B-84BF-C394CB482FF7}" presName="parentText" presStyleLbl="alignNode1" presStyleIdx="2" presStyleCnt="8">
        <dgm:presLayoutVars>
          <dgm:chMax val="1"/>
          <dgm:bulletEnabled val="1"/>
        </dgm:presLayoutVars>
      </dgm:prSet>
      <dgm:spPr/>
    </dgm:pt>
    <dgm:pt modelId="{56D98BE2-7AE7-412D-BD27-8C09A2ED6223}" type="pres">
      <dgm:prSet presAssocID="{FDD61F7D-C07B-4D1B-84BF-C394CB482FF7}" presName="descendantText" presStyleLbl="alignAcc1" presStyleIdx="2" presStyleCnt="8">
        <dgm:presLayoutVars>
          <dgm:bulletEnabled val="1"/>
        </dgm:presLayoutVars>
      </dgm:prSet>
      <dgm:spPr/>
    </dgm:pt>
    <dgm:pt modelId="{0965D1CD-C041-439C-9D07-4794030FE14B}" type="pres">
      <dgm:prSet presAssocID="{DBA16F05-3EFA-4667-ADE8-2CC0826B6BF4}" presName="sp" presStyleCnt="0"/>
      <dgm:spPr/>
    </dgm:pt>
    <dgm:pt modelId="{E8E7C38E-EEF9-4BE3-A018-D64583B94A86}" type="pres">
      <dgm:prSet presAssocID="{2D1A84EB-709F-4748-985E-61A2B50F53C9}" presName="composite" presStyleCnt="0"/>
      <dgm:spPr/>
    </dgm:pt>
    <dgm:pt modelId="{70028CCB-0DD7-4D0C-B2D1-634F755EECBF}" type="pres">
      <dgm:prSet presAssocID="{2D1A84EB-709F-4748-985E-61A2B50F53C9}" presName="parentText" presStyleLbl="alignNode1" presStyleIdx="3" presStyleCnt="8">
        <dgm:presLayoutVars>
          <dgm:chMax val="1"/>
          <dgm:bulletEnabled val="1"/>
        </dgm:presLayoutVars>
      </dgm:prSet>
      <dgm:spPr/>
    </dgm:pt>
    <dgm:pt modelId="{CD2837A9-5AA0-4217-A2B2-A342E5485290}" type="pres">
      <dgm:prSet presAssocID="{2D1A84EB-709F-4748-985E-61A2B50F53C9}" presName="descendantText" presStyleLbl="alignAcc1" presStyleIdx="3" presStyleCnt="8">
        <dgm:presLayoutVars>
          <dgm:bulletEnabled val="1"/>
        </dgm:presLayoutVars>
      </dgm:prSet>
      <dgm:spPr/>
    </dgm:pt>
    <dgm:pt modelId="{39909100-0EE9-4FAE-A892-87F941EED221}" type="pres">
      <dgm:prSet presAssocID="{6AF05708-7ADE-4618-BF10-B6A7AAC2AF45}" presName="sp" presStyleCnt="0"/>
      <dgm:spPr/>
    </dgm:pt>
    <dgm:pt modelId="{107E718A-D621-4043-9409-C5D68CC08872}" type="pres">
      <dgm:prSet presAssocID="{9F351280-2722-4EF3-8A73-C6295099557D}" presName="composite" presStyleCnt="0"/>
      <dgm:spPr/>
    </dgm:pt>
    <dgm:pt modelId="{BF43B4F4-EB20-4495-8DBA-C5DE6D2E3AB1}" type="pres">
      <dgm:prSet presAssocID="{9F351280-2722-4EF3-8A73-C6295099557D}" presName="parentText" presStyleLbl="alignNode1" presStyleIdx="4" presStyleCnt="8">
        <dgm:presLayoutVars>
          <dgm:chMax val="1"/>
          <dgm:bulletEnabled val="1"/>
        </dgm:presLayoutVars>
      </dgm:prSet>
      <dgm:spPr/>
    </dgm:pt>
    <dgm:pt modelId="{2187B6E8-4E1E-4B22-9856-A2D4FF81B727}" type="pres">
      <dgm:prSet presAssocID="{9F351280-2722-4EF3-8A73-C6295099557D}" presName="descendantText" presStyleLbl="alignAcc1" presStyleIdx="4" presStyleCnt="8">
        <dgm:presLayoutVars>
          <dgm:bulletEnabled val="1"/>
        </dgm:presLayoutVars>
      </dgm:prSet>
      <dgm:spPr/>
    </dgm:pt>
    <dgm:pt modelId="{436F1279-54F5-4D2F-8DC7-DC3593AD2C86}" type="pres">
      <dgm:prSet presAssocID="{35091D43-DA63-4D86-8A29-3F06D4BA7599}" presName="sp" presStyleCnt="0"/>
      <dgm:spPr/>
    </dgm:pt>
    <dgm:pt modelId="{48AF1E3B-B5D3-4F68-B313-6DE96609D304}" type="pres">
      <dgm:prSet presAssocID="{A2DB63C3-AC9C-45D8-A5BA-92B881C32C88}" presName="composite" presStyleCnt="0"/>
      <dgm:spPr/>
    </dgm:pt>
    <dgm:pt modelId="{30878785-0B74-47E1-8179-A3E3E7373C08}" type="pres">
      <dgm:prSet presAssocID="{A2DB63C3-AC9C-45D8-A5BA-92B881C32C88}" presName="parentText" presStyleLbl="alignNode1" presStyleIdx="5" presStyleCnt="8">
        <dgm:presLayoutVars>
          <dgm:chMax val="1"/>
          <dgm:bulletEnabled val="1"/>
        </dgm:presLayoutVars>
      </dgm:prSet>
      <dgm:spPr/>
    </dgm:pt>
    <dgm:pt modelId="{9DCA01C1-3609-4DA0-8DE2-1E265E8E0A03}" type="pres">
      <dgm:prSet presAssocID="{A2DB63C3-AC9C-45D8-A5BA-92B881C32C88}" presName="descendantText" presStyleLbl="alignAcc1" presStyleIdx="5" presStyleCnt="8">
        <dgm:presLayoutVars>
          <dgm:bulletEnabled val="1"/>
        </dgm:presLayoutVars>
      </dgm:prSet>
      <dgm:spPr/>
    </dgm:pt>
    <dgm:pt modelId="{6847E775-014B-4574-B02C-6CA082799EB0}" type="pres">
      <dgm:prSet presAssocID="{352B420C-3AA4-4836-8C1B-1543E20DEB56}" presName="sp" presStyleCnt="0"/>
      <dgm:spPr/>
    </dgm:pt>
    <dgm:pt modelId="{CB18D5D5-16D6-4F74-A46B-DBDCB6D015C5}" type="pres">
      <dgm:prSet presAssocID="{C994F8E9-57A2-4828-8FB7-00ACCA24E658}" presName="composite" presStyleCnt="0"/>
      <dgm:spPr/>
    </dgm:pt>
    <dgm:pt modelId="{BE9BE382-16F9-4643-B38E-D9AEBDD02601}" type="pres">
      <dgm:prSet presAssocID="{C994F8E9-57A2-4828-8FB7-00ACCA24E658}" presName="parentText" presStyleLbl="alignNode1" presStyleIdx="6" presStyleCnt="8">
        <dgm:presLayoutVars>
          <dgm:chMax val="1"/>
          <dgm:bulletEnabled val="1"/>
        </dgm:presLayoutVars>
      </dgm:prSet>
      <dgm:spPr/>
    </dgm:pt>
    <dgm:pt modelId="{2DCA4991-03A6-4985-9C74-201FD9C8D083}" type="pres">
      <dgm:prSet presAssocID="{C994F8E9-57A2-4828-8FB7-00ACCA24E658}" presName="descendantText" presStyleLbl="alignAcc1" presStyleIdx="6" presStyleCnt="8">
        <dgm:presLayoutVars>
          <dgm:bulletEnabled val="1"/>
        </dgm:presLayoutVars>
      </dgm:prSet>
      <dgm:spPr/>
    </dgm:pt>
    <dgm:pt modelId="{61439439-AD37-4443-8ACB-832EE90B7066}" type="pres">
      <dgm:prSet presAssocID="{C519FBDE-E9A7-450E-8B30-A3BC9F1B019E}" presName="sp" presStyleCnt="0"/>
      <dgm:spPr/>
    </dgm:pt>
    <dgm:pt modelId="{DF7A9912-618C-401E-B1AF-7072742E6938}" type="pres">
      <dgm:prSet presAssocID="{3A82505B-DA05-4BDA-B6CF-C76C3A58EDDC}" presName="composite" presStyleCnt="0"/>
      <dgm:spPr/>
    </dgm:pt>
    <dgm:pt modelId="{6096198F-92FE-4751-9CD8-B58136FAA124}" type="pres">
      <dgm:prSet presAssocID="{3A82505B-DA05-4BDA-B6CF-C76C3A58EDDC}" presName="parentText" presStyleLbl="alignNode1" presStyleIdx="7" presStyleCnt="8">
        <dgm:presLayoutVars>
          <dgm:chMax val="1"/>
          <dgm:bulletEnabled val="1"/>
        </dgm:presLayoutVars>
      </dgm:prSet>
      <dgm:spPr/>
    </dgm:pt>
    <dgm:pt modelId="{800E1E63-46CF-4C95-ADA4-95BCBEBE8E77}" type="pres">
      <dgm:prSet presAssocID="{3A82505B-DA05-4BDA-B6CF-C76C3A58EDDC}" presName="descendantText" presStyleLbl="alignAcc1" presStyleIdx="7" presStyleCnt="8">
        <dgm:presLayoutVars>
          <dgm:bulletEnabled val="1"/>
        </dgm:presLayoutVars>
      </dgm:prSet>
      <dgm:spPr/>
    </dgm:pt>
  </dgm:ptLst>
  <dgm:cxnLst>
    <dgm:cxn modelId="{60400F05-6D5F-4307-8CC6-1BB1E6433A96}" srcId="{77E51423-FCDA-4DAC-A98E-2A4DED5E0D16}" destId="{3A82505B-DA05-4BDA-B6CF-C76C3A58EDDC}" srcOrd="7" destOrd="0" parTransId="{BA6AF27D-7A86-4329-9789-E8BF344AFF70}" sibTransId="{33F433AC-C59C-4A48-BB98-375CAEB29F08}"/>
    <dgm:cxn modelId="{7314ED05-8D1D-4ED4-9154-FBDCB233B2CC}" type="presOf" srcId="{A2DB63C3-AC9C-45D8-A5BA-92B881C32C88}" destId="{30878785-0B74-47E1-8179-A3E3E7373C08}" srcOrd="0" destOrd="0" presId="urn:microsoft.com/office/officeart/2005/8/layout/chevron2"/>
    <dgm:cxn modelId="{8DFD6A0D-918A-4AE7-95BC-9411228FC94D}" type="presOf" srcId="{267554C6-C67C-4B61-8ED3-D540AECEE4B2}" destId="{2187B6E8-4E1E-4B22-9856-A2D4FF81B727}" srcOrd="0" destOrd="0" presId="urn:microsoft.com/office/officeart/2005/8/layout/chevron2"/>
    <dgm:cxn modelId="{16FEB112-D304-47C9-9A74-A5894AE6F4CA}" srcId="{3A82505B-DA05-4BDA-B6CF-C76C3A58EDDC}" destId="{091ECBE1-EFA8-4691-802A-05D33FFE78C9}" srcOrd="0" destOrd="0" parTransId="{88C1CD37-CEF6-4AF0-B7BF-B106E99873B6}" sibTransId="{B4E97170-9B57-4665-9FA5-56BA480B25BB}"/>
    <dgm:cxn modelId="{16EAF914-8095-4296-92FF-37E41D9A2F2D}" srcId="{F8E32CF3-4FF1-4C73-AD70-EBF1087E36CF}" destId="{B964A8A2-0CDE-4E33-A586-D3B4B0384CE0}" srcOrd="0" destOrd="0" parTransId="{0A6DDAA0-987F-47D6-A114-E63BEA15980D}" sibTransId="{49200B89-78C1-48D7-893E-0DEB7EABDEB6}"/>
    <dgm:cxn modelId="{27213E27-1F63-469F-BE18-29E1C4685199}" type="presOf" srcId="{3A82505B-DA05-4BDA-B6CF-C76C3A58EDDC}" destId="{6096198F-92FE-4751-9CD8-B58136FAA124}" srcOrd="0" destOrd="0" presId="urn:microsoft.com/office/officeart/2005/8/layout/chevron2"/>
    <dgm:cxn modelId="{52D0F93C-41C2-4950-A0F3-9DF0D473CFEE}" srcId="{77E51423-FCDA-4DAC-A98E-2A4DED5E0D16}" destId="{C994F8E9-57A2-4828-8FB7-00ACCA24E658}" srcOrd="6" destOrd="0" parTransId="{BAB804F6-FDA5-4E5C-9527-F5921227ACFF}" sibTransId="{C519FBDE-E9A7-450E-8B30-A3BC9F1B019E}"/>
    <dgm:cxn modelId="{BCF08F64-5F22-4F03-8D1B-83E324648400}" type="presOf" srcId="{FDD61F7D-C07B-4D1B-84BF-C394CB482FF7}" destId="{68561EF6-9FC4-4204-8C30-01EF04FEB2BA}" srcOrd="0" destOrd="0" presId="urn:microsoft.com/office/officeart/2005/8/layout/chevron2"/>
    <dgm:cxn modelId="{FEB7A268-BC8C-462D-8637-007597639D70}" srcId="{A2DB63C3-AC9C-45D8-A5BA-92B881C32C88}" destId="{0D3654C1-754A-414C-BEDD-09FE63FF233B}" srcOrd="0" destOrd="0" parTransId="{32C8A546-AD4C-4CB2-95E9-93A8B4D6A406}" sibTransId="{46C6496B-E33F-4725-B69A-E1356CB2706E}"/>
    <dgm:cxn modelId="{FC63744B-F136-4E6F-882B-FA43B7FE112A}" srcId="{77E51423-FCDA-4DAC-A98E-2A4DED5E0D16}" destId="{3C246246-F14A-4266-B422-942993E49E7E}" srcOrd="0" destOrd="0" parTransId="{822031F4-B7A9-42B7-A3C3-E22B18E2F31C}" sibTransId="{3F9A720C-412D-4537-B589-2A6CD76BC5B7}"/>
    <dgm:cxn modelId="{BF113C75-7768-4089-BAA6-9513E4FA90E2}" type="presOf" srcId="{D61FE627-924D-4038-9042-FAF5A5A54EED}" destId="{56D98BE2-7AE7-412D-BD27-8C09A2ED6223}" srcOrd="0" destOrd="0" presId="urn:microsoft.com/office/officeart/2005/8/layout/chevron2"/>
    <dgm:cxn modelId="{DA7CD075-8402-49F8-811D-1D7A0883B74A}" srcId="{2D1A84EB-709F-4748-985E-61A2B50F53C9}" destId="{E63FE698-64E7-4EE3-BC78-01071E1B21F8}" srcOrd="0" destOrd="0" parTransId="{A1FB3328-DB46-48C5-8A67-59531CEEC1D4}" sibTransId="{3B0AD3E1-0962-4007-9AFF-A51E62C03691}"/>
    <dgm:cxn modelId="{CE71CD58-B44F-4238-AD90-9724B261BFD2}" type="presOf" srcId="{B964A8A2-0CDE-4E33-A586-D3B4B0384CE0}" destId="{78EFC801-62E2-4616-BF18-58E230477CD6}" srcOrd="0" destOrd="0" presId="urn:microsoft.com/office/officeart/2005/8/layout/chevron2"/>
    <dgm:cxn modelId="{51E90159-890B-400F-8570-B1164B4EE2D3}" type="presOf" srcId="{9F351280-2722-4EF3-8A73-C6295099557D}" destId="{BF43B4F4-EB20-4495-8DBA-C5DE6D2E3AB1}" srcOrd="0" destOrd="0" presId="urn:microsoft.com/office/officeart/2005/8/layout/chevron2"/>
    <dgm:cxn modelId="{3B36EA7B-DA2E-4028-9C73-5710A920FA77}" type="presOf" srcId="{F8E32CF3-4FF1-4C73-AD70-EBF1087E36CF}" destId="{AB7149BB-BFCF-40F2-87B9-E0782B8C1D5A}" srcOrd="0" destOrd="0" presId="urn:microsoft.com/office/officeart/2005/8/layout/chevron2"/>
    <dgm:cxn modelId="{9984048E-A0C2-44FE-B4B3-CCB9EFFFF8B0}" type="presOf" srcId="{E63FE698-64E7-4EE3-BC78-01071E1B21F8}" destId="{CD2837A9-5AA0-4217-A2B2-A342E5485290}" srcOrd="0" destOrd="0" presId="urn:microsoft.com/office/officeart/2005/8/layout/chevron2"/>
    <dgm:cxn modelId="{B00CF394-CA67-4326-978D-B424B14631EE}" srcId="{FDD61F7D-C07B-4D1B-84BF-C394CB482FF7}" destId="{D61FE627-924D-4038-9042-FAF5A5A54EED}" srcOrd="0" destOrd="0" parTransId="{AC9352E1-0BDB-47F8-BB10-6380BD94DF24}" sibTransId="{FF7D7CD1-4AAF-4B26-8AD6-F5913F18D27F}"/>
    <dgm:cxn modelId="{CE23CF95-80B8-4A15-BAF3-8CF3504B9798}" type="presOf" srcId="{C994F8E9-57A2-4828-8FB7-00ACCA24E658}" destId="{BE9BE382-16F9-4643-B38E-D9AEBDD02601}" srcOrd="0" destOrd="0" presId="urn:microsoft.com/office/officeart/2005/8/layout/chevron2"/>
    <dgm:cxn modelId="{401D4596-73D3-443C-B521-F8F96A66541F}" srcId="{9F351280-2722-4EF3-8A73-C6295099557D}" destId="{267554C6-C67C-4B61-8ED3-D540AECEE4B2}" srcOrd="0" destOrd="0" parTransId="{435C11F6-42C6-4E3E-99C3-4D01C0297A75}" sibTransId="{E730E709-D789-4529-A1FD-7CC0AC5DA88B}"/>
    <dgm:cxn modelId="{77F9699B-C1FC-47D9-B1E3-24B64BDE9B4C}" type="presOf" srcId="{3C246246-F14A-4266-B422-942993E49E7E}" destId="{813E938F-4EBD-43A2-AE50-15BC70C3FF9D}" srcOrd="0" destOrd="0" presId="urn:microsoft.com/office/officeart/2005/8/layout/chevron2"/>
    <dgm:cxn modelId="{5C5A32A1-26D6-4AA9-92BD-847BE7FC1C9C}" srcId="{77E51423-FCDA-4DAC-A98E-2A4DED5E0D16}" destId="{9F351280-2722-4EF3-8A73-C6295099557D}" srcOrd="4" destOrd="0" parTransId="{B8F1AD7B-FD7C-4503-8328-B515BDD6886F}" sibTransId="{35091D43-DA63-4D86-8A29-3F06D4BA7599}"/>
    <dgm:cxn modelId="{12521EAA-8090-4D18-A342-9BFFF104CD8A}" type="presOf" srcId="{07D69D83-5E04-4055-B664-46A0A4B7747C}" destId="{2DCA4991-03A6-4985-9C74-201FD9C8D083}" srcOrd="0" destOrd="0" presId="urn:microsoft.com/office/officeart/2005/8/layout/chevron2"/>
    <dgm:cxn modelId="{F43958AB-AEC3-4367-9726-08BF9A533761}" type="presOf" srcId="{091ECBE1-EFA8-4691-802A-05D33FFE78C9}" destId="{800E1E63-46CF-4C95-ADA4-95BCBEBE8E77}" srcOrd="0" destOrd="0" presId="urn:microsoft.com/office/officeart/2005/8/layout/chevron2"/>
    <dgm:cxn modelId="{917CD2AE-C896-4183-ABCD-D685E44A0D6D}" srcId="{77E51423-FCDA-4DAC-A98E-2A4DED5E0D16}" destId="{FDD61F7D-C07B-4D1B-84BF-C394CB482FF7}" srcOrd="2" destOrd="0" parTransId="{BE5BB3C3-2B59-4563-9AA8-C710F999B606}" sibTransId="{DBA16F05-3EFA-4667-ADE8-2CC0826B6BF4}"/>
    <dgm:cxn modelId="{ABE55EB5-5A97-463E-A3B7-7E8429B4BAB6}" type="presOf" srcId="{2D1A84EB-709F-4748-985E-61A2B50F53C9}" destId="{70028CCB-0DD7-4D0C-B2D1-634F755EECBF}" srcOrd="0" destOrd="0" presId="urn:microsoft.com/office/officeart/2005/8/layout/chevron2"/>
    <dgm:cxn modelId="{AC5CF0B8-9F1C-46DF-89EB-C412ED49452D}" type="presOf" srcId="{0D3654C1-754A-414C-BEDD-09FE63FF233B}" destId="{9DCA01C1-3609-4DA0-8DE2-1E265E8E0A03}" srcOrd="0" destOrd="0" presId="urn:microsoft.com/office/officeart/2005/8/layout/chevron2"/>
    <dgm:cxn modelId="{E8C7C6C4-230B-4219-A8C7-978F1F40D83B}" srcId="{77E51423-FCDA-4DAC-A98E-2A4DED5E0D16}" destId="{F8E32CF3-4FF1-4C73-AD70-EBF1087E36CF}" srcOrd="1" destOrd="0" parTransId="{C220ED51-5C0F-45B6-BF2B-467BEA66526C}" sibTransId="{F655EBDD-F9FF-4C75-A654-C4AE1B66E537}"/>
    <dgm:cxn modelId="{3B52EBC4-99BF-468A-A154-182C952FF0FF}" type="presOf" srcId="{05B0CD70-4DF7-41B1-9F3D-0D6D528E4650}" destId="{83D2EC2A-4FD3-4C38-A1AD-790CF4AEDEB6}" srcOrd="0" destOrd="0" presId="urn:microsoft.com/office/officeart/2005/8/layout/chevron2"/>
    <dgm:cxn modelId="{19B473C8-220C-4F98-BC89-F8AAC5BA3120}" srcId="{77E51423-FCDA-4DAC-A98E-2A4DED5E0D16}" destId="{2D1A84EB-709F-4748-985E-61A2B50F53C9}" srcOrd="3" destOrd="0" parTransId="{0A80237A-E485-4CCE-8375-49ECFA5A509C}" sibTransId="{6AF05708-7ADE-4618-BF10-B6A7AAC2AF45}"/>
    <dgm:cxn modelId="{C4AE78DC-C8F7-4551-B1B2-479FF26F585D}" srcId="{C994F8E9-57A2-4828-8FB7-00ACCA24E658}" destId="{07D69D83-5E04-4055-B664-46A0A4B7747C}" srcOrd="0" destOrd="0" parTransId="{95B67BBF-79A8-4A8D-AD10-E42904D23DFA}" sibTransId="{3BFAB155-EFE1-4375-8888-EA40BBBEA312}"/>
    <dgm:cxn modelId="{60F29EF0-B2E8-4C30-BD2A-9004EB15FFD4}" srcId="{77E51423-FCDA-4DAC-A98E-2A4DED5E0D16}" destId="{A2DB63C3-AC9C-45D8-A5BA-92B881C32C88}" srcOrd="5" destOrd="0" parTransId="{60D7D6F7-5AD6-4317-B6DA-67FEDB4AD217}" sibTransId="{352B420C-3AA4-4836-8C1B-1543E20DEB56}"/>
    <dgm:cxn modelId="{7189D8FD-762A-45FC-8A77-030937AA8937}" type="presOf" srcId="{77E51423-FCDA-4DAC-A98E-2A4DED5E0D16}" destId="{F7C0B8E1-A44A-4B4E-B8BD-490B7BA53B5F}" srcOrd="0" destOrd="0" presId="urn:microsoft.com/office/officeart/2005/8/layout/chevron2"/>
    <dgm:cxn modelId="{0677F0FF-86A1-4701-9113-F1ED81510872}" srcId="{3C246246-F14A-4266-B422-942993E49E7E}" destId="{05B0CD70-4DF7-41B1-9F3D-0D6D528E4650}" srcOrd="0" destOrd="0" parTransId="{198C8795-DD16-489D-9223-53C24852BA45}" sibTransId="{67488B78-EA6C-4626-A73A-1DDAA5FF6B6B}"/>
    <dgm:cxn modelId="{543E5F2C-5B57-43AE-8B75-F8F246E5639E}" type="presParOf" srcId="{F7C0B8E1-A44A-4B4E-B8BD-490B7BA53B5F}" destId="{0E26CF35-1FE3-4C7A-94E4-2AFC6A839DE8}" srcOrd="0" destOrd="0" presId="urn:microsoft.com/office/officeart/2005/8/layout/chevron2"/>
    <dgm:cxn modelId="{E17156F4-9E7B-41D6-B970-4A3049DF833E}" type="presParOf" srcId="{0E26CF35-1FE3-4C7A-94E4-2AFC6A839DE8}" destId="{813E938F-4EBD-43A2-AE50-15BC70C3FF9D}" srcOrd="0" destOrd="0" presId="urn:microsoft.com/office/officeart/2005/8/layout/chevron2"/>
    <dgm:cxn modelId="{D982D612-EF6E-40C7-BF5F-5EC0AF8331CF}" type="presParOf" srcId="{0E26CF35-1FE3-4C7A-94E4-2AFC6A839DE8}" destId="{83D2EC2A-4FD3-4C38-A1AD-790CF4AEDEB6}" srcOrd="1" destOrd="0" presId="urn:microsoft.com/office/officeart/2005/8/layout/chevron2"/>
    <dgm:cxn modelId="{8C2EAC5E-ADCD-4F90-AC51-B17FF7DF6497}" type="presParOf" srcId="{F7C0B8E1-A44A-4B4E-B8BD-490B7BA53B5F}" destId="{D83585BD-65E7-4801-A86E-8953BB9BB25D}" srcOrd="1" destOrd="0" presId="urn:microsoft.com/office/officeart/2005/8/layout/chevron2"/>
    <dgm:cxn modelId="{7695F52A-FF63-4D59-BDB6-22C8FEBC156D}" type="presParOf" srcId="{F7C0B8E1-A44A-4B4E-B8BD-490B7BA53B5F}" destId="{890B345E-DDD3-4584-83F4-98E62CD7FFB0}" srcOrd="2" destOrd="0" presId="urn:microsoft.com/office/officeart/2005/8/layout/chevron2"/>
    <dgm:cxn modelId="{6853278E-95A1-4E53-8964-33AB9ECEDDC2}" type="presParOf" srcId="{890B345E-DDD3-4584-83F4-98E62CD7FFB0}" destId="{AB7149BB-BFCF-40F2-87B9-E0782B8C1D5A}" srcOrd="0" destOrd="0" presId="urn:microsoft.com/office/officeart/2005/8/layout/chevron2"/>
    <dgm:cxn modelId="{23ED5AEA-0405-4DFF-B58B-0D6C59EFE8BF}" type="presParOf" srcId="{890B345E-DDD3-4584-83F4-98E62CD7FFB0}" destId="{78EFC801-62E2-4616-BF18-58E230477CD6}" srcOrd="1" destOrd="0" presId="urn:microsoft.com/office/officeart/2005/8/layout/chevron2"/>
    <dgm:cxn modelId="{76EC9EA1-D2FB-4EC8-8851-25849CF294A5}" type="presParOf" srcId="{F7C0B8E1-A44A-4B4E-B8BD-490B7BA53B5F}" destId="{1D9112F4-627E-4C51-9E3A-FF08B74DD8FB}" srcOrd="3" destOrd="0" presId="urn:microsoft.com/office/officeart/2005/8/layout/chevron2"/>
    <dgm:cxn modelId="{1069EA7E-4A53-41DC-A2DC-9FF54037A147}" type="presParOf" srcId="{F7C0B8E1-A44A-4B4E-B8BD-490B7BA53B5F}" destId="{01B50464-BAA2-4CB9-837B-0E731DEBAD36}" srcOrd="4" destOrd="0" presId="urn:microsoft.com/office/officeart/2005/8/layout/chevron2"/>
    <dgm:cxn modelId="{87C58F31-40A2-406B-BCD6-41A9838620E8}" type="presParOf" srcId="{01B50464-BAA2-4CB9-837B-0E731DEBAD36}" destId="{68561EF6-9FC4-4204-8C30-01EF04FEB2BA}" srcOrd="0" destOrd="0" presId="urn:microsoft.com/office/officeart/2005/8/layout/chevron2"/>
    <dgm:cxn modelId="{D2B51C23-65F8-4466-BA0A-CC7366925846}" type="presParOf" srcId="{01B50464-BAA2-4CB9-837B-0E731DEBAD36}" destId="{56D98BE2-7AE7-412D-BD27-8C09A2ED6223}" srcOrd="1" destOrd="0" presId="urn:microsoft.com/office/officeart/2005/8/layout/chevron2"/>
    <dgm:cxn modelId="{75ADE824-FAA1-4B63-97BE-8B76B6B29229}" type="presParOf" srcId="{F7C0B8E1-A44A-4B4E-B8BD-490B7BA53B5F}" destId="{0965D1CD-C041-439C-9D07-4794030FE14B}" srcOrd="5" destOrd="0" presId="urn:microsoft.com/office/officeart/2005/8/layout/chevron2"/>
    <dgm:cxn modelId="{74D2A602-B8B4-411B-A51D-3CBF034B4356}" type="presParOf" srcId="{F7C0B8E1-A44A-4B4E-B8BD-490B7BA53B5F}" destId="{E8E7C38E-EEF9-4BE3-A018-D64583B94A86}" srcOrd="6" destOrd="0" presId="urn:microsoft.com/office/officeart/2005/8/layout/chevron2"/>
    <dgm:cxn modelId="{167857F0-4713-4155-8EE9-32685171FB44}" type="presParOf" srcId="{E8E7C38E-EEF9-4BE3-A018-D64583B94A86}" destId="{70028CCB-0DD7-4D0C-B2D1-634F755EECBF}" srcOrd="0" destOrd="0" presId="urn:microsoft.com/office/officeart/2005/8/layout/chevron2"/>
    <dgm:cxn modelId="{E978128E-32BD-4790-8FCD-9C7C8FC8F4BB}" type="presParOf" srcId="{E8E7C38E-EEF9-4BE3-A018-D64583B94A86}" destId="{CD2837A9-5AA0-4217-A2B2-A342E5485290}" srcOrd="1" destOrd="0" presId="urn:microsoft.com/office/officeart/2005/8/layout/chevron2"/>
    <dgm:cxn modelId="{A03D375A-13D2-41FB-8A4B-9F3B1E0BF4A8}" type="presParOf" srcId="{F7C0B8E1-A44A-4B4E-B8BD-490B7BA53B5F}" destId="{39909100-0EE9-4FAE-A892-87F941EED221}" srcOrd="7" destOrd="0" presId="urn:microsoft.com/office/officeart/2005/8/layout/chevron2"/>
    <dgm:cxn modelId="{956A95CA-A3CF-4CF1-8E2F-00C6FAABDF0C}" type="presParOf" srcId="{F7C0B8E1-A44A-4B4E-B8BD-490B7BA53B5F}" destId="{107E718A-D621-4043-9409-C5D68CC08872}" srcOrd="8" destOrd="0" presId="urn:microsoft.com/office/officeart/2005/8/layout/chevron2"/>
    <dgm:cxn modelId="{CC03BC7A-D50E-4100-B2BC-5424A926B67C}" type="presParOf" srcId="{107E718A-D621-4043-9409-C5D68CC08872}" destId="{BF43B4F4-EB20-4495-8DBA-C5DE6D2E3AB1}" srcOrd="0" destOrd="0" presId="urn:microsoft.com/office/officeart/2005/8/layout/chevron2"/>
    <dgm:cxn modelId="{5DB6DEF9-45D9-47FB-859E-6E1E6209DD7C}" type="presParOf" srcId="{107E718A-D621-4043-9409-C5D68CC08872}" destId="{2187B6E8-4E1E-4B22-9856-A2D4FF81B727}" srcOrd="1" destOrd="0" presId="urn:microsoft.com/office/officeart/2005/8/layout/chevron2"/>
    <dgm:cxn modelId="{FE4D9578-78BC-4D3A-84F2-DEF472A0DF25}" type="presParOf" srcId="{F7C0B8E1-A44A-4B4E-B8BD-490B7BA53B5F}" destId="{436F1279-54F5-4D2F-8DC7-DC3593AD2C86}" srcOrd="9" destOrd="0" presId="urn:microsoft.com/office/officeart/2005/8/layout/chevron2"/>
    <dgm:cxn modelId="{EF525A8F-BBE1-4AEB-9B69-F565BB102892}" type="presParOf" srcId="{F7C0B8E1-A44A-4B4E-B8BD-490B7BA53B5F}" destId="{48AF1E3B-B5D3-4F68-B313-6DE96609D304}" srcOrd="10" destOrd="0" presId="urn:microsoft.com/office/officeart/2005/8/layout/chevron2"/>
    <dgm:cxn modelId="{9B737AB2-0DB2-4B1B-98DB-2F79DA723772}" type="presParOf" srcId="{48AF1E3B-B5D3-4F68-B313-6DE96609D304}" destId="{30878785-0B74-47E1-8179-A3E3E7373C08}" srcOrd="0" destOrd="0" presId="urn:microsoft.com/office/officeart/2005/8/layout/chevron2"/>
    <dgm:cxn modelId="{D6E2A6B7-1561-4B39-A7FF-11971119CC51}" type="presParOf" srcId="{48AF1E3B-B5D3-4F68-B313-6DE96609D304}" destId="{9DCA01C1-3609-4DA0-8DE2-1E265E8E0A03}" srcOrd="1" destOrd="0" presId="urn:microsoft.com/office/officeart/2005/8/layout/chevron2"/>
    <dgm:cxn modelId="{C44D6E58-06F7-4FD8-B511-028C2F19729F}" type="presParOf" srcId="{F7C0B8E1-A44A-4B4E-B8BD-490B7BA53B5F}" destId="{6847E775-014B-4574-B02C-6CA082799EB0}" srcOrd="11" destOrd="0" presId="urn:microsoft.com/office/officeart/2005/8/layout/chevron2"/>
    <dgm:cxn modelId="{CA6EFCAC-C3FE-4A7D-8C36-47E16EFD8697}" type="presParOf" srcId="{F7C0B8E1-A44A-4B4E-B8BD-490B7BA53B5F}" destId="{CB18D5D5-16D6-4F74-A46B-DBDCB6D015C5}" srcOrd="12" destOrd="0" presId="urn:microsoft.com/office/officeart/2005/8/layout/chevron2"/>
    <dgm:cxn modelId="{43B47160-5566-480A-B637-6CA60FEE340F}" type="presParOf" srcId="{CB18D5D5-16D6-4F74-A46B-DBDCB6D015C5}" destId="{BE9BE382-16F9-4643-B38E-D9AEBDD02601}" srcOrd="0" destOrd="0" presId="urn:microsoft.com/office/officeart/2005/8/layout/chevron2"/>
    <dgm:cxn modelId="{A44C56C2-2483-4D3C-9156-6B720456C295}" type="presParOf" srcId="{CB18D5D5-16D6-4F74-A46B-DBDCB6D015C5}" destId="{2DCA4991-03A6-4985-9C74-201FD9C8D083}" srcOrd="1" destOrd="0" presId="urn:microsoft.com/office/officeart/2005/8/layout/chevron2"/>
    <dgm:cxn modelId="{AC605026-2A0C-4453-A4A9-2A1ED46C6DFD}" type="presParOf" srcId="{F7C0B8E1-A44A-4B4E-B8BD-490B7BA53B5F}" destId="{61439439-AD37-4443-8ACB-832EE90B7066}" srcOrd="13" destOrd="0" presId="urn:microsoft.com/office/officeart/2005/8/layout/chevron2"/>
    <dgm:cxn modelId="{97D77B8C-AED8-4E2C-9CD5-123CB1FE1DDE}" type="presParOf" srcId="{F7C0B8E1-A44A-4B4E-B8BD-490B7BA53B5F}" destId="{DF7A9912-618C-401E-B1AF-7072742E6938}" srcOrd="14" destOrd="0" presId="urn:microsoft.com/office/officeart/2005/8/layout/chevron2"/>
    <dgm:cxn modelId="{54DC7C9A-F239-4D74-9401-00FC36357CFE}" type="presParOf" srcId="{DF7A9912-618C-401E-B1AF-7072742E6938}" destId="{6096198F-92FE-4751-9CD8-B58136FAA124}" srcOrd="0" destOrd="0" presId="urn:microsoft.com/office/officeart/2005/8/layout/chevron2"/>
    <dgm:cxn modelId="{A0858195-CFFD-45D7-9262-65E6FB3DBD18}" type="presParOf" srcId="{DF7A9912-618C-401E-B1AF-7072742E6938}" destId="{800E1E63-46CF-4C95-ADA4-95BCBEBE8E7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A89F5E-CC9C-4C40-B1A8-49D4820CE79B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58176E-C7F7-473E-9669-3D8A81187B98}">
      <dgm:prSet phldrT="[Text]"/>
      <dgm:spPr/>
      <dgm:t>
        <a:bodyPr/>
        <a:lstStyle/>
        <a:p>
          <a:r>
            <a:rPr lang="en-GB"/>
            <a:t>1</a:t>
          </a:r>
          <a:endParaRPr lang="en-US"/>
        </a:p>
      </dgm:t>
    </dgm:pt>
    <dgm:pt modelId="{05A15F12-5CED-4834-892C-53F7E3DAC1F9}" type="parTrans" cxnId="{9B852ABF-7DE7-41A4-8AA9-5BDB4F3ED98F}">
      <dgm:prSet/>
      <dgm:spPr/>
      <dgm:t>
        <a:bodyPr/>
        <a:lstStyle/>
        <a:p>
          <a:endParaRPr lang="en-US"/>
        </a:p>
      </dgm:t>
    </dgm:pt>
    <dgm:pt modelId="{3831B494-61E3-4CE4-9BFA-CC2EA8EC59A5}" type="sibTrans" cxnId="{9B852ABF-7DE7-41A4-8AA9-5BDB4F3ED98F}">
      <dgm:prSet/>
      <dgm:spPr/>
      <dgm:t>
        <a:bodyPr/>
        <a:lstStyle/>
        <a:p>
          <a:endParaRPr lang="en-US"/>
        </a:p>
      </dgm:t>
    </dgm:pt>
    <dgm:pt modelId="{00DCBF2A-7198-4FC7-880E-AAEBD5366BED}">
      <dgm:prSet phldrT="[Text]" custT="1"/>
      <dgm:spPr/>
      <dgm:t>
        <a:bodyPr/>
        <a:lstStyle/>
        <a:p>
          <a:r>
            <a:rPr lang="en-US" sz="1800" b="0" i="0"/>
            <a:t>A finite set of unambiguous instructions performed in a prescribed sequence to achieve a goal, especially a mathematical rule or procedure used to compute a desired result.</a:t>
          </a:r>
          <a:endParaRPr lang="en-US" sz="1800" b="0"/>
        </a:p>
      </dgm:t>
    </dgm:pt>
    <dgm:pt modelId="{60E38498-51C0-401C-BC52-B836D12BA7B5}" type="parTrans" cxnId="{712DFEE0-3A67-4253-80F1-88629A1112C8}">
      <dgm:prSet/>
      <dgm:spPr/>
      <dgm:t>
        <a:bodyPr/>
        <a:lstStyle/>
        <a:p>
          <a:endParaRPr lang="en-US"/>
        </a:p>
      </dgm:t>
    </dgm:pt>
    <dgm:pt modelId="{37208A6C-F0FA-4BCD-AA0B-6D1538673A72}" type="sibTrans" cxnId="{712DFEE0-3A67-4253-80F1-88629A1112C8}">
      <dgm:prSet/>
      <dgm:spPr/>
      <dgm:t>
        <a:bodyPr/>
        <a:lstStyle/>
        <a:p>
          <a:endParaRPr lang="en-US"/>
        </a:p>
      </dgm:t>
    </dgm:pt>
    <dgm:pt modelId="{BC78E20D-B1C1-46F8-AA20-F8D67E5D75D2}">
      <dgm:prSet phldrT="[Text]"/>
      <dgm:spPr/>
      <dgm:t>
        <a:bodyPr/>
        <a:lstStyle/>
        <a:p>
          <a:r>
            <a:rPr lang="en-GB"/>
            <a:t>2</a:t>
          </a:r>
          <a:endParaRPr lang="en-US"/>
        </a:p>
      </dgm:t>
    </dgm:pt>
    <dgm:pt modelId="{00389FC3-8A0E-4B8C-91C5-C753B691B960}" type="parTrans" cxnId="{8C895583-0C63-443F-B751-C5C1AA1EB840}">
      <dgm:prSet/>
      <dgm:spPr/>
      <dgm:t>
        <a:bodyPr/>
        <a:lstStyle/>
        <a:p>
          <a:endParaRPr lang="en-US"/>
        </a:p>
      </dgm:t>
    </dgm:pt>
    <dgm:pt modelId="{911D78FE-9CAE-464D-9C7D-862D93CFC337}" type="sibTrans" cxnId="{8C895583-0C63-443F-B751-C5C1AA1EB840}">
      <dgm:prSet/>
      <dgm:spPr/>
      <dgm:t>
        <a:bodyPr/>
        <a:lstStyle/>
        <a:p>
          <a:endParaRPr lang="en-US"/>
        </a:p>
      </dgm:t>
    </dgm:pt>
    <dgm:pt modelId="{2C5D445A-0D27-42CA-BC2A-857945653014}">
      <dgm:prSet phldrT="[Text]" custT="1"/>
      <dgm:spPr/>
      <dgm:t>
        <a:bodyPr/>
        <a:lstStyle/>
        <a:p>
          <a:r>
            <a:rPr lang="en-US" sz="1800" b="0" i="0"/>
            <a:t>A predetermined set of instructions for solving a specific problem in a limited number of steps.</a:t>
          </a:r>
          <a:endParaRPr lang="en-US" sz="1800" b="0"/>
        </a:p>
      </dgm:t>
    </dgm:pt>
    <dgm:pt modelId="{77D619B2-3CBA-4BFF-A747-08E9C332AAE9}" type="parTrans" cxnId="{D1393072-1E10-4F58-A44F-28AF822DA61B}">
      <dgm:prSet/>
      <dgm:spPr/>
      <dgm:t>
        <a:bodyPr/>
        <a:lstStyle/>
        <a:p>
          <a:endParaRPr lang="en-US"/>
        </a:p>
      </dgm:t>
    </dgm:pt>
    <dgm:pt modelId="{292C0111-3B79-443B-AFFB-62E60FA3B206}" type="sibTrans" cxnId="{D1393072-1E10-4F58-A44F-28AF822DA61B}">
      <dgm:prSet/>
      <dgm:spPr/>
      <dgm:t>
        <a:bodyPr/>
        <a:lstStyle/>
        <a:p>
          <a:endParaRPr lang="en-US"/>
        </a:p>
      </dgm:t>
    </dgm:pt>
    <dgm:pt modelId="{CE22BFCF-D55E-4D81-ABB7-617EAB7C7655}">
      <dgm:prSet phldrT="[Text]"/>
      <dgm:spPr/>
      <dgm:t>
        <a:bodyPr/>
        <a:lstStyle/>
        <a:p>
          <a:r>
            <a:rPr lang="en-GB"/>
            <a:t>3</a:t>
          </a:r>
          <a:endParaRPr lang="en-US"/>
        </a:p>
      </dgm:t>
    </dgm:pt>
    <dgm:pt modelId="{BB2DB952-F395-4DA7-A40D-C6653242B338}" type="parTrans" cxnId="{3442E285-1871-41F8-BC49-8B4659B60F06}">
      <dgm:prSet/>
      <dgm:spPr/>
      <dgm:t>
        <a:bodyPr/>
        <a:lstStyle/>
        <a:p>
          <a:endParaRPr lang="en-US"/>
        </a:p>
      </dgm:t>
    </dgm:pt>
    <dgm:pt modelId="{EB5FBEB4-60AC-4318-8969-C3FADF3A433F}" type="sibTrans" cxnId="{3442E285-1871-41F8-BC49-8B4659B60F06}">
      <dgm:prSet/>
      <dgm:spPr/>
      <dgm:t>
        <a:bodyPr/>
        <a:lstStyle/>
        <a:p>
          <a:endParaRPr lang="en-US"/>
        </a:p>
      </dgm:t>
    </dgm:pt>
    <dgm:pt modelId="{B9D5EF4C-F47B-41EC-8357-3672A614D5E6}">
      <dgm:prSet phldrT="[Text]" custT="1"/>
      <dgm:spPr/>
      <dgm:t>
        <a:bodyPr/>
        <a:lstStyle/>
        <a:p>
          <a:r>
            <a:rPr lang="en-US" sz="1800" b="0" i="0"/>
            <a:t>A precise step-by-step plan for a computational procedure that possibly begins with an input value and yields an output value in a finite number of steps.	</a:t>
          </a:r>
          <a:endParaRPr lang="en-US" sz="1800" b="0"/>
        </a:p>
      </dgm:t>
    </dgm:pt>
    <dgm:pt modelId="{A90945DD-AE89-4AC7-814A-DFB817DDC411}" type="parTrans" cxnId="{C9355015-629E-4A74-8313-32E5A2A88363}">
      <dgm:prSet/>
      <dgm:spPr/>
      <dgm:t>
        <a:bodyPr/>
        <a:lstStyle/>
        <a:p>
          <a:endParaRPr lang="en-US"/>
        </a:p>
      </dgm:t>
    </dgm:pt>
    <dgm:pt modelId="{5534D747-3A1A-4837-B240-9D44A20D887E}" type="sibTrans" cxnId="{C9355015-629E-4A74-8313-32E5A2A88363}">
      <dgm:prSet/>
      <dgm:spPr/>
      <dgm:t>
        <a:bodyPr/>
        <a:lstStyle/>
        <a:p>
          <a:endParaRPr lang="en-US"/>
        </a:p>
      </dgm:t>
    </dgm:pt>
    <dgm:pt modelId="{2A912989-ACB8-4AF5-8FBC-1338509B08FD}" type="pres">
      <dgm:prSet presAssocID="{C7A89F5E-CC9C-4C40-B1A8-49D4820CE79B}" presName="Name0" presStyleCnt="0">
        <dgm:presLayoutVars>
          <dgm:chMax/>
          <dgm:chPref/>
          <dgm:dir/>
        </dgm:presLayoutVars>
      </dgm:prSet>
      <dgm:spPr/>
    </dgm:pt>
    <dgm:pt modelId="{CF1A07D6-6CAB-44A4-BB16-9962811DC346}" type="pres">
      <dgm:prSet presAssocID="{5258176E-C7F7-473E-9669-3D8A81187B98}" presName="parenttextcomposite" presStyleCnt="0"/>
      <dgm:spPr/>
    </dgm:pt>
    <dgm:pt modelId="{7EB99DB0-FB2B-4CD6-BC23-9780CB206CFD}" type="pres">
      <dgm:prSet presAssocID="{5258176E-C7F7-473E-9669-3D8A81187B98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A19C66A3-0DF8-4FEC-94DE-18FD93EE3E92}" type="pres">
      <dgm:prSet presAssocID="{5258176E-C7F7-473E-9669-3D8A81187B98}" presName="composite" presStyleCnt="0"/>
      <dgm:spPr/>
    </dgm:pt>
    <dgm:pt modelId="{F8918158-8F9A-4918-9389-39F0C52ABA48}" type="pres">
      <dgm:prSet presAssocID="{5258176E-C7F7-473E-9669-3D8A81187B98}" presName="chevron1" presStyleLbl="alignNode1" presStyleIdx="0" presStyleCnt="21"/>
      <dgm:spPr/>
    </dgm:pt>
    <dgm:pt modelId="{BCA0CC42-945A-49C2-B95F-60B4977D86FB}" type="pres">
      <dgm:prSet presAssocID="{5258176E-C7F7-473E-9669-3D8A81187B98}" presName="chevron2" presStyleLbl="alignNode1" presStyleIdx="1" presStyleCnt="21"/>
      <dgm:spPr>
        <a:solidFill>
          <a:srgbClr val="7030A0"/>
        </a:solidFill>
        <a:ln>
          <a:solidFill>
            <a:srgbClr val="7030A0"/>
          </a:solidFill>
        </a:ln>
      </dgm:spPr>
    </dgm:pt>
    <dgm:pt modelId="{8155445C-AC5B-43C2-B278-E4EEE25ED260}" type="pres">
      <dgm:prSet presAssocID="{5258176E-C7F7-473E-9669-3D8A81187B98}" presName="chevron3" presStyleLbl="alignNode1" presStyleIdx="2" presStyleCnt="21"/>
      <dgm:spPr>
        <a:solidFill>
          <a:srgbClr val="00B0F0"/>
        </a:solidFill>
        <a:ln>
          <a:solidFill>
            <a:srgbClr val="00B0F0"/>
          </a:solidFill>
        </a:ln>
      </dgm:spPr>
    </dgm:pt>
    <dgm:pt modelId="{D5AC9C28-FA41-4A83-981D-6DA8122E3017}" type="pres">
      <dgm:prSet presAssocID="{5258176E-C7F7-473E-9669-3D8A81187B98}" presName="chevron4" presStyleLbl="alignNode1" presStyleIdx="3" presStyleCnt="21"/>
      <dgm:spPr>
        <a:solidFill>
          <a:srgbClr val="92D050"/>
        </a:solidFill>
        <a:ln>
          <a:solidFill>
            <a:srgbClr val="92D050"/>
          </a:solidFill>
        </a:ln>
      </dgm:spPr>
    </dgm:pt>
    <dgm:pt modelId="{39956B96-B4BF-40AD-8B82-D22C67B7838D}" type="pres">
      <dgm:prSet presAssocID="{5258176E-C7F7-473E-9669-3D8A81187B98}" presName="chevron5" presStyleLbl="alignNode1" presStyleIdx="4" presStyleCnt="21"/>
      <dgm:spPr>
        <a:solidFill>
          <a:srgbClr val="FF0000"/>
        </a:solidFill>
        <a:ln>
          <a:solidFill>
            <a:srgbClr val="FF0000"/>
          </a:solidFill>
        </a:ln>
      </dgm:spPr>
    </dgm:pt>
    <dgm:pt modelId="{2786FAA7-6E8D-4227-8CD0-268A9704C4E0}" type="pres">
      <dgm:prSet presAssocID="{5258176E-C7F7-473E-9669-3D8A81187B98}" presName="chevron6" presStyleLbl="alignNode1" presStyleIdx="5" presStyleCnt="21"/>
      <dgm:spPr>
        <a:solidFill>
          <a:srgbClr val="FFFF00"/>
        </a:solidFill>
        <a:ln>
          <a:solidFill>
            <a:srgbClr val="FFFF00"/>
          </a:solidFill>
        </a:ln>
      </dgm:spPr>
    </dgm:pt>
    <dgm:pt modelId="{5D4C9E5B-1CB3-461B-B813-158DFB1697DD}" type="pres">
      <dgm:prSet presAssocID="{5258176E-C7F7-473E-9669-3D8A81187B98}" presName="chevron7" presStyleLbl="alignNode1" presStyleIdx="6" presStyleCnt="21"/>
      <dgm:spPr>
        <a:solidFill>
          <a:srgbClr val="E17805"/>
        </a:solidFill>
        <a:ln>
          <a:solidFill>
            <a:srgbClr val="E17805"/>
          </a:solidFill>
        </a:ln>
      </dgm:spPr>
    </dgm:pt>
    <dgm:pt modelId="{F3656345-EDC2-4C91-8A4D-7C48F9D9775D}" type="pres">
      <dgm:prSet presAssocID="{5258176E-C7F7-473E-9669-3D8A81187B98}" presName="childtext" presStyleLbl="solidFgAcc1" presStyleIdx="0" presStyleCnt="3" custScaleX="125737">
        <dgm:presLayoutVars>
          <dgm:chMax/>
          <dgm:chPref val="0"/>
          <dgm:bulletEnabled val="1"/>
        </dgm:presLayoutVars>
      </dgm:prSet>
      <dgm:spPr/>
    </dgm:pt>
    <dgm:pt modelId="{6F374119-159A-4A93-BA1C-58BCC106B420}" type="pres">
      <dgm:prSet presAssocID="{3831B494-61E3-4CE4-9BFA-CC2EA8EC59A5}" presName="sibTrans" presStyleCnt="0"/>
      <dgm:spPr/>
    </dgm:pt>
    <dgm:pt modelId="{DE707F28-B424-4F25-9609-C57DAD1F4126}" type="pres">
      <dgm:prSet presAssocID="{BC78E20D-B1C1-46F8-AA20-F8D67E5D75D2}" presName="parenttextcomposite" presStyleCnt="0"/>
      <dgm:spPr/>
    </dgm:pt>
    <dgm:pt modelId="{7C1E30C4-C563-466C-8217-B37026E395F1}" type="pres">
      <dgm:prSet presAssocID="{BC78E20D-B1C1-46F8-AA20-F8D67E5D75D2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A5DA4DF9-39CC-4BDE-A264-AE852E6FF3F0}" type="pres">
      <dgm:prSet presAssocID="{BC78E20D-B1C1-46F8-AA20-F8D67E5D75D2}" presName="composite" presStyleCnt="0"/>
      <dgm:spPr/>
    </dgm:pt>
    <dgm:pt modelId="{A06FE1C5-7FE6-4500-B913-27D7A36E86E6}" type="pres">
      <dgm:prSet presAssocID="{BC78E20D-B1C1-46F8-AA20-F8D67E5D75D2}" presName="chevron1" presStyleLbl="alignNode1" presStyleIdx="7" presStyleCnt="21"/>
      <dgm:spPr>
        <a:solidFill>
          <a:srgbClr val="0070C0"/>
        </a:solidFill>
        <a:ln>
          <a:solidFill>
            <a:srgbClr val="0070C0"/>
          </a:solidFill>
        </a:ln>
      </dgm:spPr>
    </dgm:pt>
    <dgm:pt modelId="{F0297032-C650-4BEE-8EAA-F20C4A76D02C}" type="pres">
      <dgm:prSet presAssocID="{BC78E20D-B1C1-46F8-AA20-F8D67E5D75D2}" presName="chevron2" presStyleLbl="alignNode1" presStyleIdx="8" presStyleCnt="21"/>
      <dgm:spPr>
        <a:solidFill>
          <a:srgbClr val="FFC000"/>
        </a:solidFill>
        <a:ln>
          <a:solidFill>
            <a:srgbClr val="FFC000"/>
          </a:solidFill>
        </a:ln>
      </dgm:spPr>
    </dgm:pt>
    <dgm:pt modelId="{7CD7CC8F-E6F1-4778-BEE5-6056F3106F52}" type="pres">
      <dgm:prSet presAssocID="{BC78E20D-B1C1-46F8-AA20-F8D67E5D75D2}" presName="chevron3" presStyleLbl="alignNode1" presStyleIdx="9" presStyleCnt="21"/>
      <dgm:spPr>
        <a:solidFill>
          <a:srgbClr val="00B050"/>
        </a:solidFill>
        <a:ln>
          <a:solidFill>
            <a:srgbClr val="00B050"/>
          </a:solidFill>
        </a:ln>
      </dgm:spPr>
    </dgm:pt>
    <dgm:pt modelId="{36C5B4ED-AFDE-497A-A639-35543CEAA7AA}" type="pres">
      <dgm:prSet presAssocID="{BC78E20D-B1C1-46F8-AA20-F8D67E5D75D2}" presName="chevron4" presStyleLbl="alignNode1" presStyleIdx="10" presStyleCnt="21"/>
      <dgm:spPr>
        <a:solidFill>
          <a:srgbClr val="FF0000"/>
        </a:solidFill>
        <a:ln>
          <a:solidFill>
            <a:srgbClr val="FF0000"/>
          </a:solidFill>
        </a:ln>
      </dgm:spPr>
    </dgm:pt>
    <dgm:pt modelId="{742F4FAD-2D25-4FD6-87BE-8752E90E89D2}" type="pres">
      <dgm:prSet presAssocID="{BC78E20D-B1C1-46F8-AA20-F8D67E5D75D2}" presName="chevron5" presStyleLbl="alignNode1" presStyleIdx="11" presStyleCnt="21"/>
      <dgm:spPr>
        <a:solidFill>
          <a:srgbClr val="00B0F0"/>
        </a:solidFill>
        <a:ln>
          <a:solidFill>
            <a:srgbClr val="00B0F0"/>
          </a:solidFill>
        </a:ln>
      </dgm:spPr>
    </dgm:pt>
    <dgm:pt modelId="{9BB308CB-5FCE-4559-99DD-480D93A09B1D}" type="pres">
      <dgm:prSet presAssocID="{BC78E20D-B1C1-46F8-AA20-F8D67E5D75D2}" presName="chevron6" presStyleLbl="alignNode1" presStyleIdx="12" presStyleCnt="21"/>
      <dgm:spPr>
        <a:solidFill>
          <a:srgbClr val="7030A0"/>
        </a:solidFill>
        <a:ln>
          <a:solidFill>
            <a:srgbClr val="7030A0"/>
          </a:solidFill>
        </a:ln>
      </dgm:spPr>
    </dgm:pt>
    <dgm:pt modelId="{979EEE63-C345-4C71-9899-D1B5EC879AA7}" type="pres">
      <dgm:prSet presAssocID="{BC78E20D-B1C1-46F8-AA20-F8D67E5D75D2}" presName="chevron7" presStyleLbl="alignNode1" presStyleIdx="13" presStyleCnt="21"/>
      <dgm:spPr/>
    </dgm:pt>
    <dgm:pt modelId="{2CF01B63-58F8-4BE5-A687-7EAFD63F435B}" type="pres">
      <dgm:prSet presAssocID="{BC78E20D-B1C1-46F8-AA20-F8D67E5D75D2}" presName="childtext" presStyleLbl="solidFgAcc1" presStyleIdx="1" presStyleCnt="3" custScaleX="124219">
        <dgm:presLayoutVars>
          <dgm:chMax/>
          <dgm:chPref val="0"/>
          <dgm:bulletEnabled val="1"/>
        </dgm:presLayoutVars>
      </dgm:prSet>
      <dgm:spPr/>
    </dgm:pt>
    <dgm:pt modelId="{E83888E6-2B44-48A1-87FD-9AD5D330123D}" type="pres">
      <dgm:prSet presAssocID="{911D78FE-9CAE-464D-9C7D-862D93CFC337}" presName="sibTrans" presStyleCnt="0"/>
      <dgm:spPr/>
    </dgm:pt>
    <dgm:pt modelId="{C611E8CB-8BA5-4908-8C36-7FBED72D4D33}" type="pres">
      <dgm:prSet presAssocID="{CE22BFCF-D55E-4D81-ABB7-617EAB7C7655}" presName="parenttextcomposite" presStyleCnt="0"/>
      <dgm:spPr/>
    </dgm:pt>
    <dgm:pt modelId="{FBCE0BF5-C877-4A6E-88DE-9AB339BD338D}" type="pres">
      <dgm:prSet presAssocID="{CE22BFCF-D55E-4D81-ABB7-617EAB7C7655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EF025F5E-284B-44C4-9313-9D3A2388FC30}" type="pres">
      <dgm:prSet presAssocID="{CE22BFCF-D55E-4D81-ABB7-617EAB7C7655}" presName="composite" presStyleCnt="0"/>
      <dgm:spPr/>
    </dgm:pt>
    <dgm:pt modelId="{B00A1456-6FF3-4AF6-8F52-948BDA0B9281}" type="pres">
      <dgm:prSet presAssocID="{CE22BFCF-D55E-4D81-ABB7-617EAB7C7655}" presName="chevron1" presStyleLbl="alignNode1" presStyleIdx="14" presStyleCnt="21"/>
      <dgm:spPr>
        <a:solidFill>
          <a:srgbClr val="7030A0"/>
        </a:solidFill>
        <a:ln>
          <a:solidFill>
            <a:srgbClr val="7030A0"/>
          </a:solidFill>
        </a:ln>
      </dgm:spPr>
    </dgm:pt>
    <dgm:pt modelId="{59484A87-F31E-4F23-A3A2-DCA8073E3439}" type="pres">
      <dgm:prSet presAssocID="{CE22BFCF-D55E-4D81-ABB7-617EAB7C7655}" presName="chevron2" presStyleLbl="alignNode1" presStyleIdx="15" presStyleCnt="21"/>
      <dgm:spPr>
        <a:solidFill>
          <a:srgbClr val="92D050"/>
        </a:solidFill>
        <a:ln>
          <a:solidFill>
            <a:srgbClr val="92D050"/>
          </a:solidFill>
        </a:ln>
      </dgm:spPr>
    </dgm:pt>
    <dgm:pt modelId="{F260B2DA-A0D7-4458-871B-DD64F20CF8B7}" type="pres">
      <dgm:prSet presAssocID="{CE22BFCF-D55E-4D81-ABB7-617EAB7C7655}" presName="chevron3" presStyleLbl="alignNode1" presStyleIdx="16" presStyleCnt="21"/>
      <dgm:spPr>
        <a:solidFill>
          <a:srgbClr val="00B0F0"/>
        </a:solidFill>
        <a:ln>
          <a:solidFill>
            <a:srgbClr val="00B0F0"/>
          </a:solidFill>
        </a:ln>
      </dgm:spPr>
    </dgm:pt>
    <dgm:pt modelId="{05ABA6A8-91CA-45E9-90FF-E0EC0A455AC6}" type="pres">
      <dgm:prSet presAssocID="{CE22BFCF-D55E-4D81-ABB7-617EAB7C7655}" presName="chevron4" presStyleLbl="alignNode1" presStyleIdx="17" presStyleCnt="21"/>
      <dgm:spPr>
        <a:solidFill>
          <a:srgbClr val="FFFF00"/>
        </a:solidFill>
        <a:ln>
          <a:solidFill>
            <a:srgbClr val="FFFF00"/>
          </a:solidFill>
        </a:ln>
      </dgm:spPr>
    </dgm:pt>
    <dgm:pt modelId="{4693DA0C-196A-4E90-9642-6E96C9D773D4}" type="pres">
      <dgm:prSet presAssocID="{CE22BFCF-D55E-4D81-ABB7-617EAB7C7655}" presName="chevron5" presStyleLbl="alignNode1" presStyleIdx="18" presStyleCnt="21"/>
      <dgm:spPr>
        <a:solidFill>
          <a:srgbClr val="0070C0"/>
        </a:solidFill>
        <a:ln>
          <a:solidFill>
            <a:srgbClr val="0070C0"/>
          </a:solidFill>
        </a:ln>
      </dgm:spPr>
    </dgm:pt>
    <dgm:pt modelId="{2FF81241-5C8C-4037-977C-4A63FDA17E3F}" type="pres">
      <dgm:prSet presAssocID="{CE22BFCF-D55E-4D81-ABB7-617EAB7C7655}" presName="chevron6" presStyleLbl="alignNode1" presStyleIdx="19" presStyleCnt="21"/>
      <dgm:spPr/>
    </dgm:pt>
    <dgm:pt modelId="{A6855CFE-A444-4D06-82F9-ACE9858D7E88}" type="pres">
      <dgm:prSet presAssocID="{CE22BFCF-D55E-4D81-ABB7-617EAB7C7655}" presName="chevron7" presStyleLbl="alignNode1" presStyleIdx="20" presStyleCnt="21"/>
      <dgm:spPr>
        <a:solidFill>
          <a:srgbClr val="FF0000"/>
        </a:solidFill>
        <a:ln>
          <a:solidFill>
            <a:srgbClr val="FF0000"/>
          </a:solidFill>
        </a:ln>
      </dgm:spPr>
    </dgm:pt>
    <dgm:pt modelId="{80203BB4-C956-491E-A582-09B7BFBD7D05}" type="pres">
      <dgm:prSet presAssocID="{CE22BFCF-D55E-4D81-ABB7-617EAB7C7655}" presName="childtext" presStyleLbl="solidFgAcc1" presStyleIdx="2" presStyleCnt="3" custScaleX="122393">
        <dgm:presLayoutVars>
          <dgm:chMax/>
          <dgm:chPref val="0"/>
          <dgm:bulletEnabled val="1"/>
        </dgm:presLayoutVars>
      </dgm:prSet>
      <dgm:spPr/>
    </dgm:pt>
  </dgm:ptLst>
  <dgm:cxnLst>
    <dgm:cxn modelId="{436ABC06-4018-4A85-AF1E-B85CE798E60D}" type="presOf" srcId="{C7A89F5E-CC9C-4C40-B1A8-49D4820CE79B}" destId="{2A912989-ACB8-4AF5-8FBC-1338509B08FD}" srcOrd="0" destOrd="0" presId="urn:microsoft.com/office/officeart/2008/layout/VerticalAccentList"/>
    <dgm:cxn modelId="{C9355015-629E-4A74-8313-32E5A2A88363}" srcId="{CE22BFCF-D55E-4D81-ABB7-617EAB7C7655}" destId="{B9D5EF4C-F47B-41EC-8357-3672A614D5E6}" srcOrd="0" destOrd="0" parTransId="{A90945DD-AE89-4AC7-814A-DFB817DDC411}" sibTransId="{5534D747-3A1A-4837-B240-9D44A20D887E}"/>
    <dgm:cxn modelId="{D1393072-1E10-4F58-A44F-28AF822DA61B}" srcId="{BC78E20D-B1C1-46F8-AA20-F8D67E5D75D2}" destId="{2C5D445A-0D27-42CA-BC2A-857945653014}" srcOrd="0" destOrd="0" parTransId="{77D619B2-3CBA-4BFF-A747-08E9C332AAE9}" sibTransId="{292C0111-3B79-443B-AFFB-62E60FA3B206}"/>
    <dgm:cxn modelId="{7EC38D55-C62D-4C77-929A-356834D484DB}" type="presOf" srcId="{00DCBF2A-7198-4FC7-880E-AAEBD5366BED}" destId="{F3656345-EDC2-4C91-8A4D-7C48F9D9775D}" srcOrd="0" destOrd="0" presId="urn:microsoft.com/office/officeart/2008/layout/VerticalAccentList"/>
    <dgm:cxn modelId="{8C895583-0C63-443F-B751-C5C1AA1EB840}" srcId="{C7A89F5E-CC9C-4C40-B1A8-49D4820CE79B}" destId="{BC78E20D-B1C1-46F8-AA20-F8D67E5D75D2}" srcOrd="1" destOrd="0" parTransId="{00389FC3-8A0E-4B8C-91C5-C753B691B960}" sibTransId="{911D78FE-9CAE-464D-9C7D-862D93CFC337}"/>
    <dgm:cxn modelId="{3442E285-1871-41F8-BC49-8B4659B60F06}" srcId="{C7A89F5E-CC9C-4C40-B1A8-49D4820CE79B}" destId="{CE22BFCF-D55E-4D81-ABB7-617EAB7C7655}" srcOrd="2" destOrd="0" parTransId="{BB2DB952-F395-4DA7-A40D-C6653242B338}" sibTransId="{EB5FBEB4-60AC-4318-8969-C3FADF3A433F}"/>
    <dgm:cxn modelId="{4BB56AA6-6807-440E-9BB7-1F7A5E2DD632}" type="presOf" srcId="{B9D5EF4C-F47B-41EC-8357-3672A614D5E6}" destId="{80203BB4-C956-491E-A582-09B7BFBD7D05}" srcOrd="0" destOrd="0" presId="urn:microsoft.com/office/officeart/2008/layout/VerticalAccentList"/>
    <dgm:cxn modelId="{C60C64AF-2392-4503-B290-89810B5A1407}" type="presOf" srcId="{2C5D445A-0D27-42CA-BC2A-857945653014}" destId="{2CF01B63-58F8-4BE5-A687-7EAFD63F435B}" srcOrd="0" destOrd="0" presId="urn:microsoft.com/office/officeart/2008/layout/VerticalAccentList"/>
    <dgm:cxn modelId="{9B852ABF-7DE7-41A4-8AA9-5BDB4F3ED98F}" srcId="{C7A89F5E-CC9C-4C40-B1A8-49D4820CE79B}" destId="{5258176E-C7F7-473E-9669-3D8A81187B98}" srcOrd="0" destOrd="0" parTransId="{05A15F12-5CED-4834-892C-53F7E3DAC1F9}" sibTransId="{3831B494-61E3-4CE4-9BFA-CC2EA8EC59A5}"/>
    <dgm:cxn modelId="{57FF66C9-E4A7-4224-96A6-DAE5B4183E0D}" type="presOf" srcId="{CE22BFCF-D55E-4D81-ABB7-617EAB7C7655}" destId="{FBCE0BF5-C877-4A6E-88DE-9AB339BD338D}" srcOrd="0" destOrd="0" presId="urn:microsoft.com/office/officeart/2008/layout/VerticalAccentList"/>
    <dgm:cxn modelId="{97BF16CF-B3FB-4E2C-BB80-26C85968DA9E}" type="presOf" srcId="{BC78E20D-B1C1-46F8-AA20-F8D67E5D75D2}" destId="{7C1E30C4-C563-466C-8217-B37026E395F1}" srcOrd="0" destOrd="0" presId="urn:microsoft.com/office/officeart/2008/layout/VerticalAccentList"/>
    <dgm:cxn modelId="{7C754AD5-F1B7-4A4D-890D-EFC07661B063}" type="presOf" srcId="{5258176E-C7F7-473E-9669-3D8A81187B98}" destId="{7EB99DB0-FB2B-4CD6-BC23-9780CB206CFD}" srcOrd="0" destOrd="0" presId="urn:microsoft.com/office/officeart/2008/layout/VerticalAccentList"/>
    <dgm:cxn modelId="{712DFEE0-3A67-4253-80F1-88629A1112C8}" srcId="{5258176E-C7F7-473E-9669-3D8A81187B98}" destId="{00DCBF2A-7198-4FC7-880E-AAEBD5366BED}" srcOrd="0" destOrd="0" parTransId="{60E38498-51C0-401C-BC52-B836D12BA7B5}" sibTransId="{37208A6C-F0FA-4BCD-AA0B-6D1538673A72}"/>
    <dgm:cxn modelId="{2A20155E-2CD5-4823-9D73-055CD9E29718}" type="presParOf" srcId="{2A912989-ACB8-4AF5-8FBC-1338509B08FD}" destId="{CF1A07D6-6CAB-44A4-BB16-9962811DC346}" srcOrd="0" destOrd="0" presId="urn:microsoft.com/office/officeart/2008/layout/VerticalAccentList"/>
    <dgm:cxn modelId="{21FD177F-4B50-4DAC-B8C6-CD37D329381C}" type="presParOf" srcId="{CF1A07D6-6CAB-44A4-BB16-9962811DC346}" destId="{7EB99DB0-FB2B-4CD6-BC23-9780CB206CFD}" srcOrd="0" destOrd="0" presId="urn:microsoft.com/office/officeart/2008/layout/VerticalAccentList"/>
    <dgm:cxn modelId="{406E3453-AE52-458C-A0BB-3DD78AFC25B1}" type="presParOf" srcId="{2A912989-ACB8-4AF5-8FBC-1338509B08FD}" destId="{A19C66A3-0DF8-4FEC-94DE-18FD93EE3E92}" srcOrd="1" destOrd="0" presId="urn:microsoft.com/office/officeart/2008/layout/VerticalAccentList"/>
    <dgm:cxn modelId="{B9E0A637-2833-4564-8060-53E20D057133}" type="presParOf" srcId="{A19C66A3-0DF8-4FEC-94DE-18FD93EE3E92}" destId="{F8918158-8F9A-4918-9389-39F0C52ABA48}" srcOrd="0" destOrd="0" presId="urn:microsoft.com/office/officeart/2008/layout/VerticalAccentList"/>
    <dgm:cxn modelId="{E26D3AE5-2C19-4511-819A-8FD804871EFC}" type="presParOf" srcId="{A19C66A3-0DF8-4FEC-94DE-18FD93EE3E92}" destId="{BCA0CC42-945A-49C2-B95F-60B4977D86FB}" srcOrd="1" destOrd="0" presId="urn:microsoft.com/office/officeart/2008/layout/VerticalAccentList"/>
    <dgm:cxn modelId="{520EAA4E-7F59-4DAE-9FD6-FD4921DBF137}" type="presParOf" srcId="{A19C66A3-0DF8-4FEC-94DE-18FD93EE3E92}" destId="{8155445C-AC5B-43C2-B278-E4EEE25ED260}" srcOrd="2" destOrd="0" presId="urn:microsoft.com/office/officeart/2008/layout/VerticalAccentList"/>
    <dgm:cxn modelId="{FC51640C-FD78-4FD0-B96E-C26039B6448A}" type="presParOf" srcId="{A19C66A3-0DF8-4FEC-94DE-18FD93EE3E92}" destId="{D5AC9C28-FA41-4A83-981D-6DA8122E3017}" srcOrd="3" destOrd="0" presId="urn:microsoft.com/office/officeart/2008/layout/VerticalAccentList"/>
    <dgm:cxn modelId="{E7DB4A2A-9FF4-4268-B20F-984B61F878FB}" type="presParOf" srcId="{A19C66A3-0DF8-4FEC-94DE-18FD93EE3E92}" destId="{39956B96-B4BF-40AD-8B82-D22C67B7838D}" srcOrd="4" destOrd="0" presId="urn:microsoft.com/office/officeart/2008/layout/VerticalAccentList"/>
    <dgm:cxn modelId="{0E4239CC-9C9D-417F-A17F-9EC59F7750A4}" type="presParOf" srcId="{A19C66A3-0DF8-4FEC-94DE-18FD93EE3E92}" destId="{2786FAA7-6E8D-4227-8CD0-268A9704C4E0}" srcOrd="5" destOrd="0" presId="urn:microsoft.com/office/officeart/2008/layout/VerticalAccentList"/>
    <dgm:cxn modelId="{21522CD1-1C79-4343-8E51-A8C97AA7CFAD}" type="presParOf" srcId="{A19C66A3-0DF8-4FEC-94DE-18FD93EE3E92}" destId="{5D4C9E5B-1CB3-461B-B813-158DFB1697DD}" srcOrd="6" destOrd="0" presId="urn:microsoft.com/office/officeart/2008/layout/VerticalAccentList"/>
    <dgm:cxn modelId="{634FA339-905D-4F0E-95FA-B197522DE9D2}" type="presParOf" srcId="{A19C66A3-0DF8-4FEC-94DE-18FD93EE3E92}" destId="{F3656345-EDC2-4C91-8A4D-7C48F9D9775D}" srcOrd="7" destOrd="0" presId="urn:microsoft.com/office/officeart/2008/layout/VerticalAccentList"/>
    <dgm:cxn modelId="{CF739C8F-D3D4-4044-903D-B98915726AFE}" type="presParOf" srcId="{2A912989-ACB8-4AF5-8FBC-1338509B08FD}" destId="{6F374119-159A-4A93-BA1C-58BCC106B420}" srcOrd="2" destOrd="0" presId="urn:microsoft.com/office/officeart/2008/layout/VerticalAccentList"/>
    <dgm:cxn modelId="{B327088B-273A-4B50-86E3-7952D3D4C38B}" type="presParOf" srcId="{2A912989-ACB8-4AF5-8FBC-1338509B08FD}" destId="{DE707F28-B424-4F25-9609-C57DAD1F4126}" srcOrd="3" destOrd="0" presId="urn:microsoft.com/office/officeart/2008/layout/VerticalAccentList"/>
    <dgm:cxn modelId="{998780EA-A6DB-4E74-82CA-5AAC618EEAB2}" type="presParOf" srcId="{DE707F28-B424-4F25-9609-C57DAD1F4126}" destId="{7C1E30C4-C563-466C-8217-B37026E395F1}" srcOrd="0" destOrd="0" presId="urn:microsoft.com/office/officeart/2008/layout/VerticalAccentList"/>
    <dgm:cxn modelId="{2240ABEF-9071-4D86-BD1D-D307527FC9C7}" type="presParOf" srcId="{2A912989-ACB8-4AF5-8FBC-1338509B08FD}" destId="{A5DA4DF9-39CC-4BDE-A264-AE852E6FF3F0}" srcOrd="4" destOrd="0" presId="urn:microsoft.com/office/officeart/2008/layout/VerticalAccentList"/>
    <dgm:cxn modelId="{4A324190-5CEF-44D1-8D28-92BAC46A3ED0}" type="presParOf" srcId="{A5DA4DF9-39CC-4BDE-A264-AE852E6FF3F0}" destId="{A06FE1C5-7FE6-4500-B913-27D7A36E86E6}" srcOrd="0" destOrd="0" presId="urn:microsoft.com/office/officeart/2008/layout/VerticalAccentList"/>
    <dgm:cxn modelId="{8B52269B-8556-43F3-9A6C-21E87C59EE9A}" type="presParOf" srcId="{A5DA4DF9-39CC-4BDE-A264-AE852E6FF3F0}" destId="{F0297032-C650-4BEE-8EAA-F20C4A76D02C}" srcOrd="1" destOrd="0" presId="urn:microsoft.com/office/officeart/2008/layout/VerticalAccentList"/>
    <dgm:cxn modelId="{65F99B1C-C5A9-4185-A986-506C6F0CD3BC}" type="presParOf" srcId="{A5DA4DF9-39CC-4BDE-A264-AE852E6FF3F0}" destId="{7CD7CC8F-E6F1-4778-BEE5-6056F3106F52}" srcOrd="2" destOrd="0" presId="urn:microsoft.com/office/officeart/2008/layout/VerticalAccentList"/>
    <dgm:cxn modelId="{905F9FD9-58D1-47AB-B2A6-8C0A2E08AE0F}" type="presParOf" srcId="{A5DA4DF9-39CC-4BDE-A264-AE852E6FF3F0}" destId="{36C5B4ED-AFDE-497A-A639-35543CEAA7AA}" srcOrd="3" destOrd="0" presId="urn:microsoft.com/office/officeart/2008/layout/VerticalAccentList"/>
    <dgm:cxn modelId="{141D7822-8F80-4254-B68E-85CF46C5CC24}" type="presParOf" srcId="{A5DA4DF9-39CC-4BDE-A264-AE852E6FF3F0}" destId="{742F4FAD-2D25-4FD6-87BE-8752E90E89D2}" srcOrd="4" destOrd="0" presId="urn:microsoft.com/office/officeart/2008/layout/VerticalAccentList"/>
    <dgm:cxn modelId="{57A4AB14-F027-4A1E-BD4B-889D2D0B4C5C}" type="presParOf" srcId="{A5DA4DF9-39CC-4BDE-A264-AE852E6FF3F0}" destId="{9BB308CB-5FCE-4559-99DD-480D93A09B1D}" srcOrd="5" destOrd="0" presId="urn:microsoft.com/office/officeart/2008/layout/VerticalAccentList"/>
    <dgm:cxn modelId="{7020E597-972E-4C17-B44F-EBF4A7704F4D}" type="presParOf" srcId="{A5DA4DF9-39CC-4BDE-A264-AE852E6FF3F0}" destId="{979EEE63-C345-4C71-9899-D1B5EC879AA7}" srcOrd="6" destOrd="0" presId="urn:microsoft.com/office/officeart/2008/layout/VerticalAccentList"/>
    <dgm:cxn modelId="{D12E10F6-9683-4682-AB66-70841A600000}" type="presParOf" srcId="{A5DA4DF9-39CC-4BDE-A264-AE852E6FF3F0}" destId="{2CF01B63-58F8-4BE5-A687-7EAFD63F435B}" srcOrd="7" destOrd="0" presId="urn:microsoft.com/office/officeart/2008/layout/VerticalAccentList"/>
    <dgm:cxn modelId="{7E261B53-BBBF-4C0A-A194-88A32D47858A}" type="presParOf" srcId="{2A912989-ACB8-4AF5-8FBC-1338509B08FD}" destId="{E83888E6-2B44-48A1-87FD-9AD5D330123D}" srcOrd="5" destOrd="0" presId="urn:microsoft.com/office/officeart/2008/layout/VerticalAccentList"/>
    <dgm:cxn modelId="{5CD9D743-ECF9-4745-9BD0-9466479EEEE8}" type="presParOf" srcId="{2A912989-ACB8-4AF5-8FBC-1338509B08FD}" destId="{C611E8CB-8BA5-4908-8C36-7FBED72D4D33}" srcOrd="6" destOrd="0" presId="urn:microsoft.com/office/officeart/2008/layout/VerticalAccentList"/>
    <dgm:cxn modelId="{585EA46E-A9D5-4B8D-9DA1-ECA4234BCE1A}" type="presParOf" srcId="{C611E8CB-8BA5-4908-8C36-7FBED72D4D33}" destId="{FBCE0BF5-C877-4A6E-88DE-9AB339BD338D}" srcOrd="0" destOrd="0" presId="urn:microsoft.com/office/officeart/2008/layout/VerticalAccentList"/>
    <dgm:cxn modelId="{F3E3596E-60F0-44C7-AF71-6ABFCFD798C9}" type="presParOf" srcId="{2A912989-ACB8-4AF5-8FBC-1338509B08FD}" destId="{EF025F5E-284B-44C4-9313-9D3A2388FC30}" srcOrd="7" destOrd="0" presId="urn:microsoft.com/office/officeart/2008/layout/VerticalAccentList"/>
    <dgm:cxn modelId="{E9E211F7-E97A-40E9-B91D-5B002897F003}" type="presParOf" srcId="{EF025F5E-284B-44C4-9313-9D3A2388FC30}" destId="{B00A1456-6FF3-4AF6-8F52-948BDA0B9281}" srcOrd="0" destOrd="0" presId="urn:microsoft.com/office/officeart/2008/layout/VerticalAccentList"/>
    <dgm:cxn modelId="{E6647F28-8673-466D-9043-D35EE77CE92E}" type="presParOf" srcId="{EF025F5E-284B-44C4-9313-9D3A2388FC30}" destId="{59484A87-F31E-4F23-A3A2-DCA8073E3439}" srcOrd="1" destOrd="0" presId="urn:microsoft.com/office/officeart/2008/layout/VerticalAccentList"/>
    <dgm:cxn modelId="{4FA54FD5-D48F-4A52-9F44-F48DBCCFEA24}" type="presParOf" srcId="{EF025F5E-284B-44C4-9313-9D3A2388FC30}" destId="{F260B2DA-A0D7-4458-871B-DD64F20CF8B7}" srcOrd="2" destOrd="0" presId="urn:microsoft.com/office/officeart/2008/layout/VerticalAccentList"/>
    <dgm:cxn modelId="{EBE724A8-DA67-42CD-B3C3-4AD5312576AB}" type="presParOf" srcId="{EF025F5E-284B-44C4-9313-9D3A2388FC30}" destId="{05ABA6A8-91CA-45E9-90FF-E0EC0A455AC6}" srcOrd="3" destOrd="0" presId="urn:microsoft.com/office/officeart/2008/layout/VerticalAccentList"/>
    <dgm:cxn modelId="{56C71E67-493D-4269-9C3E-96F6A55D7C9F}" type="presParOf" srcId="{EF025F5E-284B-44C4-9313-9D3A2388FC30}" destId="{4693DA0C-196A-4E90-9642-6E96C9D773D4}" srcOrd="4" destOrd="0" presId="urn:microsoft.com/office/officeart/2008/layout/VerticalAccentList"/>
    <dgm:cxn modelId="{7C1213B3-9DE1-4B5C-A476-420F85B57105}" type="presParOf" srcId="{EF025F5E-284B-44C4-9313-9D3A2388FC30}" destId="{2FF81241-5C8C-4037-977C-4A63FDA17E3F}" srcOrd="5" destOrd="0" presId="urn:microsoft.com/office/officeart/2008/layout/VerticalAccentList"/>
    <dgm:cxn modelId="{140D5949-9101-4B2E-911E-3665A4C4AAC0}" type="presParOf" srcId="{EF025F5E-284B-44C4-9313-9D3A2388FC30}" destId="{A6855CFE-A444-4D06-82F9-ACE9858D7E88}" srcOrd="6" destOrd="0" presId="urn:microsoft.com/office/officeart/2008/layout/VerticalAccentList"/>
    <dgm:cxn modelId="{2A27E6D6-EF7B-4E21-9579-5B0BF7A29F2C}" type="presParOf" srcId="{EF025F5E-284B-44C4-9313-9D3A2388FC30}" destId="{80203BB4-C956-491E-A582-09B7BFBD7D05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20DD8E-E95B-49A4-A74D-553DEBBA5E4B}" type="doc">
      <dgm:prSet loTypeId="urn:microsoft.com/office/officeart/2008/layout/VerticalCurvedList" loCatId="list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F6701B6-340F-4A9C-9967-A2F06B734871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/>
            <a:t>You use a computer algorithm to prepare a roadmap of the program to be written, before actually writing the code. </a:t>
          </a:r>
        </a:p>
      </dgm:t>
    </dgm:pt>
    <dgm:pt modelId="{299F1A03-2953-4E2C-BFE7-F9351F83077D}" type="parTrans" cxnId="{1C3D2483-8F3B-443B-A43D-7B533C8FDA0B}">
      <dgm:prSet/>
      <dgm:spPr/>
      <dgm:t>
        <a:bodyPr/>
        <a:lstStyle/>
        <a:p>
          <a:endParaRPr lang="en-US"/>
        </a:p>
      </dgm:t>
    </dgm:pt>
    <dgm:pt modelId="{76315F61-8C83-44A2-A441-AE3594251315}" type="sibTrans" cxnId="{1C3D2483-8F3B-443B-A43D-7B533C8FDA0B}">
      <dgm:prSet/>
      <dgm:spPr/>
      <dgm:t>
        <a:bodyPr/>
        <a:lstStyle/>
        <a:p>
          <a:endParaRPr lang="en-US"/>
        </a:p>
      </dgm:t>
    </dgm:pt>
    <dgm:pt modelId="{1B5E360B-70BD-4CF9-9B14-0BD7E67EBCD4}">
      <dgm:prSet phldrT="[Text]"/>
      <dgm:spPr/>
      <dgm:t>
        <a:bodyPr/>
        <a:lstStyle/>
        <a:p>
          <a:r>
            <a:rPr lang="en-US" b="0" i="0" dirty="0"/>
            <a:t>Algorithmic thinking allows you to break down problems and conceptualize solutions in terms of discrete steps. </a:t>
          </a:r>
          <a:endParaRPr lang="en-US" dirty="0"/>
        </a:p>
      </dgm:t>
    </dgm:pt>
    <dgm:pt modelId="{E68D558D-8F02-44BE-9FA6-729525FA243D}" type="parTrans" cxnId="{779A6010-4BBA-4A35-98CC-B112E89BE7E6}">
      <dgm:prSet/>
      <dgm:spPr/>
      <dgm:t>
        <a:bodyPr/>
        <a:lstStyle/>
        <a:p>
          <a:endParaRPr lang="en-US"/>
        </a:p>
      </dgm:t>
    </dgm:pt>
    <dgm:pt modelId="{6AE37C94-D46C-4C5A-9189-65ACAEB21CB1}" type="sibTrans" cxnId="{779A6010-4BBA-4A35-98CC-B112E89BE7E6}">
      <dgm:prSet/>
      <dgm:spPr/>
      <dgm:t>
        <a:bodyPr/>
        <a:lstStyle/>
        <a:p>
          <a:endParaRPr lang="en-US"/>
        </a:p>
      </dgm:t>
    </dgm:pt>
    <dgm:pt modelId="{D9CBF141-477A-466A-AB86-DD96EBF37C96}">
      <dgm:prSet phldrT="[Text]" custT="1"/>
      <dgm:spPr>
        <a:solidFill>
          <a:srgbClr val="174919"/>
        </a:solidFill>
      </dgm:spPr>
      <dgm:t>
        <a:bodyPr/>
        <a:lstStyle/>
        <a:p>
          <a:r>
            <a:rPr lang="en-US" sz="1800" b="0" i="0" dirty="0"/>
            <a:t>Algorithmic thinking, or the ability to define clear steps to solve a problem, is crucial in many fields. Even if we’re not conscious of it, we use algorithms and algorithmic thinking all the time.</a:t>
          </a:r>
          <a:endParaRPr lang="en-US" sz="1800" dirty="0"/>
        </a:p>
      </dgm:t>
    </dgm:pt>
    <dgm:pt modelId="{B300EA2B-DE57-4174-AF09-1BD5A9010426}" type="parTrans" cxnId="{9AD3D37F-C670-41AD-B92B-03E4E1FD0891}">
      <dgm:prSet/>
      <dgm:spPr/>
      <dgm:t>
        <a:bodyPr/>
        <a:lstStyle/>
        <a:p>
          <a:endParaRPr lang="en-US"/>
        </a:p>
      </dgm:t>
    </dgm:pt>
    <dgm:pt modelId="{A270DCAD-31FB-4FE4-B169-26857FCB0C17}" type="sibTrans" cxnId="{9AD3D37F-C670-41AD-B92B-03E4E1FD0891}">
      <dgm:prSet/>
      <dgm:spPr/>
      <dgm:t>
        <a:bodyPr/>
        <a:lstStyle/>
        <a:p>
          <a:endParaRPr lang="en-US"/>
        </a:p>
      </dgm:t>
    </dgm:pt>
    <dgm:pt modelId="{90701C9A-10E2-4C8C-B547-29AD32C7E70E}">
      <dgm:prSet phldrT="[Text]"/>
      <dgm:spPr>
        <a:solidFill>
          <a:srgbClr val="7030A0"/>
        </a:solidFill>
      </dgm:spPr>
      <dgm:t>
        <a:bodyPr/>
        <a:lstStyle/>
        <a:p>
          <a:r>
            <a:rPr lang="en-US" b="0" i="0" dirty="0"/>
            <a:t>Being able to understand and implement an algorithm requires you to practice structured thinking and reasoning abilities.</a:t>
          </a:r>
          <a:endParaRPr lang="en-US" dirty="0"/>
        </a:p>
      </dgm:t>
    </dgm:pt>
    <dgm:pt modelId="{AC683704-9792-47C1-8760-EC3E5AB291B4}" type="parTrans" cxnId="{8B02F58A-1DD3-422F-A73C-435C39B3E1D0}">
      <dgm:prSet/>
      <dgm:spPr/>
      <dgm:t>
        <a:bodyPr/>
        <a:lstStyle/>
        <a:p>
          <a:endParaRPr lang="en-US"/>
        </a:p>
      </dgm:t>
    </dgm:pt>
    <dgm:pt modelId="{F0EB7658-C88C-4E1B-897F-465F76EA00A8}" type="sibTrans" cxnId="{8B02F58A-1DD3-422F-A73C-435C39B3E1D0}">
      <dgm:prSet/>
      <dgm:spPr/>
      <dgm:t>
        <a:bodyPr/>
        <a:lstStyle/>
        <a:p>
          <a:endParaRPr lang="en-US"/>
        </a:p>
      </dgm:t>
    </dgm:pt>
    <dgm:pt modelId="{26314926-7A10-4A07-969A-53C0ECF828B5}" type="pres">
      <dgm:prSet presAssocID="{B620DD8E-E95B-49A4-A74D-553DEBBA5E4B}" presName="Name0" presStyleCnt="0">
        <dgm:presLayoutVars>
          <dgm:chMax val="7"/>
          <dgm:chPref val="7"/>
          <dgm:dir/>
        </dgm:presLayoutVars>
      </dgm:prSet>
      <dgm:spPr/>
    </dgm:pt>
    <dgm:pt modelId="{109B6F40-62BC-44A8-A0FD-F5BD4503970D}" type="pres">
      <dgm:prSet presAssocID="{B620DD8E-E95B-49A4-A74D-553DEBBA5E4B}" presName="Name1" presStyleCnt="0"/>
      <dgm:spPr/>
    </dgm:pt>
    <dgm:pt modelId="{69BA2217-CB32-4432-9CF9-E9D27473450E}" type="pres">
      <dgm:prSet presAssocID="{B620DD8E-E95B-49A4-A74D-553DEBBA5E4B}" presName="cycle" presStyleCnt="0"/>
      <dgm:spPr/>
    </dgm:pt>
    <dgm:pt modelId="{CEEA5E81-67E3-4B56-B173-32CF3FF2DFA9}" type="pres">
      <dgm:prSet presAssocID="{B620DD8E-E95B-49A4-A74D-553DEBBA5E4B}" presName="srcNode" presStyleLbl="node1" presStyleIdx="0" presStyleCnt="4"/>
      <dgm:spPr/>
    </dgm:pt>
    <dgm:pt modelId="{2577A53B-C784-444A-A680-8ED9E2E7EE88}" type="pres">
      <dgm:prSet presAssocID="{B620DD8E-E95B-49A4-A74D-553DEBBA5E4B}" presName="conn" presStyleLbl="parChTrans1D2" presStyleIdx="0" presStyleCnt="1"/>
      <dgm:spPr/>
    </dgm:pt>
    <dgm:pt modelId="{10074FBA-3BDE-4260-91C0-BDB64CEDE566}" type="pres">
      <dgm:prSet presAssocID="{B620DD8E-E95B-49A4-A74D-553DEBBA5E4B}" presName="extraNode" presStyleLbl="node1" presStyleIdx="0" presStyleCnt="4"/>
      <dgm:spPr/>
    </dgm:pt>
    <dgm:pt modelId="{7349B634-B35F-4D1A-A2E6-F65BFAB46328}" type="pres">
      <dgm:prSet presAssocID="{B620DD8E-E95B-49A4-A74D-553DEBBA5E4B}" presName="dstNode" presStyleLbl="node1" presStyleIdx="0" presStyleCnt="4"/>
      <dgm:spPr/>
    </dgm:pt>
    <dgm:pt modelId="{D61F294F-0C37-4E13-A756-280BB8A0C0C8}" type="pres">
      <dgm:prSet presAssocID="{4F6701B6-340F-4A9C-9967-A2F06B734871}" presName="text_1" presStyleLbl="node1" presStyleIdx="0" presStyleCnt="4">
        <dgm:presLayoutVars>
          <dgm:bulletEnabled val="1"/>
        </dgm:presLayoutVars>
      </dgm:prSet>
      <dgm:spPr/>
    </dgm:pt>
    <dgm:pt modelId="{5560477E-B3D5-442B-91A9-624DD27032B4}" type="pres">
      <dgm:prSet presAssocID="{4F6701B6-340F-4A9C-9967-A2F06B734871}" presName="accent_1" presStyleCnt="0"/>
      <dgm:spPr/>
    </dgm:pt>
    <dgm:pt modelId="{50D57D59-392B-404C-AD5F-AA9A0117ADD4}" type="pres">
      <dgm:prSet presAssocID="{4F6701B6-340F-4A9C-9967-A2F06B734871}" presName="accentRepeatNode" presStyleLbl="solidFgAcc1" presStyleIdx="0" presStyleCnt="4"/>
      <dgm:spPr/>
    </dgm:pt>
    <dgm:pt modelId="{4530CCBB-E7D3-4AC5-AF49-98DA017B4F50}" type="pres">
      <dgm:prSet presAssocID="{D9CBF141-477A-466A-AB86-DD96EBF37C96}" presName="text_2" presStyleLbl="node1" presStyleIdx="1" presStyleCnt="4" custScaleY="124718">
        <dgm:presLayoutVars>
          <dgm:bulletEnabled val="1"/>
        </dgm:presLayoutVars>
      </dgm:prSet>
      <dgm:spPr/>
    </dgm:pt>
    <dgm:pt modelId="{D69030F9-461A-4917-8245-BB54CE8D9ECE}" type="pres">
      <dgm:prSet presAssocID="{D9CBF141-477A-466A-AB86-DD96EBF37C96}" presName="accent_2" presStyleCnt="0"/>
      <dgm:spPr/>
    </dgm:pt>
    <dgm:pt modelId="{DBBAA6A7-E774-45E6-A59F-241A14DCAD03}" type="pres">
      <dgm:prSet presAssocID="{D9CBF141-477A-466A-AB86-DD96EBF37C96}" presName="accentRepeatNode" presStyleLbl="solidFgAcc1" presStyleIdx="1" presStyleCnt="4"/>
      <dgm:spPr/>
    </dgm:pt>
    <dgm:pt modelId="{3F9D12FB-BB3A-4DEE-9DF4-0F2A1631FE99}" type="pres">
      <dgm:prSet presAssocID="{1B5E360B-70BD-4CF9-9B14-0BD7E67EBCD4}" presName="text_3" presStyleLbl="node1" presStyleIdx="2" presStyleCnt="4">
        <dgm:presLayoutVars>
          <dgm:bulletEnabled val="1"/>
        </dgm:presLayoutVars>
      </dgm:prSet>
      <dgm:spPr/>
    </dgm:pt>
    <dgm:pt modelId="{FA719EB4-29F3-4607-96F6-9473B12AD4D6}" type="pres">
      <dgm:prSet presAssocID="{1B5E360B-70BD-4CF9-9B14-0BD7E67EBCD4}" presName="accent_3" presStyleCnt="0"/>
      <dgm:spPr/>
    </dgm:pt>
    <dgm:pt modelId="{EEFC58C2-E709-487C-AC13-43C570701F6A}" type="pres">
      <dgm:prSet presAssocID="{1B5E360B-70BD-4CF9-9B14-0BD7E67EBCD4}" presName="accentRepeatNode" presStyleLbl="solidFgAcc1" presStyleIdx="2" presStyleCnt="4"/>
      <dgm:spPr/>
    </dgm:pt>
    <dgm:pt modelId="{4F887242-AD20-4387-B521-32C868FF5D50}" type="pres">
      <dgm:prSet presAssocID="{90701C9A-10E2-4C8C-B547-29AD32C7E70E}" presName="text_4" presStyleLbl="node1" presStyleIdx="3" presStyleCnt="4">
        <dgm:presLayoutVars>
          <dgm:bulletEnabled val="1"/>
        </dgm:presLayoutVars>
      </dgm:prSet>
      <dgm:spPr/>
    </dgm:pt>
    <dgm:pt modelId="{F33E70B8-15FD-4423-9CC7-CB19DE2224E7}" type="pres">
      <dgm:prSet presAssocID="{90701C9A-10E2-4C8C-B547-29AD32C7E70E}" presName="accent_4" presStyleCnt="0"/>
      <dgm:spPr/>
    </dgm:pt>
    <dgm:pt modelId="{215E5090-7CEB-4AEE-8337-DF8F9E912895}" type="pres">
      <dgm:prSet presAssocID="{90701C9A-10E2-4C8C-B547-29AD32C7E70E}" presName="accentRepeatNode" presStyleLbl="solidFgAcc1" presStyleIdx="3" presStyleCnt="4"/>
      <dgm:spPr/>
    </dgm:pt>
  </dgm:ptLst>
  <dgm:cxnLst>
    <dgm:cxn modelId="{5A136406-DB97-415E-8E1C-749D13B45607}" type="presOf" srcId="{4F6701B6-340F-4A9C-9967-A2F06B734871}" destId="{D61F294F-0C37-4E13-A756-280BB8A0C0C8}" srcOrd="0" destOrd="0" presId="urn:microsoft.com/office/officeart/2008/layout/VerticalCurvedList"/>
    <dgm:cxn modelId="{779A6010-4BBA-4A35-98CC-B112E89BE7E6}" srcId="{B620DD8E-E95B-49A4-A74D-553DEBBA5E4B}" destId="{1B5E360B-70BD-4CF9-9B14-0BD7E67EBCD4}" srcOrd="2" destOrd="0" parTransId="{E68D558D-8F02-44BE-9FA6-729525FA243D}" sibTransId="{6AE37C94-D46C-4C5A-9189-65ACAEB21CB1}"/>
    <dgm:cxn modelId="{11F75E35-FA0F-449C-84B4-B7E9EC35F624}" type="presOf" srcId="{1B5E360B-70BD-4CF9-9B14-0BD7E67EBCD4}" destId="{3F9D12FB-BB3A-4DEE-9DF4-0F2A1631FE99}" srcOrd="0" destOrd="0" presId="urn:microsoft.com/office/officeart/2008/layout/VerticalCurvedList"/>
    <dgm:cxn modelId="{F2371B62-01FC-4E27-A573-3D9B35D32C7A}" type="presOf" srcId="{76315F61-8C83-44A2-A441-AE3594251315}" destId="{2577A53B-C784-444A-A680-8ED9E2E7EE88}" srcOrd="0" destOrd="0" presId="urn:microsoft.com/office/officeart/2008/layout/VerticalCurvedList"/>
    <dgm:cxn modelId="{9AD3D37F-C670-41AD-B92B-03E4E1FD0891}" srcId="{B620DD8E-E95B-49A4-A74D-553DEBBA5E4B}" destId="{D9CBF141-477A-466A-AB86-DD96EBF37C96}" srcOrd="1" destOrd="0" parTransId="{B300EA2B-DE57-4174-AF09-1BD5A9010426}" sibTransId="{A270DCAD-31FB-4FE4-B169-26857FCB0C17}"/>
    <dgm:cxn modelId="{1C3D2483-8F3B-443B-A43D-7B533C8FDA0B}" srcId="{B620DD8E-E95B-49A4-A74D-553DEBBA5E4B}" destId="{4F6701B6-340F-4A9C-9967-A2F06B734871}" srcOrd="0" destOrd="0" parTransId="{299F1A03-2953-4E2C-BFE7-F9351F83077D}" sibTransId="{76315F61-8C83-44A2-A441-AE3594251315}"/>
    <dgm:cxn modelId="{8B02F58A-1DD3-422F-A73C-435C39B3E1D0}" srcId="{B620DD8E-E95B-49A4-A74D-553DEBBA5E4B}" destId="{90701C9A-10E2-4C8C-B547-29AD32C7E70E}" srcOrd="3" destOrd="0" parTransId="{AC683704-9792-47C1-8760-EC3E5AB291B4}" sibTransId="{F0EB7658-C88C-4E1B-897F-465F76EA00A8}"/>
    <dgm:cxn modelId="{BBE058BB-5765-4CE4-A874-9A9D0FF6AD24}" type="presOf" srcId="{90701C9A-10E2-4C8C-B547-29AD32C7E70E}" destId="{4F887242-AD20-4387-B521-32C868FF5D50}" srcOrd="0" destOrd="0" presId="urn:microsoft.com/office/officeart/2008/layout/VerticalCurvedList"/>
    <dgm:cxn modelId="{2203D3E1-1BB5-488B-9CCE-D87CCD79F2D7}" type="presOf" srcId="{D9CBF141-477A-466A-AB86-DD96EBF37C96}" destId="{4530CCBB-E7D3-4AC5-AF49-98DA017B4F50}" srcOrd="0" destOrd="0" presId="urn:microsoft.com/office/officeart/2008/layout/VerticalCurvedList"/>
    <dgm:cxn modelId="{E37F4BE4-8663-442E-BB6C-48C33D1D1AA4}" type="presOf" srcId="{B620DD8E-E95B-49A4-A74D-553DEBBA5E4B}" destId="{26314926-7A10-4A07-969A-53C0ECF828B5}" srcOrd="0" destOrd="0" presId="urn:microsoft.com/office/officeart/2008/layout/VerticalCurvedList"/>
    <dgm:cxn modelId="{2D59A181-D229-4A7E-A509-9DA7FDEB46CC}" type="presParOf" srcId="{26314926-7A10-4A07-969A-53C0ECF828B5}" destId="{109B6F40-62BC-44A8-A0FD-F5BD4503970D}" srcOrd="0" destOrd="0" presId="urn:microsoft.com/office/officeart/2008/layout/VerticalCurvedList"/>
    <dgm:cxn modelId="{16890A4B-BF77-42F9-9E1B-FB044241355E}" type="presParOf" srcId="{109B6F40-62BC-44A8-A0FD-F5BD4503970D}" destId="{69BA2217-CB32-4432-9CF9-E9D27473450E}" srcOrd="0" destOrd="0" presId="urn:microsoft.com/office/officeart/2008/layout/VerticalCurvedList"/>
    <dgm:cxn modelId="{91E7225D-6EAF-4502-8DE3-AC18AA9C1EC4}" type="presParOf" srcId="{69BA2217-CB32-4432-9CF9-E9D27473450E}" destId="{CEEA5E81-67E3-4B56-B173-32CF3FF2DFA9}" srcOrd="0" destOrd="0" presId="urn:microsoft.com/office/officeart/2008/layout/VerticalCurvedList"/>
    <dgm:cxn modelId="{CA4CA31E-A852-415E-86BD-CBF878563DF5}" type="presParOf" srcId="{69BA2217-CB32-4432-9CF9-E9D27473450E}" destId="{2577A53B-C784-444A-A680-8ED9E2E7EE88}" srcOrd="1" destOrd="0" presId="urn:microsoft.com/office/officeart/2008/layout/VerticalCurvedList"/>
    <dgm:cxn modelId="{231ADDA0-6479-4A90-A295-25216E3B43FB}" type="presParOf" srcId="{69BA2217-CB32-4432-9CF9-E9D27473450E}" destId="{10074FBA-3BDE-4260-91C0-BDB64CEDE566}" srcOrd="2" destOrd="0" presId="urn:microsoft.com/office/officeart/2008/layout/VerticalCurvedList"/>
    <dgm:cxn modelId="{96E1B6E2-33CA-4AA3-9901-AD8921167D27}" type="presParOf" srcId="{69BA2217-CB32-4432-9CF9-E9D27473450E}" destId="{7349B634-B35F-4D1A-A2E6-F65BFAB46328}" srcOrd="3" destOrd="0" presId="urn:microsoft.com/office/officeart/2008/layout/VerticalCurvedList"/>
    <dgm:cxn modelId="{8FE6C34D-B076-4E01-B704-1E23B9C00E93}" type="presParOf" srcId="{109B6F40-62BC-44A8-A0FD-F5BD4503970D}" destId="{D61F294F-0C37-4E13-A756-280BB8A0C0C8}" srcOrd="1" destOrd="0" presId="urn:microsoft.com/office/officeart/2008/layout/VerticalCurvedList"/>
    <dgm:cxn modelId="{79DFC787-0517-4B56-A099-E5E6C52C0DC5}" type="presParOf" srcId="{109B6F40-62BC-44A8-A0FD-F5BD4503970D}" destId="{5560477E-B3D5-442B-91A9-624DD27032B4}" srcOrd="2" destOrd="0" presId="urn:microsoft.com/office/officeart/2008/layout/VerticalCurvedList"/>
    <dgm:cxn modelId="{DFB8DF5A-F335-4C68-9CB6-27E024221121}" type="presParOf" srcId="{5560477E-B3D5-442B-91A9-624DD27032B4}" destId="{50D57D59-392B-404C-AD5F-AA9A0117ADD4}" srcOrd="0" destOrd="0" presId="urn:microsoft.com/office/officeart/2008/layout/VerticalCurvedList"/>
    <dgm:cxn modelId="{D9CFF223-9607-46E6-8A90-DB3D08D910C1}" type="presParOf" srcId="{109B6F40-62BC-44A8-A0FD-F5BD4503970D}" destId="{4530CCBB-E7D3-4AC5-AF49-98DA017B4F50}" srcOrd="3" destOrd="0" presId="urn:microsoft.com/office/officeart/2008/layout/VerticalCurvedList"/>
    <dgm:cxn modelId="{A9CF37A0-B62E-4399-8F8C-E94576454E4B}" type="presParOf" srcId="{109B6F40-62BC-44A8-A0FD-F5BD4503970D}" destId="{D69030F9-461A-4917-8245-BB54CE8D9ECE}" srcOrd="4" destOrd="0" presId="urn:microsoft.com/office/officeart/2008/layout/VerticalCurvedList"/>
    <dgm:cxn modelId="{5774427B-990F-4351-99BA-725B41E959E9}" type="presParOf" srcId="{D69030F9-461A-4917-8245-BB54CE8D9ECE}" destId="{DBBAA6A7-E774-45E6-A59F-241A14DCAD03}" srcOrd="0" destOrd="0" presId="urn:microsoft.com/office/officeart/2008/layout/VerticalCurvedList"/>
    <dgm:cxn modelId="{14942D2E-75B5-4184-AE1B-9E620DD504A7}" type="presParOf" srcId="{109B6F40-62BC-44A8-A0FD-F5BD4503970D}" destId="{3F9D12FB-BB3A-4DEE-9DF4-0F2A1631FE99}" srcOrd="5" destOrd="0" presId="urn:microsoft.com/office/officeart/2008/layout/VerticalCurvedList"/>
    <dgm:cxn modelId="{7BA1C3A6-98EF-48D8-ADD1-E3393E72F66B}" type="presParOf" srcId="{109B6F40-62BC-44A8-A0FD-F5BD4503970D}" destId="{FA719EB4-29F3-4607-96F6-9473B12AD4D6}" srcOrd="6" destOrd="0" presId="urn:microsoft.com/office/officeart/2008/layout/VerticalCurvedList"/>
    <dgm:cxn modelId="{F30A09FF-8C02-4AA4-9A7F-198FE352CDD1}" type="presParOf" srcId="{FA719EB4-29F3-4607-96F6-9473B12AD4D6}" destId="{EEFC58C2-E709-487C-AC13-43C570701F6A}" srcOrd="0" destOrd="0" presId="urn:microsoft.com/office/officeart/2008/layout/VerticalCurvedList"/>
    <dgm:cxn modelId="{400933E1-CFC4-49EA-97DA-73117410CFC3}" type="presParOf" srcId="{109B6F40-62BC-44A8-A0FD-F5BD4503970D}" destId="{4F887242-AD20-4387-B521-32C868FF5D50}" srcOrd="7" destOrd="0" presId="urn:microsoft.com/office/officeart/2008/layout/VerticalCurvedList"/>
    <dgm:cxn modelId="{3CC7A1C1-9A79-4DEB-8FFE-E9DD1DA2CC7A}" type="presParOf" srcId="{109B6F40-62BC-44A8-A0FD-F5BD4503970D}" destId="{F33E70B8-15FD-4423-9CC7-CB19DE2224E7}" srcOrd="8" destOrd="0" presId="urn:microsoft.com/office/officeart/2008/layout/VerticalCurvedList"/>
    <dgm:cxn modelId="{48814C85-B1BC-47FA-83CC-D85B30A26D9C}" type="presParOf" srcId="{F33E70B8-15FD-4423-9CC7-CB19DE2224E7}" destId="{215E5090-7CEB-4AEE-8337-DF8F9E91289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0A0576-39DF-4373-8396-92F55E947F0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2E5A92-7320-43E4-955B-02B4ED82FC7D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2000" b="0" i="0"/>
            <a:t>Precision:</a:t>
          </a:r>
          <a:endParaRPr lang="en-US" sz="2000"/>
        </a:p>
      </dgm:t>
    </dgm:pt>
    <dgm:pt modelId="{F8A2A8C1-4034-4B69-9383-EF640DDFA786}" type="parTrans" cxnId="{8630D418-76A7-453D-8F2E-90D9AEBF13A0}">
      <dgm:prSet/>
      <dgm:spPr/>
      <dgm:t>
        <a:bodyPr/>
        <a:lstStyle/>
        <a:p>
          <a:endParaRPr lang="en-US" sz="2000"/>
        </a:p>
      </dgm:t>
    </dgm:pt>
    <dgm:pt modelId="{078E142A-869C-4869-AA75-713A31C9ECA1}" type="sibTrans" cxnId="{8630D418-76A7-453D-8F2E-90D9AEBF13A0}">
      <dgm:prSet/>
      <dgm:spPr/>
      <dgm:t>
        <a:bodyPr/>
        <a:lstStyle/>
        <a:p>
          <a:endParaRPr lang="en-US" sz="2000"/>
        </a:p>
      </dgm:t>
    </dgm:pt>
    <dgm:pt modelId="{34344522-8D2A-4168-89F8-FE2472B2D153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2000" b="0" i="0"/>
            <a:t>Uniqueness:</a:t>
          </a:r>
          <a:endParaRPr lang="en-US" sz="2000"/>
        </a:p>
      </dgm:t>
    </dgm:pt>
    <dgm:pt modelId="{8BEA815A-4480-48EC-83C7-853A450E3E4E}" type="parTrans" cxnId="{413B995B-29C9-4B9E-B399-BABD6CC96717}">
      <dgm:prSet/>
      <dgm:spPr/>
      <dgm:t>
        <a:bodyPr/>
        <a:lstStyle/>
        <a:p>
          <a:endParaRPr lang="en-US" sz="2000"/>
        </a:p>
      </dgm:t>
    </dgm:pt>
    <dgm:pt modelId="{9F8D5514-12C7-4890-8A4C-7039DE3854A2}" type="sibTrans" cxnId="{413B995B-29C9-4B9E-B399-BABD6CC96717}">
      <dgm:prSet/>
      <dgm:spPr/>
      <dgm:t>
        <a:bodyPr/>
        <a:lstStyle/>
        <a:p>
          <a:endParaRPr lang="en-US" sz="2000"/>
        </a:p>
      </dgm:t>
    </dgm:pt>
    <dgm:pt modelId="{4F56C8C5-DB70-4E49-87AA-471035C776D8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2000" b="0" i="0"/>
            <a:t>Finiteness:</a:t>
          </a:r>
          <a:endParaRPr lang="en-US" sz="2000"/>
        </a:p>
      </dgm:t>
    </dgm:pt>
    <dgm:pt modelId="{0188FBA4-D2F3-407C-AB87-9A2701F690F3}" type="parTrans" cxnId="{D6722277-CAA5-4331-9707-3A8AA5FC2B03}">
      <dgm:prSet/>
      <dgm:spPr/>
      <dgm:t>
        <a:bodyPr/>
        <a:lstStyle/>
        <a:p>
          <a:endParaRPr lang="en-US" sz="2000"/>
        </a:p>
      </dgm:t>
    </dgm:pt>
    <dgm:pt modelId="{531A47EB-D39F-4181-80E5-DA57B82F6840}" type="sibTrans" cxnId="{D6722277-CAA5-4331-9707-3A8AA5FC2B03}">
      <dgm:prSet/>
      <dgm:spPr/>
      <dgm:t>
        <a:bodyPr/>
        <a:lstStyle/>
        <a:p>
          <a:endParaRPr lang="en-US" sz="2000"/>
        </a:p>
      </dgm:t>
    </dgm:pt>
    <dgm:pt modelId="{5959A679-02E7-4B63-B6EC-98F4EEE5A9F5}">
      <dgm:prSet custT="1"/>
      <dgm:spPr>
        <a:ln>
          <a:solidFill>
            <a:srgbClr val="C00000"/>
          </a:solidFill>
        </a:ln>
      </dgm:spPr>
      <dgm:t>
        <a:bodyPr/>
        <a:lstStyle/>
        <a:p>
          <a:r>
            <a:rPr lang="en-US" sz="2000" b="0" i="0"/>
            <a:t>The steps are precisely stated or defined.</a:t>
          </a:r>
          <a:endParaRPr lang="en-US" sz="2000"/>
        </a:p>
      </dgm:t>
    </dgm:pt>
    <dgm:pt modelId="{1A4D0676-659A-46D3-A14E-85D8736DD490}" type="parTrans" cxnId="{073FDB05-2EF4-4A37-B604-EC5A14C23E44}">
      <dgm:prSet/>
      <dgm:spPr/>
      <dgm:t>
        <a:bodyPr/>
        <a:lstStyle/>
        <a:p>
          <a:endParaRPr lang="en-US" sz="2000"/>
        </a:p>
      </dgm:t>
    </dgm:pt>
    <dgm:pt modelId="{5EF7CF90-DA86-44F0-AE04-960B87607D3F}" type="sibTrans" cxnId="{073FDB05-2EF4-4A37-B604-EC5A14C23E44}">
      <dgm:prSet/>
      <dgm:spPr/>
      <dgm:t>
        <a:bodyPr/>
        <a:lstStyle/>
        <a:p>
          <a:endParaRPr lang="en-US" sz="2000"/>
        </a:p>
      </dgm:t>
    </dgm:pt>
    <dgm:pt modelId="{90110A5B-9794-47DA-9655-CA15E7B14ED8}">
      <dgm:prSet custT="1"/>
      <dgm:spPr>
        <a:ln>
          <a:solidFill>
            <a:srgbClr val="00B0F0"/>
          </a:solidFill>
        </a:ln>
      </dgm:spPr>
      <dgm:t>
        <a:bodyPr/>
        <a:lstStyle/>
        <a:p>
          <a:r>
            <a:rPr lang="en-US" sz="2000" b="0" i="0"/>
            <a:t>Results of each step are uniquely</a:t>
          </a:r>
          <a:br>
            <a:rPr lang="en-US" sz="2000" b="0" i="0"/>
          </a:br>
          <a:r>
            <a:rPr lang="en-US" sz="2000" b="0" i="0"/>
            <a:t>defined and only depend on the input and the result</a:t>
          </a:r>
          <a:br>
            <a:rPr lang="en-US" sz="2000" b="0" i="0"/>
          </a:br>
          <a:r>
            <a:rPr lang="en-US" sz="2000" b="0" i="0"/>
            <a:t>of the preceding steps.</a:t>
          </a:r>
          <a:endParaRPr lang="en-US" sz="2000"/>
        </a:p>
      </dgm:t>
    </dgm:pt>
    <dgm:pt modelId="{2A3AA635-909D-40E0-9315-490D16062EC2}" type="parTrans" cxnId="{216E2ABF-D2C3-4040-A836-C8346042D7F6}">
      <dgm:prSet/>
      <dgm:spPr/>
      <dgm:t>
        <a:bodyPr/>
        <a:lstStyle/>
        <a:p>
          <a:endParaRPr lang="en-US" sz="2000"/>
        </a:p>
      </dgm:t>
    </dgm:pt>
    <dgm:pt modelId="{1A1DC8BC-8DC1-4666-AF95-A96AD2989C9A}" type="sibTrans" cxnId="{216E2ABF-D2C3-4040-A836-C8346042D7F6}">
      <dgm:prSet/>
      <dgm:spPr/>
      <dgm:t>
        <a:bodyPr/>
        <a:lstStyle/>
        <a:p>
          <a:endParaRPr lang="en-US" sz="2000"/>
        </a:p>
      </dgm:t>
    </dgm:pt>
    <dgm:pt modelId="{28CFA8A0-414D-4E1A-838C-E6024A6E85BE}">
      <dgm:prSet custT="1"/>
      <dgm:spPr>
        <a:ln>
          <a:solidFill>
            <a:srgbClr val="00B050"/>
          </a:solidFill>
        </a:ln>
      </dgm:spPr>
      <dgm:t>
        <a:bodyPr/>
        <a:lstStyle/>
        <a:p>
          <a:r>
            <a:rPr lang="en-US" sz="2000" b="0" i="0"/>
            <a:t>The algorithm always stops after a</a:t>
          </a:r>
          <a:br>
            <a:rPr lang="en-US" sz="2000" b="0" i="0"/>
          </a:br>
          <a:r>
            <a:rPr lang="en-US" sz="2000" b="0" i="0"/>
            <a:t>finite number of steps.</a:t>
          </a:r>
          <a:endParaRPr lang="en-US" sz="2000"/>
        </a:p>
      </dgm:t>
    </dgm:pt>
    <dgm:pt modelId="{5F392B6D-F925-4D9E-86A2-5FC648D3AD81}" type="parTrans" cxnId="{B0517781-74EB-48CF-97A5-2282DFAC67BF}">
      <dgm:prSet/>
      <dgm:spPr/>
      <dgm:t>
        <a:bodyPr/>
        <a:lstStyle/>
        <a:p>
          <a:endParaRPr lang="en-US" sz="2000"/>
        </a:p>
      </dgm:t>
    </dgm:pt>
    <dgm:pt modelId="{4C84EFBF-5342-448D-94A0-486D4196AFCA}" type="sibTrans" cxnId="{B0517781-74EB-48CF-97A5-2282DFAC67BF}">
      <dgm:prSet/>
      <dgm:spPr/>
      <dgm:t>
        <a:bodyPr/>
        <a:lstStyle/>
        <a:p>
          <a:endParaRPr lang="en-US" sz="2000"/>
        </a:p>
      </dgm:t>
    </dgm:pt>
    <dgm:pt modelId="{63028F90-9D25-467C-9625-08103B20AA2E}">
      <dgm:prSet custT="1"/>
      <dgm:spPr>
        <a:solidFill>
          <a:srgbClr val="7030A0"/>
        </a:solidFill>
      </dgm:spPr>
      <dgm:t>
        <a:bodyPr/>
        <a:lstStyle/>
        <a:p>
          <a:r>
            <a:rPr lang="en-US" sz="2000" b="0" i="0"/>
            <a:t>Input:</a:t>
          </a:r>
          <a:endParaRPr lang="en-US" sz="2000"/>
        </a:p>
      </dgm:t>
    </dgm:pt>
    <dgm:pt modelId="{71D5226B-B9C0-489D-BA13-F6E131B1CAB1}" type="parTrans" cxnId="{880E5288-2E29-4093-9883-FBEF1D2CDBF8}">
      <dgm:prSet/>
      <dgm:spPr/>
      <dgm:t>
        <a:bodyPr/>
        <a:lstStyle/>
        <a:p>
          <a:endParaRPr lang="en-US" sz="2000"/>
        </a:p>
      </dgm:t>
    </dgm:pt>
    <dgm:pt modelId="{E3C0689E-D0FA-44CF-B56C-3FDD26232DCA}" type="sibTrans" cxnId="{880E5288-2E29-4093-9883-FBEF1D2CDBF8}">
      <dgm:prSet/>
      <dgm:spPr/>
      <dgm:t>
        <a:bodyPr/>
        <a:lstStyle/>
        <a:p>
          <a:endParaRPr lang="en-US" sz="2000"/>
        </a:p>
      </dgm:t>
    </dgm:pt>
    <dgm:pt modelId="{4A001927-3D04-4A15-AFA4-504D292CFEEA}">
      <dgm:prSet custT="1"/>
      <dgm:spPr>
        <a:ln>
          <a:solidFill>
            <a:srgbClr val="7030A0"/>
          </a:solidFill>
        </a:ln>
      </dgm:spPr>
      <dgm:t>
        <a:bodyPr/>
        <a:lstStyle/>
        <a:p>
          <a:r>
            <a:rPr lang="en-US" sz="2000" b="0" i="0"/>
            <a:t>The algorithm receives some input.</a:t>
          </a:r>
          <a:endParaRPr lang="en-US" sz="2000"/>
        </a:p>
      </dgm:t>
    </dgm:pt>
    <dgm:pt modelId="{0635A691-A393-4FB9-AD49-AAFC316D8A34}" type="parTrans" cxnId="{00F4B807-0FF3-4B95-B856-20C645C6DDA8}">
      <dgm:prSet/>
      <dgm:spPr/>
      <dgm:t>
        <a:bodyPr/>
        <a:lstStyle/>
        <a:p>
          <a:endParaRPr lang="en-US" sz="2000"/>
        </a:p>
      </dgm:t>
    </dgm:pt>
    <dgm:pt modelId="{A1051E5C-D0BE-498E-9DBC-006BC94F29F4}" type="sibTrans" cxnId="{00F4B807-0FF3-4B95-B856-20C645C6DDA8}">
      <dgm:prSet/>
      <dgm:spPr/>
      <dgm:t>
        <a:bodyPr/>
        <a:lstStyle/>
        <a:p>
          <a:endParaRPr lang="en-US" sz="2000"/>
        </a:p>
      </dgm:t>
    </dgm:pt>
    <dgm:pt modelId="{5FF79F00-F808-49C0-AB46-779190540768}">
      <dgm:prSet custT="1"/>
      <dgm:spPr/>
      <dgm:t>
        <a:bodyPr/>
        <a:lstStyle/>
        <a:p>
          <a:r>
            <a:rPr lang="en-GB" sz="2000"/>
            <a:t>Output:</a:t>
          </a:r>
          <a:endParaRPr lang="en-US" sz="2000"/>
        </a:p>
      </dgm:t>
    </dgm:pt>
    <dgm:pt modelId="{4ED7CAC4-2DE9-4F77-B6B5-7FB51D129093}" type="parTrans" cxnId="{F0503DFF-F740-4528-8FF5-6D283E48D165}">
      <dgm:prSet/>
      <dgm:spPr/>
      <dgm:t>
        <a:bodyPr/>
        <a:lstStyle/>
        <a:p>
          <a:endParaRPr lang="en-US" sz="2000"/>
        </a:p>
      </dgm:t>
    </dgm:pt>
    <dgm:pt modelId="{B744EC93-150E-4F49-B186-CB327A930585}" type="sibTrans" cxnId="{F0503DFF-F740-4528-8FF5-6D283E48D165}">
      <dgm:prSet/>
      <dgm:spPr/>
      <dgm:t>
        <a:bodyPr/>
        <a:lstStyle/>
        <a:p>
          <a:endParaRPr lang="en-US" sz="2000"/>
        </a:p>
      </dgm:t>
    </dgm:pt>
    <dgm:pt modelId="{40BEF101-D493-463E-BA43-F96E3438E95E}">
      <dgm:prSet custT="1"/>
      <dgm:spPr/>
      <dgm:t>
        <a:bodyPr/>
        <a:lstStyle/>
        <a:p>
          <a:r>
            <a:rPr lang="en-GB" sz="2000"/>
            <a:t>The algorithm produces some output.</a:t>
          </a:r>
          <a:endParaRPr lang="en-US" sz="2000"/>
        </a:p>
      </dgm:t>
    </dgm:pt>
    <dgm:pt modelId="{275901A9-FC57-4486-BB10-2306C6D09683}" type="parTrans" cxnId="{50EF6AF8-03FC-475A-B4D9-173867E07232}">
      <dgm:prSet/>
      <dgm:spPr/>
      <dgm:t>
        <a:bodyPr/>
        <a:lstStyle/>
        <a:p>
          <a:endParaRPr lang="en-US" sz="2000"/>
        </a:p>
      </dgm:t>
    </dgm:pt>
    <dgm:pt modelId="{08E11D86-40C8-402F-8AF4-82FC43ECC4E5}" type="sibTrans" cxnId="{50EF6AF8-03FC-475A-B4D9-173867E07232}">
      <dgm:prSet/>
      <dgm:spPr/>
      <dgm:t>
        <a:bodyPr/>
        <a:lstStyle/>
        <a:p>
          <a:endParaRPr lang="en-US" sz="2000"/>
        </a:p>
      </dgm:t>
    </dgm:pt>
    <dgm:pt modelId="{4D5C41E0-0DEC-4536-9B3F-F4068486171A}" type="pres">
      <dgm:prSet presAssocID="{1B0A0576-39DF-4373-8396-92F55E947F0D}" presName="linear" presStyleCnt="0">
        <dgm:presLayoutVars>
          <dgm:dir/>
          <dgm:animLvl val="lvl"/>
          <dgm:resizeHandles val="exact"/>
        </dgm:presLayoutVars>
      </dgm:prSet>
      <dgm:spPr/>
    </dgm:pt>
    <dgm:pt modelId="{98354E77-71E7-4884-BE67-ACA59F0A519E}" type="pres">
      <dgm:prSet presAssocID="{4F2E5A92-7320-43E4-955B-02B4ED82FC7D}" presName="parentLin" presStyleCnt="0"/>
      <dgm:spPr/>
    </dgm:pt>
    <dgm:pt modelId="{F690628C-9516-4856-AACB-0BA469CF51FC}" type="pres">
      <dgm:prSet presAssocID="{4F2E5A92-7320-43E4-955B-02B4ED82FC7D}" presName="parentLeftMargin" presStyleLbl="node1" presStyleIdx="0" presStyleCnt="5"/>
      <dgm:spPr/>
    </dgm:pt>
    <dgm:pt modelId="{54B374A1-3206-4E22-83BD-39E2F2323563}" type="pres">
      <dgm:prSet presAssocID="{4F2E5A92-7320-43E4-955B-02B4ED82FC7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62FC52A-C01C-42EC-8A6A-217BE7500BB9}" type="pres">
      <dgm:prSet presAssocID="{4F2E5A92-7320-43E4-955B-02B4ED82FC7D}" presName="negativeSpace" presStyleCnt="0"/>
      <dgm:spPr/>
    </dgm:pt>
    <dgm:pt modelId="{FDB80E91-4C56-4A95-9FBD-575ED92773C1}" type="pres">
      <dgm:prSet presAssocID="{4F2E5A92-7320-43E4-955B-02B4ED82FC7D}" presName="childText" presStyleLbl="conFgAcc1" presStyleIdx="0" presStyleCnt="5">
        <dgm:presLayoutVars>
          <dgm:bulletEnabled val="1"/>
        </dgm:presLayoutVars>
      </dgm:prSet>
      <dgm:spPr/>
    </dgm:pt>
    <dgm:pt modelId="{B2263D1D-6D6C-42F1-9F12-9F7238D7B555}" type="pres">
      <dgm:prSet presAssocID="{078E142A-869C-4869-AA75-713A31C9ECA1}" presName="spaceBetweenRectangles" presStyleCnt="0"/>
      <dgm:spPr/>
    </dgm:pt>
    <dgm:pt modelId="{14F1E893-4639-402A-9E5D-3D23AF62668B}" type="pres">
      <dgm:prSet presAssocID="{34344522-8D2A-4168-89F8-FE2472B2D153}" presName="parentLin" presStyleCnt="0"/>
      <dgm:spPr/>
    </dgm:pt>
    <dgm:pt modelId="{2A9BF954-0D14-47CF-9A52-29909C3182CC}" type="pres">
      <dgm:prSet presAssocID="{34344522-8D2A-4168-89F8-FE2472B2D153}" presName="parentLeftMargin" presStyleLbl="node1" presStyleIdx="0" presStyleCnt="5"/>
      <dgm:spPr/>
    </dgm:pt>
    <dgm:pt modelId="{D449D040-DB05-41A7-AAC0-98CEAC3B6964}" type="pres">
      <dgm:prSet presAssocID="{34344522-8D2A-4168-89F8-FE2472B2D15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A68409D-A74B-49C7-9261-B3A7D9299254}" type="pres">
      <dgm:prSet presAssocID="{34344522-8D2A-4168-89F8-FE2472B2D153}" presName="negativeSpace" presStyleCnt="0"/>
      <dgm:spPr/>
    </dgm:pt>
    <dgm:pt modelId="{E77FBAA6-ABB6-41E1-9642-AAAC2841C406}" type="pres">
      <dgm:prSet presAssocID="{34344522-8D2A-4168-89F8-FE2472B2D153}" presName="childText" presStyleLbl="conFgAcc1" presStyleIdx="1" presStyleCnt="5">
        <dgm:presLayoutVars>
          <dgm:bulletEnabled val="1"/>
        </dgm:presLayoutVars>
      </dgm:prSet>
      <dgm:spPr/>
    </dgm:pt>
    <dgm:pt modelId="{7133D688-274A-41D8-AA8E-5485AE348952}" type="pres">
      <dgm:prSet presAssocID="{9F8D5514-12C7-4890-8A4C-7039DE3854A2}" presName="spaceBetweenRectangles" presStyleCnt="0"/>
      <dgm:spPr/>
    </dgm:pt>
    <dgm:pt modelId="{F0FC4865-B7D2-4D31-900A-802842967D6F}" type="pres">
      <dgm:prSet presAssocID="{4F56C8C5-DB70-4E49-87AA-471035C776D8}" presName="parentLin" presStyleCnt="0"/>
      <dgm:spPr/>
    </dgm:pt>
    <dgm:pt modelId="{6A47FE90-AC45-458B-84D7-C9DA150B594D}" type="pres">
      <dgm:prSet presAssocID="{4F56C8C5-DB70-4E49-87AA-471035C776D8}" presName="parentLeftMargin" presStyleLbl="node1" presStyleIdx="1" presStyleCnt="5"/>
      <dgm:spPr/>
    </dgm:pt>
    <dgm:pt modelId="{D20A4C45-DBCC-4049-9BA5-C3F9FD1BD89E}" type="pres">
      <dgm:prSet presAssocID="{4F56C8C5-DB70-4E49-87AA-471035C776D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85A73E9-E14F-4B95-8312-A61DCE9903DD}" type="pres">
      <dgm:prSet presAssocID="{4F56C8C5-DB70-4E49-87AA-471035C776D8}" presName="negativeSpace" presStyleCnt="0"/>
      <dgm:spPr/>
    </dgm:pt>
    <dgm:pt modelId="{B28851DC-2FCD-4C95-8E2A-2DCE76794DD6}" type="pres">
      <dgm:prSet presAssocID="{4F56C8C5-DB70-4E49-87AA-471035C776D8}" presName="childText" presStyleLbl="conFgAcc1" presStyleIdx="2" presStyleCnt="5">
        <dgm:presLayoutVars>
          <dgm:bulletEnabled val="1"/>
        </dgm:presLayoutVars>
      </dgm:prSet>
      <dgm:spPr/>
    </dgm:pt>
    <dgm:pt modelId="{46EB59DC-C1F0-4604-BAE8-210E7FC3B2FD}" type="pres">
      <dgm:prSet presAssocID="{531A47EB-D39F-4181-80E5-DA57B82F6840}" presName="spaceBetweenRectangles" presStyleCnt="0"/>
      <dgm:spPr/>
    </dgm:pt>
    <dgm:pt modelId="{8A6E431E-82E1-4EF6-9445-20E485873A22}" type="pres">
      <dgm:prSet presAssocID="{63028F90-9D25-467C-9625-08103B20AA2E}" presName="parentLin" presStyleCnt="0"/>
      <dgm:spPr/>
    </dgm:pt>
    <dgm:pt modelId="{857C4728-3F93-4AD6-B1C0-C0D691526470}" type="pres">
      <dgm:prSet presAssocID="{63028F90-9D25-467C-9625-08103B20AA2E}" presName="parentLeftMargin" presStyleLbl="node1" presStyleIdx="2" presStyleCnt="5"/>
      <dgm:spPr/>
    </dgm:pt>
    <dgm:pt modelId="{C1A7D50E-4DCB-496A-A8C2-1C7C064F9ED0}" type="pres">
      <dgm:prSet presAssocID="{63028F90-9D25-467C-9625-08103B20AA2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9685D92-B5E9-4AB6-B38F-F1320A932441}" type="pres">
      <dgm:prSet presAssocID="{63028F90-9D25-467C-9625-08103B20AA2E}" presName="negativeSpace" presStyleCnt="0"/>
      <dgm:spPr/>
    </dgm:pt>
    <dgm:pt modelId="{AFA69E77-758A-4E7E-9031-D96069AD46BC}" type="pres">
      <dgm:prSet presAssocID="{63028F90-9D25-467C-9625-08103B20AA2E}" presName="childText" presStyleLbl="conFgAcc1" presStyleIdx="3" presStyleCnt="5">
        <dgm:presLayoutVars>
          <dgm:bulletEnabled val="1"/>
        </dgm:presLayoutVars>
      </dgm:prSet>
      <dgm:spPr/>
    </dgm:pt>
    <dgm:pt modelId="{33A21211-51DE-45D8-A311-9C66361011A7}" type="pres">
      <dgm:prSet presAssocID="{E3C0689E-D0FA-44CF-B56C-3FDD26232DCA}" presName="spaceBetweenRectangles" presStyleCnt="0"/>
      <dgm:spPr/>
    </dgm:pt>
    <dgm:pt modelId="{4ED4D207-BD98-49AD-ABF7-3C1EBFBB2166}" type="pres">
      <dgm:prSet presAssocID="{5FF79F00-F808-49C0-AB46-779190540768}" presName="parentLin" presStyleCnt="0"/>
      <dgm:spPr/>
    </dgm:pt>
    <dgm:pt modelId="{E3BD4E1E-E272-4F4D-88FD-8EC0601E917B}" type="pres">
      <dgm:prSet presAssocID="{5FF79F00-F808-49C0-AB46-779190540768}" presName="parentLeftMargin" presStyleLbl="node1" presStyleIdx="3" presStyleCnt="5"/>
      <dgm:spPr/>
    </dgm:pt>
    <dgm:pt modelId="{2EB91621-055D-48CB-9E0B-ECF77AC50EE7}" type="pres">
      <dgm:prSet presAssocID="{5FF79F00-F808-49C0-AB46-77919054076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EC7376E1-2600-4A52-B374-BE776D3921CF}" type="pres">
      <dgm:prSet presAssocID="{5FF79F00-F808-49C0-AB46-779190540768}" presName="negativeSpace" presStyleCnt="0"/>
      <dgm:spPr/>
    </dgm:pt>
    <dgm:pt modelId="{B8AE8CD1-2D48-4F9F-88A1-B733B9428A05}" type="pres">
      <dgm:prSet presAssocID="{5FF79F00-F808-49C0-AB46-77919054076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F138005-6B85-4DC5-BEF0-AFF7201347C1}" type="presOf" srcId="{28CFA8A0-414D-4E1A-838C-E6024A6E85BE}" destId="{B28851DC-2FCD-4C95-8E2A-2DCE76794DD6}" srcOrd="0" destOrd="0" presId="urn:microsoft.com/office/officeart/2005/8/layout/list1"/>
    <dgm:cxn modelId="{073FDB05-2EF4-4A37-B604-EC5A14C23E44}" srcId="{4F2E5A92-7320-43E4-955B-02B4ED82FC7D}" destId="{5959A679-02E7-4B63-B6EC-98F4EEE5A9F5}" srcOrd="0" destOrd="0" parTransId="{1A4D0676-659A-46D3-A14E-85D8736DD490}" sibTransId="{5EF7CF90-DA86-44F0-AE04-960B87607D3F}"/>
    <dgm:cxn modelId="{00F4B807-0FF3-4B95-B856-20C645C6DDA8}" srcId="{63028F90-9D25-467C-9625-08103B20AA2E}" destId="{4A001927-3D04-4A15-AFA4-504D292CFEEA}" srcOrd="0" destOrd="0" parTransId="{0635A691-A393-4FB9-AD49-AAFC316D8A34}" sibTransId="{A1051E5C-D0BE-498E-9DBC-006BC94F29F4}"/>
    <dgm:cxn modelId="{8630D418-76A7-453D-8F2E-90D9AEBF13A0}" srcId="{1B0A0576-39DF-4373-8396-92F55E947F0D}" destId="{4F2E5A92-7320-43E4-955B-02B4ED82FC7D}" srcOrd="0" destOrd="0" parTransId="{F8A2A8C1-4034-4B69-9383-EF640DDFA786}" sibTransId="{078E142A-869C-4869-AA75-713A31C9ECA1}"/>
    <dgm:cxn modelId="{AB984622-028D-4C92-BC45-FA7E87529F42}" type="presOf" srcId="{4F56C8C5-DB70-4E49-87AA-471035C776D8}" destId="{D20A4C45-DBCC-4049-9BA5-C3F9FD1BD89E}" srcOrd="1" destOrd="0" presId="urn:microsoft.com/office/officeart/2005/8/layout/list1"/>
    <dgm:cxn modelId="{837F1940-5C8E-4308-B3A2-D61D79514B10}" type="presOf" srcId="{90110A5B-9794-47DA-9655-CA15E7B14ED8}" destId="{E77FBAA6-ABB6-41E1-9642-AAAC2841C406}" srcOrd="0" destOrd="0" presId="urn:microsoft.com/office/officeart/2005/8/layout/list1"/>
    <dgm:cxn modelId="{413B995B-29C9-4B9E-B399-BABD6CC96717}" srcId="{1B0A0576-39DF-4373-8396-92F55E947F0D}" destId="{34344522-8D2A-4168-89F8-FE2472B2D153}" srcOrd="1" destOrd="0" parTransId="{8BEA815A-4480-48EC-83C7-853A450E3E4E}" sibTransId="{9F8D5514-12C7-4890-8A4C-7039DE3854A2}"/>
    <dgm:cxn modelId="{8B6A4441-507A-4357-8661-FEE996E5539A}" type="presOf" srcId="{4F56C8C5-DB70-4E49-87AA-471035C776D8}" destId="{6A47FE90-AC45-458B-84D7-C9DA150B594D}" srcOrd="0" destOrd="0" presId="urn:microsoft.com/office/officeart/2005/8/layout/list1"/>
    <dgm:cxn modelId="{36715866-7D4F-4736-BD7D-04509AC3955B}" type="presOf" srcId="{63028F90-9D25-467C-9625-08103B20AA2E}" destId="{857C4728-3F93-4AD6-B1C0-C0D691526470}" srcOrd="0" destOrd="0" presId="urn:microsoft.com/office/officeart/2005/8/layout/list1"/>
    <dgm:cxn modelId="{B71A8154-9004-4202-9FA4-0C52226F816E}" type="presOf" srcId="{4F2E5A92-7320-43E4-955B-02B4ED82FC7D}" destId="{54B374A1-3206-4E22-83BD-39E2F2323563}" srcOrd="1" destOrd="0" presId="urn:microsoft.com/office/officeart/2005/8/layout/list1"/>
    <dgm:cxn modelId="{2C6F8D54-CFA0-4427-8479-BB2665DA1388}" type="presOf" srcId="{5959A679-02E7-4B63-B6EC-98F4EEE5A9F5}" destId="{FDB80E91-4C56-4A95-9FBD-575ED92773C1}" srcOrd="0" destOrd="0" presId="urn:microsoft.com/office/officeart/2005/8/layout/list1"/>
    <dgm:cxn modelId="{D6722277-CAA5-4331-9707-3A8AA5FC2B03}" srcId="{1B0A0576-39DF-4373-8396-92F55E947F0D}" destId="{4F56C8C5-DB70-4E49-87AA-471035C776D8}" srcOrd="2" destOrd="0" parTransId="{0188FBA4-D2F3-407C-AB87-9A2701F690F3}" sibTransId="{531A47EB-D39F-4181-80E5-DA57B82F6840}"/>
    <dgm:cxn modelId="{7E73DA7C-CE1A-43A0-B2E5-012EC1090FDB}" type="presOf" srcId="{4F2E5A92-7320-43E4-955B-02B4ED82FC7D}" destId="{F690628C-9516-4856-AACB-0BA469CF51FC}" srcOrd="0" destOrd="0" presId="urn:microsoft.com/office/officeart/2005/8/layout/list1"/>
    <dgm:cxn modelId="{CD77C57F-F1CA-4C11-8EB6-FD80856DF624}" type="presOf" srcId="{40BEF101-D493-463E-BA43-F96E3438E95E}" destId="{B8AE8CD1-2D48-4F9F-88A1-B733B9428A05}" srcOrd="0" destOrd="0" presId="urn:microsoft.com/office/officeart/2005/8/layout/list1"/>
    <dgm:cxn modelId="{B0517781-74EB-48CF-97A5-2282DFAC67BF}" srcId="{4F56C8C5-DB70-4E49-87AA-471035C776D8}" destId="{28CFA8A0-414D-4E1A-838C-E6024A6E85BE}" srcOrd="0" destOrd="0" parTransId="{5F392B6D-F925-4D9E-86A2-5FC648D3AD81}" sibTransId="{4C84EFBF-5342-448D-94A0-486D4196AFCA}"/>
    <dgm:cxn modelId="{880E5288-2E29-4093-9883-FBEF1D2CDBF8}" srcId="{1B0A0576-39DF-4373-8396-92F55E947F0D}" destId="{63028F90-9D25-467C-9625-08103B20AA2E}" srcOrd="3" destOrd="0" parTransId="{71D5226B-B9C0-489D-BA13-F6E131B1CAB1}" sibTransId="{E3C0689E-D0FA-44CF-B56C-3FDD26232DCA}"/>
    <dgm:cxn modelId="{B620F697-FDD3-4301-B76D-EAC241A84CD0}" type="presOf" srcId="{63028F90-9D25-467C-9625-08103B20AA2E}" destId="{C1A7D50E-4DCB-496A-A8C2-1C7C064F9ED0}" srcOrd="1" destOrd="0" presId="urn:microsoft.com/office/officeart/2005/8/layout/list1"/>
    <dgm:cxn modelId="{6EF67BAE-3381-4D77-9211-6F068CCEF761}" type="presOf" srcId="{4A001927-3D04-4A15-AFA4-504D292CFEEA}" destId="{AFA69E77-758A-4E7E-9031-D96069AD46BC}" srcOrd="0" destOrd="0" presId="urn:microsoft.com/office/officeart/2005/8/layout/list1"/>
    <dgm:cxn modelId="{06FCDAAF-161C-4DFB-BA0F-97972238467F}" type="presOf" srcId="{5FF79F00-F808-49C0-AB46-779190540768}" destId="{E3BD4E1E-E272-4F4D-88FD-8EC0601E917B}" srcOrd="0" destOrd="0" presId="urn:microsoft.com/office/officeart/2005/8/layout/list1"/>
    <dgm:cxn modelId="{216E2ABF-D2C3-4040-A836-C8346042D7F6}" srcId="{34344522-8D2A-4168-89F8-FE2472B2D153}" destId="{90110A5B-9794-47DA-9655-CA15E7B14ED8}" srcOrd="0" destOrd="0" parTransId="{2A3AA635-909D-40E0-9315-490D16062EC2}" sibTransId="{1A1DC8BC-8DC1-4666-AF95-A96AD2989C9A}"/>
    <dgm:cxn modelId="{3C5725E0-8A9F-435A-A5C8-56B803451EAE}" type="presOf" srcId="{34344522-8D2A-4168-89F8-FE2472B2D153}" destId="{D449D040-DB05-41A7-AAC0-98CEAC3B6964}" srcOrd="1" destOrd="0" presId="urn:microsoft.com/office/officeart/2005/8/layout/list1"/>
    <dgm:cxn modelId="{750AD6E0-25A7-4B65-AF69-177687013398}" type="presOf" srcId="{1B0A0576-39DF-4373-8396-92F55E947F0D}" destId="{4D5C41E0-0DEC-4536-9B3F-F4068486171A}" srcOrd="0" destOrd="0" presId="urn:microsoft.com/office/officeart/2005/8/layout/list1"/>
    <dgm:cxn modelId="{066CABE1-33F0-4789-BAA3-AB0984A26E5E}" type="presOf" srcId="{34344522-8D2A-4168-89F8-FE2472B2D153}" destId="{2A9BF954-0D14-47CF-9A52-29909C3182CC}" srcOrd="0" destOrd="0" presId="urn:microsoft.com/office/officeart/2005/8/layout/list1"/>
    <dgm:cxn modelId="{7EB5F7E8-530F-4D33-B3D3-D59F148DEF91}" type="presOf" srcId="{5FF79F00-F808-49C0-AB46-779190540768}" destId="{2EB91621-055D-48CB-9E0B-ECF77AC50EE7}" srcOrd="1" destOrd="0" presId="urn:microsoft.com/office/officeart/2005/8/layout/list1"/>
    <dgm:cxn modelId="{50EF6AF8-03FC-475A-B4D9-173867E07232}" srcId="{5FF79F00-F808-49C0-AB46-779190540768}" destId="{40BEF101-D493-463E-BA43-F96E3438E95E}" srcOrd="0" destOrd="0" parTransId="{275901A9-FC57-4486-BB10-2306C6D09683}" sibTransId="{08E11D86-40C8-402F-8AF4-82FC43ECC4E5}"/>
    <dgm:cxn modelId="{F0503DFF-F740-4528-8FF5-6D283E48D165}" srcId="{1B0A0576-39DF-4373-8396-92F55E947F0D}" destId="{5FF79F00-F808-49C0-AB46-779190540768}" srcOrd="4" destOrd="0" parTransId="{4ED7CAC4-2DE9-4F77-B6B5-7FB51D129093}" sibTransId="{B744EC93-150E-4F49-B186-CB327A930585}"/>
    <dgm:cxn modelId="{BA882FC1-B850-44E0-8457-4491F79EC81D}" type="presParOf" srcId="{4D5C41E0-0DEC-4536-9B3F-F4068486171A}" destId="{98354E77-71E7-4884-BE67-ACA59F0A519E}" srcOrd="0" destOrd="0" presId="urn:microsoft.com/office/officeart/2005/8/layout/list1"/>
    <dgm:cxn modelId="{012ECAEB-D0EF-43D5-A852-4F03D9671E06}" type="presParOf" srcId="{98354E77-71E7-4884-BE67-ACA59F0A519E}" destId="{F690628C-9516-4856-AACB-0BA469CF51FC}" srcOrd="0" destOrd="0" presId="urn:microsoft.com/office/officeart/2005/8/layout/list1"/>
    <dgm:cxn modelId="{37B5E633-69B4-4FC3-B6D6-DBB66896F848}" type="presParOf" srcId="{98354E77-71E7-4884-BE67-ACA59F0A519E}" destId="{54B374A1-3206-4E22-83BD-39E2F2323563}" srcOrd="1" destOrd="0" presId="urn:microsoft.com/office/officeart/2005/8/layout/list1"/>
    <dgm:cxn modelId="{19C23FA7-6759-4AE7-999A-BC9422EDAF19}" type="presParOf" srcId="{4D5C41E0-0DEC-4536-9B3F-F4068486171A}" destId="{B62FC52A-C01C-42EC-8A6A-217BE7500BB9}" srcOrd="1" destOrd="0" presId="urn:microsoft.com/office/officeart/2005/8/layout/list1"/>
    <dgm:cxn modelId="{3B8DD454-A30C-4826-8363-99C96596B22E}" type="presParOf" srcId="{4D5C41E0-0DEC-4536-9B3F-F4068486171A}" destId="{FDB80E91-4C56-4A95-9FBD-575ED92773C1}" srcOrd="2" destOrd="0" presId="urn:microsoft.com/office/officeart/2005/8/layout/list1"/>
    <dgm:cxn modelId="{C6EC354C-3FDA-4140-A47F-4382BDA70119}" type="presParOf" srcId="{4D5C41E0-0DEC-4536-9B3F-F4068486171A}" destId="{B2263D1D-6D6C-42F1-9F12-9F7238D7B555}" srcOrd="3" destOrd="0" presId="urn:microsoft.com/office/officeart/2005/8/layout/list1"/>
    <dgm:cxn modelId="{EA1C4EC3-E5F5-4537-8764-710C915F2DBF}" type="presParOf" srcId="{4D5C41E0-0DEC-4536-9B3F-F4068486171A}" destId="{14F1E893-4639-402A-9E5D-3D23AF62668B}" srcOrd="4" destOrd="0" presId="urn:microsoft.com/office/officeart/2005/8/layout/list1"/>
    <dgm:cxn modelId="{495B1E35-AC75-4B30-A781-67B8DD9777C2}" type="presParOf" srcId="{14F1E893-4639-402A-9E5D-3D23AF62668B}" destId="{2A9BF954-0D14-47CF-9A52-29909C3182CC}" srcOrd="0" destOrd="0" presId="urn:microsoft.com/office/officeart/2005/8/layout/list1"/>
    <dgm:cxn modelId="{D94FA3C9-A76D-4A48-99D7-A9E93BAC23BA}" type="presParOf" srcId="{14F1E893-4639-402A-9E5D-3D23AF62668B}" destId="{D449D040-DB05-41A7-AAC0-98CEAC3B6964}" srcOrd="1" destOrd="0" presId="urn:microsoft.com/office/officeart/2005/8/layout/list1"/>
    <dgm:cxn modelId="{AF8901CB-975C-456E-A5CD-D4C6DFCDD9F5}" type="presParOf" srcId="{4D5C41E0-0DEC-4536-9B3F-F4068486171A}" destId="{5A68409D-A74B-49C7-9261-B3A7D9299254}" srcOrd="5" destOrd="0" presId="urn:microsoft.com/office/officeart/2005/8/layout/list1"/>
    <dgm:cxn modelId="{DF8CE354-183B-48FE-A755-05F40730BC24}" type="presParOf" srcId="{4D5C41E0-0DEC-4536-9B3F-F4068486171A}" destId="{E77FBAA6-ABB6-41E1-9642-AAAC2841C406}" srcOrd="6" destOrd="0" presId="urn:microsoft.com/office/officeart/2005/8/layout/list1"/>
    <dgm:cxn modelId="{E09619B2-6637-4953-AF74-4C20BD443F93}" type="presParOf" srcId="{4D5C41E0-0DEC-4536-9B3F-F4068486171A}" destId="{7133D688-274A-41D8-AA8E-5485AE348952}" srcOrd="7" destOrd="0" presId="urn:microsoft.com/office/officeart/2005/8/layout/list1"/>
    <dgm:cxn modelId="{C3881010-9218-4F9C-8EB1-D637CBC14C83}" type="presParOf" srcId="{4D5C41E0-0DEC-4536-9B3F-F4068486171A}" destId="{F0FC4865-B7D2-4D31-900A-802842967D6F}" srcOrd="8" destOrd="0" presId="urn:microsoft.com/office/officeart/2005/8/layout/list1"/>
    <dgm:cxn modelId="{E3FD78D8-4257-436C-8163-6DC3E8C44F26}" type="presParOf" srcId="{F0FC4865-B7D2-4D31-900A-802842967D6F}" destId="{6A47FE90-AC45-458B-84D7-C9DA150B594D}" srcOrd="0" destOrd="0" presId="urn:microsoft.com/office/officeart/2005/8/layout/list1"/>
    <dgm:cxn modelId="{C91FDA91-133F-45DC-A64D-D3DFAAAC5459}" type="presParOf" srcId="{F0FC4865-B7D2-4D31-900A-802842967D6F}" destId="{D20A4C45-DBCC-4049-9BA5-C3F9FD1BD89E}" srcOrd="1" destOrd="0" presId="urn:microsoft.com/office/officeart/2005/8/layout/list1"/>
    <dgm:cxn modelId="{DCFE4663-68C0-4261-BF1F-DD47A8AF20CB}" type="presParOf" srcId="{4D5C41E0-0DEC-4536-9B3F-F4068486171A}" destId="{F85A73E9-E14F-4B95-8312-A61DCE9903DD}" srcOrd="9" destOrd="0" presId="urn:microsoft.com/office/officeart/2005/8/layout/list1"/>
    <dgm:cxn modelId="{98845DB8-32C7-4F7D-81F7-CD5D1B78A710}" type="presParOf" srcId="{4D5C41E0-0DEC-4536-9B3F-F4068486171A}" destId="{B28851DC-2FCD-4C95-8E2A-2DCE76794DD6}" srcOrd="10" destOrd="0" presId="urn:microsoft.com/office/officeart/2005/8/layout/list1"/>
    <dgm:cxn modelId="{3A67F7B8-57BB-4160-8E6E-260D8FF8D0E1}" type="presParOf" srcId="{4D5C41E0-0DEC-4536-9B3F-F4068486171A}" destId="{46EB59DC-C1F0-4604-BAE8-210E7FC3B2FD}" srcOrd="11" destOrd="0" presId="urn:microsoft.com/office/officeart/2005/8/layout/list1"/>
    <dgm:cxn modelId="{D8B5EF34-F648-4B63-871C-D97FF7B9A483}" type="presParOf" srcId="{4D5C41E0-0DEC-4536-9B3F-F4068486171A}" destId="{8A6E431E-82E1-4EF6-9445-20E485873A22}" srcOrd="12" destOrd="0" presId="urn:microsoft.com/office/officeart/2005/8/layout/list1"/>
    <dgm:cxn modelId="{7434FD73-1497-40CD-9EF5-C5DC2E1BD874}" type="presParOf" srcId="{8A6E431E-82E1-4EF6-9445-20E485873A22}" destId="{857C4728-3F93-4AD6-B1C0-C0D691526470}" srcOrd="0" destOrd="0" presId="urn:microsoft.com/office/officeart/2005/8/layout/list1"/>
    <dgm:cxn modelId="{F9964FE1-51C0-44F7-9CAC-3AF1A7C4E9E7}" type="presParOf" srcId="{8A6E431E-82E1-4EF6-9445-20E485873A22}" destId="{C1A7D50E-4DCB-496A-A8C2-1C7C064F9ED0}" srcOrd="1" destOrd="0" presId="urn:microsoft.com/office/officeart/2005/8/layout/list1"/>
    <dgm:cxn modelId="{6CADCB33-C5C4-478F-B7F4-8165D4A86DDE}" type="presParOf" srcId="{4D5C41E0-0DEC-4536-9B3F-F4068486171A}" destId="{19685D92-B5E9-4AB6-B38F-F1320A932441}" srcOrd="13" destOrd="0" presId="urn:microsoft.com/office/officeart/2005/8/layout/list1"/>
    <dgm:cxn modelId="{AD5BDD79-F413-49A1-A2A8-09468F13F1F3}" type="presParOf" srcId="{4D5C41E0-0DEC-4536-9B3F-F4068486171A}" destId="{AFA69E77-758A-4E7E-9031-D96069AD46BC}" srcOrd="14" destOrd="0" presId="urn:microsoft.com/office/officeart/2005/8/layout/list1"/>
    <dgm:cxn modelId="{E0B953AF-AFF4-4093-ABBA-7815E81CA0DA}" type="presParOf" srcId="{4D5C41E0-0DEC-4536-9B3F-F4068486171A}" destId="{33A21211-51DE-45D8-A311-9C66361011A7}" srcOrd="15" destOrd="0" presId="urn:microsoft.com/office/officeart/2005/8/layout/list1"/>
    <dgm:cxn modelId="{2099A91E-69D5-4461-8AF3-9880DFF19FE1}" type="presParOf" srcId="{4D5C41E0-0DEC-4536-9B3F-F4068486171A}" destId="{4ED4D207-BD98-49AD-ABF7-3C1EBFBB2166}" srcOrd="16" destOrd="0" presId="urn:microsoft.com/office/officeart/2005/8/layout/list1"/>
    <dgm:cxn modelId="{21866755-95EB-4248-9105-4D7FF6470121}" type="presParOf" srcId="{4ED4D207-BD98-49AD-ABF7-3C1EBFBB2166}" destId="{E3BD4E1E-E272-4F4D-88FD-8EC0601E917B}" srcOrd="0" destOrd="0" presId="urn:microsoft.com/office/officeart/2005/8/layout/list1"/>
    <dgm:cxn modelId="{EB9B3155-7E22-4D71-BD95-ACD11873A29E}" type="presParOf" srcId="{4ED4D207-BD98-49AD-ABF7-3C1EBFBB2166}" destId="{2EB91621-055D-48CB-9E0B-ECF77AC50EE7}" srcOrd="1" destOrd="0" presId="urn:microsoft.com/office/officeart/2005/8/layout/list1"/>
    <dgm:cxn modelId="{3A7A3542-CBEC-469A-955F-91CFC8B8ACB4}" type="presParOf" srcId="{4D5C41E0-0DEC-4536-9B3F-F4068486171A}" destId="{EC7376E1-2600-4A52-B374-BE776D3921CF}" srcOrd="17" destOrd="0" presId="urn:microsoft.com/office/officeart/2005/8/layout/list1"/>
    <dgm:cxn modelId="{367E222E-8859-4517-86DA-908785FC614A}" type="presParOf" srcId="{4D5C41E0-0DEC-4536-9B3F-F4068486171A}" destId="{B8AE8CD1-2D48-4F9F-88A1-B733B9428A0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12E229-CE12-43EE-A409-77C5B800A3B5}" type="doc">
      <dgm:prSet loTypeId="urn:microsoft.com/office/officeart/2005/8/layout/vList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6F1CE0F-C2A1-4903-9C7A-90D9B921C243}">
      <dgm:prSet phldrT="[Text]"/>
      <dgm:spPr/>
      <dgm:t>
        <a:bodyPr/>
        <a:lstStyle/>
        <a:p>
          <a:r>
            <a:rPr lang="en-US"/>
            <a:t>It is a step wise representation of a solution to a given problem, which makes it easier to understand.</a:t>
          </a:r>
        </a:p>
      </dgm:t>
    </dgm:pt>
    <dgm:pt modelId="{F53F7147-F825-44A4-A265-C9AD219CAEB3}" type="parTrans" cxnId="{136DD3AD-C206-436A-8D77-A6A2E66BF246}">
      <dgm:prSet/>
      <dgm:spPr/>
      <dgm:t>
        <a:bodyPr/>
        <a:lstStyle/>
        <a:p>
          <a:endParaRPr lang="en-US"/>
        </a:p>
      </dgm:t>
    </dgm:pt>
    <dgm:pt modelId="{10B46A28-F51F-407D-804F-8E39502A2891}" type="sibTrans" cxnId="{136DD3AD-C206-436A-8D77-A6A2E66BF246}">
      <dgm:prSet/>
      <dgm:spPr/>
      <dgm:t>
        <a:bodyPr/>
        <a:lstStyle/>
        <a:p>
          <a:endParaRPr lang="en-US"/>
        </a:p>
      </dgm:t>
    </dgm:pt>
    <dgm:pt modelId="{6E802896-6233-44AF-9900-1B5CB0A217C9}">
      <dgm:prSet phldrT="[Text]"/>
      <dgm:spPr/>
      <dgm:t>
        <a:bodyPr/>
        <a:lstStyle/>
        <a:p>
          <a:r>
            <a:rPr lang="en-US"/>
            <a:t>An algorithm uses a definite procedure.</a:t>
          </a:r>
        </a:p>
      </dgm:t>
    </dgm:pt>
    <dgm:pt modelId="{7A45A1A8-6274-4961-BA7B-F45587C7C4A1}" type="parTrans" cxnId="{4750936C-33E9-4E2D-A4AC-1D342B270B32}">
      <dgm:prSet/>
      <dgm:spPr/>
      <dgm:t>
        <a:bodyPr/>
        <a:lstStyle/>
        <a:p>
          <a:endParaRPr lang="en-US"/>
        </a:p>
      </dgm:t>
    </dgm:pt>
    <dgm:pt modelId="{86309FFE-42C7-40B4-8976-BED21C278A5D}" type="sibTrans" cxnId="{4750936C-33E9-4E2D-A4AC-1D342B270B32}">
      <dgm:prSet/>
      <dgm:spPr/>
      <dgm:t>
        <a:bodyPr/>
        <a:lstStyle/>
        <a:p>
          <a:endParaRPr lang="en-US"/>
        </a:p>
      </dgm:t>
    </dgm:pt>
    <dgm:pt modelId="{35B12195-207A-4F93-89F1-DC5E16109BA5}">
      <dgm:prSet phldrT="[Text]"/>
      <dgm:spPr/>
      <dgm:t>
        <a:bodyPr/>
        <a:lstStyle/>
        <a:p>
          <a:r>
            <a:rPr lang="en-US"/>
            <a:t>It is not dependent on any programming language, so it is easy to understand for anyone without programming knowledge.</a:t>
          </a:r>
        </a:p>
      </dgm:t>
    </dgm:pt>
    <dgm:pt modelId="{C0869E8D-1BAC-4ECA-B15F-4F5A5F422BBE}" type="parTrans" cxnId="{70500E5D-9949-4F34-9CC9-FE181D2414E9}">
      <dgm:prSet/>
      <dgm:spPr/>
      <dgm:t>
        <a:bodyPr/>
        <a:lstStyle/>
        <a:p>
          <a:endParaRPr lang="en-US"/>
        </a:p>
      </dgm:t>
    </dgm:pt>
    <dgm:pt modelId="{771666CE-3063-4D10-94C2-4487F898A797}" type="sibTrans" cxnId="{70500E5D-9949-4F34-9CC9-FE181D2414E9}">
      <dgm:prSet/>
      <dgm:spPr/>
      <dgm:t>
        <a:bodyPr/>
        <a:lstStyle/>
        <a:p>
          <a:endParaRPr lang="en-US"/>
        </a:p>
      </dgm:t>
    </dgm:pt>
    <dgm:pt modelId="{0F475EB9-DE60-4E1D-AD0E-8B2DE3E943FD}">
      <dgm:prSet phldrT="[Text]"/>
      <dgm:spPr/>
      <dgm:t>
        <a:bodyPr/>
        <a:lstStyle/>
        <a:p>
          <a:r>
            <a:rPr lang="en-US"/>
            <a:t>Every step has its on logical sequence, so it is easy to debug</a:t>
          </a:r>
        </a:p>
      </dgm:t>
    </dgm:pt>
    <dgm:pt modelId="{C09C3058-1701-4B93-9860-5340B865B87D}" type="parTrans" cxnId="{CFC54E63-396F-4BAE-AE39-59A5D51DC60B}">
      <dgm:prSet/>
      <dgm:spPr/>
      <dgm:t>
        <a:bodyPr/>
        <a:lstStyle/>
        <a:p>
          <a:endParaRPr lang="en-US"/>
        </a:p>
      </dgm:t>
    </dgm:pt>
    <dgm:pt modelId="{423417CE-5C67-4C9C-B228-D9B34303B425}" type="sibTrans" cxnId="{CFC54E63-396F-4BAE-AE39-59A5D51DC60B}">
      <dgm:prSet/>
      <dgm:spPr/>
      <dgm:t>
        <a:bodyPr/>
        <a:lstStyle/>
        <a:p>
          <a:endParaRPr lang="en-US"/>
        </a:p>
      </dgm:t>
    </dgm:pt>
    <dgm:pt modelId="{87457EF4-2137-43AE-9B85-04E6D1F9ED21}">
      <dgm:prSet phldrT="[Text]"/>
      <dgm:spPr/>
      <dgm:t>
        <a:bodyPr/>
        <a:lstStyle/>
        <a:p>
          <a:r>
            <a:rPr lang="en-US" b="0" i="0"/>
            <a:t>By using algorithm, the problem is broken down into smaller pieces or steps hence, it is easier for programmer to convert it into an actual program.</a:t>
          </a:r>
          <a:endParaRPr lang="en-US"/>
        </a:p>
      </dgm:t>
    </dgm:pt>
    <dgm:pt modelId="{9D87978E-9532-4977-8194-A7B1D0DB6012}" type="parTrans" cxnId="{2C63F329-F0EB-47B3-9D16-95A5BB2D9667}">
      <dgm:prSet/>
      <dgm:spPr/>
      <dgm:t>
        <a:bodyPr/>
        <a:lstStyle/>
        <a:p>
          <a:endParaRPr lang="en-US"/>
        </a:p>
      </dgm:t>
    </dgm:pt>
    <dgm:pt modelId="{261D1006-0298-4B74-AF40-65D7F06A13D5}" type="sibTrans" cxnId="{2C63F329-F0EB-47B3-9D16-95A5BB2D9667}">
      <dgm:prSet/>
      <dgm:spPr/>
      <dgm:t>
        <a:bodyPr/>
        <a:lstStyle/>
        <a:p>
          <a:endParaRPr lang="en-US"/>
        </a:p>
      </dgm:t>
    </dgm:pt>
    <dgm:pt modelId="{37005DDC-B204-40D3-91A4-2C639E692E97}" type="pres">
      <dgm:prSet presAssocID="{8312E229-CE12-43EE-A409-77C5B800A3B5}" presName="linear" presStyleCnt="0">
        <dgm:presLayoutVars>
          <dgm:dir/>
          <dgm:resizeHandles val="exact"/>
        </dgm:presLayoutVars>
      </dgm:prSet>
      <dgm:spPr/>
    </dgm:pt>
    <dgm:pt modelId="{FA0279FF-791D-4D3A-97CA-FCBF2A1E1D09}" type="pres">
      <dgm:prSet presAssocID="{26F1CE0F-C2A1-4903-9C7A-90D9B921C243}" presName="comp" presStyleCnt="0"/>
      <dgm:spPr/>
    </dgm:pt>
    <dgm:pt modelId="{14B9F8D7-C878-4A5F-A66F-D16FBA43A064}" type="pres">
      <dgm:prSet presAssocID="{26F1CE0F-C2A1-4903-9C7A-90D9B921C243}" presName="box" presStyleLbl="node1" presStyleIdx="0" presStyleCnt="5"/>
      <dgm:spPr/>
    </dgm:pt>
    <dgm:pt modelId="{002B9214-58DC-433E-AC82-B07BF205A98A}" type="pres">
      <dgm:prSet presAssocID="{26F1CE0F-C2A1-4903-9C7A-90D9B921C243}" presName="img" presStyleLbl="fgImgPlace1" presStyleIdx="0" presStyleCnt="5"/>
      <dgm:spPr/>
    </dgm:pt>
    <dgm:pt modelId="{37AE6574-63D5-406A-9B2E-B697B66BB378}" type="pres">
      <dgm:prSet presAssocID="{26F1CE0F-C2A1-4903-9C7A-90D9B921C243}" presName="text" presStyleLbl="node1" presStyleIdx="0" presStyleCnt="5">
        <dgm:presLayoutVars>
          <dgm:bulletEnabled val="1"/>
        </dgm:presLayoutVars>
      </dgm:prSet>
      <dgm:spPr/>
    </dgm:pt>
    <dgm:pt modelId="{3443D1B3-C8AB-42EA-996E-FD2B9A64FAD7}" type="pres">
      <dgm:prSet presAssocID="{10B46A28-F51F-407D-804F-8E39502A2891}" presName="spacer" presStyleCnt="0"/>
      <dgm:spPr/>
    </dgm:pt>
    <dgm:pt modelId="{B14BD9FC-EA0E-4A7C-B1C8-8A3D1BB4E218}" type="pres">
      <dgm:prSet presAssocID="{6E802896-6233-44AF-9900-1B5CB0A217C9}" presName="comp" presStyleCnt="0"/>
      <dgm:spPr/>
    </dgm:pt>
    <dgm:pt modelId="{ADC92BC3-C247-41E7-8EF7-899DE533C44F}" type="pres">
      <dgm:prSet presAssocID="{6E802896-6233-44AF-9900-1B5CB0A217C9}" presName="box" presStyleLbl="node1" presStyleIdx="1" presStyleCnt="5"/>
      <dgm:spPr/>
    </dgm:pt>
    <dgm:pt modelId="{78A93AF9-4ABB-4B31-80F3-2AF0D20E86EF}" type="pres">
      <dgm:prSet presAssocID="{6E802896-6233-44AF-9900-1B5CB0A217C9}" presName="img" presStyleLbl="fgImgPlace1" presStyleIdx="1" presStyleCnt="5"/>
      <dgm:spPr/>
    </dgm:pt>
    <dgm:pt modelId="{AE8C5B63-7626-495F-91BC-CD860576118A}" type="pres">
      <dgm:prSet presAssocID="{6E802896-6233-44AF-9900-1B5CB0A217C9}" presName="text" presStyleLbl="node1" presStyleIdx="1" presStyleCnt="5">
        <dgm:presLayoutVars>
          <dgm:bulletEnabled val="1"/>
        </dgm:presLayoutVars>
      </dgm:prSet>
      <dgm:spPr/>
    </dgm:pt>
    <dgm:pt modelId="{46DE2E22-9A4E-4E47-99C2-B470720220CF}" type="pres">
      <dgm:prSet presAssocID="{86309FFE-42C7-40B4-8976-BED21C278A5D}" presName="spacer" presStyleCnt="0"/>
      <dgm:spPr/>
    </dgm:pt>
    <dgm:pt modelId="{858DAC92-ED58-4BE9-A556-00E126B2653D}" type="pres">
      <dgm:prSet presAssocID="{35B12195-207A-4F93-89F1-DC5E16109BA5}" presName="comp" presStyleCnt="0"/>
      <dgm:spPr/>
    </dgm:pt>
    <dgm:pt modelId="{75A81E15-F2A2-4AD1-A7F1-6B42363A23A4}" type="pres">
      <dgm:prSet presAssocID="{35B12195-207A-4F93-89F1-DC5E16109BA5}" presName="box" presStyleLbl="node1" presStyleIdx="2" presStyleCnt="5"/>
      <dgm:spPr/>
    </dgm:pt>
    <dgm:pt modelId="{E7B0FE5B-DFDD-4548-9665-ABC34D963AE5}" type="pres">
      <dgm:prSet presAssocID="{35B12195-207A-4F93-89F1-DC5E16109BA5}" presName="img" presStyleLbl="fgImgPlace1" presStyleIdx="2" presStyleCnt="5"/>
      <dgm:spPr/>
    </dgm:pt>
    <dgm:pt modelId="{610E1011-43E4-4A85-81DA-7E9C4F001B99}" type="pres">
      <dgm:prSet presAssocID="{35B12195-207A-4F93-89F1-DC5E16109BA5}" presName="text" presStyleLbl="node1" presStyleIdx="2" presStyleCnt="5">
        <dgm:presLayoutVars>
          <dgm:bulletEnabled val="1"/>
        </dgm:presLayoutVars>
      </dgm:prSet>
      <dgm:spPr/>
    </dgm:pt>
    <dgm:pt modelId="{6B29EF76-1EDA-40C9-AB67-4B7C78B135DD}" type="pres">
      <dgm:prSet presAssocID="{771666CE-3063-4D10-94C2-4487F898A797}" presName="spacer" presStyleCnt="0"/>
      <dgm:spPr/>
    </dgm:pt>
    <dgm:pt modelId="{5B7ACD70-6546-4D3A-8FE4-D064E5417140}" type="pres">
      <dgm:prSet presAssocID="{0F475EB9-DE60-4E1D-AD0E-8B2DE3E943FD}" presName="comp" presStyleCnt="0"/>
      <dgm:spPr/>
    </dgm:pt>
    <dgm:pt modelId="{039AE69E-A66C-441E-BBBF-0115B180B5B1}" type="pres">
      <dgm:prSet presAssocID="{0F475EB9-DE60-4E1D-AD0E-8B2DE3E943FD}" presName="box" presStyleLbl="node1" presStyleIdx="3" presStyleCnt="5"/>
      <dgm:spPr/>
    </dgm:pt>
    <dgm:pt modelId="{4CF76E24-EF73-4678-A6F1-B6CD2120DC30}" type="pres">
      <dgm:prSet presAssocID="{0F475EB9-DE60-4E1D-AD0E-8B2DE3E943FD}" presName="img" presStyleLbl="fgImgPlace1" presStyleIdx="3" presStyleCnt="5"/>
      <dgm:spPr/>
    </dgm:pt>
    <dgm:pt modelId="{2A8F7545-69D2-4089-9880-B52056D4B75A}" type="pres">
      <dgm:prSet presAssocID="{0F475EB9-DE60-4E1D-AD0E-8B2DE3E943FD}" presName="text" presStyleLbl="node1" presStyleIdx="3" presStyleCnt="5">
        <dgm:presLayoutVars>
          <dgm:bulletEnabled val="1"/>
        </dgm:presLayoutVars>
      </dgm:prSet>
      <dgm:spPr/>
    </dgm:pt>
    <dgm:pt modelId="{B56362D1-7B58-4201-B84C-A12B4D8FF238}" type="pres">
      <dgm:prSet presAssocID="{423417CE-5C67-4C9C-B228-D9B34303B425}" presName="spacer" presStyleCnt="0"/>
      <dgm:spPr/>
    </dgm:pt>
    <dgm:pt modelId="{1E19398A-0917-41C8-BF8D-5D89605D4C52}" type="pres">
      <dgm:prSet presAssocID="{87457EF4-2137-43AE-9B85-04E6D1F9ED21}" presName="comp" presStyleCnt="0"/>
      <dgm:spPr/>
    </dgm:pt>
    <dgm:pt modelId="{8444CA3E-E77D-44FE-9588-36951BC245D7}" type="pres">
      <dgm:prSet presAssocID="{87457EF4-2137-43AE-9B85-04E6D1F9ED21}" presName="box" presStyleLbl="node1" presStyleIdx="4" presStyleCnt="5"/>
      <dgm:spPr/>
    </dgm:pt>
    <dgm:pt modelId="{F7AACEC5-B838-49B2-8C9E-079291B23247}" type="pres">
      <dgm:prSet presAssocID="{87457EF4-2137-43AE-9B85-04E6D1F9ED21}" presName="img" presStyleLbl="fgImgPlace1" presStyleIdx="4" presStyleCnt="5"/>
      <dgm:spPr/>
    </dgm:pt>
    <dgm:pt modelId="{EE30F979-F0F5-47A1-9759-4809C80F4FCF}" type="pres">
      <dgm:prSet presAssocID="{87457EF4-2137-43AE-9B85-04E6D1F9ED21}" presName="text" presStyleLbl="node1" presStyleIdx="4" presStyleCnt="5">
        <dgm:presLayoutVars>
          <dgm:bulletEnabled val="1"/>
        </dgm:presLayoutVars>
      </dgm:prSet>
      <dgm:spPr/>
    </dgm:pt>
  </dgm:ptLst>
  <dgm:cxnLst>
    <dgm:cxn modelId="{E6535619-8E50-43E8-8BE4-34B36F8B3388}" type="presOf" srcId="{0F475EB9-DE60-4E1D-AD0E-8B2DE3E943FD}" destId="{2A8F7545-69D2-4089-9880-B52056D4B75A}" srcOrd="1" destOrd="0" presId="urn:microsoft.com/office/officeart/2005/8/layout/vList4"/>
    <dgm:cxn modelId="{77E37627-D697-428C-A910-7E340491B3F2}" type="presOf" srcId="{8312E229-CE12-43EE-A409-77C5B800A3B5}" destId="{37005DDC-B204-40D3-91A4-2C639E692E97}" srcOrd="0" destOrd="0" presId="urn:microsoft.com/office/officeart/2005/8/layout/vList4"/>
    <dgm:cxn modelId="{2C63F329-F0EB-47B3-9D16-95A5BB2D9667}" srcId="{8312E229-CE12-43EE-A409-77C5B800A3B5}" destId="{87457EF4-2137-43AE-9B85-04E6D1F9ED21}" srcOrd="4" destOrd="0" parTransId="{9D87978E-9532-4977-8194-A7B1D0DB6012}" sibTransId="{261D1006-0298-4B74-AF40-65D7F06A13D5}"/>
    <dgm:cxn modelId="{5B2ABC3F-401E-4FC7-915B-FC38924B6F90}" type="presOf" srcId="{35B12195-207A-4F93-89F1-DC5E16109BA5}" destId="{75A81E15-F2A2-4AD1-A7F1-6B42363A23A4}" srcOrd="0" destOrd="0" presId="urn:microsoft.com/office/officeart/2005/8/layout/vList4"/>
    <dgm:cxn modelId="{70500E5D-9949-4F34-9CC9-FE181D2414E9}" srcId="{8312E229-CE12-43EE-A409-77C5B800A3B5}" destId="{35B12195-207A-4F93-89F1-DC5E16109BA5}" srcOrd="2" destOrd="0" parTransId="{C0869E8D-1BAC-4ECA-B15F-4F5A5F422BBE}" sibTransId="{771666CE-3063-4D10-94C2-4487F898A797}"/>
    <dgm:cxn modelId="{CFC54E63-396F-4BAE-AE39-59A5D51DC60B}" srcId="{8312E229-CE12-43EE-A409-77C5B800A3B5}" destId="{0F475EB9-DE60-4E1D-AD0E-8B2DE3E943FD}" srcOrd="3" destOrd="0" parTransId="{C09C3058-1701-4B93-9860-5340B865B87D}" sibTransId="{423417CE-5C67-4C9C-B228-D9B34303B425}"/>
    <dgm:cxn modelId="{4750936C-33E9-4E2D-A4AC-1D342B270B32}" srcId="{8312E229-CE12-43EE-A409-77C5B800A3B5}" destId="{6E802896-6233-44AF-9900-1B5CB0A217C9}" srcOrd="1" destOrd="0" parTransId="{7A45A1A8-6274-4961-BA7B-F45587C7C4A1}" sibTransId="{86309FFE-42C7-40B4-8976-BED21C278A5D}"/>
    <dgm:cxn modelId="{1DBF507C-83A7-4341-AECE-9A0E435F6E2A}" type="presOf" srcId="{6E802896-6233-44AF-9900-1B5CB0A217C9}" destId="{ADC92BC3-C247-41E7-8EF7-899DE533C44F}" srcOrd="0" destOrd="0" presId="urn:microsoft.com/office/officeart/2005/8/layout/vList4"/>
    <dgm:cxn modelId="{C31B8D96-3729-44D0-9B43-73673DDF3FDB}" type="presOf" srcId="{6E802896-6233-44AF-9900-1B5CB0A217C9}" destId="{AE8C5B63-7626-495F-91BC-CD860576118A}" srcOrd="1" destOrd="0" presId="urn:microsoft.com/office/officeart/2005/8/layout/vList4"/>
    <dgm:cxn modelId="{9AC9F2A0-10D7-4F5B-8A23-4787348C4A6C}" type="presOf" srcId="{35B12195-207A-4F93-89F1-DC5E16109BA5}" destId="{610E1011-43E4-4A85-81DA-7E9C4F001B99}" srcOrd="1" destOrd="0" presId="urn:microsoft.com/office/officeart/2005/8/layout/vList4"/>
    <dgm:cxn modelId="{136DD3AD-C206-436A-8D77-A6A2E66BF246}" srcId="{8312E229-CE12-43EE-A409-77C5B800A3B5}" destId="{26F1CE0F-C2A1-4903-9C7A-90D9B921C243}" srcOrd="0" destOrd="0" parTransId="{F53F7147-F825-44A4-A265-C9AD219CAEB3}" sibTransId="{10B46A28-F51F-407D-804F-8E39502A2891}"/>
    <dgm:cxn modelId="{1E84A4B5-D8FB-4712-9AA9-1F05549B4344}" type="presOf" srcId="{26F1CE0F-C2A1-4903-9C7A-90D9B921C243}" destId="{14B9F8D7-C878-4A5F-A66F-D16FBA43A064}" srcOrd="0" destOrd="0" presId="urn:microsoft.com/office/officeart/2005/8/layout/vList4"/>
    <dgm:cxn modelId="{42C253B6-F8D6-46B9-B46D-C7E721033B44}" type="presOf" srcId="{0F475EB9-DE60-4E1D-AD0E-8B2DE3E943FD}" destId="{039AE69E-A66C-441E-BBBF-0115B180B5B1}" srcOrd="0" destOrd="0" presId="urn:microsoft.com/office/officeart/2005/8/layout/vList4"/>
    <dgm:cxn modelId="{C90739C9-B3DE-4CC2-91ED-69E67F4E7FA6}" type="presOf" srcId="{87457EF4-2137-43AE-9B85-04E6D1F9ED21}" destId="{8444CA3E-E77D-44FE-9588-36951BC245D7}" srcOrd="0" destOrd="0" presId="urn:microsoft.com/office/officeart/2005/8/layout/vList4"/>
    <dgm:cxn modelId="{3FAF7CF7-A53F-404E-892E-91DF28ABBF53}" type="presOf" srcId="{87457EF4-2137-43AE-9B85-04E6D1F9ED21}" destId="{EE30F979-F0F5-47A1-9759-4809C80F4FCF}" srcOrd="1" destOrd="0" presId="urn:microsoft.com/office/officeart/2005/8/layout/vList4"/>
    <dgm:cxn modelId="{149659F8-99B0-4115-B89F-881F578913A1}" type="presOf" srcId="{26F1CE0F-C2A1-4903-9C7A-90D9B921C243}" destId="{37AE6574-63D5-406A-9B2E-B697B66BB378}" srcOrd="1" destOrd="0" presId="urn:microsoft.com/office/officeart/2005/8/layout/vList4"/>
    <dgm:cxn modelId="{F29C2ABF-E6BE-46D0-89A4-4B37BDC82F8E}" type="presParOf" srcId="{37005DDC-B204-40D3-91A4-2C639E692E97}" destId="{FA0279FF-791D-4D3A-97CA-FCBF2A1E1D09}" srcOrd="0" destOrd="0" presId="urn:microsoft.com/office/officeart/2005/8/layout/vList4"/>
    <dgm:cxn modelId="{439494B0-73F1-42CA-B0E6-B8DCB6BB42A6}" type="presParOf" srcId="{FA0279FF-791D-4D3A-97CA-FCBF2A1E1D09}" destId="{14B9F8D7-C878-4A5F-A66F-D16FBA43A064}" srcOrd="0" destOrd="0" presId="urn:microsoft.com/office/officeart/2005/8/layout/vList4"/>
    <dgm:cxn modelId="{F0634A10-CD6E-48BB-A217-2FA42AD2226D}" type="presParOf" srcId="{FA0279FF-791D-4D3A-97CA-FCBF2A1E1D09}" destId="{002B9214-58DC-433E-AC82-B07BF205A98A}" srcOrd="1" destOrd="0" presId="urn:microsoft.com/office/officeart/2005/8/layout/vList4"/>
    <dgm:cxn modelId="{C3560D49-11E8-400E-BB2F-133151FC16FB}" type="presParOf" srcId="{FA0279FF-791D-4D3A-97CA-FCBF2A1E1D09}" destId="{37AE6574-63D5-406A-9B2E-B697B66BB378}" srcOrd="2" destOrd="0" presId="urn:microsoft.com/office/officeart/2005/8/layout/vList4"/>
    <dgm:cxn modelId="{6AD8D32F-B577-490F-963B-561C9D7B2D13}" type="presParOf" srcId="{37005DDC-B204-40D3-91A4-2C639E692E97}" destId="{3443D1B3-C8AB-42EA-996E-FD2B9A64FAD7}" srcOrd="1" destOrd="0" presId="urn:microsoft.com/office/officeart/2005/8/layout/vList4"/>
    <dgm:cxn modelId="{E1232A02-946A-465C-88F9-AF6B8BA37D77}" type="presParOf" srcId="{37005DDC-B204-40D3-91A4-2C639E692E97}" destId="{B14BD9FC-EA0E-4A7C-B1C8-8A3D1BB4E218}" srcOrd="2" destOrd="0" presId="urn:microsoft.com/office/officeart/2005/8/layout/vList4"/>
    <dgm:cxn modelId="{03D82C64-39EE-49B0-BD21-D2BA93C49573}" type="presParOf" srcId="{B14BD9FC-EA0E-4A7C-B1C8-8A3D1BB4E218}" destId="{ADC92BC3-C247-41E7-8EF7-899DE533C44F}" srcOrd="0" destOrd="0" presId="urn:microsoft.com/office/officeart/2005/8/layout/vList4"/>
    <dgm:cxn modelId="{967217ED-56C3-40E9-A861-D6104C12000C}" type="presParOf" srcId="{B14BD9FC-EA0E-4A7C-B1C8-8A3D1BB4E218}" destId="{78A93AF9-4ABB-4B31-80F3-2AF0D20E86EF}" srcOrd="1" destOrd="0" presId="urn:microsoft.com/office/officeart/2005/8/layout/vList4"/>
    <dgm:cxn modelId="{ED57209C-C46C-4433-BB64-0CFF7477B65E}" type="presParOf" srcId="{B14BD9FC-EA0E-4A7C-B1C8-8A3D1BB4E218}" destId="{AE8C5B63-7626-495F-91BC-CD860576118A}" srcOrd="2" destOrd="0" presId="urn:microsoft.com/office/officeart/2005/8/layout/vList4"/>
    <dgm:cxn modelId="{D433D34E-AC1E-4385-B8B4-07E713D86392}" type="presParOf" srcId="{37005DDC-B204-40D3-91A4-2C639E692E97}" destId="{46DE2E22-9A4E-4E47-99C2-B470720220CF}" srcOrd="3" destOrd="0" presId="urn:microsoft.com/office/officeart/2005/8/layout/vList4"/>
    <dgm:cxn modelId="{1929753C-1D25-4A61-ADC0-61DB4C432EB2}" type="presParOf" srcId="{37005DDC-B204-40D3-91A4-2C639E692E97}" destId="{858DAC92-ED58-4BE9-A556-00E126B2653D}" srcOrd="4" destOrd="0" presId="urn:microsoft.com/office/officeart/2005/8/layout/vList4"/>
    <dgm:cxn modelId="{A933B8F5-9601-47A7-ABB4-DACFA9932583}" type="presParOf" srcId="{858DAC92-ED58-4BE9-A556-00E126B2653D}" destId="{75A81E15-F2A2-4AD1-A7F1-6B42363A23A4}" srcOrd="0" destOrd="0" presId="urn:microsoft.com/office/officeart/2005/8/layout/vList4"/>
    <dgm:cxn modelId="{EF400D6C-45EE-45BD-85FC-4FAE340BECFA}" type="presParOf" srcId="{858DAC92-ED58-4BE9-A556-00E126B2653D}" destId="{E7B0FE5B-DFDD-4548-9665-ABC34D963AE5}" srcOrd="1" destOrd="0" presId="urn:microsoft.com/office/officeart/2005/8/layout/vList4"/>
    <dgm:cxn modelId="{F37FA0C1-7B9D-4197-91A0-A1F326FA3513}" type="presParOf" srcId="{858DAC92-ED58-4BE9-A556-00E126B2653D}" destId="{610E1011-43E4-4A85-81DA-7E9C4F001B99}" srcOrd="2" destOrd="0" presId="urn:microsoft.com/office/officeart/2005/8/layout/vList4"/>
    <dgm:cxn modelId="{9D8D5C27-5AB5-4E80-A381-4FC443872EE0}" type="presParOf" srcId="{37005DDC-B204-40D3-91A4-2C639E692E97}" destId="{6B29EF76-1EDA-40C9-AB67-4B7C78B135DD}" srcOrd="5" destOrd="0" presId="urn:microsoft.com/office/officeart/2005/8/layout/vList4"/>
    <dgm:cxn modelId="{D889E610-7ABE-4E49-AE0E-871A0E92BF3F}" type="presParOf" srcId="{37005DDC-B204-40D3-91A4-2C639E692E97}" destId="{5B7ACD70-6546-4D3A-8FE4-D064E5417140}" srcOrd="6" destOrd="0" presId="urn:microsoft.com/office/officeart/2005/8/layout/vList4"/>
    <dgm:cxn modelId="{2C98A1A4-F0F8-4C57-A5AE-9E1B146CBDAE}" type="presParOf" srcId="{5B7ACD70-6546-4D3A-8FE4-D064E5417140}" destId="{039AE69E-A66C-441E-BBBF-0115B180B5B1}" srcOrd="0" destOrd="0" presId="urn:microsoft.com/office/officeart/2005/8/layout/vList4"/>
    <dgm:cxn modelId="{6E8470E8-1A32-45E4-924A-D7332E9C7C44}" type="presParOf" srcId="{5B7ACD70-6546-4D3A-8FE4-D064E5417140}" destId="{4CF76E24-EF73-4678-A6F1-B6CD2120DC30}" srcOrd="1" destOrd="0" presId="urn:microsoft.com/office/officeart/2005/8/layout/vList4"/>
    <dgm:cxn modelId="{BA0DF4BC-2074-44E4-B714-72E7AAEBA8E5}" type="presParOf" srcId="{5B7ACD70-6546-4D3A-8FE4-D064E5417140}" destId="{2A8F7545-69D2-4089-9880-B52056D4B75A}" srcOrd="2" destOrd="0" presId="urn:microsoft.com/office/officeart/2005/8/layout/vList4"/>
    <dgm:cxn modelId="{9360C4E1-6E43-4385-A078-D533B4A05452}" type="presParOf" srcId="{37005DDC-B204-40D3-91A4-2C639E692E97}" destId="{B56362D1-7B58-4201-B84C-A12B4D8FF238}" srcOrd="7" destOrd="0" presId="urn:microsoft.com/office/officeart/2005/8/layout/vList4"/>
    <dgm:cxn modelId="{9AD47CB4-FEB2-42C2-900D-AC28CE88B318}" type="presParOf" srcId="{37005DDC-B204-40D3-91A4-2C639E692E97}" destId="{1E19398A-0917-41C8-BF8D-5D89605D4C52}" srcOrd="8" destOrd="0" presId="urn:microsoft.com/office/officeart/2005/8/layout/vList4"/>
    <dgm:cxn modelId="{CE2BD22D-1CB6-4E63-9B7A-AE21B7E663E5}" type="presParOf" srcId="{1E19398A-0917-41C8-BF8D-5D89605D4C52}" destId="{8444CA3E-E77D-44FE-9588-36951BC245D7}" srcOrd="0" destOrd="0" presId="urn:microsoft.com/office/officeart/2005/8/layout/vList4"/>
    <dgm:cxn modelId="{FA2DA6A5-84C0-49D1-9EBF-6D22ACE463F0}" type="presParOf" srcId="{1E19398A-0917-41C8-BF8D-5D89605D4C52}" destId="{F7AACEC5-B838-49B2-8C9E-079291B23247}" srcOrd="1" destOrd="0" presId="urn:microsoft.com/office/officeart/2005/8/layout/vList4"/>
    <dgm:cxn modelId="{62D3B868-25D0-4D9B-ACF3-B43D311FB931}" type="presParOf" srcId="{1E19398A-0917-41C8-BF8D-5D89605D4C52}" destId="{EE30F979-F0F5-47A1-9759-4809C80F4FC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30C282-0536-4229-A9BD-C383447D23DF}" type="doc">
      <dgm:prSet loTypeId="urn:microsoft.com/office/officeart/2005/8/layout/gear1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F549E39-684D-4BCE-B777-03F0F3E947FF}">
      <dgm:prSet phldrT="[Text]" custT="1"/>
      <dgm:spPr/>
      <dgm:t>
        <a:bodyPr/>
        <a:lstStyle/>
        <a:p>
          <a:r>
            <a:rPr lang="en-US" sz="3200" i="0"/>
            <a:t>Input</a:t>
          </a:r>
        </a:p>
      </dgm:t>
    </dgm:pt>
    <dgm:pt modelId="{637AE4E0-FEDF-4780-AAF0-ECD54AC3EF02}" type="parTrans" cxnId="{A4EDDD0B-6BAA-472E-91F1-EB1074C1F3C7}">
      <dgm:prSet/>
      <dgm:spPr/>
      <dgm:t>
        <a:bodyPr/>
        <a:lstStyle/>
        <a:p>
          <a:endParaRPr lang="en-US" i="0"/>
        </a:p>
      </dgm:t>
    </dgm:pt>
    <dgm:pt modelId="{3A53D06E-0539-4BBA-AFAB-D83B7C614A57}" type="sibTrans" cxnId="{A4EDDD0B-6BAA-472E-91F1-EB1074C1F3C7}">
      <dgm:prSet/>
      <dgm:spPr/>
      <dgm:t>
        <a:bodyPr/>
        <a:lstStyle/>
        <a:p>
          <a:endParaRPr lang="en-US" i="0"/>
        </a:p>
      </dgm:t>
    </dgm:pt>
    <dgm:pt modelId="{2D8D580B-3DBC-4D4F-B18E-E517AD5F01D0}">
      <dgm:prSet phldrT="[Text]" custT="1"/>
      <dgm:spPr/>
      <dgm:t>
        <a:bodyPr/>
        <a:lstStyle/>
        <a:p>
          <a:r>
            <a:rPr lang="en-US" sz="1800" b="0" i="0"/>
            <a:t>The input to be taken from the user.</a:t>
          </a:r>
          <a:endParaRPr lang="en-US" sz="1800" i="0"/>
        </a:p>
      </dgm:t>
    </dgm:pt>
    <dgm:pt modelId="{2C92AFAD-6724-422A-AF3D-DF0745BD362F}" type="parTrans" cxnId="{0DA9066A-96B4-4BDD-8B6D-DA1E25C7237E}">
      <dgm:prSet/>
      <dgm:spPr/>
      <dgm:t>
        <a:bodyPr/>
        <a:lstStyle/>
        <a:p>
          <a:endParaRPr lang="en-US" i="0"/>
        </a:p>
      </dgm:t>
    </dgm:pt>
    <dgm:pt modelId="{04325AA3-2D1D-430D-BC52-FF30A240C9A4}" type="sibTrans" cxnId="{0DA9066A-96B4-4BDD-8B6D-DA1E25C7237E}">
      <dgm:prSet/>
      <dgm:spPr/>
      <dgm:t>
        <a:bodyPr/>
        <a:lstStyle/>
        <a:p>
          <a:endParaRPr lang="en-US" i="0"/>
        </a:p>
      </dgm:t>
    </dgm:pt>
    <dgm:pt modelId="{D6886C91-0296-4FD7-9C85-803E9D7FC5CB}">
      <dgm:prSet phldrT="[Text]" custT="1"/>
      <dgm:spPr/>
      <dgm:t>
        <a:bodyPr/>
        <a:lstStyle/>
        <a:p>
          <a:r>
            <a:rPr lang="en-US" sz="1800" b="0" i="0"/>
            <a:t>Processing or computation to be performed to get</a:t>
          </a:r>
          <a:br>
            <a:rPr lang="en-US" sz="1800" b="0" i="0"/>
          </a:br>
          <a:r>
            <a:rPr lang="en-US" sz="1800" b="0" i="0"/>
            <a:t>the desired result.</a:t>
          </a:r>
          <a:endParaRPr lang="en-US" sz="1800" i="0"/>
        </a:p>
      </dgm:t>
    </dgm:pt>
    <dgm:pt modelId="{DD21BABA-2098-4739-A8AB-EF70CE9E720C}" type="parTrans" cxnId="{41F4E8BE-1346-48F8-A5D0-DB0DC3DDCDE6}">
      <dgm:prSet/>
      <dgm:spPr/>
      <dgm:t>
        <a:bodyPr/>
        <a:lstStyle/>
        <a:p>
          <a:endParaRPr lang="en-US" i="0"/>
        </a:p>
      </dgm:t>
    </dgm:pt>
    <dgm:pt modelId="{A6FBB298-E0E4-42E0-BB5C-6DDDEF18A24B}" type="sibTrans" cxnId="{41F4E8BE-1346-48F8-A5D0-DB0DC3DDCDE6}">
      <dgm:prSet/>
      <dgm:spPr/>
      <dgm:t>
        <a:bodyPr/>
        <a:lstStyle/>
        <a:p>
          <a:endParaRPr lang="en-US" i="0"/>
        </a:p>
      </dgm:t>
    </dgm:pt>
    <dgm:pt modelId="{D53DBF29-9F9A-4253-A58F-98F33F915ECF}">
      <dgm:prSet phldrT="[Text]" custT="1"/>
      <dgm:spPr/>
      <dgm:t>
        <a:bodyPr/>
        <a:lstStyle/>
        <a:p>
          <a:r>
            <a:rPr lang="en-US" sz="1800" b="0" i="0"/>
            <a:t>The output desired by the user.</a:t>
          </a:r>
          <a:endParaRPr lang="en-US" sz="1800" i="0"/>
        </a:p>
      </dgm:t>
    </dgm:pt>
    <dgm:pt modelId="{B7B1834A-A9D3-41DD-B074-C1A1B564DE5E}" type="parTrans" cxnId="{A1E2EC45-F545-44FA-BD5F-940685E802E2}">
      <dgm:prSet/>
      <dgm:spPr/>
      <dgm:t>
        <a:bodyPr/>
        <a:lstStyle/>
        <a:p>
          <a:endParaRPr lang="en-US" i="0"/>
        </a:p>
      </dgm:t>
    </dgm:pt>
    <dgm:pt modelId="{17447BB5-7DA9-41B5-9889-51A671A7C288}" type="sibTrans" cxnId="{A1E2EC45-F545-44FA-BD5F-940685E802E2}">
      <dgm:prSet/>
      <dgm:spPr/>
      <dgm:t>
        <a:bodyPr/>
        <a:lstStyle/>
        <a:p>
          <a:endParaRPr lang="en-US" i="0"/>
        </a:p>
      </dgm:t>
    </dgm:pt>
    <dgm:pt modelId="{628B360F-C612-4A64-B3CE-4B8DF9063324}">
      <dgm:prSet phldrT="[Text]" custT="1"/>
      <dgm:spPr/>
      <dgm:t>
        <a:bodyPr/>
        <a:lstStyle/>
        <a:p>
          <a:r>
            <a:rPr lang="en-US" sz="2100" b="0" i="0"/>
            <a:t>Process</a:t>
          </a:r>
        </a:p>
      </dgm:t>
    </dgm:pt>
    <dgm:pt modelId="{C84FADE2-2425-452D-BAF8-8248557EC81C}" type="parTrans" cxnId="{CDEA639C-A02E-4073-A8A4-9846B2C11DAA}">
      <dgm:prSet/>
      <dgm:spPr/>
      <dgm:t>
        <a:bodyPr/>
        <a:lstStyle/>
        <a:p>
          <a:endParaRPr lang="en-US" i="0"/>
        </a:p>
      </dgm:t>
    </dgm:pt>
    <dgm:pt modelId="{680A26B4-C0AE-46F4-B78F-E7F0F17D0C3D}" type="sibTrans" cxnId="{CDEA639C-A02E-4073-A8A4-9846B2C11DAA}">
      <dgm:prSet/>
      <dgm:spPr/>
      <dgm:t>
        <a:bodyPr/>
        <a:lstStyle/>
        <a:p>
          <a:endParaRPr lang="en-US" i="0"/>
        </a:p>
      </dgm:t>
    </dgm:pt>
    <dgm:pt modelId="{F58A961F-5851-4535-B62C-22618D25EDFD}">
      <dgm:prSet phldrT="[Text]"/>
      <dgm:spPr/>
      <dgm:t>
        <a:bodyPr/>
        <a:lstStyle/>
        <a:p>
          <a:r>
            <a:rPr lang="en-US" i="0"/>
            <a:t>Output</a:t>
          </a:r>
        </a:p>
      </dgm:t>
    </dgm:pt>
    <dgm:pt modelId="{9FD76E74-CAF5-4DD3-8502-D9101267B688}" type="parTrans" cxnId="{E3E6395C-FB76-44B2-BD78-C92089A2F020}">
      <dgm:prSet/>
      <dgm:spPr/>
      <dgm:t>
        <a:bodyPr/>
        <a:lstStyle/>
        <a:p>
          <a:endParaRPr lang="en-US" i="0"/>
        </a:p>
      </dgm:t>
    </dgm:pt>
    <dgm:pt modelId="{3251593A-F68A-4C2B-8E87-8C9445AF0BA7}" type="sibTrans" cxnId="{E3E6395C-FB76-44B2-BD78-C92089A2F020}">
      <dgm:prSet/>
      <dgm:spPr/>
      <dgm:t>
        <a:bodyPr/>
        <a:lstStyle/>
        <a:p>
          <a:endParaRPr lang="en-US" i="0"/>
        </a:p>
      </dgm:t>
    </dgm:pt>
    <dgm:pt modelId="{7C28B948-971E-444E-977A-FCC6955E1683}" type="pres">
      <dgm:prSet presAssocID="{D030C282-0536-4229-A9BD-C383447D23DF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6A3D8623-C217-4B3A-8AAA-F21242C7FE3A}" type="pres">
      <dgm:prSet presAssocID="{4F549E39-684D-4BCE-B777-03F0F3E947FF}" presName="gear1" presStyleLbl="node1" presStyleIdx="0" presStyleCnt="3">
        <dgm:presLayoutVars>
          <dgm:chMax val="1"/>
          <dgm:bulletEnabled val="1"/>
        </dgm:presLayoutVars>
      </dgm:prSet>
      <dgm:spPr/>
    </dgm:pt>
    <dgm:pt modelId="{C63023F2-6F3B-4AD4-8901-4C740BAB4C4B}" type="pres">
      <dgm:prSet presAssocID="{4F549E39-684D-4BCE-B777-03F0F3E947FF}" presName="gear1srcNode" presStyleLbl="node1" presStyleIdx="0" presStyleCnt="3"/>
      <dgm:spPr/>
    </dgm:pt>
    <dgm:pt modelId="{CDFA63BA-7BD2-433D-BF6D-9A9E914BAA22}" type="pres">
      <dgm:prSet presAssocID="{4F549E39-684D-4BCE-B777-03F0F3E947FF}" presName="gear1dstNode" presStyleLbl="node1" presStyleIdx="0" presStyleCnt="3"/>
      <dgm:spPr/>
    </dgm:pt>
    <dgm:pt modelId="{37D09C93-5D30-45BE-8C35-FD7B4E19E4AC}" type="pres">
      <dgm:prSet presAssocID="{4F549E39-684D-4BCE-B777-03F0F3E947FF}" presName="gear1ch" presStyleLbl="fgAcc1" presStyleIdx="0" presStyleCnt="3" custScaleX="113140" custLinFactNeighborX="14536">
        <dgm:presLayoutVars>
          <dgm:chMax val="0"/>
          <dgm:bulletEnabled val="1"/>
        </dgm:presLayoutVars>
      </dgm:prSet>
      <dgm:spPr/>
    </dgm:pt>
    <dgm:pt modelId="{355B3A89-D196-4FFE-B6EB-4367F3EF619C}" type="pres">
      <dgm:prSet presAssocID="{628B360F-C612-4A64-B3CE-4B8DF9063324}" presName="gear2" presStyleLbl="node1" presStyleIdx="1" presStyleCnt="3" custScaleX="111198" custScaleY="108802">
        <dgm:presLayoutVars>
          <dgm:chMax val="1"/>
          <dgm:bulletEnabled val="1"/>
        </dgm:presLayoutVars>
      </dgm:prSet>
      <dgm:spPr/>
    </dgm:pt>
    <dgm:pt modelId="{5C7D8E3C-A36D-44A3-B6FE-83DF21C9DFE4}" type="pres">
      <dgm:prSet presAssocID="{628B360F-C612-4A64-B3CE-4B8DF9063324}" presName="gear2srcNode" presStyleLbl="node1" presStyleIdx="1" presStyleCnt="3"/>
      <dgm:spPr/>
    </dgm:pt>
    <dgm:pt modelId="{D20BA8F0-F06C-48C4-9847-C1BD819FF529}" type="pres">
      <dgm:prSet presAssocID="{628B360F-C612-4A64-B3CE-4B8DF9063324}" presName="gear2dstNode" presStyleLbl="node1" presStyleIdx="1" presStyleCnt="3"/>
      <dgm:spPr/>
    </dgm:pt>
    <dgm:pt modelId="{43DFDFC5-2F89-48E5-9B5B-C6A3476FFD6E}" type="pres">
      <dgm:prSet presAssocID="{628B360F-C612-4A64-B3CE-4B8DF9063324}" presName="gear2ch" presStyleLbl="fgAcc1" presStyleIdx="1" presStyleCnt="3" custScaleX="170145" custScaleY="114657" custLinFactNeighborX="-26759" custLinFactNeighborY="-1426">
        <dgm:presLayoutVars>
          <dgm:chMax val="0"/>
          <dgm:bulletEnabled val="1"/>
        </dgm:presLayoutVars>
      </dgm:prSet>
      <dgm:spPr/>
    </dgm:pt>
    <dgm:pt modelId="{0C5DBD53-D579-410A-8066-E96CDE5E48FE}" type="pres">
      <dgm:prSet presAssocID="{F58A961F-5851-4535-B62C-22618D25EDFD}" presName="gear3" presStyleLbl="node1" presStyleIdx="2" presStyleCnt="3"/>
      <dgm:spPr/>
    </dgm:pt>
    <dgm:pt modelId="{D2228E2A-0522-46AD-9F4E-07F502A2B9B2}" type="pres">
      <dgm:prSet presAssocID="{F58A961F-5851-4535-B62C-22618D25EDF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FC135A8C-F6D0-4B50-A753-F43CAA1A8308}" type="pres">
      <dgm:prSet presAssocID="{F58A961F-5851-4535-B62C-22618D25EDFD}" presName="gear3srcNode" presStyleLbl="node1" presStyleIdx="2" presStyleCnt="3"/>
      <dgm:spPr/>
    </dgm:pt>
    <dgm:pt modelId="{A09EEDFF-EE80-4470-BA93-619D3D39C702}" type="pres">
      <dgm:prSet presAssocID="{F58A961F-5851-4535-B62C-22618D25EDFD}" presName="gear3dstNode" presStyleLbl="node1" presStyleIdx="2" presStyleCnt="3"/>
      <dgm:spPr/>
    </dgm:pt>
    <dgm:pt modelId="{925432B2-8B25-4FF3-8C4F-A01DB15B7FE3}" type="pres">
      <dgm:prSet presAssocID="{F58A961F-5851-4535-B62C-22618D25EDFD}" presName="gear3ch" presStyleLbl="fgAcc1" presStyleIdx="2" presStyleCnt="3">
        <dgm:presLayoutVars>
          <dgm:chMax val="0"/>
          <dgm:bulletEnabled val="1"/>
        </dgm:presLayoutVars>
      </dgm:prSet>
      <dgm:spPr/>
    </dgm:pt>
    <dgm:pt modelId="{4DFF6333-5C5E-4858-BDB8-592C07B81F36}" type="pres">
      <dgm:prSet presAssocID="{3A53D06E-0539-4BBA-AFAB-D83B7C614A57}" presName="connector1" presStyleLbl="sibTrans2D1" presStyleIdx="0" presStyleCnt="3"/>
      <dgm:spPr/>
    </dgm:pt>
    <dgm:pt modelId="{E7D5A7B0-C431-4769-AC0B-28208C92E662}" type="pres">
      <dgm:prSet presAssocID="{680A26B4-C0AE-46F4-B78F-E7F0F17D0C3D}" presName="connector2" presStyleLbl="sibTrans2D1" presStyleIdx="1" presStyleCnt="3"/>
      <dgm:spPr/>
    </dgm:pt>
    <dgm:pt modelId="{68070C7A-4445-493F-8DE7-23DE5DE1D7AC}" type="pres">
      <dgm:prSet presAssocID="{3251593A-F68A-4C2B-8E87-8C9445AF0BA7}" presName="connector3" presStyleLbl="sibTrans2D1" presStyleIdx="2" presStyleCnt="3"/>
      <dgm:spPr/>
    </dgm:pt>
  </dgm:ptLst>
  <dgm:cxnLst>
    <dgm:cxn modelId="{BDD44B04-20B9-4E15-9255-86885304DAA4}" type="presOf" srcId="{F58A961F-5851-4535-B62C-22618D25EDFD}" destId="{A09EEDFF-EE80-4470-BA93-619D3D39C702}" srcOrd="3" destOrd="0" presId="urn:microsoft.com/office/officeart/2005/8/layout/gear1"/>
    <dgm:cxn modelId="{A4EDDD0B-6BAA-472E-91F1-EB1074C1F3C7}" srcId="{D030C282-0536-4229-A9BD-C383447D23DF}" destId="{4F549E39-684D-4BCE-B777-03F0F3E947FF}" srcOrd="0" destOrd="0" parTransId="{637AE4E0-FEDF-4780-AAF0-ECD54AC3EF02}" sibTransId="{3A53D06E-0539-4BBA-AFAB-D83B7C614A57}"/>
    <dgm:cxn modelId="{AAEA221E-A643-454D-847E-9B7B32AEDF5A}" type="presOf" srcId="{D53DBF29-9F9A-4253-A58F-98F33F915ECF}" destId="{925432B2-8B25-4FF3-8C4F-A01DB15B7FE3}" srcOrd="0" destOrd="0" presId="urn:microsoft.com/office/officeart/2005/8/layout/gear1"/>
    <dgm:cxn modelId="{E9313738-6124-4ED8-AD22-186D121F5B05}" type="presOf" srcId="{F58A961F-5851-4535-B62C-22618D25EDFD}" destId="{D2228E2A-0522-46AD-9F4E-07F502A2B9B2}" srcOrd="1" destOrd="0" presId="urn:microsoft.com/office/officeart/2005/8/layout/gear1"/>
    <dgm:cxn modelId="{E3E6395C-FB76-44B2-BD78-C92089A2F020}" srcId="{D030C282-0536-4229-A9BD-C383447D23DF}" destId="{F58A961F-5851-4535-B62C-22618D25EDFD}" srcOrd="2" destOrd="0" parTransId="{9FD76E74-CAF5-4DD3-8502-D9101267B688}" sibTransId="{3251593A-F68A-4C2B-8E87-8C9445AF0BA7}"/>
    <dgm:cxn modelId="{1656B543-EE04-4DAF-B15D-D8E67D35C16F}" type="presOf" srcId="{3251593A-F68A-4C2B-8E87-8C9445AF0BA7}" destId="{68070C7A-4445-493F-8DE7-23DE5DE1D7AC}" srcOrd="0" destOrd="0" presId="urn:microsoft.com/office/officeart/2005/8/layout/gear1"/>
    <dgm:cxn modelId="{883AE764-3CA6-4A70-B8B8-3A8C0D78B50D}" type="presOf" srcId="{628B360F-C612-4A64-B3CE-4B8DF9063324}" destId="{D20BA8F0-F06C-48C4-9847-C1BD819FF529}" srcOrd="2" destOrd="0" presId="urn:microsoft.com/office/officeart/2005/8/layout/gear1"/>
    <dgm:cxn modelId="{A1E2EC45-F545-44FA-BD5F-940685E802E2}" srcId="{F58A961F-5851-4535-B62C-22618D25EDFD}" destId="{D53DBF29-9F9A-4253-A58F-98F33F915ECF}" srcOrd="0" destOrd="0" parTransId="{B7B1834A-A9D3-41DD-B074-C1A1B564DE5E}" sibTransId="{17447BB5-7DA9-41B5-9889-51A671A7C288}"/>
    <dgm:cxn modelId="{E2880748-FF42-444B-8A02-1E904EA6AA94}" type="presOf" srcId="{D6886C91-0296-4FD7-9C85-803E9D7FC5CB}" destId="{43DFDFC5-2F89-48E5-9B5B-C6A3476FFD6E}" srcOrd="0" destOrd="0" presId="urn:microsoft.com/office/officeart/2005/8/layout/gear1"/>
    <dgm:cxn modelId="{0DA9066A-96B4-4BDD-8B6D-DA1E25C7237E}" srcId="{4F549E39-684D-4BCE-B777-03F0F3E947FF}" destId="{2D8D580B-3DBC-4D4F-B18E-E517AD5F01D0}" srcOrd="0" destOrd="0" parTransId="{2C92AFAD-6724-422A-AF3D-DF0745BD362F}" sibTransId="{04325AA3-2D1D-430D-BC52-FF30A240C9A4}"/>
    <dgm:cxn modelId="{734A3D55-5B55-47E2-80E2-3A44B3018E90}" type="presOf" srcId="{F58A961F-5851-4535-B62C-22618D25EDFD}" destId="{FC135A8C-F6D0-4B50-A753-F43CAA1A8308}" srcOrd="2" destOrd="0" presId="urn:microsoft.com/office/officeart/2005/8/layout/gear1"/>
    <dgm:cxn modelId="{3AFF667A-8620-45C8-94A5-6AC2CBADFC34}" type="presOf" srcId="{3A53D06E-0539-4BBA-AFAB-D83B7C614A57}" destId="{4DFF6333-5C5E-4858-BDB8-592C07B81F36}" srcOrd="0" destOrd="0" presId="urn:microsoft.com/office/officeart/2005/8/layout/gear1"/>
    <dgm:cxn modelId="{A7E24E8C-A1EA-48A1-8223-F12F66D4C73E}" type="presOf" srcId="{F58A961F-5851-4535-B62C-22618D25EDFD}" destId="{0C5DBD53-D579-410A-8066-E96CDE5E48FE}" srcOrd="0" destOrd="0" presId="urn:microsoft.com/office/officeart/2005/8/layout/gear1"/>
    <dgm:cxn modelId="{F4A4358D-9663-4579-9401-414BA61C0FD2}" type="presOf" srcId="{2D8D580B-3DBC-4D4F-B18E-E517AD5F01D0}" destId="{37D09C93-5D30-45BE-8C35-FD7B4E19E4AC}" srcOrd="0" destOrd="0" presId="urn:microsoft.com/office/officeart/2005/8/layout/gear1"/>
    <dgm:cxn modelId="{CDEA639C-A02E-4073-A8A4-9846B2C11DAA}" srcId="{D030C282-0536-4229-A9BD-C383447D23DF}" destId="{628B360F-C612-4A64-B3CE-4B8DF9063324}" srcOrd="1" destOrd="0" parTransId="{C84FADE2-2425-452D-BAF8-8248557EC81C}" sibTransId="{680A26B4-C0AE-46F4-B78F-E7F0F17D0C3D}"/>
    <dgm:cxn modelId="{662F60A5-4DBE-4740-BD19-EAAA16A04B18}" type="presOf" srcId="{4F549E39-684D-4BCE-B777-03F0F3E947FF}" destId="{C63023F2-6F3B-4AD4-8901-4C740BAB4C4B}" srcOrd="1" destOrd="0" presId="urn:microsoft.com/office/officeart/2005/8/layout/gear1"/>
    <dgm:cxn modelId="{41F4E8BE-1346-48F8-A5D0-DB0DC3DDCDE6}" srcId="{628B360F-C612-4A64-B3CE-4B8DF9063324}" destId="{D6886C91-0296-4FD7-9C85-803E9D7FC5CB}" srcOrd="0" destOrd="0" parTransId="{DD21BABA-2098-4739-A8AB-EF70CE9E720C}" sibTransId="{A6FBB298-E0E4-42E0-BB5C-6DDDEF18A24B}"/>
    <dgm:cxn modelId="{8181FBBE-ED1D-4EB9-B2B2-EDF0002DAE1A}" type="presOf" srcId="{628B360F-C612-4A64-B3CE-4B8DF9063324}" destId="{355B3A89-D196-4FFE-B6EB-4367F3EF619C}" srcOrd="0" destOrd="0" presId="urn:microsoft.com/office/officeart/2005/8/layout/gear1"/>
    <dgm:cxn modelId="{97F9E7C2-A499-446F-B6D9-49213012DB16}" type="presOf" srcId="{4F549E39-684D-4BCE-B777-03F0F3E947FF}" destId="{CDFA63BA-7BD2-433D-BF6D-9A9E914BAA22}" srcOrd="2" destOrd="0" presId="urn:microsoft.com/office/officeart/2005/8/layout/gear1"/>
    <dgm:cxn modelId="{1E4628CA-37E1-4BFF-A943-4A84E11B35EE}" type="presOf" srcId="{4F549E39-684D-4BCE-B777-03F0F3E947FF}" destId="{6A3D8623-C217-4B3A-8AAA-F21242C7FE3A}" srcOrd="0" destOrd="0" presId="urn:microsoft.com/office/officeart/2005/8/layout/gear1"/>
    <dgm:cxn modelId="{23407FF1-27C3-462D-9399-8D9613DDE16D}" type="presOf" srcId="{628B360F-C612-4A64-B3CE-4B8DF9063324}" destId="{5C7D8E3C-A36D-44A3-B6FE-83DF21C9DFE4}" srcOrd="1" destOrd="0" presId="urn:microsoft.com/office/officeart/2005/8/layout/gear1"/>
    <dgm:cxn modelId="{FB8E7EFD-7B49-4239-BE00-766188045393}" type="presOf" srcId="{D030C282-0536-4229-A9BD-C383447D23DF}" destId="{7C28B948-971E-444E-977A-FCC6955E1683}" srcOrd="0" destOrd="0" presId="urn:microsoft.com/office/officeart/2005/8/layout/gear1"/>
    <dgm:cxn modelId="{85D627FE-B385-4018-88F0-09E64BC59BAB}" type="presOf" srcId="{680A26B4-C0AE-46F4-B78F-E7F0F17D0C3D}" destId="{E7D5A7B0-C431-4769-AC0B-28208C92E662}" srcOrd="0" destOrd="0" presId="urn:microsoft.com/office/officeart/2005/8/layout/gear1"/>
    <dgm:cxn modelId="{DE157A04-4CFA-42DE-874E-F966C8E2EA5F}" type="presParOf" srcId="{7C28B948-971E-444E-977A-FCC6955E1683}" destId="{6A3D8623-C217-4B3A-8AAA-F21242C7FE3A}" srcOrd="0" destOrd="0" presId="urn:microsoft.com/office/officeart/2005/8/layout/gear1"/>
    <dgm:cxn modelId="{E48D4747-2D4C-48AB-B00D-11E5FC4DD5B5}" type="presParOf" srcId="{7C28B948-971E-444E-977A-FCC6955E1683}" destId="{C63023F2-6F3B-4AD4-8901-4C740BAB4C4B}" srcOrd="1" destOrd="0" presId="urn:microsoft.com/office/officeart/2005/8/layout/gear1"/>
    <dgm:cxn modelId="{7EA397B5-B229-41EB-B119-45AA9808A3E7}" type="presParOf" srcId="{7C28B948-971E-444E-977A-FCC6955E1683}" destId="{CDFA63BA-7BD2-433D-BF6D-9A9E914BAA22}" srcOrd="2" destOrd="0" presId="urn:microsoft.com/office/officeart/2005/8/layout/gear1"/>
    <dgm:cxn modelId="{A93CE6AB-11F7-4B92-AC13-350991ED33F2}" type="presParOf" srcId="{7C28B948-971E-444E-977A-FCC6955E1683}" destId="{37D09C93-5D30-45BE-8C35-FD7B4E19E4AC}" srcOrd="3" destOrd="0" presId="urn:microsoft.com/office/officeart/2005/8/layout/gear1"/>
    <dgm:cxn modelId="{DDD3E5A6-477C-4DFE-B85E-859BABDC9055}" type="presParOf" srcId="{7C28B948-971E-444E-977A-FCC6955E1683}" destId="{355B3A89-D196-4FFE-B6EB-4367F3EF619C}" srcOrd="4" destOrd="0" presId="urn:microsoft.com/office/officeart/2005/8/layout/gear1"/>
    <dgm:cxn modelId="{30484745-9642-456A-8B75-2C04841F3837}" type="presParOf" srcId="{7C28B948-971E-444E-977A-FCC6955E1683}" destId="{5C7D8E3C-A36D-44A3-B6FE-83DF21C9DFE4}" srcOrd="5" destOrd="0" presId="urn:microsoft.com/office/officeart/2005/8/layout/gear1"/>
    <dgm:cxn modelId="{B333EC8B-C8D3-4058-936B-77EA2139F808}" type="presParOf" srcId="{7C28B948-971E-444E-977A-FCC6955E1683}" destId="{D20BA8F0-F06C-48C4-9847-C1BD819FF529}" srcOrd="6" destOrd="0" presId="urn:microsoft.com/office/officeart/2005/8/layout/gear1"/>
    <dgm:cxn modelId="{08AB9F3B-CE77-4721-B669-C35AEB6B4498}" type="presParOf" srcId="{7C28B948-971E-444E-977A-FCC6955E1683}" destId="{43DFDFC5-2F89-48E5-9B5B-C6A3476FFD6E}" srcOrd="7" destOrd="0" presId="urn:microsoft.com/office/officeart/2005/8/layout/gear1"/>
    <dgm:cxn modelId="{A3DA240D-D613-4071-B8FB-1F3307F6A656}" type="presParOf" srcId="{7C28B948-971E-444E-977A-FCC6955E1683}" destId="{0C5DBD53-D579-410A-8066-E96CDE5E48FE}" srcOrd="8" destOrd="0" presId="urn:microsoft.com/office/officeart/2005/8/layout/gear1"/>
    <dgm:cxn modelId="{5F8820E8-B64A-488A-8164-F066E484B691}" type="presParOf" srcId="{7C28B948-971E-444E-977A-FCC6955E1683}" destId="{D2228E2A-0522-46AD-9F4E-07F502A2B9B2}" srcOrd="9" destOrd="0" presId="urn:microsoft.com/office/officeart/2005/8/layout/gear1"/>
    <dgm:cxn modelId="{705D8ED9-A919-4DB5-9647-1516EC4DA107}" type="presParOf" srcId="{7C28B948-971E-444E-977A-FCC6955E1683}" destId="{FC135A8C-F6D0-4B50-A753-F43CAA1A8308}" srcOrd="10" destOrd="0" presId="urn:microsoft.com/office/officeart/2005/8/layout/gear1"/>
    <dgm:cxn modelId="{10BED1FE-9C53-4E1F-A5F7-F51150E11083}" type="presParOf" srcId="{7C28B948-971E-444E-977A-FCC6955E1683}" destId="{A09EEDFF-EE80-4470-BA93-619D3D39C702}" srcOrd="11" destOrd="0" presId="urn:microsoft.com/office/officeart/2005/8/layout/gear1"/>
    <dgm:cxn modelId="{A144E268-1184-4B71-AAFB-DA0527E1391D}" type="presParOf" srcId="{7C28B948-971E-444E-977A-FCC6955E1683}" destId="{925432B2-8B25-4FF3-8C4F-A01DB15B7FE3}" srcOrd="12" destOrd="0" presId="urn:microsoft.com/office/officeart/2005/8/layout/gear1"/>
    <dgm:cxn modelId="{97D4CC9C-7717-4A92-952E-75168398D562}" type="presParOf" srcId="{7C28B948-971E-444E-977A-FCC6955E1683}" destId="{4DFF6333-5C5E-4858-BDB8-592C07B81F36}" srcOrd="13" destOrd="0" presId="urn:microsoft.com/office/officeart/2005/8/layout/gear1"/>
    <dgm:cxn modelId="{317FEDA1-AC84-46DE-B17C-0C15D428A2B8}" type="presParOf" srcId="{7C28B948-971E-444E-977A-FCC6955E1683}" destId="{E7D5A7B0-C431-4769-AC0B-28208C92E662}" srcOrd="14" destOrd="0" presId="urn:microsoft.com/office/officeart/2005/8/layout/gear1"/>
    <dgm:cxn modelId="{3FA008B7-4032-443E-8113-9D29B39C1790}" type="presParOf" srcId="{7C28B948-971E-444E-977A-FCC6955E1683}" destId="{68070C7A-4445-493F-8DE7-23DE5DE1D7AC}" srcOrd="15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312E229-CE12-43EE-A409-77C5B800A3B5}" type="doc">
      <dgm:prSet loTypeId="urn:microsoft.com/office/officeart/2005/8/layout/vList2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26F1CE0F-C2A1-4903-9C7A-90D9B921C243}">
      <dgm:prSet phldrT="[Text]" custT="1"/>
      <dgm:spPr/>
      <dgm:t>
        <a:bodyPr/>
        <a:lstStyle/>
        <a:p>
          <a:endParaRPr lang="en-US" sz="3200"/>
        </a:p>
      </dgm:t>
    </dgm:pt>
    <dgm:pt modelId="{F53F7147-F825-44A4-A265-C9AD219CAEB3}" type="parTrans" cxnId="{136DD3AD-C206-436A-8D77-A6A2E66BF246}">
      <dgm:prSet/>
      <dgm:spPr/>
      <dgm:t>
        <a:bodyPr/>
        <a:lstStyle/>
        <a:p>
          <a:endParaRPr lang="en-US" sz="3200"/>
        </a:p>
      </dgm:t>
    </dgm:pt>
    <dgm:pt modelId="{10B46A28-F51F-407D-804F-8E39502A2891}" type="sibTrans" cxnId="{136DD3AD-C206-436A-8D77-A6A2E66BF246}">
      <dgm:prSet/>
      <dgm:spPr/>
      <dgm:t>
        <a:bodyPr/>
        <a:lstStyle/>
        <a:p>
          <a:endParaRPr lang="en-US" sz="3200"/>
        </a:p>
      </dgm:t>
    </dgm:pt>
    <dgm:pt modelId="{C1AF8049-A85F-455E-871E-3C8AB6441567}">
      <dgm:prSet custT="1"/>
      <dgm:spPr/>
      <dgm:t>
        <a:bodyPr/>
        <a:lstStyle/>
        <a:p>
          <a:endParaRPr lang="en-US" sz="3200" b="0" i="0"/>
        </a:p>
      </dgm:t>
    </dgm:pt>
    <dgm:pt modelId="{3F1E8B6F-CF7C-409F-A971-7972A0DA8F94}" type="parTrans" cxnId="{77D80876-367E-4825-AE6B-9D66B01BC095}">
      <dgm:prSet/>
      <dgm:spPr/>
      <dgm:t>
        <a:bodyPr/>
        <a:lstStyle/>
        <a:p>
          <a:endParaRPr lang="en-US" sz="3200"/>
        </a:p>
      </dgm:t>
    </dgm:pt>
    <dgm:pt modelId="{497E12AA-C81B-4C2C-BD2F-5CE58A290994}" type="sibTrans" cxnId="{77D80876-367E-4825-AE6B-9D66B01BC095}">
      <dgm:prSet/>
      <dgm:spPr/>
      <dgm:t>
        <a:bodyPr/>
        <a:lstStyle/>
        <a:p>
          <a:endParaRPr lang="en-US" sz="3200"/>
        </a:p>
      </dgm:t>
    </dgm:pt>
    <dgm:pt modelId="{E7B00EE5-1653-4DBD-9E95-29D50DD37130}">
      <dgm:prSet custT="1"/>
      <dgm:spPr/>
      <dgm:t>
        <a:bodyPr/>
        <a:lstStyle/>
        <a:p>
          <a:endParaRPr lang="en-US" sz="3200" b="0" i="0"/>
        </a:p>
      </dgm:t>
    </dgm:pt>
    <dgm:pt modelId="{1E09CB20-845D-404B-8FD4-5FBC2B45695F}" type="parTrans" cxnId="{83A1E7EB-2FFE-4059-931A-538BEB7D3B0D}">
      <dgm:prSet/>
      <dgm:spPr/>
      <dgm:t>
        <a:bodyPr/>
        <a:lstStyle/>
        <a:p>
          <a:endParaRPr lang="en-US" sz="3200"/>
        </a:p>
      </dgm:t>
    </dgm:pt>
    <dgm:pt modelId="{F0B44F80-A598-4AAF-A1A2-D1A6EE69BC3D}" type="sibTrans" cxnId="{83A1E7EB-2FFE-4059-931A-538BEB7D3B0D}">
      <dgm:prSet/>
      <dgm:spPr/>
      <dgm:t>
        <a:bodyPr/>
        <a:lstStyle/>
        <a:p>
          <a:endParaRPr lang="en-US" sz="3200"/>
        </a:p>
      </dgm:t>
    </dgm:pt>
    <dgm:pt modelId="{B2353E77-FF4C-4AD8-8634-18D706EC724C}">
      <dgm:prSet phldrT="[Text]" custT="1"/>
      <dgm:spPr/>
      <dgm:t>
        <a:bodyPr/>
        <a:lstStyle/>
        <a:p>
          <a:r>
            <a:rPr lang="en-US" sz="2400" b="0" i="0"/>
            <a:t>Algorithms is time consuming.</a:t>
          </a:r>
          <a:endParaRPr lang="en-US" sz="2400"/>
        </a:p>
      </dgm:t>
    </dgm:pt>
    <dgm:pt modelId="{89A15638-37E3-4BB7-9687-9B48B6BBCAAE}" type="parTrans" cxnId="{E8B641A9-2E4C-47AB-AC86-946D4D835CFC}">
      <dgm:prSet/>
      <dgm:spPr/>
      <dgm:t>
        <a:bodyPr/>
        <a:lstStyle/>
        <a:p>
          <a:endParaRPr lang="en-US" sz="3200"/>
        </a:p>
      </dgm:t>
    </dgm:pt>
    <dgm:pt modelId="{48E62544-FDD1-4E69-BF05-3C808E89E711}" type="sibTrans" cxnId="{E8B641A9-2E4C-47AB-AC86-946D4D835CFC}">
      <dgm:prSet/>
      <dgm:spPr/>
      <dgm:t>
        <a:bodyPr/>
        <a:lstStyle/>
        <a:p>
          <a:endParaRPr lang="en-US" sz="3200"/>
        </a:p>
      </dgm:t>
    </dgm:pt>
    <dgm:pt modelId="{8200A078-A414-47D5-93E6-705628EB0DA6}">
      <dgm:prSet custT="1"/>
      <dgm:spPr/>
      <dgm:t>
        <a:bodyPr/>
        <a:lstStyle/>
        <a:p>
          <a:r>
            <a:rPr lang="en-US" sz="2400" b="0" i="0"/>
            <a:t>Difficult to show branching and looping in algorithms.</a:t>
          </a:r>
        </a:p>
      </dgm:t>
    </dgm:pt>
    <dgm:pt modelId="{BEFBC652-87D8-4070-907D-70E8F62F4D57}" type="parTrans" cxnId="{4F475FD8-A6CF-42C5-8051-D9A4D4369505}">
      <dgm:prSet/>
      <dgm:spPr/>
      <dgm:t>
        <a:bodyPr/>
        <a:lstStyle/>
        <a:p>
          <a:endParaRPr lang="en-US" sz="3200"/>
        </a:p>
      </dgm:t>
    </dgm:pt>
    <dgm:pt modelId="{9A70F7E1-CF98-4C2F-B9AC-059DFD4DDF85}" type="sibTrans" cxnId="{4F475FD8-A6CF-42C5-8051-D9A4D4369505}">
      <dgm:prSet/>
      <dgm:spPr/>
      <dgm:t>
        <a:bodyPr/>
        <a:lstStyle/>
        <a:p>
          <a:endParaRPr lang="en-US" sz="3200"/>
        </a:p>
      </dgm:t>
    </dgm:pt>
    <dgm:pt modelId="{087229ED-D212-4C51-97E4-395C2A780A14}">
      <dgm:prSet custT="1"/>
      <dgm:spPr/>
      <dgm:t>
        <a:bodyPr/>
        <a:lstStyle/>
        <a:p>
          <a:r>
            <a:rPr lang="en-US" sz="2400" b="0" i="0"/>
            <a:t>Big tasks are difficult to put in algorithms.</a:t>
          </a:r>
        </a:p>
      </dgm:t>
    </dgm:pt>
    <dgm:pt modelId="{80890B07-55BF-4B27-8C90-4BE0C9646C00}" type="parTrans" cxnId="{44FDBF8D-325D-4F28-BF9D-B01EEF65A439}">
      <dgm:prSet/>
      <dgm:spPr/>
      <dgm:t>
        <a:bodyPr/>
        <a:lstStyle/>
        <a:p>
          <a:endParaRPr lang="en-US" sz="3200"/>
        </a:p>
      </dgm:t>
    </dgm:pt>
    <dgm:pt modelId="{CFCB6386-099B-457B-AF00-7BEDEA037090}" type="sibTrans" cxnId="{44FDBF8D-325D-4F28-BF9D-B01EEF65A439}">
      <dgm:prSet/>
      <dgm:spPr/>
      <dgm:t>
        <a:bodyPr/>
        <a:lstStyle/>
        <a:p>
          <a:endParaRPr lang="en-US" sz="3200"/>
        </a:p>
      </dgm:t>
    </dgm:pt>
    <dgm:pt modelId="{08DCD2EC-272C-4B7C-9E2A-3C474AB04115}">
      <dgm:prSet phldrT="[Text]" custT="1"/>
      <dgm:spPr/>
      <dgm:t>
        <a:bodyPr/>
        <a:lstStyle/>
        <a:p>
          <a:endParaRPr lang="en-US" sz="3200"/>
        </a:p>
      </dgm:t>
    </dgm:pt>
    <dgm:pt modelId="{EB9EEC28-1933-4B81-9560-F2BDA11960AE}" type="parTrans" cxnId="{60DDFEB7-E9E1-4ACE-89B0-7C11EC81E4D9}">
      <dgm:prSet/>
      <dgm:spPr/>
      <dgm:t>
        <a:bodyPr/>
        <a:lstStyle/>
        <a:p>
          <a:endParaRPr lang="en-US" sz="3200"/>
        </a:p>
      </dgm:t>
    </dgm:pt>
    <dgm:pt modelId="{9606C81A-090E-4C0E-B297-DD49EB86E31C}" type="sibTrans" cxnId="{60DDFEB7-E9E1-4ACE-89B0-7C11EC81E4D9}">
      <dgm:prSet/>
      <dgm:spPr/>
      <dgm:t>
        <a:bodyPr/>
        <a:lstStyle/>
        <a:p>
          <a:endParaRPr lang="en-US" sz="3200"/>
        </a:p>
      </dgm:t>
    </dgm:pt>
    <dgm:pt modelId="{0AC69798-5A9E-4C9D-8C24-B9DD366B7935}">
      <dgm:prSet phldrT="[Text]" custT="1"/>
      <dgm:spPr/>
      <dgm:t>
        <a:bodyPr/>
        <a:lstStyle/>
        <a:p>
          <a:r>
            <a:rPr lang="en-US" sz="2400"/>
            <a:t>Complex problems cannot be solved.</a:t>
          </a:r>
        </a:p>
      </dgm:t>
    </dgm:pt>
    <dgm:pt modelId="{84905333-49AF-4D52-99FD-A7B74EC99547}" type="parTrans" cxnId="{94919DF4-2262-4291-9A08-437A6BE4300C}">
      <dgm:prSet/>
      <dgm:spPr/>
      <dgm:t>
        <a:bodyPr/>
        <a:lstStyle/>
        <a:p>
          <a:endParaRPr lang="en-US" sz="3200"/>
        </a:p>
      </dgm:t>
    </dgm:pt>
    <dgm:pt modelId="{8B57E34C-3FE7-4463-9D7F-16C98A7DD97A}" type="sibTrans" cxnId="{94919DF4-2262-4291-9A08-437A6BE4300C}">
      <dgm:prSet/>
      <dgm:spPr/>
      <dgm:t>
        <a:bodyPr/>
        <a:lstStyle/>
        <a:p>
          <a:endParaRPr lang="en-US" sz="3200"/>
        </a:p>
      </dgm:t>
    </dgm:pt>
    <dgm:pt modelId="{20CB703C-6575-4881-943A-CAC494966E25}">
      <dgm:prSet phldrT="[Text]" custT="1"/>
      <dgm:spPr/>
      <dgm:t>
        <a:bodyPr/>
        <a:lstStyle/>
        <a:p>
          <a:endParaRPr lang="en-US" sz="3200"/>
        </a:p>
      </dgm:t>
    </dgm:pt>
    <dgm:pt modelId="{F62FE49F-815F-4D37-B7EB-EB4ECE9D1DD2}" type="parTrans" cxnId="{2954638B-7D87-4E70-84C9-22DA745CE685}">
      <dgm:prSet/>
      <dgm:spPr/>
      <dgm:t>
        <a:bodyPr/>
        <a:lstStyle/>
        <a:p>
          <a:endParaRPr lang="en-US" sz="3200"/>
        </a:p>
      </dgm:t>
    </dgm:pt>
    <dgm:pt modelId="{A024D6FB-065E-4114-9AAE-3E80553D101A}" type="sibTrans" cxnId="{2954638B-7D87-4E70-84C9-22DA745CE685}">
      <dgm:prSet/>
      <dgm:spPr/>
      <dgm:t>
        <a:bodyPr/>
        <a:lstStyle/>
        <a:p>
          <a:endParaRPr lang="en-US" sz="3200"/>
        </a:p>
      </dgm:t>
    </dgm:pt>
    <dgm:pt modelId="{923C8553-84C7-4220-A048-DF3992B6A919}">
      <dgm:prSet phldrT="[Text]" custT="1"/>
      <dgm:spPr/>
      <dgm:t>
        <a:bodyPr/>
        <a:lstStyle/>
        <a:p>
          <a:r>
            <a:rPr lang="en-US" sz="2400"/>
            <a:t>Small solutions are not clearly shown.</a:t>
          </a:r>
        </a:p>
      </dgm:t>
    </dgm:pt>
    <dgm:pt modelId="{010BE69B-27FD-4297-BDD0-1C923245D7D6}" type="parTrans" cxnId="{B99CFB32-465B-48A2-8B9F-3223123FD655}">
      <dgm:prSet/>
      <dgm:spPr/>
      <dgm:t>
        <a:bodyPr/>
        <a:lstStyle/>
        <a:p>
          <a:endParaRPr lang="en-US" sz="3200"/>
        </a:p>
      </dgm:t>
    </dgm:pt>
    <dgm:pt modelId="{71FC7244-ACD5-4B62-9DD1-5554B87F8C54}" type="sibTrans" cxnId="{B99CFB32-465B-48A2-8B9F-3223123FD655}">
      <dgm:prSet/>
      <dgm:spPr/>
      <dgm:t>
        <a:bodyPr/>
        <a:lstStyle/>
        <a:p>
          <a:endParaRPr lang="en-US" sz="3200"/>
        </a:p>
      </dgm:t>
    </dgm:pt>
    <dgm:pt modelId="{53E48643-0046-4D41-A325-589F6F5C9010}">
      <dgm:prSet phldrT="[Text]" custT="1"/>
      <dgm:spPr/>
      <dgm:t>
        <a:bodyPr/>
        <a:lstStyle/>
        <a:p>
          <a:endParaRPr lang="en-US" sz="3200"/>
        </a:p>
      </dgm:t>
    </dgm:pt>
    <dgm:pt modelId="{08EA29B7-77F5-4294-8EF9-2538CCBC6E1F}" type="parTrans" cxnId="{BD5235BD-B377-4730-8EFE-9D7F8E237724}">
      <dgm:prSet/>
      <dgm:spPr/>
      <dgm:t>
        <a:bodyPr/>
        <a:lstStyle/>
        <a:p>
          <a:endParaRPr lang="en-US" sz="3200"/>
        </a:p>
      </dgm:t>
    </dgm:pt>
    <dgm:pt modelId="{BB642B9A-48B8-453F-825F-69267BB835B1}" type="sibTrans" cxnId="{BD5235BD-B377-4730-8EFE-9D7F8E237724}">
      <dgm:prSet/>
      <dgm:spPr/>
      <dgm:t>
        <a:bodyPr/>
        <a:lstStyle/>
        <a:p>
          <a:endParaRPr lang="en-US" sz="3200"/>
        </a:p>
      </dgm:t>
    </dgm:pt>
    <dgm:pt modelId="{E6BC24F3-5FF1-44D1-B590-2BB1C078EE46}">
      <dgm:prSet phldrT="[Text]" custT="1"/>
      <dgm:spPr/>
      <dgm:t>
        <a:bodyPr/>
        <a:lstStyle/>
        <a:p>
          <a:r>
            <a:rPr lang="en-US" sz="2400"/>
            <a:t>Requires lots of data.</a:t>
          </a:r>
        </a:p>
      </dgm:t>
    </dgm:pt>
    <dgm:pt modelId="{6BCFD175-346C-4B29-8B05-3EBC401A4113}" type="parTrans" cxnId="{DAC8E4C7-9DCE-40D7-9925-6CD01D463E94}">
      <dgm:prSet/>
      <dgm:spPr/>
      <dgm:t>
        <a:bodyPr/>
        <a:lstStyle/>
        <a:p>
          <a:endParaRPr lang="en-US" sz="3200"/>
        </a:p>
      </dgm:t>
    </dgm:pt>
    <dgm:pt modelId="{0534246B-8676-46F3-8CCB-FE0AC154ED62}" type="sibTrans" cxnId="{DAC8E4C7-9DCE-40D7-9925-6CD01D463E94}">
      <dgm:prSet/>
      <dgm:spPr/>
      <dgm:t>
        <a:bodyPr/>
        <a:lstStyle/>
        <a:p>
          <a:endParaRPr lang="en-US" sz="3200"/>
        </a:p>
      </dgm:t>
    </dgm:pt>
    <dgm:pt modelId="{88D7CFAB-4330-4229-B61B-1B6052BC2C1C}">
      <dgm:prSet custT="1"/>
      <dgm:spPr/>
      <dgm:t>
        <a:bodyPr/>
        <a:lstStyle/>
        <a:p>
          <a:r>
            <a:rPr lang="en-US" sz="2400" b="0" i="0"/>
            <a:t>Low performance.</a:t>
          </a:r>
        </a:p>
      </dgm:t>
    </dgm:pt>
    <dgm:pt modelId="{74F486A5-5E34-4752-9389-716F349D5E79}" type="parTrans" cxnId="{90397339-1220-4AED-9BC3-E7CB762934BB}">
      <dgm:prSet/>
      <dgm:spPr/>
      <dgm:t>
        <a:bodyPr/>
        <a:lstStyle/>
        <a:p>
          <a:endParaRPr lang="en-US" sz="3200"/>
        </a:p>
      </dgm:t>
    </dgm:pt>
    <dgm:pt modelId="{99B48B02-D298-43EE-86D7-8DFEF9DD1179}" type="sibTrans" cxnId="{90397339-1220-4AED-9BC3-E7CB762934BB}">
      <dgm:prSet/>
      <dgm:spPr/>
      <dgm:t>
        <a:bodyPr/>
        <a:lstStyle/>
        <a:p>
          <a:endParaRPr lang="en-US" sz="3200"/>
        </a:p>
      </dgm:t>
    </dgm:pt>
    <dgm:pt modelId="{46C113D6-3A45-414E-B42B-B1AF70FDDEB1}">
      <dgm:prSet custT="1"/>
      <dgm:spPr/>
      <dgm:t>
        <a:bodyPr/>
        <a:lstStyle/>
        <a:p>
          <a:endParaRPr lang="en-US" sz="3200" b="0" i="0"/>
        </a:p>
      </dgm:t>
    </dgm:pt>
    <dgm:pt modelId="{E88A4485-6E64-4FC0-B539-5FE5568F12FC}" type="parTrans" cxnId="{B8E60A51-ECC0-4518-9BEB-F936F960DEAA}">
      <dgm:prSet/>
      <dgm:spPr/>
      <dgm:t>
        <a:bodyPr/>
        <a:lstStyle/>
        <a:p>
          <a:endParaRPr lang="en-US" sz="3200"/>
        </a:p>
      </dgm:t>
    </dgm:pt>
    <dgm:pt modelId="{F8412D11-BD54-406D-A111-DAD5833F7C30}" type="sibTrans" cxnId="{B8E60A51-ECC0-4518-9BEB-F936F960DEAA}">
      <dgm:prSet/>
      <dgm:spPr/>
      <dgm:t>
        <a:bodyPr/>
        <a:lstStyle/>
        <a:p>
          <a:endParaRPr lang="en-US" sz="3200"/>
        </a:p>
      </dgm:t>
    </dgm:pt>
    <dgm:pt modelId="{583E4E9C-8653-4EE5-80C0-357BE3CA7505}" type="pres">
      <dgm:prSet presAssocID="{8312E229-CE12-43EE-A409-77C5B800A3B5}" presName="linear" presStyleCnt="0">
        <dgm:presLayoutVars>
          <dgm:animLvl val="lvl"/>
          <dgm:resizeHandles val="exact"/>
        </dgm:presLayoutVars>
      </dgm:prSet>
      <dgm:spPr/>
    </dgm:pt>
    <dgm:pt modelId="{EF195B42-4364-4990-82BA-62D5828928A6}" type="pres">
      <dgm:prSet presAssocID="{26F1CE0F-C2A1-4903-9C7A-90D9B921C24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9AA94A0-C946-4032-85EF-C4E9CA8E091B}" type="pres">
      <dgm:prSet presAssocID="{26F1CE0F-C2A1-4903-9C7A-90D9B921C243}" presName="childText" presStyleLbl="revTx" presStyleIdx="0" presStyleCnt="7">
        <dgm:presLayoutVars>
          <dgm:bulletEnabled val="1"/>
        </dgm:presLayoutVars>
      </dgm:prSet>
      <dgm:spPr/>
    </dgm:pt>
    <dgm:pt modelId="{E31505C9-73E6-4A1E-B4CF-2A2C4A082C61}" type="pres">
      <dgm:prSet presAssocID="{08DCD2EC-272C-4B7C-9E2A-3C474AB0411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F00F3DA8-967B-4DB5-A62E-1DBA878E96BF}" type="pres">
      <dgm:prSet presAssocID="{08DCD2EC-272C-4B7C-9E2A-3C474AB04115}" presName="childText" presStyleLbl="revTx" presStyleIdx="1" presStyleCnt="7">
        <dgm:presLayoutVars>
          <dgm:bulletEnabled val="1"/>
        </dgm:presLayoutVars>
      </dgm:prSet>
      <dgm:spPr/>
    </dgm:pt>
    <dgm:pt modelId="{174A0E58-54A6-40D0-BB34-426417AD55EB}" type="pres">
      <dgm:prSet presAssocID="{20CB703C-6575-4881-943A-CAC494966E2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52EAF05-1A72-42E8-B831-71EC87448C12}" type="pres">
      <dgm:prSet presAssocID="{20CB703C-6575-4881-943A-CAC494966E25}" presName="childText" presStyleLbl="revTx" presStyleIdx="2" presStyleCnt="7">
        <dgm:presLayoutVars>
          <dgm:bulletEnabled val="1"/>
        </dgm:presLayoutVars>
      </dgm:prSet>
      <dgm:spPr/>
    </dgm:pt>
    <dgm:pt modelId="{34DBB84C-BF81-446A-AD9B-DFA033DC3DD4}" type="pres">
      <dgm:prSet presAssocID="{53E48643-0046-4D41-A325-589F6F5C901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2E94310-C02B-4E90-832F-5F22E2BF3EE6}" type="pres">
      <dgm:prSet presAssocID="{53E48643-0046-4D41-A325-589F6F5C9010}" presName="childText" presStyleLbl="revTx" presStyleIdx="3" presStyleCnt="7">
        <dgm:presLayoutVars>
          <dgm:bulletEnabled val="1"/>
        </dgm:presLayoutVars>
      </dgm:prSet>
      <dgm:spPr/>
    </dgm:pt>
    <dgm:pt modelId="{807C2A1C-AC11-4E75-A150-4BCECE53DEEB}" type="pres">
      <dgm:prSet presAssocID="{C1AF8049-A85F-455E-871E-3C8AB644156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4401652-9EF6-4095-B767-2F909D9B8B1C}" type="pres">
      <dgm:prSet presAssocID="{C1AF8049-A85F-455E-871E-3C8AB6441567}" presName="childText" presStyleLbl="revTx" presStyleIdx="4" presStyleCnt="7">
        <dgm:presLayoutVars>
          <dgm:bulletEnabled val="1"/>
        </dgm:presLayoutVars>
      </dgm:prSet>
      <dgm:spPr/>
    </dgm:pt>
    <dgm:pt modelId="{C79901DE-A759-4CBE-ACD9-966855A20707}" type="pres">
      <dgm:prSet presAssocID="{E7B00EE5-1653-4DBD-9E95-29D50DD3713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1294C46-EC81-4CA5-AF13-89A6574E47AB}" type="pres">
      <dgm:prSet presAssocID="{E7B00EE5-1653-4DBD-9E95-29D50DD37130}" presName="childText" presStyleLbl="revTx" presStyleIdx="5" presStyleCnt="7">
        <dgm:presLayoutVars>
          <dgm:bulletEnabled val="1"/>
        </dgm:presLayoutVars>
      </dgm:prSet>
      <dgm:spPr/>
    </dgm:pt>
    <dgm:pt modelId="{74D26568-C59E-4A49-8F30-B056384959C6}" type="pres">
      <dgm:prSet presAssocID="{46C113D6-3A45-414E-B42B-B1AF70FDDEB1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D5DA6248-BC80-4CED-A79A-3385B22F94E6}" type="pres">
      <dgm:prSet presAssocID="{46C113D6-3A45-414E-B42B-B1AF70FDDEB1}" presName="childText" presStyleLbl="revTx" presStyleIdx="6" presStyleCnt="7">
        <dgm:presLayoutVars>
          <dgm:bulletEnabled val="1"/>
        </dgm:presLayoutVars>
      </dgm:prSet>
      <dgm:spPr/>
    </dgm:pt>
  </dgm:ptLst>
  <dgm:cxnLst>
    <dgm:cxn modelId="{95D3290A-D317-4106-9F22-82C91073D45C}" type="presOf" srcId="{08DCD2EC-272C-4B7C-9E2A-3C474AB04115}" destId="{E31505C9-73E6-4A1E-B4CF-2A2C4A082C61}" srcOrd="0" destOrd="0" presId="urn:microsoft.com/office/officeart/2005/8/layout/vList2"/>
    <dgm:cxn modelId="{610A9D0A-576D-4945-BCAF-13A75B62A042}" type="presOf" srcId="{923C8553-84C7-4220-A048-DF3992B6A919}" destId="{352EAF05-1A72-42E8-B831-71EC87448C12}" srcOrd="0" destOrd="0" presId="urn:microsoft.com/office/officeart/2005/8/layout/vList2"/>
    <dgm:cxn modelId="{9E6B7B30-F440-466D-AD30-932AACED7D5B}" type="presOf" srcId="{26F1CE0F-C2A1-4903-9C7A-90D9B921C243}" destId="{EF195B42-4364-4990-82BA-62D5828928A6}" srcOrd="0" destOrd="0" presId="urn:microsoft.com/office/officeart/2005/8/layout/vList2"/>
    <dgm:cxn modelId="{B99CFB32-465B-48A2-8B9F-3223123FD655}" srcId="{20CB703C-6575-4881-943A-CAC494966E25}" destId="{923C8553-84C7-4220-A048-DF3992B6A919}" srcOrd="0" destOrd="0" parTransId="{010BE69B-27FD-4297-BDD0-1C923245D7D6}" sibTransId="{71FC7244-ACD5-4B62-9DD1-5554B87F8C54}"/>
    <dgm:cxn modelId="{90397339-1220-4AED-9BC3-E7CB762934BB}" srcId="{46C113D6-3A45-414E-B42B-B1AF70FDDEB1}" destId="{88D7CFAB-4330-4229-B61B-1B6052BC2C1C}" srcOrd="0" destOrd="0" parTransId="{74F486A5-5E34-4752-9389-716F349D5E79}" sibTransId="{99B48B02-D298-43EE-86D7-8DFEF9DD1179}"/>
    <dgm:cxn modelId="{7C6FC53C-8DE7-47CB-AD94-AF54364D4005}" type="presOf" srcId="{53E48643-0046-4D41-A325-589F6F5C9010}" destId="{34DBB84C-BF81-446A-AD9B-DFA033DC3DD4}" srcOrd="0" destOrd="0" presId="urn:microsoft.com/office/officeart/2005/8/layout/vList2"/>
    <dgm:cxn modelId="{B8E60A51-ECC0-4518-9BEB-F936F960DEAA}" srcId="{8312E229-CE12-43EE-A409-77C5B800A3B5}" destId="{46C113D6-3A45-414E-B42B-B1AF70FDDEB1}" srcOrd="6" destOrd="0" parTransId="{E88A4485-6E64-4FC0-B539-5FE5568F12FC}" sibTransId="{F8412D11-BD54-406D-A111-DAD5833F7C30}"/>
    <dgm:cxn modelId="{77D80876-367E-4825-AE6B-9D66B01BC095}" srcId="{8312E229-CE12-43EE-A409-77C5B800A3B5}" destId="{C1AF8049-A85F-455E-871E-3C8AB6441567}" srcOrd="4" destOrd="0" parTransId="{3F1E8B6F-CF7C-409F-A971-7972A0DA8F94}" sibTransId="{497E12AA-C81B-4C2C-BD2F-5CE58A290994}"/>
    <dgm:cxn modelId="{DBC8F282-6BA9-4C7F-8558-DA4934D172AB}" type="presOf" srcId="{46C113D6-3A45-414E-B42B-B1AF70FDDEB1}" destId="{74D26568-C59E-4A49-8F30-B056384959C6}" srcOrd="0" destOrd="0" presId="urn:microsoft.com/office/officeart/2005/8/layout/vList2"/>
    <dgm:cxn modelId="{2954638B-7D87-4E70-84C9-22DA745CE685}" srcId="{8312E229-CE12-43EE-A409-77C5B800A3B5}" destId="{20CB703C-6575-4881-943A-CAC494966E25}" srcOrd="2" destOrd="0" parTransId="{F62FE49F-815F-4D37-B7EB-EB4ECE9D1DD2}" sibTransId="{A024D6FB-065E-4114-9AAE-3E80553D101A}"/>
    <dgm:cxn modelId="{44FDBF8D-325D-4F28-BF9D-B01EEF65A439}" srcId="{E7B00EE5-1653-4DBD-9E95-29D50DD37130}" destId="{087229ED-D212-4C51-97E4-395C2A780A14}" srcOrd="0" destOrd="0" parTransId="{80890B07-55BF-4B27-8C90-4BE0C9646C00}" sibTransId="{CFCB6386-099B-457B-AF00-7BEDEA037090}"/>
    <dgm:cxn modelId="{36A4A995-F1C4-4DA8-8DB4-EF023413453D}" type="presOf" srcId="{88D7CFAB-4330-4229-B61B-1B6052BC2C1C}" destId="{D5DA6248-BC80-4CED-A79A-3385B22F94E6}" srcOrd="0" destOrd="0" presId="urn:microsoft.com/office/officeart/2005/8/layout/vList2"/>
    <dgm:cxn modelId="{3224AA9A-3322-4904-9E5F-EAEB9E2A8EC1}" type="presOf" srcId="{8312E229-CE12-43EE-A409-77C5B800A3B5}" destId="{583E4E9C-8653-4EE5-80C0-357BE3CA7505}" srcOrd="0" destOrd="0" presId="urn:microsoft.com/office/officeart/2005/8/layout/vList2"/>
    <dgm:cxn modelId="{E8B641A9-2E4C-47AB-AC86-946D4D835CFC}" srcId="{26F1CE0F-C2A1-4903-9C7A-90D9B921C243}" destId="{B2353E77-FF4C-4AD8-8634-18D706EC724C}" srcOrd="0" destOrd="0" parTransId="{89A15638-37E3-4BB7-9687-9B48B6BBCAAE}" sibTransId="{48E62544-FDD1-4E69-BF05-3C808E89E711}"/>
    <dgm:cxn modelId="{B22538AA-226E-4D43-883E-58CA6FACF9DB}" type="presOf" srcId="{E7B00EE5-1653-4DBD-9E95-29D50DD37130}" destId="{C79901DE-A759-4CBE-ACD9-966855A20707}" srcOrd="0" destOrd="0" presId="urn:microsoft.com/office/officeart/2005/8/layout/vList2"/>
    <dgm:cxn modelId="{136DD3AD-C206-436A-8D77-A6A2E66BF246}" srcId="{8312E229-CE12-43EE-A409-77C5B800A3B5}" destId="{26F1CE0F-C2A1-4903-9C7A-90D9B921C243}" srcOrd="0" destOrd="0" parTransId="{F53F7147-F825-44A4-A265-C9AD219CAEB3}" sibTransId="{10B46A28-F51F-407D-804F-8E39502A2891}"/>
    <dgm:cxn modelId="{60DDFEB7-E9E1-4ACE-89B0-7C11EC81E4D9}" srcId="{8312E229-CE12-43EE-A409-77C5B800A3B5}" destId="{08DCD2EC-272C-4B7C-9E2A-3C474AB04115}" srcOrd="1" destOrd="0" parTransId="{EB9EEC28-1933-4B81-9560-F2BDA11960AE}" sibTransId="{9606C81A-090E-4C0E-B297-DD49EB86E31C}"/>
    <dgm:cxn modelId="{BD5235BD-B377-4730-8EFE-9D7F8E237724}" srcId="{8312E229-CE12-43EE-A409-77C5B800A3B5}" destId="{53E48643-0046-4D41-A325-589F6F5C9010}" srcOrd="3" destOrd="0" parTransId="{08EA29B7-77F5-4294-8EF9-2538CCBC6E1F}" sibTransId="{BB642B9A-48B8-453F-825F-69267BB835B1}"/>
    <dgm:cxn modelId="{414DDBBD-91FB-4E18-B37B-BD333C908EA3}" type="presOf" srcId="{8200A078-A414-47D5-93E6-705628EB0DA6}" destId="{A4401652-9EF6-4095-B767-2F909D9B8B1C}" srcOrd="0" destOrd="0" presId="urn:microsoft.com/office/officeart/2005/8/layout/vList2"/>
    <dgm:cxn modelId="{C69E64C7-3639-46B1-AEDE-B3D698E5F46B}" type="presOf" srcId="{087229ED-D212-4C51-97E4-395C2A780A14}" destId="{81294C46-EC81-4CA5-AF13-89A6574E47AB}" srcOrd="0" destOrd="0" presId="urn:microsoft.com/office/officeart/2005/8/layout/vList2"/>
    <dgm:cxn modelId="{DAC8E4C7-9DCE-40D7-9925-6CD01D463E94}" srcId="{53E48643-0046-4D41-A325-589F6F5C9010}" destId="{E6BC24F3-5FF1-44D1-B590-2BB1C078EE46}" srcOrd="0" destOrd="0" parTransId="{6BCFD175-346C-4B29-8B05-3EBC401A4113}" sibTransId="{0534246B-8676-46F3-8CCB-FE0AC154ED62}"/>
    <dgm:cxn modelId="{6CCCF2D3-66A9-498D-B3F9-A9D89E2CCDBB}" type="presOf" srcId="{E6BC24F3-5FF1-44D1-B590-2BB1C078EE46}" destId="{32E94310-C02B-4E90-832F-5F22E2BF3EE6}" srcOrd="0" destOrd="0" presId="urn:microsoft.com/office/officeart/2005/8/layout/vList2"/>
    <dgm:cxn modelId="{4F475FD8-A6CF-42C5-8051-D9A4D4369505}" srcId="{C1AF8049-A85F-455E-871E-3C8AB6441567}" destId="{8200A078-A414-47D5-93E6-705628EB0DA6}" srcOrd="0" destOrd="0" parTransId="{BEFBC652-87D8-4070-907D-70E8F62F4D57}" sibTransId="{9A70F7E1-CF98-4C2F-B9AC-059DFD4DDF85}"/>
    <dgm:cxn modelId="{0DC67DE4-AA47-4234-B58A-BA28BF43F84E}" type="presOf" srcId="{C1AF8049-A85F-455E-871E-3C8AB6441567}" destId="{807C2A1C-AC11-4E75-A150-4BCECE53DEEB}" srcOrd="0" destOrd="0" presId="urn:microsoft.com/office/officeart/2005/8/layout/vList2"/>
    <dgm:cxn modelId="{E38B49EB-15B9-4982-AF23-DB3C361F6230}" type="presOf" srcId="{B2353E77-FF4C-4AD8-8634-18D706EC724C}" destId="{A9AA94A0-C946-4032-85EF-C4E9CA8E091B}" srcOrd="0" destOrd="0" presId="urn:microsoft.com/office/officeart/2005/8/layout/vList2"/>
    <dgm:cxn modelId="{83A1E7EB-2FFE-4059-931A-538BEB7D3B0D}" srcId="{8312E229-CE12-43EE-A409-77C5B800A3B5}" destId="{E7B00EE5-1653-4DBD-9E95-29D50DD37130}" srcOrd="5" destOrd="0" parTransId="{1E09CB20-845D-404B-8FD4-5FBC2B45695F}" sibTransId="{F0B44F80-A598-4AAF-A1A2-D1A6EE69BC3D}"/>
    <dgm:cxn modelId="{06A33DF2-AE55-45EF-9AF7-0CFCBB1DD13A}" type="presOf" srcId="{0AC69798-5A9E-4C9D-8C24-B9DD366B7935}" destId="{F00F3DA8-967B-4DB5-A62E-1DBA878E96BF}" srcOrd="0" destOrd="0" presId="urn:microsoft.com/office/officeart/2005/8/layout/vList2"/>
    <dgm:cxn modelId="{94919DF4-2262-4291-9A08-437A6BE4300C}" srcId="{08DCD2EC-272C-4B7C-9E2A-3C474AB04115}" destId="{0AC69798-5A9E-4C9D-8C24-B9DD366B7935}" srcOrd="0" destOrd="0" parTransId="{84905333-49AF-4D52-99FD-A7B74EC99547}" sibTransId="{8B57E34C-3FE7-4463-9D7F-16C98A7DD97A}"/>
    <dgm:cxn modelId="{87554FF5-A779-4D8B-9149-1D1AE5F8C4CE}" type="presOf" srcId="{20CB703C-6575-4881-943A-CAC494966E25}" destId="{174A0E58-54A6-40D0-BB34-426417AD55EB}" srcOrd="0" destOrd="0" presId="urn:microsoft.com/office/officeart/2005/8/layout/vList2"/>
    <dgm:cxn modelId="{1D815E55-64A1-472E-90B7-0D663FCAAA66}" type="presParOf" srcId="{583E4E9C-8653-4EE5-80C0-357BE3CA7505}" destId="{EF195B42-4364-4990-82BA-62D5828928A6}" srcOrd="0" destOrd="0" presId="urn:microsoft.com/office/officeart/2005/8/layout/vList2"/>
    <dgm:cxn modelId="{3948FBCD-4E9A-489E-B49D-4730010348C3}" type="presParOf" srcId="{583E4E9C-8653-4EE5-80C0-357BE3CA7505}" destId="{A9AA94A0-C946-4032-85EF-C4E9CA8E091B}" srcOrd="1" destOrd="0" presId="urn:microsoft.com/office/officeart/2005/8/layout/vList2"/>
    <dgm:cxn modelId="{AB8A99DC-153F-45F0-B2C1-87684F448E9D}" type="presParOf" srcId="{583E4E9C-8653-4EE5-80C0-357BE3CA7505}" destId="{E31505C9-73E6-4A1E-B4CF-2A2C4A082C61}" srcOrd="2" destOrd="0" presId="urn:microsoft.com/office/officeart/2005/8/layout/vList2"/>
    <dgm:cxn modelId="{A314C353-E9A5-4E99-A9AC-7C3B4411859E}" type="presParOf" srcId="{583E4E9C-8653-4EE5-80C0-357BE3CA7505}" destId="{F00F3DA8-967B-4DB5-A62E-1DBA878E96BF}" srcOrd="3" destOrd="0" presId="urn:microsoft.com/office/officeart/2005/8/layout/vList2"/>
    <dgm:cxn modelId="{A30D4C08-652C-4A7B-BC90-2C4957B58952}" type="presParOf" srcId="{583E4E9C-8653-4EE5-80C0-357BE3CA7505}" destId="{174A0E58-54A6-40D0-BB34-426417AD55EB}" srcOrd="4" destOrd="0" presId="urn:microsoft.com/office/officeart/2005/8/layout/vList2"/>
    <dgm:cxn modelId="{197A751F-DC64-446C-A4B6-8468B6468D63}" type="presParOf" srcId="{583E4E9C-8653-4EE5-80C0-357BE3CA7505}" destId="{352EAF05-1A72-42E8-B831-71EC87448C12}" srcOrd="5" destOrd="0" presId="urn:microsoft.com/office/officeart/2005/8/layout/vList2"/>
    <dgm:cxn modelId="{926F995E-E5C0-443B-9893-57FA6C31737C}" type="presParOf" srcId="{583E4E9C-8653-4EE5-80C0-357BE3CA7505}" destId="{34DBB84C-BF81-446A-AD9B-DFA033DC3DD4}" srcOrd="6" destOrd="0" presId="urn:microsoft.com/office/officeart/2005/8/layout/vList2"/>
    <dgm:cxn modelId="{D1598439-0303-4FC2-8B36-FFD6A0913193}" type="presParOf" srcId="{583E4E9C-8653-4EE5-80C0-357BE3CA7505}" destId="{32E94310-C02B-4E90-832F-5F22E2BF3EE6}" srcOrd="7" destOrd="0" presId="urn:microsoft.com/office/officeart/2005/8/layout/vList2"/>
    <dgm:cxn modelId="{363D6E16-1610-4DD9-99E7-4D058138D593}" type="presParOf" srcId="{583E4E9C-8653-4EE5-80C0-357BE3CA7505}" destId="{807C2A1C-AC11-4E75-A150-4BCECE53DEEB}" srcOrd="8" destOrd="0" presId="urn:microsoft.com/office/officeart/2005/8/layout/vList2"/>
    <dgm:cxn modelId="{0AFBE7C0-54A8-4DC0-8981-8489C4BD6CD1}" type="presParOf" srcId="{583E4E9C-8653-4EE5-80C0-357BE3CA7505}" destId="{A4401652-9EF6-4095-B767-2F909D9B8B1C}" srcOrd="9" destOrd="0" presId="urn:microsoft.com/office/officeart/2005/8/layout/vList2"/>
    <dgm:cxn modelId="{B0EC3DD2-3DDC-4950-93CA-1E22F4AA3DEA}" type="presParOf" srcId="{583E4E9C-8653-4EE5-80C0-357BE3CA7505}" destId="{C79901DE-A759-4CBE-ACD9-966855A20707}" srcOrd="10" destOrd="0" presId="urn:microsoft.com/office/officeart/2005/8/layout/vList2"/>
    <dgm:cxn modelId="{C0048283-0D35-4CEF-9D47-8AC229A4D9CB}" type="presParOf" srcId="{583E4E9C-8653-4EE5-80C0-357BE3CA7505}" destId="{81294C46-EC81-4CA5-AF13-89A6574E47AB}" srcOrd="11" destOrd="0" presId="urn:microsoft.com/office/officeart/2005/8/layout/vList2"/>
    <dgm:cxn modelId="{B3AB68AA-D2AA-4A16-AAB8-84BA4A05ADF6}" type="presParOf" srcId="{583E4E9C-8653-4EE5-80C0-357BE3CA7505}" destId="{74D26568-C59E-4A49-8F30-B056384959C6}" srcOrd="12" destOrd="0" presId="urn:microsoft.com/office/officeart/2005/8/layout/vList2"/>
    <dgm:cxn modelId="{4A4879FB-DE6E-4907-A4D3-D00C0E18BDAE}" type="presParOf" srcId="{583E4E9C-8653-4EE5-80C0-357BE3CA7505}" destId="{D5DA6248-BC80-4CED-A79A-3385B22F94E6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312E229-CE12-43EE-A409-77C5B800A3B5}" type="doc">
      <dgm:prSet loTypeId="urn:microsoft.com/office/officeart/2005/8/layout/target3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6F1CE0F-C2A1-4903-9C7A-90D9B921C243}">
      <dgm:prSet phldrT="[Text]" custT="1"/>
      <dgm:spPr/>
      <dgm:t>
        <a:bodyPr/>
        <a:lstStyle/>
        <a:p>
          <a:r>
            <a:rPr lang="en-US" sz="2000" b="0" i="0"/>
            <a:t>In computers, an algorithm is very important when we want a specific set of instructions for performing a specific task that is definite. </a:t>
          </a:r>
          <a:endParaRPr lang="en-US" sz="2000"/>
        </a:p>
      </dgm:t>
    </dgm:pt>
    <dgm:pt modelId="{F53F7147-F825-44A4-A265-C9AD219CAEB3}" type="parTrans" cxnId="{136DD3AD-C206-436A-8D77-A6A2E66BF246}">
      <dgm:prSet/>
      <dgm:spPr/>
      <dgm:t>
        <a:bodyPr/>
        <a:lstStyle/>
        <a:p>
          <a:endParaRPr lang="en-US" sz="2000"/>
        </a:p>
      </dgm:t>
    </dgm:pt>
    <dgm:pt modelId="{10B46A28-F51F-407D-804F-8E39502A2891}" type="sibTrans" cxnId="{136DD3AD-C206-436A-8D77-A6A2E66BF246}">
      <dgm:prSet/>
      <dgm:spPr/>
      <dgm:t>
        <a:bodyPr/>
        <a:lstStyle/>
        <a:p>
          <a:endParaRPr lang="en-US" sz="2000"/>
        </a:p>
      </dgm:t>
    </dgm:pt>
    <dgm:pt modelId="{96ECA9AC-8214-4008-BD98-A55EC9F807B2}">
      <dgm:prSet phldrT="[Text]" custT="1"/>
      <dgm:spPr/>
      <dgm:t>
        <a:bodyPr/>
        <a:lstStyle/>
        <a:p>
          <a:r>
            <a:rPr lang="en-US" sz="2000" b="0" i="0"/>
            <a:t>It works well in automated and high-frequency trending systems. </a:t>
          </a:r>
          <a:endParaRPr lang="en-US" sz="2000"/>
        </a:p>
      </dgm:t>
    </dgm:pt>
    <dgm:pt modelId="{71DFC549-B43F-49D9-8835-15C393352CE5}" type="parTrans" cxnId="{1C78CF42-1EE4-44B4-B514-E194734E4485}">
      <dgm:prSet/>
      <dgm:spPr/>
      <dgm:t>
        <a:bodyPr/>
        <a:lstStyle/>
        <a:p>
          <a:endParaRPr lang="en-US" sz="1200"/>
        </a:p>
      </dgm:t>
    </dgm:pt>
    <dgm:pt modelId="{EB48336C-B4E1-4DAB-9CFD-D2432E974526}" type="sibTrans" cxnId="{1C78CF42-1EE4-44B4-B514-E194734E4485}">
      <dgm:prSet/>
      <dgm:spPr/>
      <dgm:t>
        <a:bodyPr/>
        <a:lstStyle/>
        <a:p>
          <a:endParaRPr lang="en-US" sz="1200"/>
        </a:p>
      </dgm:t>
    </dgm:pt>
    <dgm:pt modelId="{CF097D6A-0A00-42D0-9C93-A04AEFE05EE6}">
      <dgm:prSet phldrT="[Text]" custT="1"/>
      <dgm:spPr/>
      <dgm:t>
        <a:bodyPr/>
        <a:lstStyle/>
        <a:p>
          <a:r>
            <a:rPr lang="en-US" sz="2000" b="0" i="0"/>
            <a:t>Algorithms make people’s lives easier because they save slots of time for the things that are time taking if done manually. </a:t>
          </a:r>
          <a:endParaRPr lang="en-US" sz="2000"/>
        </a:p>
      </dgm:t>
    </dgm:pt>
    <dgm:pt modelId="{5C51300A-3AA2-4ACD-89E7-4C45FFB9D36A}" type="parTrans" cxnId="{35292F9C-F459-4B44-B45B-23AB89D7258E}">
      <dgm:prSet/>
      <dgm:spPr/>
      <dgm:t>
        <a:bodyPr/>
        <a:lstStyle/>
        <a:p>
          <a:endParaRPr lang="en-US" sz="1200"/>
        </a:p>
      </dgm:t>
    </dgm:pt>
    <dgm:pt modelId="{0EAAAD63-4F5A-46EC-B3FD-0E3E88A1D564}" type="sibTrans" cxnId="{35292F9C-F459-4B44-B45B-23AB89D7258E}">
      <dgm:prSet/>
      <dgm:spPr/>
      <dgm:t>
        <a:bodyPr/>
        <a:lstStyle/>
        <a:p>
          <a:endParaRPr lang="en-US" sz="1200"/>
        </a:p>
      </dgm:t>
    </dgm:pt>
    <dgm:pt modelId="{738D3C03-5184-4790-92A2-FB2C6EA81C31}">
      <dgm:prSet phldrT="[Text]" custT="1"/>
      <dgm:spPr/>
      <dgm:t>
        <a:bodyPr/>
        <a:lstStyle/>
        <a:p>
          <a:r>
            <a:rPr lang="en-US" sz="2000" b="0" i="0"/>
            <a:t>In an algorithm the problem is divided into parts then it becomes easy to understand every level of the process with logic.</a:t>
          </a:r>
          <a:endParaRPr lang="en-US" sz="2000"/>
        </a:p>
      </dgm:t>
    </dgm:pt>
    <dgm:pt modelId="{8AD0A248-1DCC-4822-A7E6-87486E2A1759}" type="parTrans" cxnId="{B89956CE-EB34-4110-A9E0-B48D4D33BFAE}">
      <dgm:prSet/>
      <dgm:spPr/>
      <dgm:t>
        <a:bodyPr/>
        <a:lstStyle/>
        <a:p>
          <a:endParaRPr lang="en-US" sz="1200"/>
        </a:p>
      </dgm:t>
    </dgm:pt>
    <dgm:pt modelId="{327A1D75-CAAB-4710-9D21-AB238FD8663E}" type="sibTrans" cxnId="{B89956CE-EB34-4110-A9E0-B48D4D33BFAE}">
      <dgm:prSet/>
      <dgm:spPr/>
      <dgm:t>
        <a:bodyPr/>
        <a:lstStyle/>
        <a:p>
          <a:endParaRPr lang="en-US" sz="1200"/>
        </a:p>
      </dgm:t>
    </dgm:pt>
    <dgm:pt modelId="{293E5C65-AE86-437F-9440-C41E2150B28E}" type="pres">
      <dgm:prSet presAssocID="{8312E229-CE12-43EE-A409-77C5B800A3B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A9A0DE2-32EE-4DCD-BC13-C3DB17907666}" type="pres">
      <dgm:prSet presAssocID="{26F1CE0F-C2A1-4903-9C7A-90D9B921C243}" presName="circle1" presStyleLbl="node1" presStyleIdx="0" presStyleCnt="4"/>
      <dgm:spPr/>
    </dgm:pt>
    <dgm:pt modelId="{4B8A393E-8996-4FF9-8081-B4A89A8AE030}" type="pres">
      <dgm:prSet presAssocID="{26F1CE0F-C2A1-4903-9C7A-90D9B921C243}" presName="space" presStyleCnt="0"/>
      <dgm:spPr/>
    </dgm:pt>
    <dgm:pt modelId="{DB626D5D-451C-49BC-AACB-6FC51D50E668}" type="pres">
      <dgm:prSet presAssocID="{26F1CE0F-C2A1-4903-9C7A-90D9B921C243}" presName="rect1" presStyleLbl="alignAcc1" presStyleIdx="0" presStyleCnt="4"/>
      <dgm:spPr/>
    </dgm:pt>
    <dgm:pt modelId="{4600D6FD-AC34-4976-B4BB-506C32494404}" type="pres">
      <dgm:prSet presAssocID="{96ECA9AC-8214-4008-BD98-A55EC9F807B2}" presName="vertSpace2" presStyleLbl="node1" presStyleIdx="0" presStyleCnt="4"/>
      <dgm:spPr/>
    </dgm:pt>
    <dgm:pt modelId="{AC1D2E04-800B-4B8D-AE55-FF6AF3DC5D74}" type="pres">
      <dgm:prSet presAssocID="{96ECA9AC-8214-4008-BD98-A55EC9F807B2}" presName="circle2" presStyleLbl="node1" presStyleIdx="1" presStyleCnt="4"/>
      <dgm:spPr/>
    </dgm:pt>
    <dgm:pt modelId="{B40396CF-C96D-43D6-BD15-982741D07707}" type="pres">
      <dgm:prSet presAssocID="{96ECA9AC-8214-4008-BD98-A55EC9F807B2}" presName="rect2" presStyleLbl="alignAcc1" presStyleIdx="1" presStyleCnt="4"/>
      <dgm:spPr/>
    </dgm:pt>
    <dgm:pt modelId="{35FDDBFB-58D8-4ABF-8B68-FE931FBFE521}" type="pres">
      <dgm:prSet presAssocID="{CF097D6A-0A00-42D0-9C93-A04AEFE05EE6}" presName="vertSpace3" presStyleLbl="node1" presStyleIdx="1" presStyleCnt="4"/>
      <dgm:spPr/>
    </dgm:pt>
    <dgm:pt modelId="{75D77D95-B1BC-4FB5-8C04-026401F705E8}" type="pres">
      <dgm:prSet presAssocID="{CF097D6A-0A00-42D0-9C93-A04AEFE05EE6}" presName="circle3" presStyleLbl="node1" presStyleIdx="2" presStyleCnt="4"/>
      <dgm:spPr/>
    </dgm:pt>
    <dgm:pt modelId="{761AB8E1-072B-4B6A-97A7-CC169FE4FCA8}" type="pres">
      <dgm:prSet presAssocID="{CF097D6A-0A00-42D0-9C93-A04AEFE05EE6}" presName="rect3" presStyleLbl="alignAcc1" presStyleIdx="2" presStyleCnt="4"/>
      <dgm:spPr/>
    </dgm:pt>
    <dgm:pt modelId="{89B44ACD-63C5-4135-BE96-FD7B23537591}" type="pres">
      <dgm:prSet presAssocID="{738D3C03-5184-4790-92A2-FB2C6EA81C31}" presName="vertSpace4" presStyleLbl="node1" presStyleIdx="2" presStyleCnt="4"/>
      <dgm:spPr/>
    </dgm:pt>
    <dgm:pt modelId="{FBF7D5E1-1416-4004-A03B-2B2558A4824F}" type="pres">
      <dgm:prSet presAssocID="{738D3C03-5184-4790-92A2-FB2C6EA81C31}" presName="circle4" presStyleLbl="node1" presStyleIdx="3" presStyleCnt="4"/>
      <dgm:spPr/>
    </dgm:pt>
    <dgm:pt modelId="{C76EDDE3-3E02-4DB4-96C1-F1D1904472F5}" type="pres">
      <dgm:prSet presAssocID="{738D3C03-5184-4790-92A2-FB2C6EA81C31}" presName="rect4" presStyleLbl="alignAcc1" presStyleIdx="3" presStyleCnt="4"/>
      <dgm:spPr/>
    </dgm:pt>
    <dgm:pt modelId="{EECE08C3-154F-400A-BA24-2AC2A9DEB0A5}" type="pres">
      <dgm:prSet presAssocID="{26F1CE0F-C2A1-4903-9C7A-90D9B921C243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11FD2B54-251F-4197-A5F5-37A63835167A}" type="pres">
      <dgm:prSet presAssocID="{96ECA9AC-8214-4008-BD98-A55EC9F807B2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83469B5A-B2CF-491E-B7C7-BC822803F48F}" type="pres">
      <dgm:prSet presAssocID="{CF097D6A-0A00-42D0-9C93-A04AEFE05EE6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8B8D8604-5C21-4401-BAB6-116547B8111D}" type="pres">
      <dgm:prSet presAssocID="{738D3C03-5184-4790-92A2-FB2C6EA81C31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B5CD6301-7366-4CE3-B56C-99CB9DA15058}" type="presOf" srcId="{CF097D6A-0A00-42D0-9C93-A04AEFE05EE6}" destId="{83469B5A-B2CF-491E-B7C7-BC822803F48F}" srcOrd="1" destOrd="0" presId="urn:microsoft.com/office/officeart/2005/8/layout/target3"/>
    <dgm:cxn modelId="{97649B01-45D3-4354-8886-2AEF3E7BA1AD}" type="presOf" srcId="{738D3C03-5184-4790-92A2-FB2C6EA81C31}" destId="{C76EDDE3-3E02-4DB4-96C1-F1D1904472F5}" srcOrd="0" destOrd="0" presId="urn:microsoft.com/office/officeart/2005/8/layout/target3"/>
    <dgm:cxn modelId="{9D675A25-62B7-4EEB-A886-F5C16B317939}" type="presOf" srcId="{96ECA9AC-8214-4008-BD98-A55EC9F807B2}" destId="{B40396CF-C96D-43D6-BD15-982741D07707}" srcOrd="0" destOrd="0" presId="urn:microsoft.com/office/officeart/2005/8/layout/target3"/>
    <dgm:cxn modelId="{1C78CF42-1EE4-44B4-B514-E194734E4485}" srcId="{8312E229-CE12-43EE-A409-77C5B800A3B5}" destId="{96ECA9AC-8214-4008-BD98-A55EC9F807B2}" srcOrd="1" destOrd="0" parTransId="{71DFC549-B43F-49D9-8835-15C393352CE5}" sibTransId="{EB48336C-B4E1-4DAB-9CFD-D2432E974526}"/>
    <dgm:cxn modelId="{78602377-2234-49F6-8321-D6A2DD9F5D02}" type="presOf" srcId="{738D3C03-5184-4790-92A2-FB2C6EA81C31}" destId="{8B8D8604-5C21-4401-BAB6-116547B8111D}" srcOrd="1" destOrd="0" presId="urn:microsoft.com/office/officeart/2005/8/layout/target3"/>
    <dgm:cxn modelId="{09F4A288-58CC-4471-A756-2723C420377D}" type="presOf" srcId="{96ECA9AC-8214-4008-BD98-A55EC9F807B2}" destId="{11FD2B54-251F-4197-A5F5-37A63835167A}" srcOrd="1" destOrd="0" presId="urn:microsoft.com/office/officeart/2005/8/layout/target3"/>
    <dgm:cxn modelId="{02CB3F8B-D27E-4B43-ABDC-1A24F3AA106D}" type="presOf" srcId="{CF097D6A-0A00-42D0-9C93-A04AEFE05EE6}" destId="{761AB8E1-072B-4B6A-97A7-CC169FE4FCA8}" srcOrd="0" destOrd="0" presId="urn:microsoft.com/office/officeart/2005/8/layout/target3"/>
    <dgm:cxn modelId="{35292F9C-F459-4B44-B45B-23AB89D7258E}" srcId="{8312E229-CE12-43EE-A409-77C5B800A3B5}" destId="{CF097D6A-0A00-42D0-9C93-A04AEFE05EE6}" srcOrd="2" destOrd="0" parTransId="{5C51300A-3AA2-4ACD-89E7-4C45FFB9D36A}" sibTransId="{0EAAAD63-4F5A-46EC-B3FD-0E3E88A1D564}"/>
    <dgm:cxn modelId="{136DD3AD-C206-436A-8D77-A6A2E66BF246}" srcId="{8312E229-CE12-43EE-A409-77C5B800A3B5}" destId="{26F1CE0F-C2A1-4903-9C7A-90D9B921C243}" srcOrd="0" destOrd="0" parTransId="{F53F7147-F825-44A4-A265-C9AD219CAEB3}" sibTransId="{10B46A28-F51F-407D-804F-8E39502A2891}"/>
    <dgm:cxn modelId="{11A335B1-93EA-4DC8-A310-C5208CFCD237}" type="presOf" srcId="{8312E229-CE12-43EE-A409-77C5B800A3B5}" destId="{293E5C65-AE86-437F-9440-C41E2150B28E}" srcOrd="0" destOrd="0" presId="urn:microsoft.com/office/officeart/2005/8/layout/target3"/>
    <dgm:cxn modelId="{B89956CE-EB34-4110-A9E0-B48D4D33BFAE}" srcId="{8312E229-CE12-43EE-A409-77C5B800A3B5}" destId="{738D3C03-5184-4790-92A2-FB2C6EA81C31}" srcOrd="3" destOrd="0" parTransId="{8AD0A248-1DCC-4822-A7E6-87486E2A1759}" sibTransId="{327A1D75-CAAB-4710-9D21-AB238FD8663E}"/>
    <dgm:cxn modelId="{F50045D2-A135-4FE7-95B2-3C46B24748A3}" type="presOf" srcId="{26F1CE0F-C2A1-4903-9C7A-90D9B921C243}" destId="{DB626D5D-451C-49BC-AACB-6FC51D50E668}" srcOrd="0" destOrd="0" presId="urn:microsoft.com/office/officeart/2005/8/layout/target3"/>
    <dgm:cxn modelId="{E3C6DFE4-3C30-43C2-B2B2-B9200D684040}" type="presOf" srcId="{26F1CE0F-C2A1-4903-9C7A-90D9B921C243}" destId="{EECE08C3-154F-400A-BA24-2AC2A9DEB0A5}" srcOrd="1" destOrd="0" presId="urn:microsoft.com/office/officeart/2005/8/layout/target3"/>
    <dgm:cxn modelId="{97EFFACA-773E-4A1C-9891-267FAC0214A9}" type="presParOf" srcId="{293E5C65-AE86-437F-9440-C41E2150B28E}" destId="{9A9A0DE2-32EE-4DCD-BC13-C3DB17907666}" srcOrd="0" destOrd="0" presId="urn:microsoft.com/office/officeart/2005/8/layout/target3"/>
    <dgm:cxn modelId="{42F98438-E4D7-403E-88C2-F6B963ECBF72}" type="presParOf" srcId="{293E5C65-AE86-437F-9440-C41E2150B28E}" destId="{4B8A393E-8996-4FF9-8081-B4A89A8AE030}" srcOrd="1" destOrd="0" presId="urn:microsoft.com/office/officeart/2005/8/layout/target3"/>
    <dgm:cxn modelId="{C53A97A7-592D-4C13-9F71-A806563F7A15}" type="presParOf" srcId="{293E5C65-AE86-437F-9440-C41E2150B28E}" destId="{DB626D5D-451C-49BC-AACB-6FC51D50E668}" srcOrd="2" destOrd="0" presId="urn:microsoft.com/office/officeart/2005/8/layout/target3"/>
    <dgm:cxn modelId="{6E49E653-34F5-459B-BE7F-5A82BBF40346}" type="presParOf" srcId="{293E5C65-AE86-437F-9440-C41E2150B28E}" destId="{4600D6FD-AC34-4976-B4BB-506C32494404}" srcOrd="3" destOrd="0" presId="urn:microsoft.com/office/officeart/2005/8/layout/target3"/>
    <dgm:cxn modelId="{AA936765-891B-4D89-9D9D-0A136F2A04A0}" type="presParOf" srcId="{293E5C65-AE86-437F-9440-C41E2150B28E}" destId="{AC1D2E04-800B-4B8D-AE55-FF6AF3DC5D74}" srcOrd="4" destOrd="0" presId="urn:microsoft.com/office/officeart/2005/8/layout/target3"/>
    <dgm:cxn modelId="{963FE579-2627-415C-B5E3-0BC34185E5D7}" type="presParOf" srcId="{293E5C65-AE86-437F-9440-C41E2150B28E}" destId="{B40396CF-C96D-43D6-BD15-982741D07707}" srcOrd="5" destOrd="0" presId="urn:microsoft.com/office/officeart/2005/8/layout/target3"/>
    <dgm:cxn modelId="{354C735C-E921-47D3-ABCE-4E8AD7282B7F}" type="presParOf" srcId="{293E5C65-AE86-437F-9440-C41E2150B28E}" destId="{35FDDBFB-58D8-4ABF-8B68-FE931FBFE521}" srcOrd="6" destOrd="0" presId="urn:microsoft.com/office/officeart/2005/8/layout/target3"/>
    <dgm:cxn modelId="{064D4D28-CFDD-43E0-BFBE-C5BA9712A22E}" type="presParOf" srcId="{293E5C65-AE86-437F-9440-C41E2150B28E}" destId="{75D77D95-B1BC-4FB5-8C04-026401F705E8}" srcOrd="7" destOrd="0" presId="urn:microsoft.com/office/officeart/2005/8/layout/target3"/>
    <dgm:cxn modelId="{CB7448EC-7249-4CFD-9459-E576C97F5255}" type="presParOf" srcId="{293E5C65-AE86-437F-9440-C41E2150B28E}" destId="{761AB8E1-072B-4B6A-97A7-CC169FE4FCA8}" srcOrd="8" destOrd="0" presId="urn:microsoft.com/office/officeart/2005/8/layout/target3"/>
    <dgm:cxn modelId="{8C98777E-102E-4E77-B013-1D4917CFFFAD}" type="presParOf" srcId="{293E5C65-AE86-437F-9440-C41E2150B28E}" destId="{89B44ACD-63C5-4135-BE96-FD7B23537591}" srcOrd="9" destOrd="0" presId="urn:microsoft.com/office/officeart/2005/8/layout/target3"/>
    <dgm:cxn modelId="{CC69BE78-0E64-4A03-A66A-8116E7161150}" type="presParOf" srcId="{293E5C65-AE86-437F-9440-C41E2150B28E}" destId="{FBF7D5E1-1416-4004-A03B-2B2558A4824F}" srcOrd="10" destOrd="0" presId="urn:microsoft.com/office/officeart/2005/8/layout/target3"/>
    <dgm:cxn modelId="{581CF6B5-7416-4178-8403-69C8A73DC2AB}" type="presParOf" srcId="{293E5C65-AE86-437F-9440-C41E2150B28E}" destId="{C76EDDE3-3E02-4DB4-96C1-F1D1904472F5}" srcOrd="11" destOrd="0" presId="urn:microsoft.com/office/officeart/2005/8/layout/target3"/>
    <dgm:cxn modelId="{5CC86A09-883B-44E7-BC3A-063C6CF1615B}" type="presParOf" srcId="{293E5C65-AE86-437F-9440-C41E2150B28E}" destId="{EECE08C3-154F-400A-BA24-2AC2A9DEB0A5}" srcOrd="12" destOrd="0" presId="urn:microsoft.com/office/officeart/2005/8/layout/target3"/>
    <dgm:cxn modelId="{9D9D4A9E-D2AE-4CE2-A0FE-387FEE53F69B}" type="presParOf" srcId="{293E5C65-AE86-437F-9440-C41E2150B28E}" destId="{11FD2B54-251F-4197-A5F5-37A63835167A}" srcOrd="13" destOrd="0" presId="urn:microsoft.com/office/officeart/2005/8/layout/target3"/>
    <dgm:cxn modelId="{F96C6FDB-3412-45D3-8C9B-6E91817C65FD}" type="presParOf" srcId="{293E5C65-AE86-437F-9440-C41E2150B28E}" destId="{83469B5A-B2CF-491E-B7C7-BC822803F48F}" srcOrd="14" destOrd="0" presId="urn:microsoft.com/office/officeart/2005/8/layout/target3"/>
    <dgm:cxn modelId="{7D4284B7-0E06-4A2A-865B-00AB50949EE9}" type="presParOf" srcId="{293E5C65-AE86-437F-9440-C41E2150B28E}" destId="{8B8D8604-5C21-4401-BAB6-116547B8111D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ACD7D1F-B110-4497-863D-636E665152E5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</dgm:pt>
    <dgm:pt modelId="{98FDB9E2-867F-49EE-84A5-B836928B7DA6}">
      <dgm:prSet phldrT="[Text]"/>
      <dgm:spPr>
        <a:solidFill>
          <a:srgbClr val="0070C0"/>
        </a:solidFill>
      </dgm:spPr>
      <dgm:t>
        <a:bodyPr/>
        <a:lstStyle/>
        <a:p>
          <a:r>
            <a:rPr lang="en-GB"/>
            <a:t>Flowcharts</a:t>
          </a:r>
          <a:endParaRPr lang="en-US"/>
        </a:p>
      </dgm:t>
    </dgm:pt>
    <dgm:pt modelId="{125A54DE-C0F2-4D8E-88B6-2957CC088869}" type="parTrans" cxnId="{152F70DC-C152-4464-8E45-B3918C6FC329}">
      <dgm:prSet/>
      <dgm:spPr/>
      <dgm:t>
        <a:bodyPr/>
        <a:lstStyle/>
        <a:p>
          <a:endParaRPr lang="en-US"/>
        </a:p>
      </dgm:t>
    </dgm:pt>
    <dgm:pt modelId="{9A95B3D5-647F-468E-9C3C-AB57556AB572}" type="sibTrans" cxnId="{152F70DC-C152-4464-8E45-B3918C6FC329}">
      <dgm:prSet/>
      <dgm:spPr/>
      <dgm:t>
        <a:bodyPr/>
        <a:lstStyle/>
        <a:p>
          <a:endParaRPr lang="en-US"/>
        </a:p>
      </dgm:t>
    </dgm:pt>
    <dgm:pt modelId="{37259C00-4DEC-4CCE-9637-C106BE24E0D1}">
      <dgm:prSet phldrT="[Text]"/>
      <dgm:spPr/>
      <dgm:t>
        <a:bodyPr/>
        <a:lstStyle/>
        <a:p>
          <a:r>
            <a:rPr lang="en-GB"/>
            <a:t>Pseudocodes</a:t>
          </a:r>
          <a:endParaRPr lang="en-US"/>
        </a:p>
      </dgm:t>
    </dgm:pt>
    <dgm:pt modelId="{C2E36672-5782-46A4-AD63-BABEDAF8CE34}" type="parTrans" cxnId="{C821B4C5-63FB-42E7-AEA8-392F5783BB60}">
      <dgm:prSet/>
      <dgm:spPr/>
      <dgm:t>
        <a:bodyPr/>
        <a:lstStyle/>
        <a:p>
          <a:endParaRPr lang="en-US"/>
        </a:p>
      </dgm:t>
    </dgm:pt>
    <dgm:pt modelId="{C949547C-EDDA-480F-AA42-D227D58C751C}" type="sibTrans" cxnId="{C821B4C5-63FB-42E7-AEA8-392F5783BB60}">
      <dgm:prSet/>
      <dgm:spPr/>
      <dgm:t>
        <a:bodyPr/>
        <a:lstStyle/>
        <a:p>
          <a:endParaRPr lang="en-US"/>
        </a:p>
      </dgm:t>
    </dgm:pt>
    <dgm:pt modelId="{923E3931-9FBF-4714-B7B5-0F864019F29B}" type="pres">
      <dgm:prSet presAssocID="{6ACD7D1F-B110-4497-863D-636E665152E5}" presName="linearFlow" presStyleCnt="0">
        <dgm:presLayoutVars>
          <dgm:dir/>
          <dgm:resizeHandles val="exact"/>
        </dgm:presLayoutVars>
      </dgm:prSet>
      <dgm:spPr/>
    </dgm:pt>
    <dgm:pt modelId="{5AA3A8B6-7DCA-46F4-923C-F510F7702D1D}" type="pres">
      <dgm:prSet presAssocID="{98FDB9E2-867F-49EE-84A5-B836928B7DA6}" presName="composite" presStyleCnt="0"/>
      <dgm:spPr/>
    </dgm:pt>
    <dgm:pt modelId="{7ED20B57-9CA5-413B-841E-F2CB557BFF4F}" type="pres">
      <dgm:prSet presAssocID="{98FDB9E2-867F-49EE-84A5-B836928B7DA6}" presName="imgShp" presStyleLbl="fgImgPlac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0070C0"/>
          </a:solidFill>
        </a:ln>
      </dgm:spPr>
    </dgm:pt>
    <dgm:pt modelId="{A7F77BF2-6FB0-4967-8F70-7B405820BB6A}" type="pres">
      <dgm:prSet presAssocID="{98FDB9E2-867F-49EE-84A5-B836928B7DA6}" presName="txShp" presStyleLbl="node1" presStyleIdx="0" presStyleCnt="2">
        <dgm:presLayoutVars>
          <dgm:bulletEnabled val="1"/>
        </dgm:presLayoutVars>
      </dgm:prSet>
      <dgm:spPr/>
    </dgm:pt>
    <dgm:pt modelId="{61491C66-06EA-47FE-A57C-67D9891CC24C}" type="pres">
      <dgm:prSet presAssocID="{9A95B3D5-647F-468E-9C3C-AB57556AB572}" presName="spacing" presStyleCnt="0"/>
      <dgm:spPr/>
    </dgm:pt>
    <dgm:pt modelId="{F33ADF6E-506E-4897-98AC-EFB4F8311718}" type="pres">
      <dgm:prSet presAssocID="{37259C00-4DEC-4CCE-9637-C106BE24E0D1}" presName="composite" presStyleCnt="0"/>
      <dgm:spPr/>
    </dgm:pt>
    <dgm:pt modelId="{88B03C06-5CDF-4CE9-970B-71FD6DCF4F2F}" type="pres">
      <dgm:prSet presAssocID="{37259C00-4DEC-4CCE-9637-C106BE24E0D1}" presName="imgShp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002060"/>
          </a:solidFill>
        </a:ln>
      </dgm:spPr>
    </dgm:pt>
    <dgm:pt modelId="{A62984CE-7517-42A4-BB93-1025A4DB2EF2}" type="pres">
      <dgm:prSet presAssocID="{37259C00-4DEC-4CCE-9637-C106BE24E0D1}" presName="txShp" presStyleLbl="node1" presStyleIdx="1" presStyleCnt="2">
        <dgm:presLayoutVars>
          <dgm:bulletEnabled val="1"/>
        </dgm:presLayoutVars>
      </dgm:prSet>
      <dgm:spPr/>
    </dgm:pt>
  </dgm:ptLst>
  <dgm:cxnLst>
    <dgm:cxn modelId="{1A492450-53A8-4E89-8C90-5F8F823E8E29}" type="presOf" srcId="{98FDB9E2-867F-49EE-84A5-B836928B7DA6}" destId="{A7F77BF2-6FB0-4967-8F70-7B405820BB6A}" srcOrd="0" destOrd="0" presId="urn:microsoft.com/office/officeart/2005/8/layout/vList3"/>
    <dgm:cxn modelId="{8E054C5A-818C-4C13-8F06-D43CC6B4889A}" type="presOf" srcId="{37259C00-4DEC-4CCE-9637-C106BE24E0D1}" destId="{A62984CE-7517-42A4-BB93-1025A4DB2EF2}" srcOrd="0" destOrd="0" presId="urn:microsoft.com/office/officeart/2005/8/layout/vList3"/>
    <dgm:cxn modelId="{837C63B8-FEFC-4A97-BE85-A83538C1FE8F}" type="presOf" srcId="{6ACD7D1F-B110-4497-863D-636E665152E5}" destId="{923E3931-9FBF-4714-B7B5-0F864019F29B}" srcOrd="0" destOrd="0" presId="urn:microsoft.com/office/officeart/2005/8/layout/vList3"/>
    <dgm:cxn modelId="{C821B4C5-63FB-42E7-AEA8-392F5783BB60}" srcId="{6ACD7D1F-B110-4497-863D-636E665152E5}" destId="{37259C00-4DEC-4CCE-9637-C106BE24E0D1}" srcOrd="1" destOrd="0" parTransId="{C2E36672-5782-46A4-AD63-BABEDAF8CE34}" sibTransId="{C949547C-EDDA-480F-AA42-D227D58C751C}"/>
    <dgm:cxn modelId="{152F70DC-C152-4464-8E45-B3918C6FC329}" srcId="{6ACD7D1F-B110-4497-863D-636E665152E5}" destId="{98FDB9E2-867F-49EE-84A5-B836928B7DA6}" srcOrd="0" destOrd="0" parTransId="{125A54DE-C0F2-4D8E-88B6-2957CC088869}" sibTransId="{9A95B3D5-647F-468E-9C3C-AB57556AB572}"/>
    <dgm:cxn modelId="{28286801-A0E8-4ED4-A746-E2A46213CD08}" type="presParOf" srcId="{923E3931-9FBF-4714-B7B5-0F864019F29B}" destId="{5AA3A8B6-7DCA-46F4-923C-F510F7702D1D}" srcOrd="0" destOrd="0" presId="urn:microsoft.com/office/officeart/2005/8/layout/vList3"/>
    <dgm:cxn modelId="{11481761-892F-4EB6-BDB5-1C7FA2E4E1BA}" type="presParOf" srcId="{5AA3A8B6-7DCA-46F4-923C-F510F7702D1D}" destId="{7ED20B57-9CA5-413B-841E-F2CB557BFF4F}" srcOrd="0" destOrd="0" presId="urn:microsoft.com/office/officeart/2005/8/layout/vList3"/>
    <dgm:cxn modelId="{75BF2986-C795-47CC-B7FB-0388D69A91CF}" type="presParOf" srcId="{5AA3A8B6-7DCA-46F4-923C-F510F7702D1D}" destId="{A7F77BF2-6FB0-4967-8F70-7B405820BB6A}" srcOrd="1" destOrd="0" presId="urn:microsoft.com/office/officeart/2005/8/layout/vList3"/>
    <dgm:cxn modelId="{2FD8E9FA-2DAE-40BD-A6C3-828578990C52}" type="presParOf" srcId="{923E3931-9FBF-4714-B7B5-0F864019F29B}" destId="{61491C66-06EA-47FE-A57C-67D9891CC24C}" srcOrd="1" destOrd="0" presId="urn:microsoft.com/office/officeart/2005/8/layout/vList3"/>
    <dgm:cxn modelId="{AFDDC829-BE16-4C9E-B88E-2E23CE3D520B}" type="presParOf" srcId="{923E3931-9FBF-4714-B7B5-0F864019F29B}" destId="{F33ADF6E-506E-4897-98AC-EFB4F8311718}" srcOrd="2" destOrd="0" presId="urn:microsoft.com/office/officeart/2005/8/layout/vList3"/>
    <dgm:cxn modelId="{9D418C1E-B44C-4EF3-95C3-4326784B6F73}" type="presParOf" srcId="{F33ADF6E-506E-4897-98AC-EFB4F8311718}" destId="{88B03C06-5CDF-4CE9-970B-71FD6DCF4F2F}" srcOrd="0" destOrd="0" presId="urn:microsoft.com/office/officeart/2005/8/layout/vList3"/>
    <dgm:cxn modelId="{E14E4ECB-A330-400B-9698-A86BAD983BA7}" type="presParOf" srcId="{F33ADF6E-506E-4897-98AC-EFB4F8311718}" destId="{A62984CE-7517-42A4-BB93-1025A4DB2EF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17381DA-78BB-4BD3-8727-87780AF0462B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607B93-7270-46C5-A249-F6ACF4055157}">
      <dgm:prSet phldrT="[Text]"/>
      <dgm:spPr/>
      <dgm:t>
        <a:bodyPr/>
        <a:lstStyle/>
        <a:p>
          <a:r>
            <a:rPr lang="en-US"/>
            <a:t>INPUT</a:t>
          </a:r>
        </a:p>
      </dgm:t>
    </dgm:pt>
    <dgm:pt modelId="{C5CA8BDF-405F-4D04-802F-B54A953C6019}" type="parTrans" cxnId="{5ADB48A7-6E86-46EE-B318-0F43277A7230}">
      <dgm:prSet/>
      <dgm:spPr/>
      <dgm:t>
        <a:bodyPr/>
        <a:lstStyle/>
        <a:p>
          <a:endParaRPr lang="en-US"/>
        </a:p>
      </dgm:t>
    </dgm:pt>
    <dgm:pt modelId="{3330EE76-FF38-47A2-A7D1-590F132C3253}" type="sibTrans" cxnId="{5ADB48A7-6E86-46EE-B318-0F43277A7230}">
      <dgm:prSet/>
      <dgm:spPr/>
      <dgm:t>
        <a:bodyPr/>
        <a:lstStyle/>
        <a:p>
          <a:endParaRPr lang="en-US"/>
        </a:p>
      </dgm:t>
    </dgm:pt>
    <dgm:pt modelId="{9942901C-192A-4EEE-94A7-9ADBA0E629EC}">
      <dgm:prSet phldrT="[Text]"/>
      <dgm:spPr/>
      <dgm:t>
        <a:bodyPr/>
        <a:lstStyle/>
        <a:p>
          <a:r>
            <a:rPr lang="en-US"/>
            <a:t>COMPUTE</a:t>
          </a:r>
        </a:p>
      </dgm:t>
    </dgm:pt>
    <dgm:pt modelId="{2D723883-0D6E-40D5-95DA-13F30EDAF3DE}" type="parTrans" cxnId="{A1F2152D-E61A-4869-B69D-ECE81693F9FE}">
      <dgm:prSet/>
      <dgm:spPr/>
      <dgm:t>
        <a:bodyPr/>
        <a:lstStyle/>
        <a:p>
          <a:endParaRPr lang="en-US"/>
        </a:p>
      </dgm:t>
    </dgm:pt>
    <dgm:pt modelId="{74A81CCE-937B-45D5-B68E-D0B3932478AB}" type="sibTrans" cxnId="{A1F2152D-E61A-4869-B69D-ECE81693F9FE}">
      <dgm:prSet/>
      <dgm:spPr/>
      <dgm:t>
        <a:bodyPr/>
        <a:lstStyle/>
        <a:p>
          <a:endParaRPr lang="en-US"/>
        </a:p>
      </dgm:t>
    </dgm:pt>
    <dgm:pt modelId="{EA4EA860-6788-47FC-A2DC-43BDF38306F2}">
      <dgm:prSet phldrT="[Text]"/>
      <dgm:spPr/>
      <dgm:t>
        <a:bodyPr/>
        <a:lstStyle/>
        <a:p>
          <a:r>
            <a:rPr lang="en-US"/>
            <a:t>PRINT</a:t>
          </a:r>
        </a:p>
      </dgm:t>
    </dgm:pt>
    <dgm:pt modelId="{82BC0B3F-9820-42DA-B82B-3E85F94C88BE}" type="parTrans" cxnId="{76518BAB-DBED-4FA4-A1A8-9CDCB79F4C57}">
      <dgm:prSet/>
      <dgm:spPr/>
      <dgm:t>
        <a:bodyPr/>
        <a:lstStyle/>
        <a:p>
          <a:endParaRPr lang="en-US"/>
        </a:p>
      </dgm:t>
    </dgm:pt>
    <dgm:pt modelId="{3BF0895E-5661-480B-BE27-B99EF411FEC6}" type="sibTrans" cxnId="{76518BAB-DBED-4FA4-A1A8-9CDCB79F4C57}">
      <dgm:prSet/>
      <dgm:spPr/>
      <dgm:t>
        <a:bodyPr/>
        <a:lstStyle/>
        <a:p>
          <a:endParaRPr lang="en-US"/>
        </a:p>
      </dgm:t>
    </dgm:pt>
    <dgm:pt modelId="{1EA0256A-9706-4B44-8A69-CF70371C64F9}">
      <dgm:prSet phldrT="[Text]"/>
      <dgm:spPr/>
      <dgm:t>
        <a:bodyPr/>
        <a:lstStyle/>
        <a:p>
          <a:r>
            <a:rPr lang="en-US"/>
            <a:t>INCREMENT</a:t>
          </a:r>
        </a:p>
      </dgm:t>
    </dgm:pt>
    <dgm:pt modelId="{C67D5840-83C6-47BC-8C81-BF8CB8494350}" type="parTrans" cxnId="{E77D394B-FAB9-4C3F-A798-3369E374F7D6}">
      <dgm:prSet/>
      <dgm:spPr/>
      <dgm:t>
        <a:bodyPr/>
        <a:lstStyle/>
        <a:p>
          <a:endParaRPr lang="en-US"/>
        </a:p>
      </dgm:t>
    </dgm:pt>
    <dgm:pt modelId="{562A759E-1D02-4A1B-BD55-A7AA1A89D5AA}" type="sibTrans" cxnId="{E77D394B-FAB9-4C3F-A798-3369E374F7D6}">
      <dgm:prSet/>
      <dgm:spPr/>
      <dgm:t>
        <a:bodyPr/>
        <a:lstStyle/>
        <a:p>
          <a:endParaRPr lang="en-US"/>
        </a:p>
      </dgm:t>
    </dgm:pt>
    <dgm:pt modelId="{F1F4E4B9-B2B8-41B5-A2DB-E0B85D653C3D}">
      <dgm:prSet phldrT="[Text]"/>
      <dgm:spPr/>
      <dgm:t>
        <a:bodyPr/>
        <a:lstStyle/>
        <a:p>
          <a:r>
            <a:rPr lang="en-US"/>
            <a:t>DECREMENT</a:t>
          </a:r>
        </a:p>
      </dgm:t>
    </dgm:pt>
    <dgm:pt modelId="{24AAD118-CF55-47B2-8996-9DECED394773}" type="parTrans" cxnId="{A9E96D72-A22B-4B61-9058-8BCEE1EEC49F}">
      <dgm:prSet/>
      <dgm:spPr/>
      <dgm:t>
        <a:bodyPr/>
        <a:lstStyle/>
        <a:p>
          <a:endParaRPr lang="en-US"/>
        </a:p>
      </dgm:t>
    </dgm:pt>
    <dgm:pt modelId="{464CF34C-F6DF-4933-8020-795A9BE97982}" type="sibTrans" cxnId="{A9E96D72-A22B-4B61-9058-8BCEE1EEC49F}">
      <dgm:prSet/>
      <dgm:spPr/>
      <dgm:t>
        <a:bodyPr/>
        <a:lstStyle/>
        <a:p>
          <a:endParaRPr lang="en-US"/>
        </a:p>
      </dgm:t>
    </dgm:pt>
    <dgm:pt modelId="{A2C96797-A69B-4B8A-B7D6-CD61C7E90154}">
      <dgm:prSet phldrT="[Text]"/>
      <dgm:spPr/>
      <dgm:t>
        <a:bodyPr/>
        <a:lstStyle/>
        <a:p>
          <a:r>
            <a:rPr lang="en-US"/>
            <a:t>IF/ELSE</a:t>
          </a:r>
        </a:p>
      </dgm:t>
    </dgm:pt>
    <dgm:pt modelId="{7183F588-3019-4794-9E02-E00A7C1E168C}" type="parTrans" cxnId="{568900AD-9444-451E-9A83-62ECC0C71D24}">
      <dgm:prSet/>
      <dgm:spPr/>
      <dgm:t>
        <a:bodyPr/>
        <a:lstStyle/>
        <a:p>
          <a:endParaRPr lang="en-US"/>
        </a:p>
      </dgm:t>
    </dgm:pt>
    <dgm:pt modelId="{A43BD8B9-6E5C-4FA2-9244-79292951585E}" type="sibTrans" cxnId="{568900AD-9444-451E-9A83-62ECC0C71D24}">
      <dgm:prSet/>
      <dgm:spPr/>
      <dgm:t>
        <a:bodyPr/>
        <a:lstStyle/>
        <a:p>
          <a:endParaRPr lang="en-US"/>
        </a:p>
      </dgm:t>
    </dgm:pt>
    <dgm:pt modelId="{FD2735EA-EEB4-420B-A790-46DB1798E8FA}">
      <dgm:prSet phldrT="[Text]"/>
      <dgm:spPr/>
      <dgm:t>
        <a:bodyPr/>
        <a:lstStyle/>
        <a:p>
          <a:r>
            <a:rPr lang="en-US"/>
            <a:t>WHILE</a:t>
          </a:r>
        </a:p>
      </dgm:t>
    </dgm:pt>
    <dgm:pt modelId="{A3DEC293-753E-4A52-9886-3C0A8BDAD495}" type="parTrans" cxnId="{86A8B09B-142B-42DB-B643-5F0B8C5FB8AF}">
      <dgm:prSet/>
      <dgm:spPr/>
      <dgm:t>
        <a:bodyPr/>
        <a:lstStyle/>
        <a:p>
          <a:endParaRPr lang="en-US"/>
        </a:p>
      </dgm:t>
    </dgm:pt>
    <dgm:pt modelId="{E6F4133B-8173-47AC-81A0-90B750566F76}" type="sibTrans" cxnId="{86A8B09B-142B-42DB-B643-5F0B8C5FB8AF}">
      <dgm:prSet/>
      <dgm:spPr/>
      <dgm:t>
        <a:bodyPr/>
        <a:lstStyle/>
        <a:p>
          <a:endParaRPr lang="en-US"/>
        </a:p>
      </dgm:t>
    </dgm:pt>
    <dgm:pt modelId="{BC8220FF-2F6A-47AD-856A-F125BA3B022A}">
      <dgm:prSet phldrT="[Text]"/>
      <dgm:spPr/>
      <dgm:t>
        <a:bodyPr/>
        <a:lstStyle/>
        <a:p>
          <a:r>
            <a:rPr lang="en-US"/>
            <a:t>TRUE/FALSE</a:t>
          </a:r>
        </a:p>
      </dgm:t>
    </dgm:pt>
    <dgm:pt modelId="{5A8F2FCC-F2E5-4EEB-A8B8-626F271A9B0F}" type="parTrans" cxnId="{0C65AD4D-BDD3-4CC0-9957-C1ABB9BBACD5}">
      <dgm:prSet/>
      <dgm:spPr/>
      <dgm:t>
        <a:bodyPr/>
        <a:lstStyle/>
        <a:p>
          <a:endParaRPr lang="en-US"/>
        </a:p>
      </dgm:t>
    </dgm:pt>
    <dgm:pt modelId="{1963A628-53EA-4BF8-BF94-1D98C76AC04B}" type="sibTrans" cxnId="{0C65AD4D-BDD3-4CC0-9957-C1ABB9BBACD5}">
      <dgm:prSet/>
      <dgm:spPr/>
      <dgm:t>
        <a:bodyPr/>
        <a:lstStyle/>
        <a:p>
          <a:endParaRPr lang="en-US"/>
        </a:p>
      </dgm:t>
    </dgm:pt>
    <dgm:pt modelId="{5F15BCE9-3E8D-4310-9323-0305FCB7254E}" type="pres">
      <dgm:prSet presAssocID="{117381DA-78BB-4BD3-8727-87780AF0462B}" presName="linear" presStyleCnt="0">
        <dgm:presLayoutVars>
          <dgm:animLvl val="lvl"/>
          <dgm:resizeHandles val="exact"/>
        </dgm:presLayoutVars>
      </dgm:prSet>
      <dgm:spPr/>
    </dgm:pt>
    <dgm:pt modelId="{95FEC489-580A-4C8A-94BD-16881C001FFE}" type="pres">
      <dgm:prSet presAssocID="{65607B93-7270-46C5-A249-F6ACF4055157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0E224DB7-792F-4B35-9D39-1033277E6214}" type="pres">
      <dgm:prSet presAssocID="{3330EE76-FF38-47A2-A7D1-590F132C3253}" presName="spacer" presStyleCnt="0"/>
      <dgm:spPr/>
    </dgm:pt>
    <dgm:pt modelId="{24A13507-234A-4652-B522-3C0D9B6197E6}" type="pres">
      <dgm:prSet presAssocID="{9942901C-192A-4EEE-94A7-9ADBA0E629EC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6459AC53-7D6D-4B9A-AA78-EDA9EA52A878}" type="pres">
      <dgm:prSet presAssocID="{74A81CCE-937B-45D5-B68E-D0B3932478AB}" presName="spacer" presStyleCnt="0"/>
      <dgm:spPr/>
    </dgm:pt>
    <dgm:pt modelId="{85729928-AA2F-4287-9E8F-1528921BB027}" type="pres">
      <dgm:prSet presAssocID="{EA4EA860-6788-47FC-A2DC-43BDF38306F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75FB5E36-F802-4901-9E84-7955BF4D4B47}" type="pres">
      <dgm:prSet presAssocID="{3BF0895E-5661-480B-BE27-B99EF411FEC6}" presName="spacer" presStyleCnt="0"/>
      <dgm:spPr/>
    </dgm:pt>
    <dgm:pt modelId="{6E28B2A8-A4D8-4B41-B171-E5FB123B0CF7}" type="pres">
      <dgm:prSet presAssocID="{1EA0256A-9706-4B44-8A69-CF70371C64F9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F0342FB2-37DA-48C4-A09D-F4D33DB72409}" type="pres">
      <dgm:prSet presAssocID="{562A759E-1D02-4A1B-BD55-A7AA1A89D5AA}" presName="spacer" presStyleCnt="0"/>
      <dgm:spPr/>
    </dgm:pt>
    <dgm:pt modelId="{E0691666-CC2E-4C71-AFE8-BACF169EDB09}" type="pres">
      <dgm:prSet presAssocID="{F1F4E4B9-B2B8-41B5-A2DB-E0B85D653C3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606E1D06-50C1-4751-A066-E95CD4678857}" type="pres">
      <dgm:prSet presAssocID="{464CF34C-F6DF-4933-8020-795A9BE97982}" presName="spacer" presStyleCnt="0"/>
      <dgm:spPr/>
    </dgm:pt>
    <dgm:pt modelId="{18F8A0CF-1FD5-4EC7-9BAB-C6F33ABFE362}" type="pres">
      <dgm:prSet presAssocID="{A2C96797-A69B-4B8A-B7D6-CD61C7E90154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12CEAE0-E3A2-4C06-9DF9-808168AB5903}" type="pres">
      <dgm:prSet presAssocID="{A43BD8B9-6E5C-4FA2-9244-79292951585E}" presName="spacer" presStyleCnt="0"/>
      <dgm:spPr/>
    </dgm:pt>
    <dgm:pt modelId="{39B7E297-7BAA-442E-81ED-64F4B0F8A704}" type="pres">
      <dgm:prSet presAssocID="{FD2735EA-EEB4-420B-A790-46DB1798E8FA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7CCB65A-E366-44E0-81BD-AFE3A2952AD2}" type="pres">
      <dgm:prSet presAssocID="{E6F4133B-8173-47AC-81A0-90B750566F76}" presName="spacer" presStyleCnt="0"/>
      <dgm:spPr/>
    </dgm:pt>
    <dgm:pt modelId="{E2FAB127-CCCF-4388-887E-608DEB47CFA9}" type="pres">
      <dgm:prSet presAssocID="{BC8220FF-2F6A-47AD-856A-F125BA3B022A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E53D8202-30CA-420E-9A0F-A2C633153DC8}" type="presOf" srcId="{9942901C-192A-4EEE-94A7-9ADBA0E629EC}" destId="{24A13507-234A-4652-B522-3C0D9B6197E6}" srcOrd="0" destOrd="0" presId="urn:microsoft.com/office/officeart/2005/8/layout/vList2"/>
    <dgm:cxn modelId="{A1F2152D-E61A-4869-B69D-ECE81693F9FE}" srcId="{117381DA-78BB-4BD3-8727-87780AF0462B}" destId="{9942901C-192A-4EEE-94A7-9ADBA0E629EC}" srcOrd="1" destOrd="0" parTransId="{2D723883-0D6E-40D5-95DA-13F30EDAF3DE}" sibTransId="{74A81CCE-937B-45D5-B68E-D0B3932478AB}"/>
    <dgm:cxn modelId="{2667D337-A35C-4E95-950C-7675F2AB0A87}" type="presOf" srcId="{FD2735EA-EEB4-420B-A790-46DB1798E8FA}" destId="{39B7E297-7BAA-442E-81ED-64F4B0F8A704}" srcOrd="0" destOrd="0" presId="urn:microsoft.com/office/officeart/2005/8/layout/vList2"/>
    <dgm:cxn modelId="{09C76D60-D836-4F18-BCF6-B5F83F8F9DED}" type="presOf" srcId="{A2C96797-A69B-4B8A-B7D6-CD61C7E90154}" destId="{18F8A0CF-1FD5-4EC7-9BAB-C6F33ABFE362}" srcOrd="0" destOrd="0" presId="urn:microsoft.com/office/officeart/2005/8/layout/vList2"/>
    <dgm:cxn modelId="{E77D394B-FAB9-4C3F-A798-3369E374F7D6}" srcId="{117381DA-78BB-4BD3-8727-87780AF0462B}" destId="{1EA0256A-9706-4B44-8A69-CF70371C64F9}" srcOrd="3" destOrd="0" parTransId="{C67D5840-83C6-47BC-8C81-BF8CB8494350}" sibTransId="{562A759E-1D02-4A1B-BD55-A7AA1A89D5AA}"/>
    <dgm:cxn modelId="{0C65AD4D-BDD3-4CC0-9957-C1ABB9BBACD5}" srcId="{117381DA-78BB-4BD3-8727-87780AF0462B}" destId="{BC8220FF-2F6A-47AD-856A-F125BA3B022A}" srcOrd="7" destOrd="0" parTransId="{5A8F2FCC-F2E5-4EEB-A8B8-626F271A9B0F}" sibTransId="{1963A628-53EA-4BF8-BF94-1D98C76AC04B}"/>
    <dgm:cxn modelId="{A9E96D72-A22B-4B61-9058-8BCEE1EEC49F}" srcId="{117381DA-78BB-4BD3-8727-87780AF0462B}" destId="{F1F4E4B9-B2B8-41B5-A2DB-E0B85D653C3D}" srcOrd="4" destOrd="0" parTransId="{24AAD118-CF55-47B2-8996-9DECED394773}" sibTransId="{464CF34C-F6DF-4933-8020-795A9BE97982}"/>
    <dgm:cxn modelId="{C7731581-80F0-4628-83B0-660CFD066EAD}" type="presOf" srcId="{65607B93-7270-46C5-A249-F6ACF4055157}" destId="{95FEC489-580A-4C8A-94BD-16881C001FFE}" srcOrd="0" destOrd="0" presId="urn:microsoft.com/office/officeart/2005/8/layout/vList2"/>
    <dgm:cxn modelId="{86A8B09B-142B-42DB-B643-5F0B8C5FB8AF}" srcId="{117381DA-78BB-4BD3-8727-87780AF0462B}" destId="{FD2735EA-EEB4-420B-A790-46DB1798E8FA}" srcOrd="6" destOrd="0" parTransId="{A3DEC293-753E-4A52-9886-3C0A8BDAD495}" sibTransId="{E6F4133B-8173-47AC-81A0-90B750566F76}"/>
    <dgm:cxn modelId="{5ADB48A7-6E86-46EE-B318-0F43277A7230}" srcId="{117381DA-78BB-4BD3-8727-87780AF0462B}" destId="{65607B93-7270-46C5-A249-F6ACF4055157}" srcOrd="0" destOrd="0" parTransId="{C5CA8BDF-405F-4D04-802F-B54A953C6019}" sibTransId="{3330EE76-FF38-47A2-A7D1-590F132C3253}"/>
    <dgm:cxn modelId="{76518BAB-DBED-4FA4-A1A8-9CDCB79F4C57}" srcId="{117381DA-78BB-4BD3-8727-87780AF0462B}" destId="{EA4EA860-6788-47FC-A2DC-43BDF38306F2}" srcOrd="2" destOrd="0" parTransId="{82BC0B3F-9820-42DA-B82B-3E85F94C88BE}" sibTransId="{3BF0895E-5661-480B-BE27-B99EF411FEC6}"/>
    <dgm:cxn modelId="{568900AD-9444-451E-9A83-62ECC0C71D24}" srcId="{117381DA-78BB-4BD3-8727-87780AF0462B}" destId="{A2C96797-A69B-4B8A-B7D6-CD61C7E90154}" srcOrd="5" destOrd="0" parTransId="{7183F588-3019-4794-9E02-E00A7C1E168C}" sibTransId="{A43BD8B9-6E5C-4FA2-9244-79292951585E}"/>
    <dgm:cxn modelId="{33F8FBB6-3249-4C64-B51B-8441818CE743}" type="presOf" srcId="{BC8220FF-2F6A-47AD-856A-F125BA3B022A}" destId="{E2FAB127-CCCF-4388-887E-608DEB47CFA9}" srcOrd="0" destOrd="0" presId="urn:microsoft.com/office/officeart/2005/8/layout/vList2"/>
    <dgm:cxn modelId="{2AD0F0B8-53B3-4ADF-BAFB-7A298AE4A0C9}" type="presOf" srcId="{1EA0256A-9706-4B44-8A69-CF70371C64F9}" destId="{6E28B2A8-A4D8-4B41-B171-E5FB123B0CF7}" srcOrd="0" destOrd="0" presId="urn:microsoft.com/office/officeart/2005/8/layout/vList2"/>
    <dgm:cxn modelId="{1817FAC8-A14C-4F49-8132-2314AE6101D2}" type="presOf" srcId="{F1F4E4B9-B2B8-41B5-A2DB-E0B85D653C3D}" destId="{E0691666-CC2E-4C71-AFE8-BACF169EDB09}" srcOrd="0" destOrd="0" presId="urn:microsoft.com/office/officeart/2005/8/layout/vList2"/>
    <dgm:cxn modelId="{BFB87EF0-5450-44D6-B3BC-045367E86BAA}" type="presOf" srcId="{117381DA-78BB-4BD3-8727-87780AF0462B}" destId="{5F15BCE9-3E8D-4310-9323-0305FCB7254E}" srcOrd="0" destOrd="0" presId="urn:microsoft.com/office/officeart/2005/8/layout/vList2"/>
    <dgm:cxn modelId="{A75025F9-5A0D-4945-8166-7D3AD53A2330}" type="presOf" srcId="{EA4EA860-6788-47FC-A2DC-43BDF38306F2}" destId="{85729928-AA2F-4287-9E8F-1528921BB027}" srcOrd="0" destOrd="0" presId="urn:microsoft.com/office/officeart/2005/8/layout/vList2"/>
    <dgm:cxn modelId="{5199342C-4E9E-43F9-AF1C-968D345C92A5}" type="presParOf" srcId="{5F15BCE9-3E8D-4310-9323-0305FCB7254E}" destId="{95FEC489-580A-4C8A-94BD-16881C001FFE}" srcOrd="0" destOrd="0" presId="urn:microsoft.com/office/officeart/2005/8/layout/vList2"/>
    <dgm:cxn modelId="{6D0EF0C6-7B5E-4C21-92E3-6C7778FECEE6}" type="presParOf" srcId="{5F15BCE9-3E8D-4310-9323-0305FCB7254E}" destId="{0E224DB7-792F-4B35-9D39-1033277E6214}" srcOrd="1" destOrd="0" presId="urn:microsoft.com/office/officeart/2005/8/layout/vList2"/>
    <dgm:cxn modelId="{43225EEF-2750-42BC-A880-4ECBCA8824C9}" type="presParOf" srcId="{5F15BCE9-3E8D-4310-9323-0305FCB7254E}" destId="{24A13507-234A-4652-B522-3C0D9B6197E6}" srcOrd="2" destOrd="0" presId="urn:microsoft.com/office/officeart/2005/8/layout/vList2"/>
    <dgm:cxn modelId="{F6824210-02AF-4289-A816-E9BC777FF38C}" type="presParOf" srcId="{5F15BCE9-3E8D-4310-9323-0305FCB7254E}" destId="{6459AC53-7D6D-4B9A-AA78-EDA9EA52A878}" srcOrd="3" destOrd="0" presId="urn:microsoft.com/office/officeart/2005/8/layout/vList2"/>
    <dgm:cxn modelId="{259B7C06-8C33-4156-8CC1-79581263B24F}" type="presParOf" srcId="{5F15BCE9-3E8D-4310-9323-0305FCB7254E}" destId="{85729928-AA2F-4287-9E8F-1528921BB027}" srcOrd="4" destOrd="0" presId="urn:microsoft.com/office/officeart/2005/8/layout/vList2"/>
    <dgm:cxn modelId="{0AD7E557-D2B6-462B-9095-3D7D592F9193}" type="presParOf" srcId="{5F15BCE9-3E8D-4310-9323-0305FCB7254E}" destId="{75FB5E36-F802-4901-9E84-7955BF4D4B47}" srcOrd="5" destOrd="0" presId="urn:microsoft.com/office/officeart/2005/8/layout/vList2"/>
    <dgm:cxn modelId="{00A79949-FF70-4A16-8DBA-07C0ED135048}" type="presParOf" srcId="{5F15BCE9-3E8D-4310-9323-0305FCB7254E}" destId="{6E28B2A8-A4D8-4B41-B171-E5FB123B0CF7}" srcOrd="6" destOrd="0" presId="urn:microsoft.com/office/officeart/2005/8/layout/vList2"/>
    <dgm:cxn modelId="{085DD9F2-F6EE-4540-A46D-3715F643B62A}" type="presParOf" srcId="{5F15BCE9-3E8D-4310-9323-0305FCB7254E}" destId="{F0342FB2-37DA-48C4-A09D-F4D33DB72409}" srcOrd="7" destOrd="0" presId="urn:microsoft.com/office/officeart/2005/8/layout/vList2"/>
    <dgm:cxn modelId="{D54FE07A-BB72-4765-95EB-F86AEC32D14E}" type="presParOf" srcId="{5F15BCE9-3E8D-4310-9323-0305FCB7254E}" destId="{E0691666-CC2E-4C71-AFE8-BACF169EDB09}" srcOrd="8" destOrd="0" presId="urn:microsoft.com/office/officeart/2005/8/layout/vList2"/>
    <dgm:cxn modelId="{167E566B-76E7-4AF8-A0FB-F9A7B1732939}" type="presParOf" srcId="{5F15BCE9-3E8D-4310-9323-0305FCB7254E}" destId="{606E1D06-50C1-4751-A066-E95CD4678857}" srcOrd="9" destOrd="0" presId="urn:microsoft.com/office/officeart/2005/8/layout/vList2"/>
    <dgm:cxn modelId="{926BBE06-8DC6-4DFA-A903-07EFDB3DB60B}" type="presParOf" srcId="{5F15BCE9-3E8D-4310-9323-0305FCB7254E}" destId="{18F8A0CF-1FD5-4EC7-9BAB-C6F33ABFE362}" srcOrd="10" destOrd="0" presId="urn:microsoft.com/office/officeart/2005/8/layout/vList2"/>
    <dgm:cxn modelId="{C959ED3E-489D-4188-BDCC-68645CD9D370}" type="presParOf" srcId="{5F15BCE9-3E8D-4310-9323-0305FCB7254E}" destId="{F12CEAE0-E3A2-4C06-9DF9-808168AB5903}" srcOrd="11" destOrd="0" presId="urn:microsoft.com/office/officeart/2005/8/layout/vList2"/>
    <dgm:cxn modelId="{DE12B631-AFE6-4678-B87E-2D7A1FDFEC3B}" type="presParOf" srcId="{5F15BCE9-3E8D-4310-9323-0305FCB7254E}" destId="{39B7E297-7BAA-442E-81ED-64F4B0F8A704}" srcOrd="12" destOrd="0" presId="urn:microsoft.com/office/officeart/2005/8/layout/vList2"/>
    <dgm:cxn modelId="{446EEC41-08E7-4368-8C67-E8D478BEF9A1}" type="presParOf" srcId="{5F15BCE9-3E8D-4310-9323-0305FCB7254E}" destId="{F7CCB65A-E366-44E0-81BD-AFE3A2952AD2}" srcOrd="13" destOrd="0" presId="urn:microsoft.com/office/officeart/2005/8/layout/vList2"/>
    <dgm:cxn modelId="{1BCD466A-2779-46E4-833A-3E95A35811BC}" type="presParOf" srcId="{5F15BCE9-3E8D-4310-9323-0305FCB7254E}" destId="{E2FAB127-CCCF-4388-887E-608DEB47CFA9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3E938F-4EBD-43A2-AE50-15BC70C3FF9D}">
      <dsp:nvSpPr>
        <dsp:cNvPr id="0" name=""/>
        <dsp:cNvSpPr/>
      </dsp:nvSpPr>
      <dsp:spPr>
        <a:xfrm rot="5400000">
          <a:off x="-91748" y="93568"/>
          <a:ext cx="611657" cy="428160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-5400000">
        <a:off x="1" y="215899"/>
        <a:ext cx="428160" cy="183497"/>
      </dsp:txXfrm>
    </dsp:sp>
    <dsp:sp modelId="{83D2EC2A-4FD3-4C38-A1AD-790CF4AEDEB6}">
      <dsp:nvSpPr>
        <dsp:cNvPr id="0" name=""/>
        <dsp:cNvSpPr/>
      </dsp:nvSpPr>
      <dsp:spPr>
        <a:xfrm rot="5400000">
          <a:off x="3931062" y="-3501082"/>
          <a:ext cx="397577" cy="74033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What is an Algorithm?</a:t>
          </a:r>
        </a:p>
      </dsp:txBody>
      <dsp:txXfrm rot="-5400000">
        <a:off x="428160" y="21228"/>
        <a:ext cx="7383974" cy="358761"/>
      </dsp:txXfrm>
    </dsp:sp>
    <dsp:sp modelId="{AB7149BB-BFCF-40F2-87B9-E0782B8C1D5A}">
      <dsp:nvSpPr>
        <dsp:cNvPr id="0" name=""/>
        <dsp:cNvSpPr/>
      </dsp:nvSpPr>
      <dsp:spPr>
        <a:xfrm rot="5400000">
          <a:off x="-91748" y="630288"/>
          <a:ext cx="611657" cy="428160"/>
        </a:xfrm>
        <a:prstGeom prst="chevron">
          <a:avLst/>
        </a:prstGeom>
        <a:gradFill rotWithShape="0">
          <a:gsLst>
            <a:gs pos="0">
              <a:schemeClr val="accent2">
                <a:hueOff val="-1673"/>
                <a:satOff val="0"/>
                <a:lumOff val="868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-1673"/>
                <a:satOff val="0"/>
                <a:lumOff val="868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1673"/>
              <a:satOff val="0"/>
              <a:lumOff val="868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-5400000">
        <a:off x="1" y="752619"/>
        <a:ext cx="428160" cy="183497"/>
      </dsp:txXfrm>
    </dsp:sp>
    <dsp:sp modelId="{78EFC801-62E2-4616-BF18-58E230477CD6}">
      <dsp:nvSpPr>
        <dsp:cNvPr id="0" name=""/>
        <dsp:cNvSpPr/>
      </dsp:nvSpPr>
      <dsp:spPr>
        <a:xfrm rot="5400000">
          <a:off x="3931062" y="-2964362"/>
          <a:ext cx="397577" cy="74033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1673"/>
              <a:satOff val="0"/>
              <a:lumOff val="868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Why do we need Algorithms?</a:t>
          </a:r>
        </a:p>
      </dsp:txBody>
      <dsp:txXfrm rot="-5400000">
        <a:off x="428160" y="557948"/>
        <a:ext cx="7383974" cy="358761"/>
      </dsp:txXfrm>
    </dsp:sp>
    <dsp:sp modelId="{68561EF6-9FC4-4204-8C30-01EF04FEB2BA}">
      <dsp:nvSpPr>
        <dsp:cNvPr id="0" name=""/>
        <dsp:cNvSpPr/>
      </dsp:nvSpPr>
      <dsp:spPr>
        <a:xfrm rot="5400000">
          <a:off x="-91748" y="1167008"/>
          <a:ext cx="611657" cy="428160"/>
        </a:xfrm>
        <a:prstGeom prst="chevron">
          <a:avLst/>
        </a:prstGeom>
        <a:gradFill rotWithShape="0">
          <a:gsLst>
            <a:gs pos="0">
              <a:schemeClr val="accent2">
                <a:hueOff val="-3347"/>
                <a:satOff val="0"/>
                <a:lumOff val="1736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-3347"/>
                <a:satOff val="0"/>
                <a:lumOff val="1736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3347"/>
              <a:satOff val="0"/>
              <a:lumOff val="1736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-5400000">
        <a:off x="1" y="1289339"/>
        <a:ext cx="428160" cy="183497"/>
      </dsp:txXfrm>
    </dsp:sp>
    <dsp:sp modelId="{56D98BE2-7AE7-412D-BD27-8C09A2ED6223}">
      <dsp:nvSpPr>
        <dsp:cNvPr id="0" name=""/>
        <dsp:cNvSpPr/>
      </dsp:nvSpPr>
      <dsp:spPr>
        <a:xfrm rot="5400000">
          <a:off x="3931062" y="-2427642"/>
          <a:ext cx="397577" cy="74033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3347"/>
              <a:satOff val="0"/>
              <a:lumOff val="1736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Characteristics of a Good Algorithm</a:t>
          </a:r>
        </a:p>
      </dsp:txBody>
      <dsp:txXfrm rot="-5400000">
        <a:off x="428160" y="1094668"/>
        <a:ext cx="7383974" cy="358761"/>
      </dsp:txXfrm>
    </dsp:sp>
    <dsp:sp modelId="{70028CCB-0DD7-4D0C-B2D1-634F755EECBF}">
      <dsp:nvSpPr>
        <dsp:cNvPr id="0" name=""/>
        <dsp:cNvSpPr/>
      </dsp:nvSpPr>
      <dsp:spPr>
        <a:xfrm rot="5400000">
          <a:off x="-91748" y="1703728"/>
          <a:ext cx="611657" cy="428160"/>
        </a:xfrm>
        <a:prstGeom prst="chevron">
          <a:avLst/>
        </a:prstGeom>
        <a:gradFill rotWithShape="0">
          <a:gsLst>
            <a:gs pos="0">
              <a:schemeClr val="accent2">
                <a:hueOff val="-5020"/>
                <a:satOff val="0"/>
                <a:lumOff val="260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-5020"/>
                <a:satOff val="0"/>
                <a:lumOff val="260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5020"/>
              <a:satOff val="0"/>
              <a:lumOff val="2605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-5400000">
        <a:off x="1" y="1826059"/>
        <a:ext cx="428160" cy="183497"/>
      </dsp:txXfrm>
    </dsp:sp>
    <dsp:sp modelId="{CD2837A9-5AA0-4217-A2B2-A342E5485290}">
      <dsp:nvSpPr>
        <dsp:cNvPr id="0" name=""/>
        <dsp:cNvSpPr/>
      </dsp:nvSpPr>
      <dsp:spPr>
        <a:xfrm rot="5400000">
          <a:off x="3931062" y="-1890922"/>
          <a:ext cx="397577" cy="74033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5020"/>
              <a:satOff val="0"/>
              <a:lumOff val="2605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Advantages of Algorithm</a:t>
          </a:r>
        </a:p>
      </dsp:txBody>
      <dsp:txXfrm rot="-5400000">
        <a:off x="428160" y="1631388"/>
        <a:ext cx="7383974" cy="358761"/>
      </dsp:txXfrm>
    </dsp:sp>
    <dsp:sp modelId="{BF43B4F4-EB20-4495-8DBA-C5DE6D2E3AB1}">
      <dsp:nvSpPr>
        <dsp:cNvPr id="0" name=""/>
        <dsp:cNvSpPr/>
      </dsp:nvSpPr>
      <dsp:spPr>
        <a:xfrm rot="5400000">
          <a:off x="-91748" y="2240448"/>
          <a:ext cx="611657" cy="428160"/>
        </a:xfrm>
        <a:prstGeom prst="chevron">
          <a:avLst/>
        </a:prstGeom>
        <a:gradFill rotWithShape="0">
          <a:gsLst>
            <a:gs pos="0">
              <a:schemeClr val="accent2">
                <a:hueOff val="-6693"/>
                <a:satOff val="0"/>
                <a:lumOff val="3473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-6693"/>
                <a:satOff val="0"/>
                <a:lumOff val="3473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6693"/>
              <a:satOff val="0"/>
              <a:lumOff val="3473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-5400000">
        <a:off x="1" y="2362779"/>
        <a:ext cx="428160" cy="183497"/>
      </dsp:txXfrm>
    </dsp:sp>
    <dsp:sp modelId="{2187B6E8-4E1E-4B22-9856-A2D4FF81B727}">
      <dsp:nvSpPr>
        <dsp:cNvPr id="0" name=""/>
        <dsp:cNvSpPr/>
      </dsp:nvSpPr>
      <dsp:spPr>
        <a:xfrm rot="5400000">
          <a:off x="3931062" y="-1354203"/>
          <a:ext cx="397577" cy="74033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6693"/>
              <a:satOff val="0"/>
              <a:lumOff val="3473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Components of an Algorithm</a:t>
          </a:r>
        </a:p>
      </dsp:txBody>
      <dsp:txXfrm rot="-5400000">
        <a:off x="428160" y="2168107"/>
        <a:ext cx="7383974" cy="358761"/>
      </dsp:txXfrm>
    </dsp:sp>
    <dsp:sp modelId="{30878785-0B74-47E1-8179-A3E3E7373C08}">
      <dsp:nvSpPr>
        <dsp:cNvPr id="0" name=""/>
        <dsp:cNvSpPr/>
      </dsp:nvSpPr>
      <dsp:spPr>
        <a:xfrm rot="5400000">
          <a:off x="-91748" y="2777168"/>
          <a:ext cx="611657" cy="428160"/>
        </a:xfrm>
        <a:prstGeom prst="chevron">
          <a:avLst/>
        </a:prstGeom>
        <a:gradFill rotWithShape="0">
          <a:gsLst>
            <a:gs pos="0">
              <a:schemeClr val="accent2">
                <a:hueOff val="-8367"/>
                <a:satOff val="0"/>
                <a:lumOff val="4341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-8367"/>
                <a:satOff val="0"/>
                <a:lumOff val="4341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8367"/>
              <a:satOff val="0"/>
              <a:lumOff val="4341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-5400000">
        <a:off x="1" y="2899499"/>
        <a:ext cx="428160" cy="183497"/>
      </dsp:txXfrm>
    </dsp:sp>
    <dsp:sp modelId="{9DCA01C1-3609-4DA0-8DE2-1E265E8E0A03}">
      <dsp:nvSpPr>
        <dsp:cNvPr id="0" name=""/>
        <dsp:cNvSpPr/>
      </dsp:nvSpPr>
      <dsp:spPr>
        <a:xfrm rot="5400000">
          <a:off x="3931062" y="-817483"/>
          <a:ext cx="397577" cy="74033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8367"/>
              <a:satOff val="0"/>
              <a:lumOff val="4341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Disadvantages of Algorithm</a:t>
          </a:r>
        </a:p>
      </dsp:txBody>
      <dsp:txXfrm rot="-5400000">
        <a:off x="428160" y="2704827"/>
        <a:ext cx="7383974" cy="358761"/>
      </dsp:txXfrm>
    </dsp:sp>
    <dsp:sp modelId="{BE9BE382-16F9-4643-B38E-D9AEBDD02601}">
      <dsp:nvSpPr>
        <dsp:cNvPr id="0" name=""/>
        <dsp:cNvSpPr/>
      </dsp:nvSpPr>
      <dsp:spPr>
        <a:xfrm rot="5400000">
          <a:off x="-91748" y="3313887"/>
          <a:ext cx="611657" cy="428160"/>
        </a:xfrm>
        <a:prstGeom prst="chevron">
          <a:avLst/>
        </a:prstGeom>
        <a:gradFill rotWithShape="0">
          <a:gsLst>
            <a:gs pos="0">
              <a:schemeClr val="accent2">
                <a:hueOff val="-10040"/>
                <a:satOff val="0"/>
                <a:lumOff val="521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-10040"/>
                <a:satOff val="0"/>
                <a:lumOff val="521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10040"/>
              <a:satOff val="0"/>
              <a:lumOff val="5210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-5400000">
        <a:off x="1" y="3436218"/>
        <a:ext cx="428160" cy="183497"/>
      </dsp:txXfrm>
    </dsp:sp>
    <dsp:sp modelId="{2DCA4991-03A6-4985-9C74-201FD9C8D083}">
      <dsp:nvSpPr>
        <dsp:cNvPr id="0" name=""/>
        <dsp:cNvSpPr/>
      </dsp:nvSpPr>
      <dsp:spPr>
        <a:xfrm rot="5400000">
          <a:off x="3931062" y="-280763"/>
          <a:ext cx="397577" cy="74033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10040"/>
              <a:satOff val="0"/>
              <a:lumOff val="5210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Benefits of an Algorithm</a:t>
          </a:r>
        </a:p>
      </dsp:txBody>
      <dsp:txXfrm rot="-5400000">
        <a:off x="428160" y="3241547"/>
        <a:ext cx="7383974" cy="358761"/>
      </dsp:txXfrm>
    </dsp:sp>
    <dsp:sp modelId="{6096198F-92FE-4751-9CD8-B58136FAA124}">
      <dsp:nvSpPr>
        <dsp:cNvPr id="0" name=""/>
        <dsp:cNvSpPr/>
      </dsp:nvSpPr>
      <dsp:spPr>
        <a:xfrm rot="5400000">
          <a:off x="-91748" y="3850607"/>
          <a:ext cx="611657" cy="428160"/>
        </a:xfrm>
        <a:prstGeom prst="chevron">
          <a:avLst/>
        </a:prstGeom>
        <a:gradFill rotWithShape="0">
          <a:gsLst>
            <a:gs pos="0">
              <a:schemeClr val="accent2">
                <a:hueOff val="-11713"/>
                <a:satOff val="0"/>
                <a:lumOff val="6078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-11713"/>
                <a:satOff val="0"/>
                <a:lumOff val="6078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-11713"/>
              <a:satOff val="0"/>
              <a:lumOff val="6078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-5400000">
        <a:off x="1" y="3972938"/>
        <a:ext cx="428160" cy="183497"/>
      </dsp:txXfrm>
    </dsp:sp>
    <dsp:sp modelId="{800E1E63-46CF-4C95-ADA4-95BCBEBE8E77}">
      <dsp:nvSpPr>
        <dsp:cNvPr id="0" name=""/>
        <dsp:cNvSpPr/>
      </dsp:nvSpPr>
      <dsp:spPr>
        <a:xfrm rot="5400000">
          <a:off x="3931062" y="255956"/>
          <a:ext cx="397577" cy="740338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11713"/>
              <a:satOff val="0"/>
              <a:lumOff val="6078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Representations of Algorithm</a:t>
          </a:r>
        </a:p>
      </dsp:txBody>
      <dsp:txXfrm rot="-5400000">
        <a:off x="428160" y="3778266"/>
        <a:ext cx="7383974" cy="3587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99DB0-FB2B-4CD6-BC23-9780CB206CFD}">
      <dsp:nvSpPr>
        <dsp:cNvPr id="0" name=""/>
        <dsp:cNvSpPr/>
      </dsp:nvSpPr>
      <dsp:spPr>
        <a:xfrm>
          <a:off x="689925" y="1999"/>
          <a:ext cx="5815354" cy="52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1</a:t>
          </a:r>
          <a:endParaRPr lang="en-US" sz="2500" kern="1200"/>
        </a:p>
      </dsp:txBody>
      <dsp:txXfrm>
        <a:off x="689925" y="1999"/>
        <a:ext cx="5815354" cy="528668"/>
      </dsp:txXfrm>
    </dsp:sp>
    <dsp:sp modelId="{F8918158-8F9A-4918-9389-39F0C52ABA48}">
      <dsp:nvSpPr>
        <dsp:cNvPr id="0" name=""/>
        <dsp:cNvSpPr/>
      </dsp:nvSpPr>
      <dsp:spPr>
        <a:xfrm>
          <a:off x="1448003" y="530668"/>
          <a:ext cx="1360793" cy="107691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0CC42-945A-49C2-B95F-60B4977D86FB}">
      <dsp:nvSpPr>
        <dsp:cNvPr id="0" name=""/>
        <dsp:cNvSpPr/>
      </dsp:nvSpPr>
      <dsp:spPr>
        <a:xfrm>
          <a:off x="2265383" y="530668"/>
          <a:ext cx="1360793" cy="1076917"/>
        </a:xfrm>
        <a:prstGeom prst="chevron">
          <a:avLst>
            <a:gd name="adj" fmla="val 70610"/>
          </a:avLst>
        </a:prstGeom>
        <a:solidFill>
          <a:srgbClr val="7030A0"/>
        </a:solidFill>
        <a:ln w="25400" cap="flat" cmpd="sng" algn="ctr">
          <a:solidFill>
            <a:srgbClr val="7030A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5445C-AC5B-43C2-B278-E4EEE25ED260}">
      <dsp:nvSpPr>
        <dsp:cNvPr id="0" name=""/>
        <dsp:cNvSpPr/>
      </dsp:nvSpPr>
      <dsp:spPr>
        <a:xfrm>
          <a:off x="3083410" y="530668"/>
          <a:ext cx="1360793" cy="1076917"/>
        </a:xfrm>
        <a:prstGeom prst="chevron">
          <a:avLst>
            <a:gd name="adj" fmla="val 70610"/>
          </a:avLst>
        </a:prstGeom>
        <a:solidFill>
          <a:srgbClr val="00B0F0"/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C9C28-FA41-4A83-981D-6DA8122E3017}">
      <dsp:nvSpPr>
        <dsp:cNvPr id="0" name=""/>
        <dsp:cNvSpPr/>
      </dsp:nvSpPr>
      <dsp:spPr>
        <a:xfrm>
          <a:off x="3900790" y="530668"/>
          <a:ext cx="1360793" cy="1076917"/>
        </a:xfrm>
        <a:prstGeom prst="chevron">
          <a:avLst>
            <a:gd name="adj" fmla="val 70610"/>
          </a:avLst>
        </a:prstGeom>
        <a:solidFill>
          <a:srgbClr val="92D050"/>
        </a:solidFill>
        <a:ln w="25400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56B96-B4BF-40AD-8B82-D22C67B7838D}">
      <dsp:nvSpPr>
        <dsp:cNvPr id="0" name=""/>
        <dsp:cNvSpPr/>
      </dsp:nvSpPr>
      <dsp:spPr>
        <a:xfrm>
          <a:off x="4718817" y="530668"/>
          <a:ext cx="1360793" cy="1076917"/>
        </a:xfrm>
        <a:prstGeom prst="chevron">
          <a:avLst>
            <a:gd name="adj" fmla="val 70610"/>
          </a:avLst>
        </a:prstGeom>
        <a:solidFill>
          <a:srgbClr val="FF0000"/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6FAA7-6E8D-4227-8CD0-268A9704C4E0}">
      <dsp:nvSpPr>
        <dsp:cNvPr id="0" name=""/>
        <dsp:cNvSpPr/>
      </dsp:nvSpPr>
      <dsp:spPr>
        <a:xfrm>
          <a:off x="5536197" y="530668"/>
          <a:ext cx="1360793" cy="1076917"/>
        </a:xfrm>
        <a:prstGeom prst="chevron">
          <a:avLst>
            <a:gd name="adj" fmla="val 70610"/>
          </a:avLst>
        </a:prstGeom>
        <a:solidFill>
          <a:srgbClr val="FFFF00"/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C9E5B-1CB3-461B-B813-158DFB1697DD}">
      <dsp:nvSpPr>
        <dsp:cNvPr id="0" name=""/>
        <dsp:cNvSpPr/>
      </dsp:nvSpPr>
      <dsp:spPr>
        <a:xfrm>
          <a:off x="6354224" y="530668"/>
          <a:ext cx="1360793" cy="1076917"/>
        </a:xfrm>
        <a:prstGeom prst="chevron">
          <a:avLst>
            <a:gd name="adj" fmla="val 70610"/>
          </a:avLst>
        </a:prstGeom>
        <a:solidFill>
          <a:srgbClr val="E17805"/>
        </a:solidFill>
        <a:ln w="25400" cap="flat" cmpd="sng" algn="ctr">
          <a:solidFill>
            <a:srgbClr val="E1780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56345-EDC2-4C91-8A4D-7C48F9D9775D}">
      <dsp:nvSpPr>
        <dsp:cNvPr id="0" name=""/>
        <dsp:cNvSpPr/>
      </dsp:nvSpPr>
      <dsp:spPr>
        <a:xfrm>
          <a:off x="689925" y="638360"/>
          <a:ext cx="7407109" cy="861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 finite set of unambiguous instructions performed in a prescribed sequence to achieve a goal, especially a mathematical rule or procedure used to compute a desired result.</a:t>
          </a:r>
          <a:endParaRPr lang="en-US" sz="1800" b="0" kern="1200"/>
        </a:p>
      </dsp:txBody>
      <dsp:txXfrm>
        <a:off x="689925" y="638360"/>
        <a:ext cx="7407109" cy="861534"/>
      </dsp:txXfrm>
    </dsp:sp>
    <dsp:sp modelId="{7C1E30C4-C563-466C-8217-B37026E395F1}">
      <dsp:nvSpPr>
        <dsp:cNvPr id="0" name=""/>
        <dsp:cNvSpPr/>
      </dsp:nvSpPr>
      <dsp:spPr>
        <a:xfrm>
          <a:off x="689925" y="1680633"/>
          <a:ext cx="5815354" cy="52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2</a:t>
          </a:r>
          <a:endParaRPr lang="en-US" sz="2500" kern="1200"/>
        </a:p>
      </dsp:txBody>
      <dsp:txXfrm>
        <a:off x="689925" y="1680633"/>
        <a:ext cx="5815354" cy="528668"/>
      </dsp:txXfrm>
    </dsp:sp>
    <dsp:sp modelId="{A06FE1C5-7FE6-4500-B913-27D7A36E86E6}">
      <dsp:nvSpPr>
        <dsp:cNvPr id="0" name=""/>
        <dsp:cNvSpPr/>
      </dsp:nvSpPr>
      <dsp:spPr>
        <a:xfrm>
          <a:off x="1403290" y="2209302"/>
          <a:ext cx="1360793" cy="1076917"/>
        </a:xfrm>
        <a:prstGeom prst="chevron">
          <a:avLst>
            <a:gd name="adj" fmla="val 70610"/>
          </a:avLst>
        </a:prstGeom>
        <a:solidFill>
          <a:srgbClr val="0070C0"/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97032-C650-4BEE-8EAA-F20C4A76D02C}">
      <dsp:nvSpPr>
        <dsp:cNvPr id="0" name=""/>
        <dsp:cNvSpPr/>
      </dsp:nvSpPr>
      <dsp:spPr>
        <a:xfrm>
          <a:off x="2220671" y="2209302"/>
          <a:ext cx="1360793" cy="1076917"/>
        </a:xfrm>
        <a:prstGeom prst="chevron">
          <a:avLst>
            <a:gd name="adj" fmla="val 70610"/>
          </a:avLst>
        </a:prstGeom>
        <a:solidFill>
          <a:srgbClr val="FFC000"/>
        </a:solidFill>
        <a:ln w="25400" cap="flat" cmpd="sng" algn="ctr">
          <a:solidFill>
            <a:srgbClr val="FFC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7CC8F-E6F1-4778-BEE5-6056F3106F52}">
      <dsp:nvSpPr>
        <dsp:cNvPr id="0" name=""/>
        <dsp:cNvSpPr/>
      </dsp:nvSpPr>
      <dsp:spPr>
        <a:xfrm>
          <a:off x="3038697" y="2209302"/>
          <a:ext cx="1360793" cy="1076917"/>
        </a:xfrm>
        <a:prstGeom prst="chevron">
          <a:avLst>
            <a:gd name="adj" fmla="val 70610"/>
          </a:avLst>
        </a:prstGeom>
        <a:solidFill>
          <a:srgbClr val="00B050"/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C5B4ED-AFDE-497A-A639-35543CEAA7AA}">
      <dsp:nvSpPr>
        <dsp:cNvPr id="0" name=""/>
        <dsp:cNvSpPr/>
      </dsp:nvSpPr>
      <dsp:spPr>
        <a:xfrm>
          <a:off x="3856078" y="2209302"/>
          <a:ext cx="1360793" cy="1076917"/>
        </a:xfrm>
        <a:prstGeom prst="chevron">
          <a:avLst>
            <a:gd name="adj" fmla="val 70610"/>
          </a:avLst>
        </a:prstGeom>
        <a:solidFill>
          <a:srgbClr val="FF0000"/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F4FAD-2D25-4FD6-87BE-8752E90E89D2}">
      <dsp:nvSpPr>
        <dsp:cNvPr id="0" name=""/>
        <dsp:cNvSpPr/>
      </dsp:nvSpPr>
      <dsp:spPr>
        <a:xfrm>
          <a:off x="4674104" y="2209302"/>
          <a:ext cx="1360793" cy="1076917"/>
        </a:xfrm>
        <a:prstGeom prst="chevron">
          <a:avLst>
            <a:gd name="adj" fmla="val 70610"/>
          </a:avLst>
        </a:prstGeom>
        <a:solidFill>
          <a:srgbClr val="00B0F0"/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308CB-5FCE-4559-99DD-480D93A09B1D}">
      <dsp:nvSpPr>
        <dsp:cNvPr id="0" name=""/>
        <dsp:cNvSpPr/>
      </dsp:nvSpPr>
      <dsp:spPr>
        <a:xfrm>
          <a:off x="5491485" y="2209302"/>
          <a:ext cx="1360793" cy="1076917"/>
        </a:xfrm>
        <a:prstGeom prst="chevron">
          <a:avLst>
            <a:gd name="adj" fmla="val 70610"/>
          </a:avLst>
        </a:prstGeom>
        <a:solidFill>
          <a:srgbClr val="7030A0"/>
        </a:solidFill>
        <a:ln w="25400" cap="flat" cmpd="sng" algn="ctr">
          <a:solidFill>
            <a:srgbClr val="7030A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EEE63-C345-4C71-9899-D1B5EC879AA7}">
      <dsp:nvSpPr>
        <dsp:cNvPr id="0" name=""/>
        <dsp:cNvSpPr/>
      </dsp:nvSpPr>
      <dsp:spPr>
        <a:xfrm>
          <a:off x="6309511" y="2209302"/>
          <a:ext cx="1360793" cy="107691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F01B63-58F8-4BE5-A687-7EAFD63F435B}">
      <dsp:nvSpPr>
        <dsp:cNvPr id="0" name=""/>
        <dsp:cNvSpPr/>
      </dsp:nvSpPr>
      <dsp:spPr>
        <a:xfrm>
          <a:off x="689925" y="2316994"/>
          <a:ext cx="7317684" cy="861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 predetermined set of instructions for solving a specific problem in a limited number of steps.</a:t>
          </a:r>
          <a:endParaRPr lang="en-US" sz="1800" b="0" kern="1200"/>
        </a:p>
      </dsp:txBody>
      <dsp:txXfrm>
        <a:off x="689925" y="2316994"/>
        <a:ext cx="7317684" cy="861534"/>
      </dsp:txXfrm>
    </dsp:sp>
    <dsp:sp modelId="{FBCE0BF5-C877-4A6E-88DE-9AB339BD338D}">
      <dsp:nvSpPr>
        <dsp:cNvPr id="0" name=""/>
        <dsp:cNvSpPr/>
      </dsp:nvSpPr>
      <dsp:spPr>
        <a:xfrm>
          <a:off x="689925" y="3359267"/>
          <a:ext cx="5815354" cy="52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3</a:t>
          </a:r>
          <a:endParaRPr lang="en-US" sz="2500" kern="1200"/>
        </a:p>
      </dsp:txBody>
      <dsp:txXfrm>
        <a:off x="689925" y="3359267"/>
        <a:ext cx="5815354" cy="528668"/>
      </dsp:txXfrm>
    </dsp:sp>
    <dsp:sp modelId="{B00A1456-6FF3-4AF6-8F52-948BDA0B9281}">
      <dsp:nvSpPr>
        <dsp:cNvPr id="0" name=""/>
        <dsp:cNvSpPr/>
      </dsp:nvSpPr>
      <dsp:spPr>
        <a:xfrm>
          <a:off x="1349506" y="3887936"/>
          <a:ext cx="1360793" cy="1076917"/>
        </a:xfrm>
        <a:prstGeom prst="chevron">
          <a:avLst>
            <a:gd name="adj" fmla="val 70610"/>
          </a:avLst>
        </a:prstGeom>
        <a:solidFill>
          <a:srgbClr val="7030A0"/>
        </a:solidFill>
        <a:ln w="25400" cap="flat" cmpd="sng" algn="ctr">
          <a:solidFill>
            <a:srgbClr val="7030A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84A87-F31E-4F23-A3A2-DCA8073E3439}">
      <dsp:nvSpPr>
        <dsp:cNvPr id="0" name=""/>
        <dsp:cNvSpPr/>
      </dsp:nvSpPr>
      <dsp:spPr>
        <a:xfrm>
          <a:off x="2166886" y="3887936"/>
          <a:ext cx="1360793" cy="1076917"/>
        </a:xfrm>
        <a:prstGeom prst="chevron">
          <a:avLst>
            <a:gd name="adj" fmla="val 70610"/>
          </a:avLst>
        </a:prstGeom>
        <a:solidFill>
          <a:srgbClr val="92D050"/>
        </a:solidFill>
        <a:ln w="25400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0B2DA-A0D7-4458-871B-DD64F20CF8B7}">
      <dsp:nvSpPr>
        <dsp:cNvPr id="0" name=""/>
        <dsp:cNvSpPr/>
      </dsp:nvSpPr>
      <dsp:spPr>
        <a:xfrm>
          <a:off x="2984913" y="3887936"/>
          <a:ext cx="1360793" cy="1076917"/>
        </a:xfrm>
        <a:prstGeom prst="chevron">
          <a:avLst>
            <a:gd name="adj" fmla="val 70610"/>
          </a:avLst>
        </a:prstGeom>
        <a:solidFill>
          <a:srgbClr val="00B0F0"/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BA6A8-91CA-45E9-90FF-E0EC0A455AC6}">
      <dsp:nvSpPr>
        <dsp:cNvPr id="0" name=""/>
        <dsp:cNvSpPr/>
      </dsp:nvSpPr>
      <dsp:spPr>
        <a:xfrm>
          <a:off x="3802293" y="3887936"/>
          <a:ext cx="1360793" cy="1076917"/>
        </a:xfrm>
        <a:prstGeom prst="chevron">
          <a:avLst>
            <a:gd name="adj" fmla="val 70610"/>
          </a:avLst>
        </a:prstGeom>
        <a:solidFill>
          <a:srgbClr val="FFFF00"/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3DA0C-196A-4E90-9642-6E96C9D773D4}">
      <dsp:nvSpPr>
        <dsp:cNvPr id="0" name=""/>
        <dsp:cNvSpPr/>
      </dsp:nvSpPr>
      <dsp:spPr>
        <a:xfrm>
          <a:off x="4620320" y="3887936"/>
          <a:ext cx="1360793" cy="1076917"/>
        </a:xfrm>
        <a:prstGeom prst="chevron">
          <a:avLst>
            <a:gd name="adj" fmla="val 70610"/>
          </a:avLst>
        </a:prstGeom>
        <a:solidFill>
          <a:srgbClr val="0070C0"/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81241-5C8C-4037-977C-4A63FDA17E3F}">
      <dsp:nvSpPr>
        <dsp:cNvPr id="0" name=""/>
        <dsp:cNvSpPr/>
      </dsp:nvSpPr>
      <dsp:spPr>
        <a:xfrm>
          <a:off x="5437700" y="3887936"/>
          <a:ext cx="1360793" cy="1076917"/>
        </a:xfrm>
        <a:prstGeom prst="chevron">
          <a:avLst>
            <a:gd name="adj" fmla="val 706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55CFE-A444-4D06-82F9-ACE9858D7E88}">
      <dsp:nvSpPr>
        <dsp:cNvPr id="0" name=""/>
        <dsp:cNvSpPr/>
      </dsp:nvSpPr>
      <dsp:spPr>
        <a:xfrm>
          <a:off x="6255727" y="3887936"/>
          <a:ext cx="1360793" cy="1076917"/>
        </a:xfrm>
        <a:prstGeom prst="chevron">
          <a:avLst>
            <a:gd name="adj" fmla="val 70610"/>
          </a:avLst>
        </a:prstGeom>
        <a:solidFill>
          <a:srgbClr val="FF0000"/>
        </a:solidFill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03BB4-C956-491E-A582-09B7BFBD7D05}">
      <dsp:nvSpPr>
        <dsp:cNvPr id="0" name=""/>
        <dsp:cNvSpPr/>
      </dsp:nvSpPr>
      <dsp:spPr>
        <a:xfrm>
          <a:off x="689925" y="3995628"/>
          <a:ext cx="7210116" cy="86153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 precise step-by-step plan for a computational procedure that possibly begins with an input value and yields an output value in a finite number of steps.	</a:t>
          </a:r>
          <a:endParaRPr lang="en-US" sz="1800" b="0" kern="1200"/>
        </a:p>
      </dsp:txBody>
      <dsp:txXfrm>
        <a:off x="689925" y="3995628"/>
        <a:ext cx="7210116" cy="8615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7A53B-C784-444A-A680-8ED9E2E7EE88}">
      <dsp:nvSpPr>
        <dsp:cNvPr id="0" name=""/>
        <dsp:cNvSpPr/>
      </dsp:nvSpPr>
      <dsp:spPr>
        <a:xfrm>
          <a:off x="-5979104" y="-914929"/>
          <a:ext cx="7117820" cy="7117820"/>
        </a:xfrm>
        <a:prstGeom prst="blockArc">
          <a:avLst>
            <a:gd name="adj1" fmla="val 18900000"/>
            <a:gd name="adj2" fmla="val 2700000"/>
            <a:gd name="adj3" fmla="val 303"/>
          </a:avLst>
        </a:pr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1F294F-0C37-4E13-A756-280BB8A0C0C8}">
      <dsp:nvSpPr>
        <dsp:cNvPr id="0" name=""/>
        <dsp:cNvSpPr/>
      </dsp:nvSpPr>
      <dsp:spPr>
        <a:xfrm>
          <a:off x="595995" y="406538"/>
          <a:ext cx="6949486" cy="813500"/>
        </a:xfrm>
        <a:prstGeom prst="rect">
          <a:avLst/>
        </a:prstGeom>
        <a:solidFill>
          <a:srgbClr val="C00000"/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71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You use a computer algorithm to prepare a roadmap of the program to be written, before actually writing the code. </a:t>
          </a:r>
        </a:p>
      </dsp:txBody>
      <dsp:txXfrm>
        <a:off x="595995" y="406538"/>
        <a:ext cx="6949486" cy="813500"/>
      </dsp:txXfrm>
    </dsp:sp>
    <dsp:sp modelId="{50D57D59-392B-404C-AD5F-AA9A0117ADD4}">
      <dsp:nvSpPr>
        <dsp:cNvPr id="0" name=""/>
        <dsp:cNvSpPr/>
      </dsp:nvSpPr>
      <dsp:spPr>
        <a:xfrm>
          <a:off x="87558" y="304851"/>
          <a:ext cx="1016875" cy="10168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0CCBB-E7D3-4AC5-AF49-98DA017B4F50}">
      <dsp:nvSpPr>
        <dsp:cNvPr id="0" name=""/>
        <dsp:cNvSpPr/>
      </dsp:nvSpPr>
      <dsp:spPr>
        <a:xfrm>
          <a:off x="1062394" y="1526459"/>
          <a:ext cx="6483088" cy="1014581"/>
        </a:xfrm>
        <a:prstGeom prst="rect">
          <a:avLst/>
        </a:prstGeom>
        <a:solidFill>
          <a:srgbClr val="174919"/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71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Algorithmic thinking, or the ability to define clear steps to solve a problem, is crucial in many fields. Even if we’re not conscious of it, we use algorithms and algorithmic thinking all the time.</a:t>
          </a:r>
          <a:endParaRPr lang="en-US" sz="1800" kern="1200" dirty="0"/>
        </a:p>
      </dsp:txBody>
      <dsp:txXfrm>
        <a:off x="1062394" y="1526459"/>
        <a:ext cx="6483088" cy="1014581"/>
      </dsp:txXfrm>
    </dsp:sp>
    <dsp:sp modelId="{DBBAA6A7-E774-45E6-A59F-241A14DCAD03}">
      <dsp:nvSpPr>
        <dsp:cNvPr id="0" name=""/>
        <dsp:cNvSpPr/>
      </dsp:nvSpPr>
      <dsp:spPr>
        <a:xfrm>
          <a:off x="553956" y="1525312"/>
          <a:ext cx="1016875" cy="10168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9D12FB-BB3A-4DEE-9DF4-0F2A1631FE99}">
      <dsp:nvSpPr>
        <dsp:cNvPr id="0" name=""/>
        <dsp:cNvSpPr/>
      </dsp:nvSpPr>
      <dsp:spPr>
        <a:xfrm>
          <a:off x="1062394" y="2847461"/>
          <a:ext cx="6483088" cy="8135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71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Algorithmic thinking allows you to break down problems and conceptualize solutions in terms of discrete steps. </a:t>
          </a:r>
          <a:endParaRPr lang="en-US" sz="1800" kern="1200" dirty="0"/>
        </a:p>
      </dsp:txBody>
      <dsp:txXfrm>
        <a:off x="1062394" y="2847461"/>
        <a:ext cx="6483088" cy="813500"/>
      </dsp:txXfrm>
    </dsp:sp>
    <dsp:sp modelId="{EEFC58C2-E709-487C-AC13-43C570701F6A}">
      <dsp:nvSpPr>
        <dsp:cNvPr id="0" name=""/>
        <dsp:cNvSpPr/>
      </dsp:nvSpPr>
      <dsp:spPr>
        <a:xfrm>
          <a:off x="553956" y="2745774"/>
          <a:ext cx="1016875" cy="10168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87242-AD20-4387-B521-32C868FF5D50}">
      <dsp:nvSpPr>
        <dsp:cNvPr id="0" name=""/>
        <dsp:cNvSpPr/>
      </dsp:nvSpPr>
      <dsp:spPr>
        <a:xfrm>
          <a:off x="595995" y="4067923"/>
          <a:ext cx="6949486" cy="813500"/>
        </a:xfrm>
        <a:prstGeom prst="rect">
          <a:avLst/>
        </a:prstGeom>
        <a:solidFill>
          <a:srgbClr val="7030A0"/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71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Being able to understand and implement an algorithm requires you to practice structured thinking and reasoning abilities.</a:t>
          </a:r>
          <a:endParaRPr lang="en-US" sz="1800" kern="1200" dirty="0"/>
        </a:p>
      </dsp:txBody>
      <dsp:txXfrm>
        <a:off x="595995" y="4067923"/>
        <a:ext cx="6949486" cy="813500"/>
      </dsp:txXfrm>
    </dsp:sp>
    <dsp:sp modelId="{215E5090-7CEB-4AEE-8337-DF8F9E912895}">
      <dsp:nvSpPr>
        <dsp:cNvPr id="0" name=""/>
        <dsp:cNvSpPr/>
      </dsp:nvSpPr>
      <dsp:spPr>
        <a:xfrm>
          <a:off x="87558" y="3966235"/>
          <a:ext cx="1016875" cy="10168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B80E91-4C56-4A95-9FBD-575ED92773C1}">
      <dsp:nvSpPr>
        <dsp:cNvPr id="0" name=""/>
        <dsp:cNvSpPr/>
      </dsp:nvSpPr>
      <dsp:spPr>
        <a:xfrm>
          <a:off x="0" y="206765"/>
          <a:ext cx="5832764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0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687" tIns="187452" rIns="45268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The steps are precisely stated or defined.</a:t>
          </a:r>
          <a:endParaRPr lang="en-US" sz="2000" kern="1200"/>
        </a:p>
      </dsp:txBody>
      <dsp:txXfrm>
        <a:off x="0" y="206765"/>
        <a:ext cx="5832764" cy="595350"/>
      </dsp:txXfrm>
    </dsp:sp>
    <dsp:sp modelId="{54B374A1-3206-4E22-83BD-39E2F2323563}">
      <dsp:nvSpPr>
        <dsp:cNvPr id="0" name=""/>
        <dsp:cNvSpPr/>
      </dsp:nvSpPr>
      <dsp:spPr>
        <a:xfrm>
          <a:off x="291638" y="73925"/>
          <a:ext cx="4082934" cy="26568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325" tIns="0" rIns="1543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Precision:</a:t>
          </a:r>
          <a:endParaRPr lang="en-US" sz="2000" kern="1200"/>
        </a:p>
      </dsp:txBody>
      <dsp:txXfrm>
        <a:off x="304607" y="86894"/>
        <a:ext cx="4056996" cy="239742"/>
      </dsp:txXfrm>
    </dsp:sp>
    <dsp:sp modelId="{E77FBAA6-ABB6-41E1-9642-AAAC2841C406}">
      <dsp:nvSpPr>
        <dsp:cNvPr id="0" name=""/>
        <dsp:cNvSpPr/>
      </dsp:nvSpPr>
      <dsp:spPr>
        <a:xfrm>
          <a:off x="0" y="983555"/>
          <a:ext cx="5832764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687" tIns="187452" rIns="45268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Results of each step are uniquely</a:t>
          </a:r>
          <a:br>
            <a:rPr lang="en-US" sz="2000" b="0" i="0" kern="1200"/>
          </a:br>
          <a:r>
            <a:rPr lang="en-US" sz="2000" b="0" i="0" kern="1200"/>
            <a:t>defined and only depend on the input and the result</a:t>
          </a:r>
          <a:br>
            <a:rPr lang="en-US" sz="2000" b="0" i="0" kern="1200"/>
          </a:br>
          <a:r>
            <a:rPr lang="en-US" sz="2000" b="0" i="0" kern="1200"/>
            <a:t>of the preceding steps.</a:t>
          </a:r>
          <a:endParaRPr lang="en-US" sz="2000" kern="1200"/>
        </a:p>
      </dsp:txBody>
      <dsp:txXfrm>
        <a:off x="0" y="983555"/>
        <a:ext cx="5832764" cy="1360800"/>
      </dsp:txXfrm>
    </dsp:sp>
    <dsp:sp modelId="{D449D040-DB05-41A7-AAC0-98CEAC3B6964}">
      <dsp:nvSpPr>
        <dsp:cNvPr id="0" name=""/>
        <dsp:cNvSpPr/>
      </dsp:nvSpPr>
      <dsp:spPr>
        <a:xfrm>
          <a:off x="291638" y="850715"/>
          <a:ext cx="4082934" cy="265680"/>
        </a:xfrm>
        <a:prstGeom prst="round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325" tIns="0" rIns="1543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Uniqueness:</a:t>
          </a:r>
          <a:endParaRPr lang="en-US" sz="2000" kern="1200"/>
        </a:p>
      </dsp:txBody>
      <dsp:txXfrm>
        <a:off x="304607" y="863684"/>
        <a:ext cx="4056996" cy="239742"/>
      </dsp:txXfrm>
    </dsp:sp>
    <dsp:sp modelId="{B28851DC-2FCD-4C95-8E2A-2DCE76794DD6}">
      <dsp:nvSpPr>
        <dsp:cNvPr id="0" name=""/>
        <dsp:cNvSpPr/>
      </dsp:nvSpPr>
      <dsp:spPr>
        <a:xfrm>
          <a:off x="0" y="2525795"/>
          <a:ext cx="5832764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687" tIns="187452" rIns="45268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The algorithm always stops after a</a:t>
          </a:r>
          <a:br>
            <a:rPr lang="en-US" sz="2000" b="0" i="0" kern="1200"/>
          </a:br>
          <a:r>
            <a:rPr lang="en-US" sz="2000" b="0" i="0" kern="1200"/>
            <a:t>finite number of steps.</a:t>
          </a:r>
          <a:endParaRPr lang="en-US" sz="2000" kern="1200"/>
        </a:p>
      </dsp:txBody>
      <dsp:txXfrm>
        <a:off x="0" y="2525795"/>
        <a:ext cx="5832764" cy="850500"/>
      </dsp:txXfrm>
    </dsp:sp>
    <dsp:sp modelId="{D20A4C45-DBCC-4049-9BA5-C3F9FD1BD89E}">
      <dsp:nvSpPr>
        <dsp:cNvPr id="0" name=""/>
        <dsp:cNvSpPr/>
      </dsp:nvSpPr>
      <dsp:spPr>
        <a:xfrm>
          <a:off x="291638" y="2392955"/>
          <a:ext cx="4082934" cy="26568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325" tIns="0" rIns="1543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Finiteness:</a:t>
          </a:r>
          <a:endParaRPr lang="en-US" sz="2000" kern="1200"/>
        </a:p>
      </dsp:txBody>
      <dsp:txXfrm>
        <a:off x="304607" y="2405924"/>
        <a:ext cx="4056996" cy="239742"/>
      </dsp:txXfrm>
    </dsp:sp>
    <dsp:sp modelId="{AFA69E77-758A-4E7E-9031-D96069AD46BC}">
      <dsp:nvSpPr>
        <dsp:cNvPr id="0" name=""/>
        <dsp:cNvSpPr/>
      </dsp:nvSpPr>
      <dsp:spPr>
        <a:xfrm>
          <a:off x="0" y="3557735"/>
          <a:ext cx="5832764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7030A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687" tIns="187452" rIns="45268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The algorithm receives some input.</a:t>
          </a:r>
          <a:endParaRPr lang="en-US" sz="2000" kern="1200"/>
        </a:p>
      </dsp:txBody>
      <dsp:txXfrm>
        <a:off x="0" y="3557735"/>
        <a:ext cx="5832764" cy="595350"/>
      </dsp:txXfrm>
    </dsp:sp>
    <dsp:sp modelId="{C1A7D50E-4DCB-496A-A8C2-1C7C064F9ED0}">
      <dsp:nvSpPr>
        <dsp:cNvPr id="0" name=""/>
        <dsp:cNvSpPr/>
      </dsp:nvSpPr>
      <dsp:spPr>
        <a:xfrm>
          <a:off x="291638" y="3424895"/>
          <a:ext cx="4082934" cy="265680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325" tIns="0" rIns="1543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Input:</a:t>
          </a:r>
          <a:endParaRPr lang="en-US" sz="2000" kern="1200"/>
        </a:p>
      </dsp:txBody>
      <dsp:txXfrm>
        <a:off x="304607" y="3437864"/>
        <a:ext cx="4056996" cy="239742"/>
      </dsp:txXfrm>
    </dsp:sp>
    <dsp:sp modelId="{B8AE8CD1-2D48-4F9F-88A1-B733B9428A05}">
      <dsp:nvSpPr>
        <dsp:cNvPr id="0" name=""/>
        <dsp:cNvSpPr/>
      </dsp:nvSpPr>
      <dsp:spPr>
        <a:xfrm>
          <a:off x="0" y="4334525"/>
          <a:ext cx="5832764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687" tIns="187452" rIns="45268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The algorithm produces some output.</a:t>
          </a:r>
          <a:endParaRPr lang="en-US" sz="2000" kern="1200"/>
        </a:p>
      </dsp:txBody>
      <dsp:txXfrm>
        <a:off x="0" y="4334525"/>
        <a:ext cx="5832764" cy="595350"/>
      </dsp:txXfrm>
    </dsp:sp>
    <dsp:sp modelId="{2EB91621-055D-48CB-9E0B-ECF77AC50EE7}">
      <dsp:nvSpPr>
        <dsp:cNvPr id="0" name=""/>
        <dsp:cNvSpPr/>
      </dsp:nvSpPr>
      <dsp:spPr>
        <a:xfrm>
          <a:off x="291638" y="4201685"/>
          <a:ext cx="4082934" cy="26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325" tIns="0" rIns="1543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Output:</a:t>
          </a:r>
          <a:endParaRPr lang="en-US" sz="2000" kern="1200"/>
        </a:p>
      </dsp:txBody>
      <dsp:txXfrm>
        <a:off x="304607" y="4214654"/>
        <a:ext cx="4056996" cy="2397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9F8D7-C878-4A5F-A66F-D16FBA43A064}">
      <dsp:nvSpPr>
        <dsp:cNvPr id="0" name=""/>
        <dsp:cNvSpPr/>
      </dsp:nvSpPr>
      <dsp:spPr>
        <a:xfrm>
          <a:off x="0" y="0"/>
          <a:ext cx="6868994" cy="8896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is a step wise representation of a solution to a given problem, which makes it easier to understand.</a:t>
          </a:r>
        </a:p>
      </dsp:txBody>
      <dsp:txXfrm>
        <a:off x="1462765" y="0"/>
        <a:ext cx="5406228" cy="889671"/>
      </dsp:txXfrm>
    </dsp:sp>
    <dsp:sp modelId="{002B9214-58DC-433E-AC82-B07BF205A98A}">
      <dsp:nvSpPr>
        <dsp:cNvPr id="0" name=""/>
        <dsp:cNvSpPr/>
      </dsp:nvSpPr>
      <dsp:spPr>
        <a:xfrm>
          <a:off x="88967" y="88967"/>
          <a:ext cx="1373798" cy="711736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92BC3-C247-41E7-8EF7-899DE533C44F}">
      <dsp:nvSpPr>
        <dsp:cNvPr id="0" name=""/>
        <dsp:cNvSpPr/>
      </dsp:nvSpPr>
      <dsp:spPr>
        <a:xfrm>
          <a:off x="0" y="978638"/>
          <a:ext cx="6868994" cy="889671"/>
        </a:xfrm>
        <a:prstGeom prst="roundRect">
          <a:avLst>
            <a:gd name="adj" fmla="val 10000"/>
          </a:avLst>
        </a:prstGeom>
        <a:solidFill>
          <a:schemeClr val="accent2">
            <a:hueOff val="-2928"/>
            <a:satOff val="0"/>
            <a:lumOff val="15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 algorithm uses a definite procedure.</a:t>
          </a:r>
        </a:p>
      </dsp:txBody>
      <dsp:txXfrm>
        <a:off x="1462765" y="978638"/>
        <a:ext cx="5406228" cy="889671"/>
      </dsp:txXfrm>
    </dsp:sp>
    <dsp:sp modelId="{78A93AF9-4ABB-4B31-80F3-2AF0D20E86EF}">
      <dsp:nvSpPr>
        <dsp:cNvPr id="0" name=""/>
        <dsp:cNvSpPr/>
      </dsp:nvSpPr>
      <dsp:spPr>
        <a:xfrm>
          <a:off x="88967" y="1067605"/>
          <a:ext cx="1373798" cy="711736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-144932"/>
            <a:satOff val="23106"/>
            <a:lumOff val="40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A81E15-F2A2-4AD1-A7F1-6B42363A23A4}">
      <dsp:nvSpPr>
        <dsp:cNvPr id="0" name=""/>
        <dsp:cNvSpPr/>
      </dsp:nvSpPr>
      <dsp:spPr>
        <a:xfrm>
          <a:off x="0" y="1957276"/>
          <a:ext cx="6868994" cy="889671"/>
        </a:xfrm>
        <a:prstGeom prst="roundRect">
          <a:avLst>
            <a:gd name="adj" fmla="val 10000"/>
          </a:avLst>
        </a:prstGeom>
        <a:solidFill>
          <a:schemeClr val="accent2">
            <a:hueOff val="-5857"/>
            <a:satOff val="0"/>
            <a:lumOff val="3039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is not dependent on any programming language, so it is easy to understand for anyone without programming knowledge.</a:t>
          </a:r>
        </a:p>
      </dsp:txBody>
      <dsp:txXfrm>
        <a:off x="1462765" y="1957276"/>
        <a:ext cx="5406228" cy="889671"/>
      </dsp:txXfrm>
    </dsp:sp>
    <dsp:sp modelId="{E7B0FE5B-DFDD-4548-9665-ABC34D963AE5}">
      <dsp:nvSpPr>
        <dsp:cNvPr id="0" name=""/>
        <dsp:cNvSpPr/>
      </dsp:nvSpPr>
      <dsp:spPr>
        <a:xfrm>
          <a:off x="88967" y="2046243"/>
          <a:ext cx="1373798" cy="711736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-289864"/>
            <a:satOff val="46211"/>
            <a:lumOff val="80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9AE69E-A66C-441E-BBBF-0115B180B5B1}">
      <dsp:nvSpPr>
        <dsp:cNvPr id="0" name=""/>
        <dsp:cNvSpPr/>
      </dsp:nvSpPr>
      <dsp:spPr>
        <a:xfrm>
          <a:off x="0" y="2935914"/>
          <a:ext cx="6868994" cy="889671"/>
        </a:xfrm>
        <a:prstGeom prst="roundRect">
          <a:avLst>
            <a:gd name="adj" fmla="val 10000"/>
          </a:avLst>
        </a:prstGeom>
        <a:solidFill>
          <a:schemeClr val="accent2">
            <a:hueOff val="-8785"/>
            <a:satOff val="0"/>
            <a:lumOff val="455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Every step has its on logical sequence, so it is easy to debug</a:t>
          </a:r>
        </a:p>
      </dsp:txBody>
      <dsp:txXfrm>
        <a:off x="1462765" y="2935914"/>
        <a:ext cx="5406228" cy="889671"/>
      </dsp:txXfrm>
    </dsp:sp>
    <dsp:sp modelId="{4CF76E24-EF73-4678-A6F1-B6CD2120DC30}">
      <dsp:nvSpPr>
        <dsp:cNvPr id="0" name=""/>
        <dsp:cNvSpPr/>
      </dsp:nvSpPr>
      <dsp:spPr>
        <a:xfrm>
          <a:off x="88967" y="3024881"/>
          <a:ext cx="1373798" cy="711736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-434796"/>
            <a:satOff val="69317"/>
            <a:lumOff val="120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44CA3E-E77D-44FE-9588-36951BC245D7}">
      <dsp:nvSpPr>
        <dsp:cNvPr id="0" name=""/>
        <dsp:cNvSpPr/>
      </dsp:nvSpPr>
      <dsp:spPr>
        <a:xfrm>
          <a:off x="0" y="3914552"/>
          <a:ext cx="6868994" cy="889671"/>
        </a:xfrm>
        <a:prstGeom prst="roundRect">
          <a:avLst>
            <a:gd name="adj" fmla="val 10000"/>
          </a:avLst>
        </a:prstGeom>
        <a:solidFill>
          <a:schemeClr val="accent2">
            <a:hueOff val="-11713"/>
            <a:satOff val="0"/>
            <a:lumOff val="60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By using algorithm, the problem is broken down into smaller pieces or steps hence, it is easier for programmer to convert it into an actual program.</a:t>
          </a:r>
          <a:endParaRPr lang="en-US" sz="1900" kern="1200"/>
        </a:p>
      </dsp:txBody>
      <dsp:txXfrm>
        <a:off x="1462765" y="3914552"/>
        <a:ext cx="5406228" cy="889671"/>
      </dsp:txXfrm>
    </dsp:sp>
    <dsp:sp modelId="{F7AACEC5-B838-49B2-8C9E-079291B23247}">
      <dsp:nvSpPr>
        <dsp:cNvPr id="0" name=""/>
        <dsp:cNvSpPr/>
      </dsp:nvSpPr>
      <dsp:spPr>
        <a:xfrm>
          <a:off x="88967" y="4003519"/>
          <a:ext cx="1373798" cy="711736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-579727"/>
            <a:satOff val="92422"/>
            <a:lumOff val="1606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D8623-C217-4B3A-8AAA-F21242C7FE3A}">
      <dsp:nvSpPr>
        <dsp:cNvPr id="0" name=""/>
        <dsp:cNvSpPr/>
      </dsp:nvSpPr>
      <dsp:spPr>
        <a:xfrm>
          <a:off x="4371666" y="2082338"/>
          <a:ext cx="2545079" cy="2545079"/>
        </a:xfrm>
        <a:prstGeom prst="gear9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/>
            <a:t>Input</a:t>
          </a:r>
        </a:p>
      </dsp:txBody>
      <dsp:txXfrm>
        <a:off x="4883340" y="2678511"/>
        <a:ext cx="1521731" cy="1308223"/>
      </dsp:txXfrm>
    </dsp:sp>
    <dsp:sp modelId="{37D09C93-5D30-45BE-8C35-FD7B4E19E4AC}">
      <dsp:nvSpPr>
        <dsp:cNvPr id="0" name=""/>
        <dsp:cNvSpPr/>
      </dsp:nvSpPr>
      <dsp:spPr>
        <a:xfrm>
          <a:off x="4176764" y="3655660"/>
          <a:ext cx="1832411" cy="9717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The input to be taken from the user.</a:t>
          </a:r>
          <a:endParaRPr lang="en-US" sz="1800" i="0" kern="1200"/>
        </a:p>
      </dsp:txBody>
      <dsp:txXfrm>
        <a:off x="4205226" y="3684122"/>
        <a:ext cx="1775487" cy="914833"/>
      </dsp:txXfrm>
    </dsp:sp>
    <dsp:sp modelId="{355B3A89-D196-4FFE-B6EB-4367F3EF619C}">
      <dsp:nvSpPr>
        <dsp:cNvPr id="0" name=""/>
        <dsp:cNvSpPr/>
      </dsp:nvSpPr>
      <dsp:spPr>
        <a:xfrm>
          <a:off x="2787257" y="1399312"/>
          <a:ext cx="2058238" cy="2013889"/>
        </a:xfrm>
        <a:prstGeom prst="gear6">
          <a:avLst/>
        </a:prstGeom>
        <a:solidFill>
          <a:schemeClr val="accent2">
            <a:hueOff val="-5857"/>
            <a:satOff val="0"/>
            <a:lumOff val="3039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/>
            <a:t>Process</a:t>
          </a:r>
        </a:p>
      </dsp:txBody>
      <dsp:txXfrm>
        <a:off x="3300706" y="1909379"/>
        <a:ext cx="1031340" cy="993755"/>
      </dsp:txXfrm>
    </dsp:sp>
    <dsp:sp modelId="{43DFDFC5-2F89-48E5-9B5B-C6A3476FFD6E}">
      <dsp:nvSpPr>
        <dsp:cNvPr id="0" name=""/>
        <dsp:cNvSpPr/>
      </dsp:nvSpPr>
      <dsp:spPr>
        <a:xfrm>
          <a:off x="1287907" y="2598829"/>
          <a:ext cx="2755662" cy="11141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5857"/>
              <a:satOff val="0"/>
              <a:lumOff val="303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Processing or computation to be performed to get</a:t>
          </a:r>
          <a:br>
            <a:rPr lang="en-US" sz="1800" b="0" i="0" kern="1200"/>
          </a:br>
          <a:r>
            <a:rPr lang="en-US" sz="1800" b="0" i="0" kern="1200"/>
            <a:t>the desired result.</a:t>
          </a:r>
          <a:endParaRPr lang="en-US" sz="1800" i="0" kern="1200"/>
        </a:p>
      </dsp:txBody>
      <dsp:txXfrm>
        <a:off x="1320540" y="2631462"/>
        <a:ext cx="2690396" cy="1048922"/>
      </dsp:txXfrm>
    </dsp:sp>
    <dsp:sp modelId="{0C5DBD53-D579-410A-8066-E96CDE5E48FE}">
      <dsp:nvSpPr>
        <dsp:cNvPr id="0" name=""/>
        <dsp:cNvSpPr/>
      </dsp:nvSpPr>
      <dsp:spPr>
        <a:xfrm rot="20700000">
          <a:off x="3927623" y="203795"/>
          <a:ext cx="1813570" cy="1813570"/>
        </a:xfrm>
        <a:prstGeom prst="gear6">
          <a:avLst/>
        </a:prstGeom>
        <a:solidFill>
          <a:schemeClr val="accent2">
            <a:hueOff val="-11713"/>
            <a:satOff val="0"/>
            <a:lumOff val="60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0" kern="1200"/>
            <a:t>Output</a:t>
          </a:r>
        </a:p>
      </dsp:txBody>
      <dsp:txXfrm rot="-20700000">
        <a:off x="4325392" y="601564"/>
        <a:ext cx="1018031" cy="1018031"/>
      </dsp:txXfrm>
    </dsp:sp>
    <dsp:sp modelId="{925432B2-8B25-4FF3-8C4F-A01DB15B7FE3}">
      <dsp:nvSpPr>
        <dsp:cNvPr id="0" name=""/>
        <dsp:cNvSpPr/>
      </dsp:nvSpPr>
      <dsp:spPr>
        <a:xfrm>
          <a:off x="5297150" y="601564"/>
          <a:ext cx="1619596" cy="9717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11713"/>
              <a:satOff val="0"/>
              <a:lumOff val="607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/>
            <a:t>The output desired by the user.</a:t>
          </a:r>
          <a:endParaRPr lang="en-US" sz="1800" i="0" kern="1200"/>
        </a:p>
      </dsp:txBody>
      <dsp:txXfrm>
        <a:off x="5325612" y="630026"/>
        <a:ext cx="1562672" cy="914833"/>
      </dsp:txXfrm>
    </dsp:sp>
    <dsp:sp modelId="{4DFF6333-5C5E-4858-BDB8-592C07B81F36}">
      <dsp:nvSpPr>
        <dsp:cNvPr id="0" name=""/>
        <dsp:cNvSpPr/>
      </dsp:nvSpPr>
      <dsp:spPr>
        <a:xfrm>
          <a:off x="4180747" y="1695566"/>
          <a:ext cx="3257702" cy="3257702"/>
        </a:xfrm>
        <a:prstGeom prst="circularArrow">
          <a:avLst>
            <a:gd name="adj1" fmla="val 4687"/>
            <a:gd name="adj2" fmla="val 299029"/>
            <a:gd name="adj3" fmla="val 2525629"/>
            <a:gd name="adj4" fmla="val 15841040"/>
            <a:gd name="adj5" fmla="val 546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5A7B0-C431-4769-AC0B-28208C92E662}">
      <dsp:nvSpPr>
        <dsp:cNvPr id="0" name=""/>
        <dsp:cNvSpPr/>
      </dsp:nvSpPr>
      <dsp:spPr>
        <a:xfrm>
          <a:off x="2563090" y="1069366"/>
          <a:ext cx="2366924" cy="2366924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2">
            <a:hueOff val="-5857"/>
            <a:satOff val="0"/>
            <a:lumOff val="3039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70C7A-4445-493F-8DE7-23DE5DE1D7AC}">
      <dsp:nvSpPr>
        <dsp:cNvPr id="0" name=""/>
        <dsp:cNvSpPr/>
      </dsp:nvSpPr>
      <dsp:spPr>
        <a:xfrm>
          <a:off x="3508125" y="-195303"/>
          <a:ext cx="2552021" cy="2552021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2">
            <a:hueOff val="-11713"/>
            <a:satOff val="0"/>
            <a:lumOff val="6078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95B42-4364-4990-82BA-62D5828928A6}">
      <dsp:nvSpPr>
        <dsp:cNvPr id="0" name=""/>
        <dsp:cNvSpPr/>
      </dsp:nvSpPr>
      <dsp:spPr>
        <a:xfrm>
          <a:off x="0" y="32290"/>
          <a:ext cx="8035057" cy="29952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14621" y="46911"/>
        <a:ext cx="8005815" cy="270278"/>
      </dsp:txXfrm>
    </dsp:sp>
    <dsp:sp modelId="{A9AA94A0-C946-4032-85EF-C4E9CA8E091B}">
      <dsp:nvSpPr>
        <dsp:cNvPr id="0" name=""/>
        <dsp:cNvSpPr/>
      </dsp:nvSpPr>
      <dsp:spPr>
        <a:xfrm>
          <a:off x="0" y="331810"/>
          <a:ext cx="8035057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11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i="0" kern="1200"/>
            <a:t>Algorithms is time consuming.</a:t>
          </a:r>
          <a:endParaRPr lang="en-US" sz="2400" kern="1200"/>
        </a:p>
      </dsp:txBody>
      <dsp:txXfrm>
        <a:off x="0" y="331810"/>
        <a:ext cx="8035057" cy="372600"/>
      </dsp:txXfrm>
    </dsp:sp>
    <dsp:sp modelId="{E31505C9-73E6-4A1E-B4CF-2A2C4A082C61}">
      <dsp:nvSpPr>
        <dsp:cNvPr id="0" name=""/>
        <dsp:cNvSpPr/>
      </dsp:nvSpPr>
      <dsp:spPr>
        <a:xfrm>
          <a:off x="0" y="704410"/>
          <a:ext cx="8035057" cy="29952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14621" y="719031"/>
        <a:ext cx="8005815" cy="270278"/>
      </dsp:txXfrm>
    </dsp:sp>
    <dsp:sp modelId="{F00F3DA8-967B-4DB5-A62E-1DBA878E96BF}">
      <dsp:nvSpPr>
        <dsp:cNvPr id="0" name=""/>
        <dsp:cNvSpPr/>
      </dsp:nvSpPr>
      <dsp:spPr>
        <a:xfrm>
          <a:off x="0" y="1003930"/>
          <a:ext cx="8035057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11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Complex problems cannot be solved.</a:t>
          </a:r>
        </a:p>
      </dsp:txBody>
      <dsp:txXfrm>
        <a:off x="0" y="1003930"/>
        <a:ext cx="8035057" cy="372600"/>
      </dsp:txXfrm>
    </dsp:sp>
    <dsp:sp modelId="{174A0E58-54A6-40D0-BB34-426417AD55EB}">
      <dsp:nvSpPr>
        <dsp:cNvPr id="0" name=""/>
        <dsp:cNvSpPr/>
      </dsp:nvSpPr>
      <dsp:spPr>
        <a:xfrm>
          <a:off x="0" y="1376530"/>
          <a:ext cx="8035057" cy="29952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14621" y="1391151"/>
        <a:ext cx="8005815" cy="270278"/>
      </dsp:txXfrm>
    </dsp:sp>
    <dsp:sp modelId="{352EAF05-1A72-42E8-B831-71EC87448C12}">
      <dsp:nvSpPr>
        <dsp:cNvPr id="0" name=""/>
        <dsp:cNvSpPr/>
      </dsp:nvSpPr>
      <dsp:spPr>
        <a:xfrm>
          <a:off x="0" y="1676050"/>
          <a:ext cx="8035057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11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Small solutions are not clearly shown.</a:t>
          </a:r>
        </a:p>
      </dsp:txBody>
      <dsp:txXfrm>
        <a:off x="0" y="1676050"/>
        <a:ext cx="8035057" cy="372600"/>
      </dsp:txXfrm>
    </dsp:sp>
    <dsp:sp modelId="{34DBB84C-BF81-446A-AD9B-DFA033DC3DD4}">
      <dsp:nvSpPr>
        <dsp:cNvPr id="0" name=""/>
        <dsp:cNvSpPr/>
      </dsp:nvSpPr>
      <dsp:spPr>
        <a:xfrm>
          <a:off x="0" y="2048650"/>
          <a:ext cx="8035057" cy="29952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14621" y="2063271"/>
        <a:ext cx="8005815" cy="270278"/>
      </dsp:txXfrm>
    </dsp:sp>
    <dsp:sp modelId="{32E94310-C02B-4E90-832F-5F22E2BF3EE6}">
      <dsp:nvSpPr>
        <dsp:cNvPr id="0" name=""/>
        <dsp:cNvSpPr/>
      </dsp:nvSpPr>
      <dsp:spPr>
        <a:xfrm>
          <a:off x="0" y="2348170"/>
          <a:ext cx="8035057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11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Requires lots of data.</a:t>
          </a:r>
        </a:p>
      </dsp:txBody>
      <dsp:txXfrm>
        <a:off x="0" y="2348170"/>
        <a:ext cx="8035057" cy="372600"/>
      </dsp:txXfrm>
    </dsp:sp>
    <dsp:sp modelId="{807C2A1C-AC11-4E75-A150-4BCECE53DEEB}">
      <dsp:nvSpPr>
        <dsp:cNvPr id="0" name=""/>
        <dsp:cNvSpPr/>
      </dsp:nvSpPr>
      <dsp:spPr>
        <a:xfrm>
          <a:off x="0" y="2720770"/>
          <a:ext cx="8035057" cy="29952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b="0" i="0" kern="1200"/>
        </a:p>
      </dsp:txBody>
      <dsp:txXfrm>
        <a:off x="14621" y="2735391"/>
        <a:ext cx="8005815" cy="270278"/>
      </dsp:txXfrm>
    </dsp:sp>
    <dsp:sp modelId="{A4401652-9EF6-4095-B767-2F909D9B8B1C}">
      <dsp:nvSpPr>
        <dsp:cNvPr id="0" name=""/>
        <dsp:cNvSpPr/>
      </dsp:nvSpPr>
      <dsp:spPr>
        <a:xfrm>
          <a:off x="0" y="3020290"/>
          <a:ext cx="8035057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11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i="0" kern="1200"/>
            <a:t>Difficult to show branching and looping in algorithms.</a:t>
          </a:r>
        </a:p>
      </dsp:txBody>
      <dsp:txXfrm>
        <a:off x="0" y="3020290"/>
        <a:ext cx="8035057" cy="372600"/>
      </dsp:txXfrm>
    </dsp:sp>
    <dsp:sp modelId="{C79901DE-A759-4CBE-ACD9-966855A20707}">
      <dsp:nvSpPr>
        <dsp:cNvPr id="0" name=""/>
        <dsp:cNvSpPr/>
      </dsp:nvSpPr>
      <dsp:spPr>
        <a:xfrm>
          <a:off x="0" y="3392890"/>
          <a:ext cx="8035057" cy="29952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3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b="0" i="0" kern="1200"/>
        </a:p>
      </dsp:txBody>
      <dsp:txXfrm>
        <a:off x="14621" y="3407511"/>
        <a:ext cx="8005815" cy="270278"/>
      </dsp:txXfrm>
    </dsp:sp>
    <dsp:sp modelId="{81294C46-EC81-4CA5-AF13-89A6574E47AB}">
      <dsp:nvSpPr>
        <dsp:cNvPr id="0" name=""/>
        <dsp:cNvSpPr/>
      </dsp:nvSpPr>
      <dsp:spPr>
        <a:xfrm>
          <a:off x="0" y="3692410"/>
          <a:ext cx="8035057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11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i="0" kern="1200"/>
            <a:t>Big tasks are difficult to put in algorithms.</a:t>
          </a:r>
        </a:p>
      </dsp:txBody>
      <dsp:txXfrm>
        <a:off x="0" y="3692410"/>
        <a:ext cx="8035057" cy="372600"/>
      </dsp:txXfrm>
    </dsp:sp>
    <dsp:sp modelId="{74D26568-C59E-4A49-8F30-B056384959C6}">
      <dsp:nvSpPr>
        <dsp:cNvPr id="0" name=""/>
        <dsp:cNvSpPr/>
      </dsp:nvSpPr>
      <dsp:spPr>
        <a:xfrm>
          <a:off x="0" y="4065010"/>
          <a:ext cx="8035057" cy="29952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b="0" i="0" kern="1200"/>
        </a:p>
      </dsp:txBody>
      <dsp:txXfrm>
        <a:off x="14621" y="4079631"/>
        <a:ext cx="8005815" cy="270278"/>
      </dsp:txXfrm>
    </dsp:sp>
    <dsp:sp modelId="{D5DA6248-BC80-4CED-A79A-3385B22F94E6}">
      <dsp:nvSpPr>
        <dsp:cNvPr id="0" name=""/>
        <dsp:cNvSpPr/>
      </dsp:nvSpPr>
      <dsp:spPr>
        <a:xfrm>
          <a:off x="0" y="4364529"/>
          <a:ext cx="8035057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11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i="0" kern="1200"/>
            <a:t>Low performance.</a:t>
          </a:r>
        </a:p>
      </dsp:txBody>
      <dsp:txXfrm>
        <a:off x="0" y="4364529"/>
        <a:ext cx="8035057" cy="3726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9A0DE2-32EE-4DCD-BC13-C3DB17907666}">
      <dsp:nvSpPr>
        <dsp:cNvPr id="0" name=""/>
        <dsp:cNvSpPr/>
      </dsp:nvSpPr>
      <dsp:spPr>
        <a:xfrm>
          <a:off x="0" y="0"/>
          <a:ext cx="4769420" cy="4769420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B626D5D-451C-49BC-AACB-6FC51D50E668}">
      <dsp:nvSpPr>
        <dsp:cNvPr id="0" name=""/>
        <dsp:cNvSpPr/>
      </dsp:nvSpPr>
      <dsp:spPr>
        <a:xfrm>
          <a:off x="2384710" y="0"/>
          <a:ext cx="5650347" cy="476942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In computers, an algorithm is very important when we want a specific set of instructions for performing a specific task that is definite. </a:t>
          </a:r>
          <a:endParaRPr lang="en-US" sz="2000" kern="1200"/>
        </a:p>
      </dsp:txBody>
      <dsp:txXfrm>
        <a:off x="2384710" y="0"/>
        <a:ext cx="5650347" cy="1013501"/>
      </dsp:txXfrm>
    </dsp:sp>
    <dsp:sp modelId="{AC1D2E04-800B-4B8D-AE55-FF6AF3DC5D74}">
      <dsp:nvSpPr>
        <dsp:cNvPr id="0" name=""/>
        <dsp:cNvSpPr/>
      </dsp:nvSpPr>
      <dsp:spPr>
        <a:xfrm>
          <a:off x="625986" y="1013501"/>
          <a:ext cx="3517447" cy="3517447"/>
        </a:xfrm>
        <a:prstGeom prst="pie">
          <a:avLst>
            <a:gd name="adj1" fmla="val 540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40396CF-C96D-43D6-BD15-982741D07707}">
      <dsp:nvSpPr>
        <dsp:cNvPr id="0" name=""/>
        <dsp:cNvSpPr/>
      </dsp:nvSpPr>
      <dsp:spPr>
        <a:xfrm>
          <a:off x="2384710" y="1013501"/>
          <a:ext cx="5650347" cy="351744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It works well in automated and high-frequency trending systems. </a:t>
          </a:r>
          <a:endParaRPr lang="en-US" sz="2000" kern="1200"/>
        </a:p>
      </dsp:txBody>
      <dsp:txXfrm>
        <a:off x="2384710" y="1013501"/>
        <a:ext cx="5650347" cy="1013501"/>
      </dsp:txXfrm>
    </dsp:sp>
    <dsp:sp modelId="{75D77D95-B1BC-4FB5-8C04-026401F705E8}">
      <dsp:nvSpPr>
        <dsp:cNvPr id="0" name=""/>
        <dsp:cNvSpPr/>
      </dsp:nvSpPr>
      <dsp:spPr>
        <a:xfrm>
          <a:off x="1251972" y="2027003"/>
          <a:ext cx="2265474" cy="2265474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61AB8E1-072B-4B6A-97A7-CC169FE4FCA8}">
      <dsp:nvSpPr>
        <dsp:cNvPr id="0" name=""/>
        <dsp:cNvSpPr/>
      </dsp:nvSpPr>
      <dsp:spPr>
        <a:xfrm>
          <a:off x="2384710" y="2027003"/>
          <a:ext cx="5650347" cy="22654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Algorithms make people’s lives easier because they save slots of time for the things that are time taking if done manually. </a:t>
          </a:r>
          <a:endParaRPr lang="en-US" sz="2000" kern="1200"/>
        </a:p>
      </dsp:txBody>
      <dsp:txXfrm>
        <a:off x="2384710" y="2027003"/>
        <a:ext cx="5650347" cy="1013501"/>
      </dsp:txXfrm>
    </dsp:sp>
    <dsp:sp modelId="{FBF7D5E1-1416-4004-A03B-2B2558A4824F}">
      <dsp:nvSpPr>
        <dsp:cNvPr id="0" name=""/>
        <dsp:cNvSpPr/>
      </dsp:nvSpPr>
      <dsp:spPr>
        <a:xfrm>
          <a:off x="1877959" y="3040505"/>
          <a:ext cx="1013501" cy="1013501"/>
        </a:xfrm>
        <a:prstGeom prst="pie">
          <a:avLst>
            <a:gd name="adj1" fmla="val 540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6EDDE3-3E02-4DB4-96C1-F1D1904472F5}">
      <dsp:nvSpPr>
        <dsp:cNvPr id="0" name=""/>
        <dsp:cNvSpPr/>
      </dsp:nvSpPr>
      <dsp:spPr>
        <a:xfrm>
          <a:off x="2384710" y="3040505"/>
          <a:ext cx="5650347" cy="101350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In an algorithm the problem is divided into parts then it becomes easy to understand every level of the process with logic.</a:t>
          </a:r>
          <a:endParaRPr lang="en-US" sz="2000" kern="1200"/>
        </a:p>
      </dsp:txBody>
      <dsp:txXfrm>
        <a:off x="2384710" y="3040505"/>
        <a:ext cx="5650347" cy="101350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F77BF2-6FB0-4967-8F70-7B405820BB6A}">
      <dsp:nvSpPr>
        <dsp:cNvPr id="0" name=""/>
        <dsp:cNvSpPr/>
      </dsp:nvSpPr>
      <dsp:spPr>
        <a:xfrm rot="10800000">
          <a:off x="1534300" y="323"/>
          <a:ext cx="4947527" cy="1152474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209" tIns="144780" rIns="270256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Flowcharts</a:t>
          </a:r>
          <a:endParaRPr lang="en-US" sz="3800" kern="1200"/>
        </a:p>
      </dsp:txBody>
      <dsp:txXfrm rot="10800000">
        <a:off x="1822418" y="323"/>
        <a:ext cx="4659409" cy="1152474"/>
      </dsp:txXfrm>
    </dsp:sp>
    <dsp:sp modelId="{7ED20B57-9CA5-413B-841E-F2CB557BFF4F}">
      <dsp:nvSpPr>
        <dsp:cNvPr id="0" name=""/>
        <dsp:cNvSpPr/>
      </dsp:nvSpPr>
      <dsp:spPr>
        <a:xfrm>
          <a:off x="958063" y="323"/>
          <a:ext cx="1152474" cy="115247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984CE-7517-42A4-BB93-1025A4DB2EF2}">
      <dsp:nvSpPr>
        <dsp:cNvPr id="0" name=""/>
        <dsp:cNvSpPr/>
      </dsp:nvSpPr>
      <dsp:spPr>
        <a:xfrm rot="10800000">
          <a:off x="1534300" y="1454164"/>
          <a:ext cx="4947527" cy="11524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209" tIns="144780" rIns="270256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Pseudocodes</a:t>
          </a:r>
          <a:endParaRPr lang="en-US" sz="3800" kern="1200"/>
        </a:p>
      </dsp:txBody>
      <dsp:txXfrm rot="10800000">
        <a:off x="1822418" y="1454164"/>
        <a:ext cx="4659409" cy="1152474"/>
      </dsp:txXfrm>
    </dsp:sp>
    <dsp:sp modelId="{88B03C06-5CDF-4CE9-970B-71FD6DCF4F2F}">
      <dsp:nvSpPr>
        <dsp:cNvPr id="0" name=""/>
        <dsp:cNvSpPr/>
      </dsp:nvSpPr>
      <dsp:spPr>
        <a:xfrm>
          <a:off x="958063" y="1454164"/>
          <a:ext cx="1152474" cy="1152474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FEC489-580A-4C8A-94BD-16881C001FFE}">
      <dsp:nvSpPr>
        <dsp:cNvPr id="0" name=""/>
        <dsp:cNvSpPr/>
      </dsp:nvSpPr>
      <dsp:spPr>
        <a:xfrm>
          <a:off x="0" y="5200"/>
          <a:ext cx="609600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INPUT</a:t>
          </a:r>
        </a:p>
      </dsp:txBody>
      <dsp:txXfrm>
        <a:off x="22275" y="27475"/>
        <a:ext cx="6051450" cy="411750"/>
      </dsp:txXfrm>
    </dsp:sp>
    <dsp:sp modelId="{24A13507-234A-4652-B522-3C0D9B6197E6}">
      <dsp:nvSpPr>
        <dsp:cNvPr id="0" name=""/>
        <dsp:cNvSpPr/>
      </dsp:nvSpPr>
      <dsp:spPr>
        <a:xfrm>
          <a:off x="0" y="519100"/>
          <a:ext cx="609600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COMPUTE</a:t>
          </a:r>
        </a:p>
      </dsp:txBody>
      <dsp:txXfrm>
        <a:off x="22275" y="541375"/>
        <a:ext cx="6051450" cy="411750"/>
      </dsp:txXfrm>
    </dsp:sp>
    <dsp:sp modelId="{85729928-AA2F-4287-9E8F-1528921BB027}">
      <dsp:nvSpPr>
        <dsp:cNvPr id="0" name=""/>
        <dsp:cNvSpPr/>
      </dsp:nvSpPr>
      <dsp:spPr>
        <a:xfrm>
          <a:off x="0" y="1033000"/>
          <a:ext cx="609600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PRINT</a:t>
          </a:r>
        </a:p>
      </dsp:txBody>
      <dsp:txXfrm>
        <a:off x="22275" y="1055275"/>
        <a:ext cx="6051450" cy="411750"/>
      </dsp:txXfrm>
    </dsp:sp>
    <dsp:sp modelId="{6E28B2A8-A4D8-4B41-B171-E5FB123B0CF7}">
      <dsp:nvSpPr>
        <dsp:cNvPr id="0" name=""/>
        <dsp:cNvSpPr/>
      </dsp:nvSpPr>
      <dsp:spPr>
        <a:xfrm>
          <a:off x="0" y="1546900"/>
          <a:ext cx="609600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INCREMENT</a:t>
          </a:r>
        </a:p>
      </dsp:txBody>
      <dsp:txXfrm>
        <a:off x="22275" y="1569175"/>
        <a:ext cx="6051450" cy="411750"/>
      </dsp:txXfrm>
    </dsp:sp>
    <dsp:sp modelId="{E0691666-CC2E-4C71-AFE8-BACF169EDB09}">
      <dsp:nvSpPr>
        <dsp:cNvPr id="0" name=""/>
        <dsp:cNvSpPr/>
      </dsp:nvSpPr>
      <dsp:spPr>
        <a:xfrm>
          <a:off x="0" y="2060800"/>
          <a:ext cx="609600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DECREMENT</a:t>
          </a:r>
        </a:p>
      </dsp:txBody>
      <dsp:txXfrm>
        <a:off x="22275" y="2083075"/>
        <a:ext cx="6051450" cy="411750"/>
      </dsp:txXfrm>
    </dsp:sp>
    <dsp:sp modelId="{18F8A0CF-1FD5-4EC7-9BAB-C6F33ABFE362}">
      <dsp:nvSpPr>
        <dsp:cNvPr id="0" name=""/>
        <dsp:cNvSpPr/>
      </dsp:nvSpPr>
      <dsp:spPr>
        <a:xfrm>
          <a:off x="0" y="2574700"/>
          <a:ext cx="609600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IF/ELSE</a:t>
          </a:r>
        </a:p>
      </dsp:txBody>
      <dsp:txXfrm>
        <a:off x="22275" y="2596975"/>
        <a:ext cx="6051450" cy="411750"/>
      </dsp:txXfrm>
    </dsp:sp>
    <dsp:sp modelId="{39B7E297-7BAA-442E-81ED-64F4B0F8A704}">
      <dsp:nvSpPr>
        <dsp:cNvPr id="0" name=""/>
        <dsp:cNvSpPr/>
      </dsp:nvSpPr>
      <dsp:spPr>
        <a:xfrm>
          <a:off x="0" y="3088600"/>
          <a:ext cx="609600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WHILE</a:t>
          </a:r>
        </a:p>
      </dsp:txBody>
      <dsp:txXfrm>
        <a:off x="22275" y="3110875"/>
        <a:ext cx="6051450" cy="411750"/>
      </dsp:txXfrm>
    </dsp:sp>
    <dsp:sp modelId="{E2FAB127-CCCF-4388-887E-608DEB47CFA9}">
      <dsp:nvSpPr>
        <dsp:cNvPr id="0" name=""/>
        <dsp:cNvSpPr/>
      </dsp:nvSpPr>
      <dsp:spPr>
        <a:xfrm>
          <a:off x="0" y="3602500"/>
          <a:ext cx="6096000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TRUE/FALSE</a:t>
          </a:r>
        </a:p>
      </dsp:txBody>
      <dsp:txXfrm>
        <a:off x="22275" y="3624775"/>
        <a:ext cx="6051450" cy="411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79330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3495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 rot="10800000" flipH="1">
            <a:off x="0" y="-2"/>
            <a:ext cx="9144000" cy="4953001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371600" y="3127375"/>
            <a:ext cx="64008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>
                <a:solidFill>
                  <a:schemeClr val="lt1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A9C"/>
              </a:buClr>
              <a:buSzPts val="2800"/>
              <a:buNone/>
              <a:defRPr>
                <a:solidFill>
                  <a:srgbClr val="888A9C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A9C"/>
              </a:buClr>
              <a:buSzPts val="2400"/>
              <a:buNone/>
              <a:defRPr>
                <a:solidFill>
                  <a:srgbClr val="888A9C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0414" y="5281369"/>
            <a:ext cx="2843999" cy="11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274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Title and Content">
    <p:bg>
      <p:bgRef idx="1001">
        <a:schemeClr val="bg1"/>
      </p:bgRef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 rot="10800000" flipH="1">
            <a:off x="-2458" y="1143000"/>
            <a:ext cx="9144000" cy="228600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94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3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04167" y="6400800"/>
            <a:ext cx="365760" cy="40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4295" y="6466175"/>
            <a:ext cx="245505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4296547" y="64008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100" b="1" i="0" u="none" strike="noStrike" cap="none">
                <a:solidFill>
                  <a:srgbClr val="000F2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74" r="49256"/>
          <a:stretch/>
        </p:blipFill>
        <p:spPr>
          <a:xfrm>
            <a:off x="6183389" y="1378424"/>
            <a:ext cx="2960611" cy="546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76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 sz="2000">
                <a:solidFill>
                  <a:srgbClr val="888A9C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A9C"/>
              </a:buClr>
              <a:buSzPts val="1800"/>
              <a:buNone/>
              <a:defRPr sz="1800">
                <a:solidFill>
                  <a:srgbClr val="888A9C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600">
                <a:solidFill>
                  <a:srgbClr val="888A9C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A9C"/>
              </a:buClr>
              <a:buSzPts val="1400"/>
              <a:buNone/>
              <a:defRPr sz="1400">
                <a:solidFill>
                  <a:srgbClr val="888A9C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Google Shape;3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7" name="Google Shape;3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8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7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2" name="Google Shape;5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3" name="Google Shape;5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9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8" name="Google Shape;5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3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7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6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9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7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9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364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ctrTitle"/>
          </p:nvPr>
        </p:nvSpPr>
        <p:spPr>
          <a:xfrm>
            <a:off x="0" y="1065670"/>
            <a:ext cx="9144001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4400"/>
            </a:pPr>
            <a:r>
              <a:rPr lang="en-US" sz="4000" b="1"/>
              <a:t>Computer Algorithms</a:t>
            </a:r>
            <a:br>
              <a:rPr lang="en-US" sz="4000" b="1"/>
            </a:br>
            <a:r>
              <a:rPr lang="en-US" sz="4000" b="1"/>
              <a:t>(COS 101)</a:t>
            </a:r>
            <a:br>
              <a:rPr lang="en-US" sz="4000" b="1"/>
            </a:br>
            <a:endParaRPr sz="4000"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"/>
          </p:nvPr>
        </p:nvSpPr>
        <p:spPr>
          <a:xfrm>
            <a:off x="1371600" y="2535695"/>
            <a:ext cx="64008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b="1" i="1"/>
              <a:t>Week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547" y="207818"/>
            <a:ext cx="8229600" cy="1143000"/>
          </a:xfrm>
        </p:spPr>
        <p:txBody>
          <a:bodyPr/>
          <a:lstStyle/>
          <a:p>
            <a:r>
              <a:rPr lang="en-GB" dirty="0"/>
              <a:t>Learning Objectives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B80A71-1AF9-659A-A143-DDC2445A0A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4761098"/>
              </p:ext>
            </p:extLst>
          </p:nvPr>
        </p:nvGraphicFramePr>
        <p:xfrm>
          <a:off x="685575" y="1689640"/>
          <a:ext cx="7831543" cy="4372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041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3E938F-4EBD-43A2-AE50-15BC70C3FF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813E938F-4EBD-43A2-AE50-15BC70C3FF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813E938F-4EBD-43A2-AE50-15BC70C3FF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D2EC2A-4FD3-4C38-A1AD-790CF4AEDE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83D2EC2A-4FD3-4C38-A1AD-790CF4AEDE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83D2EC2A-4FD3-4C38-A1AD-790CF4AEDE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7149BB-BFCF-40F2-87B9-E0782B8C1D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AB7149BB-BFCF-40F2-87B9-E0782B8C1D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AB7149BB-BFCF-40F2-87B9-E0782B8C1D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8EFC801-62E2-4616-BF18-58E230477C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78EFC801-62E2-4616-BF18-58E230477C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78EFC801-62E2-4616-BF18-58E230477C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8561EF6-9FC4-4204-8C30-01EF04FEB2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68561EF6-9FC4-4204-8C30-01EF04FEB2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68561EF6-9FC4-4204-8C30-01EF04FEB2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D98BE2-7AE7-412D-BD27-8C09A2ED62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56D98BE2-7AE7-412D-BD27-8C09A2ED62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56D98BE2-7AE7-412D-BD27-8C09A2ED62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0028CCB-0DD7-4D0C-B2D1-634F755EE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70028CCB-0DD7-4D0C-B2D1-634F755EE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70028CCB-0DD7-4D0C-B2D1-634F755EE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2837A9-5AA0-4217-A2B2-A342E54852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graphicEl>
                                              <a:dgm id="{CD2837A9-5AA0-4217-A2B2-A342E54852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graphicEl>
                                              <a:dgm id="{CD2837A9-5AA0-4217-A2B2-A342E54852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F43B4F4-EB20-4495-8DBA-C5DE6D2E3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graphicEl>
                                              <a:dgm id="{BF43B4F4-EB20-4495-8DBA-C5DE6D2E3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graphicEl>
                                              <a:dgm id="{BF43B4F4-EB20-4495-8DBA-C5DE6D2E3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187B6E8-4E1E-4B22-9856-A2D4FF81B7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graphicEl>
                                              <a:dgm id="{2187B6E8-4E1E-4B22-9856-A2D4FF81B7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graphicEl>
                                              <a:dgm id="{2187B6E8-4E1E-4B22-9856-A2D4FF81B7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878785-0B74-47E1-8179-A3E3E7373C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30878785-0B74-47E1-8179-A3E3E7373C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30878785-0B74-47E1-8179-A3E3E7373C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DCA01C1-3609-4DA0-8DE2-1E265E8E0A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graphicEl>
                                              <a:dgm id="{9DCA01C1-3609-4DA0-8DE2-1E265E8E0A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graphicEl>
                                              <a:dgm id="{9DCA01C1-3609-4DA0-8DE2-1E265E8E0A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E9BE382-16F9-4643-B38E-D9AEBDD026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graphicEl>
                                              <a:dgm id="{BE9BE382-16F9-4643-B38E-D9AEBDD026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BE9BE382-16F9-4643-B38E-D9AEBDD026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DCA4991-03A6-4985-9C74-201FD9C8D0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>
                                            <p:graphicEl>
                                              <a:dgm id="{2DCA4991-03A6-4985-9C74-201FD9C8D0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>
                                            <p:graphicEl>
                                              <a:dgm id="{2DCA4991-03A6-4985-9C74-201FD9C8D0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96198F-92FE-4751-9CD8-B58136FAA1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>
                                            <p:graphicEl>
                                              <a:dgm id="{6096198F-92FE-4751-9CD8-B58136FAA1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graphicEl>
                                              <a:dgm id="{6096198F-92FE-4751-9CD8-B58136FAA1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00E1E63-46CF-4C95-ADA4-95BCBEBE8E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>
                                            <p:graphicEl>
                                              <a:dgm id="{800E1E63-46CF-4C95-ADA4-95BCBEBE8E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>
                                            <p:graphicEl>
                                              <a:dgm id="{800E1E63-46CF-4C95-ADA4-95BCBEBE8E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547" y="207818"/>
            <a:ext cx="8229600" cy="1143000"/>
          </a:xfrm>
        </p:spPr>
        <p:txBody>
          <a:bodyPr/>
          <a:lstStyle/>
          <a:p>
            <a:r>
              <a:rPr lang="en-GB"/>
              <a:t>What is an Algorithm?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0" t="10720" r="7062"/>
          <a:stretch/>
        </p:blipFill>
        <p:spPr>
          <a:xfrm>
            <a:off x="207818" y="1801091"/>
            <a:ext cx="6462184" cy="362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" t="9210" r="1807" b="6246"/>
          <a:stretch/>
        </p:blipFill>
        <p:spPr>
          <a:xfrm>
            <a:off x="-13855" y="1374835"/>
            <a:ext cx="9157855" cy="52508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Other Definitions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837352465"/>
              </p:ext>
            </p:extLst>
          </p:nvPr>
        </p:nvGraphicFramePr>
        <p:xfrm>
          <a:off x="357039" y="1354511"/>
          <a:ext cx="8786961" cy="4966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164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5AC9C28-FA41-4A83-981D-6DA8122E3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D5AC9C28-FA41-4A83-981D-6DA8122E3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D5AC9C28-FA41-4A83-981D-6DA8122E3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8918158-8F9A-4918-9389-39F0C52AB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F8918158-8F9A-4918-9389-39F0C52AB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F8918158-8F9A-4918-9389-39F0C52ABA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86FAA7-6E8D-4227-8CD0-268A9704C4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2786FAA7-6E8D-4227-8CD0-268A9704C4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2786FAA7-6E8D-4227-8CD0-268A9704C4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D4C9E5B-1CB3-461B-B813-158DFB1697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5D4C9E5B-1CB3-461B-B813-158DFB1697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5D4C9E5B-1CB3-461B-B813-158DFB1697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9956B96-B4BF-40AD-8B82-D22C67B783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graphicEl>
                                              <a:dgm id="{39956B96-B4BF-40AD-8B82-D22C67B783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graphicEl>
                                              <a:dgm id="{39956B96-B4BF-40AD-8B82-D22C67B783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155445C-AC5B-43C2-B278-E4EEE25ED2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8155445C-AC5B-43C2-B278-E4EEE25ED2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8155445C-AC5B-43C2-B278-E4EEE25ED2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CA0CC42-945A-49C2-B95F-60B4977D86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BCA0CC42-945A-49C2-B95F-60B4977D86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BCA0CC42-945A-49C2-B95F-60B4977D86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EB99DB0-FB2B-4CD6-BC23-9780CB206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7EB99DB0-FB2B-4CD6-BC23-9780CB206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7EB99DB0-FB2B-4CD6-BC23-9780CB206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3656345-EDC2-4C91-8A4D-7C48F9D97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graphicEl>
                                              <a:dgm id="{F3656345-EDC2-4C91-8A4D-7C48F9D97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graphicEl>
                                              <a:dgm id="{F3656345-EDC2-4C91-8A4D-7C48F9D97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0297032-C650-4BEE-8EAA-F20C4A76D0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graphicEl>
                                              <a:dgm id="{F0297032-C650-4BEE-8EAA-F20C4A76D0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graphicEl>
                                              <a:dgm id="{F0297032-C650-4BEE-8EAA-F20C4A76D0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42F4FAD-2D25-4FD6-87BE-8752E90E8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graphicEl>
                                              <a:dgm id="{742F4FAD-2D25-4FD6-87BE-8752E90E8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graphicEl>
                                              <a:dgm id="{742F4FAD-2D25-4FD6-87BE-8752E90E8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BB308CB-5FCE-4559-99DD-480D93A09B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graphicEl>
                                              <a:dgm id="{9BB308CB-5FCE-4559-99DD-480D93A09B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graphicEl>
                                              <a:dgm id="{9BB308CB-5FCE-4559-99DD-480D93A09B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6C5B4ED-AFDE-497A-A639-35543CEAA7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graphicEl>
                                              <a:dgm id="{36C5B4ED-AFDE-497A-A639-35543CEAA7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graphicEl>
                                              <a:dgm id="{36C5B4ED-AFDE-497A-A639-35543CEAA7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06FE1C5-7FE6-4500-B913-27D7A36E86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graphicEl>
                                              <a:dgm id="{A06FE1C5-7FE6-4500-B913-27D7A36E86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graphicEl>
                                              <a:dgm id="{A06FE1C5-7FE6-4500-B913-27D7A36E86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CD7CC8F-E6F1-4778-BEE5-6056F3106F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7CD7CC8F-E6F1-4778-BEE5-6056F3106F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7CD7CC8F-E6F1-4778-BEE5-6056F3106F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79EEE63-C345-4C71-9899-D1B5EC879A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graphicEl>
                                              <a:dgm id="{979EEE63-C345-4C71-9899-D1B5EC879A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979EEE63-C345-4C71-9899-D1B5EC879A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C1E30C4-C563-466C-8217-B37026E395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graphicEl>
                                              <a:dgm id="{7C1E30C4-C563-466C-8217-B37026E395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graphicEl>
                                              <a:dgm id="{7C1E30C4-C563-466C-8217-B37026E395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CF01B63-58F8-4BE5-A687-7EAFD63F43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graphicEl>
                                              <a:dgm id="{2CF01B63-58F8-4BE5-A687-7EAFD63F43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graphicEl>
                                              <a:dgm id="{2CF01B63-58F8-4BE5-A687-7EAFD63F43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FF81241-5C8C-4037-977C-4A63FDA17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graphicEl>
                                              <a:dgm id="{2FF81241-5C8C-4037-977C-4A63FDA17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graphicEl>
                                              <a:dgm id="{2FF81241-5C8C-4037-977C-4A63FDA17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6855CFE-A444-4D06-82F9-ACE9858D7E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graphicEl>
                                              <a:dgm id="{A6855CFE-A444-4D06-82F9-ACE9858D7E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graphicEl>
                                              <a:dgm id="{A6855CFE-A444-4D06-82F9-ACE9858D7E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5ABA6A8-91CA-45E9-90FF-E0EC0A455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graphicEl>
                                              <a:dgm id="{05ABA6A8-91CA-45E9-90FF-E0EC0A455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graphicEl>
                                              <a:dgm id="{05ABA6A8-91CA-45E9-90FF-E0EC0A455A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00A1456-6FF3-4AF6-8F52-948BDA0B92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graphicEl>
                                              <a:dgm id="{B00A1456-6FF3-4AF6-8F52-948BDA0B92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graphicEl>
                                              <a:dgm id="{B00A1456-6FF3-4AF6-8F52-948BDA0B92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260B2DA-A0D7-4458-871B-DD64F20CF8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graphicEl>
                                              <a:dgm id="{F260B2DA-A0D7-4458-871B-DD64F20CF8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graphicEl>
                                              <a:dgm id="{F260B2DA-A0D7-4458-871B-DD64F20CF8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693DA0C-196A-4E90-9642-6E96C9D773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">
                                            <p:graphicEl>
                                              <a:dgm id="{4693DA0C-196A-4E90-9642-6E96C9D773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">
                                            <p:graphicEl>
                                              <a:dgm id="{4693DA0C-196A-4E90-9642-6E96C9D773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9484A87-F31E-4F23-A3A2-DCA8073E34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">
                                            <p:graphicEl>
                                              <a:dgm id="{59484A87-F31E-4F23-A3A2-DCA8073E34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">
                                            <p:graphicEl>
                                              <a:dgm id="{59484A87-F31E-4F23-A3A2-DCA8073E34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BCE0BF5-C877-4A6E-88DE-9AB339BD33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graphicEl>
                                              <a:dgm id="{FBCE0BF5-C877-4A6E-88DE-9AB339BD33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graphicEl>
                                              <a:dgm id="{FBCE0BF5-C877-4A6E-88DE-9AB339BD33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0203BB4-C956-491E-A582-09B7BFBD7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">
                                            <p:graphicEl>
                                              <a:dgm id="{80203BB4-C956-491E-A582-09B7BFBD7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">
                                            <p:graphicEl>
                                              <a:dgm id="{80203BB4-C956-491E-A582-09B7BFBD7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 we need an Algorithm?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9" y="1295400"/>
            <a:ext cx="7299569" cy="5930900"/>
          </a:xfrm>
          <a:prstGeom prst="rect">
            <a:avLst/>
          </a:prstGeom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780344128"/>
              </p:ext>
            </p:extLst>
          </p:nvPr>
        </p:nvGraphicFramePr>
        <p:xfrm>
          <a:off x="677047" y="1295400"/>
          <a:ext cx="7620000" cy="5287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8309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577A53B-C784-444A-A680-8ED9E2E7EE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graphicEl>
                                              <a:dgm id="{2577A53B-C784-444A-A680-8ED9E2E7EE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graphicEl>
                                              <a:dgm id="{2577A53B-C784-444A-A680-8ED9E2E7EE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graphicEl>
                                              <a:dgm id="{2577A53B-C784-444A-A680-8ED9E2E7EE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0D57D59-392B-404C-AD5F-AA9A0117A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graphicEl>
                                              <a:dgm id="{50D57D59-392B-404C-AD5F-AA9A0117AD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graphicEl>
                                              <a:dgm id="{50D57D59-392B-404C-AD5F-AA9A0117A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graphicEl>
                                              <a:dgm id="{50D57D59-392B-404C-AD5F-AA9A0117A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61F294F-0C37-4E13-A756-280BB8A0C0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graphicEl>
                                              <a:dgm id="{D61F294F-0C37-4E13-A756-280BB8A0C0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graphicEl>
                                              <a:dgm id="{D61F294F-0C37-4E13-A756-280BB8A0C0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graphicEl>
                                              <a:dgm id="{D61F294F-0C37-4E13-A756-280BB8A0C0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BBAA6A7-E774-45E6-A59F-241A14DCAD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graphicEl>
                                              <a:dgm id="{DBBAA6A7-E774-45E6-A59F-241A14DCAD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graphicEl>
                                              <a:dgm id="{DBBAA6A7-E774-45E6-A59F-241A14DCAD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graphicEl>
                                              <a:dgm id="{DBBAA6A7-E774-45E6-A59F-241A14DCAD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530CCBB-E7D3-4AC5-AF49-98DA017B4F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graphicEl>
                                              <a:dgm id="{4530CCBB-E7D3-4AC5-AF49-98DA017B4F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graphicEl>
                                              <a:dgm id="{4530CCBB-E7D3-4AC5-AF49-98DA017B4F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graphicEl>
                                              <a:dgm id="{4530CCBB-E7D3-4AC5-AF49-98DA017B4F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EFC58C2-E709-487C-AC13-43C570701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graphicEl>
                                              <a:dgm id="{EEFC58C2-E709-487C-AC13-43C570701F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graphicEl>
                                              <a:dgm id="{EEFC58C2-E709-487C-AC13-43C570701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graphicEl>
                                              <a:dgm id="{EEFC58C2-E709-487C-AC13-43C570701F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F9D12FB-BB3A-4DEE-9DF4-0F2A1631FE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graphicEl>
                                              <a:dgm id="{3F9D12FB-BB3A-4DEE-9DF4-0F2A1631FE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graphicEl>
                                              <a:dgm id="{3F9D12FB-BB3A-4DEE-9DF4-0F2A1631FE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graphicEl>
                                              <a:dgm id="{3F9D12FB-BB3A-4DEE-9DF4-0F2A1631FE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15E5090-7CEB-4AEE-8337-DF8F9E912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graphicEl>
                                              <a:dgm id="{215E5090-7CEB-4AEE-8337-DF8F9E9128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graphicEl>
                                              <a:dgm id="{215E5090-7CEB-4AEE-8337-DF8F9E912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graphicEl>
                                              <a:dgm id="{215E5090-7CEB-4AEE-8337-DF8F9E912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F887242-AD20-4387-B521-32C868FF5D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graphicEl>
                                              <a:dgm id="{4F887242-AD20-4387-B521-32C868FF5D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graphicEl>
                                              <a:dgm id="{4F887242-AD20-4387-B521-32C868FF5D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graphicEl>
                                              <a:dgm id="{4F887242-AD20-4387-B521-32C868FF5D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/>
              <a:t>Characteristics of a Good Algorithm</a:t>
            </a:r>
            <a:endParaRPr lang="en-US" sz="4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Diagram 6"/>
          <p:cNvGraphicFramePr/>
          <p:nvPr/>
        </p:nvGraphicFramePr>
        <p:xfrm>
          <a:off x="1704109" y="1466273"/>
          <a:ext cx="5832764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825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4B374A1-3206-4E22-83BD-39E2F23235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54B374A1-3206-4E22-83BD-39E2F23235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54B374A1-3206-4E22-83BD-39E2F23235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DB80E91-4C56-4A95-9FBD-575ED9277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graphicEl>
                                              <a:dgm id="{FDB80E91-4C56-4A95-9FBD-575ED9277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graphicEl>
                                              <a:dgm id="{FDB80E91-4C56-4A95-9FBD-575ED9277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449D040-DB05-41A7-AAC0-98CEAC3B69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graphicEl>
                                              <a:dgm id="{D449D040-DB05-41A7-AAC0-98CEAC3B69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graphicEl>
                                              <a:dgm id="{D449D040-DB05-41A7-AAC0-98CEAC3B69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77FBAA6-ABB6-41E1-9642-AAAC2841C4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graphicEl>
                                              <a:dgm id="{E77FBAA6-ABB6-41E1-9642-AAAC2841C4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graphicEl>
                                              <a:dgm id="{E77FBAA6-ABB6-41E1-9642-AAAC2841C4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20A4C45-DBCC-4049-9BA5-C3F9FD1BD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graphicEl>
                                              <a:dgm id="{D20A4C45-DBCC-4049-9BA5-C3F9FD1BD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graphicEl>
                                              <a:dgm id="{D20A4C45-DBCC-4049-9BA5-C3F9FD1BD8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28851DC-2FCD-4C95-8E2A-2DCE76794D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graphicEl>
                                              <a:dgm id="{B28851DC-2FCD-4C95-8E2A-2DCE76794D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graphicEl>
                                              <a:dgm id="{B28851DC-2FCD-4C95-8E2A-2DCE76794D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1A7D50E-4DCB-496A-A8C2-1C7C064F9E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graphicEl>
                                              <a:dgm id="{C1A7D50E-4DCB-496A-A8C2-1C7C064F9E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graphicEl>
                                              <a:dgm id="{C1A7D50E-4DCB-496A-A8C2-1C7C064F9E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FA69E77-758A-4E7E-9031-D96069AD4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graphicEl>
                                              <a:dgm id="{AFA69E77-758A-4E7E-9031-D96069AD4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graphicEl>
                                              <a:dgm id="{AFA69E77-758A-4E7E-9031-D96069AD4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EB91621-055D-48CB-9E0B-ECF77AC50E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graphicEl>
                                              <a:dgm id="{2EB91621-055D-48CB-9E0B-ECF77AC50E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graphicEl>
                                              <a:dgm id="{2EB91621-055D-48CB-9E0B-ECF77AC50E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AE8CD1-2D48-4F9F-88A1-B733B9428A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graphicEl>
                                              <a:dgm id="{B8AE8CD1-2D48-4F9F-88A1-B733B9428A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graphicEl>
                                              <a:dgm id="{B8AE8CD1-2D48-4F9F-88A1-B733B9428A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/>
              <a:t>Advantages of Algorithm</a:t>
            </a:r>
            <a:endParaRPr lang="en-US" sz="4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26489389"/>
              </p:ext>
            </p:extLst>
          </p:nvPr>
        </p:nvGraphicFramePr>
        <p:xfrm>
          <a:off x="1328003" y="1593290"/>
          <a:ext cx="6868994" cy="4807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007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02B9214-58DC-433E-AC82-B07BF205A9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002B9214-58DC-433E-AC82-B07BF205A9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002B9214-58DC-433E-AC82-B07BF205A9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4B9F8D7-C878-4A5F-A66F-D16FBA43A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14B9F8D7-C878-4A5F-A66F-D16FBA43A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14B9F8D7-C878-4A5F-A66F-D16FBA43A0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8A93AF9-4ABB-4B31-80F3-2AF0D20E86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78A93AF9-4ABB-4B31-80F3-2AF0D20E86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78A93AF9-4ABB-4B31-80F3-2AF0D20E86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DC92BC3-C247-41E7-8EF7-899DE533C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ADC92BC3-C247-41E7-8EF7-899DE533C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ADC92BC3-C247-41E7-8EF7-899DE533C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7B0FE5B-DFDD-4548-9665-ABC34D963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E7B0FE5B-DFDD-4548-9665-ABC34D963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E7B0FE5B-DFDD-4548-9665-ABC34D963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A81E15-F2A2-4AD1-A7F1-6B42363A23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75A81E15-F2A2-4AD1-A7F1-6B42363A23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75A81E15-F2A2-4AD1-A7F1-6B42363A23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CF76E24-EF73-4678-A6F1-B6CD2120DC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4CF76E24-EF73-4678-A6F1-B6CD2120DC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4CF76E24-EF73-4678-A6F1-B6CD2120DC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39AE69E-A66C-441E-BBBF-0115B180B5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graphicEl>
                                              <a:dgm id="{039AE69E-A66C-441E-BBBF-0115B180B5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graphicEl>
                                              <a:dgm id="{039AE69E-A66C-441E-BBBF-0115B180B5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7AACEC5-B838-49B2-8C9E-079291B232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graphicEl>
                                              <a:dgm id="{F7AACEC5-B838-49B2-8C9E-079291B232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graphicEl>
                                              <a:dgm id="{F7AACEC5-B838-49B2-8C9E-079291B232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444CA3E-E77D-44FE-9588-36951BC24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graphicEl>
                                              <a:dgm id="{8444CA3E-E77D-44FE-9588-36951BC24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graphicEl>
                                              <a:dgm id="{8444CA3E-E77D-44FE-9588-36951BC24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/>
              <a:t>Components of an Algorithm</a:t>
            </a:r>
            <a:endParaRPr lang="en-US" sz="4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372250311"/>
              </p:ext>
            </p:extLst>
          </p:nvPr>
        </p:nvGraphicFramePr>
        <p:xfrm>
          <a:off x="-273494" y="1350818"/>
          <a:ext cx="8638042" cy="4627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434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3D8623-C217-4B3A-8AAA-F21242C7FE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6A3D8623-C217-4B3A-8AAA-F21242C7FE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6A3D8623-C217-4B3A-8AAA-F21242C7FE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D09C93-5D30-45BE-8C35-FD7B4E19E4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37D09C93-5D30-45BE-8C35-FD7B4E19E4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37D09C93-5D30-45BE-8C35-FD7B4E19E4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DFF6333-5C5E-4858-BDB8-592C07B81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4DFF6333-5C5E-4858-BDB8-592C07B81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4DFF6333-5C5E-4858-BDB8-592C07B81F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5B3A89-D196-4FFE-B6EB-4367F3EF61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355B3A89-D196-4FFE-B6EB-4367F3EF61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355B3A89-D196-4FFE-B6EB-4367F3EF61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3DFDFC5-2F89-48E5-9B5B-C6A3476FF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43DFDFC5-2F89-48E5-9B5B-C6A3476FF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43DFDFC5-2F89-48E5-9B5B-C6A3476FF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D5A7B0-C431-4769-AC0B-28208C92E6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E7D5A7B0-C431-4769-AC0B-28208C92E6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E7D5A7B0-C431-4769-AC0B-28208C92E6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C5DBD53-D579-410A-8066-E96CDE5E48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0C5DBD53-D579-410A-8066-E96CDE5E48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0C5DBD53-D579-410A-8066-E96CDE5E48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25432B2-8B25-4FF3-8C4F-A01DB15B7F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graphicEl>
                                              <a:dgm id="{925432B2-8B25-4FF3-8C4F-A01DB15B7F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graphicEl>
                                              <a:dgm id="{925432B2-8B25-4FF3-8C4F-A01DB15B7F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8070C7A-4445-493F-8DE7-23DE5DE1D7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graphicEl>
                                              <a:dgm id="{68070C7A-4445-493F-8DE7-23DE5DE1D7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graphicEl>
                                              <a:dgm id="{68070C7A-4445-493F-8DE7-23DE5DE1D7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/>
              <a:t>Disadvantages of Algorithm</a:t>
            </a:r>
            <a:endParaRPr lang="en-US" sz="4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267520357"/>
              </p:ext>
            </p:extLst>
          </p:nvPr>
        </p:nvGraphicFramePr>
        <p:xfrm>
          <a:off x="651743" y="1631380"/>
          <a:ext cx="8035057" cy="4769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61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F195B42-4364-4990-82BA-62D5828928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EF195B42-4364-4990-82BA-62D5828928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EF195B42-4364-4990-82BA-62D5828928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AA94A0-C946-4032-85EF-C4E9CA8E09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A9AA94A0-C946-4032-85EF-C4E9CA8E09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A9AA94A0-C946-4032-85EF-C4E9CA8E09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31505C9-73E6-4A1E-B4CF-2A2C4A082C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E31505C9-73E6-4A1E-B4CF-2A2C4A082C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E31505C9-73E6-4A1E-B4CF-2A2C4A082C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00F3DA8-967B-4DB5-A62E-1DBA878E96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F00F3DA8-967B-4DB5-A62E-1DBA878E96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F00F3DA8-967B-4DB5-A62E-1DBA878E96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74A0E58-54A6-40D0-BB34-426417AD55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174A0E58-54A6-40D0-BB34-426417AD55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174A0E58-54A6-40D0-BB34-426417AD55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52EAF05-1A72-42E8-B831-71EC87448C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352EAF05-1A72-42E8-B831-71EC87448C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352EAF05-1A72-42E8-B831-71EC87448C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4DBB84C-BF81-446A-AD9B-DFA033DC3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34DBB84C-BF81-446A-AD9B-DFA033DC3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34DBB84C-BF81-446A-AD9B-DFA033DC3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2E94310-C02B-4E90-832F-5F22E2BF3E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graphicEl>
                                              <a:dgm id="{32E94310-C02B-4E90-832F-5F22E2BF3E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graphicEl>
                                              <a:dgm id="{32E94310-C02B-4E90-832F-5F22E2BF3E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07C2A1C-AC11-4E75-A150-4BCECE53DE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graphicEl>
                                              <a:dgm id="{807C2A1C-AC11-4E75-A150-4BCECE53DE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graphicEl>
                                              <a:dgm id="{807C2A1C-AC11-4E75-A150-4BCECE53DE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4401652-9EF6-4095-B767-2F909D9B8B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graphicEl>
                                              <a:dgm id="{A4401652-9EF6-4095-B767-2F909D9B8B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graphicEl>
                                              <a:dgm id="{A4401652-9EF6-4095-B767-2F909D9B8B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79901DE-A759-4CBE-ACD9-966855A207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graphicEl>
                                              <a:dgm id="{C79901DE-A759-4CBE-ACD9-966855A207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graphicEl>
                                              <a:dgm id="{C79901DE-A759-4CBE-ACD9-966855A207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1294C46-EC81-4CA5-AF13-89A6574E47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graphicEl>
                                              <a:dgm id="{81294C46-EC81-4CA5-AF13-89A6574E47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graphicEl>
                                              <a:dgm id="{81294C46-EC81-4CA5-AF13-89A6574E47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4D26568-C59E-4A49-8F30-B056384959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74D26568-C59E-4A49-8F30-B056384959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74D26568-C59E-4A49-8F30-B056384959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5DA6248-BC80-4CED-A79A-3385B22F94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graphicEl>
                                              <a:dgm id="{D5DA6248-BC80-4CED-A79A-3385B22F94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D5DA6248-BC80-4CED-A79A-3385B22F94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/>
              <a:t>Benefits of Algorithms</a:t>
            </a:r>
            <a:endParaRPr lang="en-US" sz="4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527914654"/>
              </p:ext>
            </p:extLst>
          </p:nvPr>
        </p:nvGraphicFramePr>
        <p:xfrm>
          <a:off x="166834" y="1631380"/>
          <a:ext cx="8035057" cy="4769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85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A9A0DE2-32EE-4DCD-BC13-C3DB17907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9A9A0DE2-32EE-4DCD-BC13-C3DB17907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9A9A0DE2-32EE-4DCD-BC13-C3DB17907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B626D5D-451C-49BC-AACB-6FC51D50E6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DB626D5D-451C-49BC-AACB-6FC51D50E6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DB626D5D-451C-49BC-AACB-6FC51D50E6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C1D2E04-800B-4B8D-AE55-FF6AF3DC5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AC1D2E04-800B-4B8D-AE55-FF6AF3DC5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AC1D2E04-800B-4B8D-AE55-FF6AF3DC5D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40396CF-C96D-43D6-BD15-982741D077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B40396CF-C96D-43D6-BD15-982741D077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B40396CF-C96D-43D6-BD15-982741D077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D77D95-B1BC-4FB5-8C04-026401F705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75D77D95-B1BC-4FB5-8C04-026401F705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75D77D95-B1BC-4FB5-8C04-026401F705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61AB8E1-072B-4B6A-97A7-CC169FE4FC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761AB8E1-072B-4B6A-97A7-CC169FE4FC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761AB8E1-072B-4B6A-97A7-CC169FE4FC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BF7D5E1-1416-4004-A03B-2B2558A482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FBF7D5E1-1416-4004-A03B-2B2558A482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FBF7D5E1-1416-4004-A03B-2B2558A482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76EDDE3-3E02-4DB4-96C1-F1D1904472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graphicEl>
                                              <a:dgm id="{C76EDDE3-3E02-4DB4-96C1-F1D1904472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graphicEl>
                                              <a:dgm id="{C76EDDE3-3E02-4DB4-96C1-F1D1904472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Representation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747" y="1620982"/>
            <a:ext cx="8229600" cy="1233055"/>
          </a:xfrm>
        </p:spPr>
        <p:txBody>
          <a:bodyPr/>
          <a:lstStyle/>
          <a:p>
            <a:pPr marL="114300" indent="0">
              <a:buNone/>
            </a:pPr>
            <a:r>
              <a:rPr lang="en-US" sz="3200"/>
              <a:t>There are two common methods of</a:t>
            </a:r>
            <a:br>
              <a:rPr lang="en-US" sz="3200"/>
            </a:br>
            <a:r>
              <a:rPr lang="en-US" sz="3200"/>
              <a:t>representing an algorithm: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1246909" y="3179619"/>
          <a:ext cx="7439891" cy="260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200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D20B57-9CA5-413B-841E-F2CB557BFF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7ED20B57-9CA5-413B-841E-F2CB557BFF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7ED20B57-9CA5-413B-841E-F2CB557BFF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7F77BF2-6FB0-4967-8F70-7B405820BB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A7F77BF2-6FB0-4967-8F70-7B405820BB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A7F77BF2-6FB0-4967-8F70-7B405820BB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8B03C06-5CDF-4CE9-970B-71FD6DCF4F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graphicEl>
                                              <a:dgm id="{88B03C06-5CDF-4CE9-970B-71FD6DCF4F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88B03C06-5CDF-4CE9-970B-71FD6DCF4F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62984CE-7517-42A4-BB93-1025A4DB2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A62984CE-7517-42A4-BB93-1025A4DB2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A62984CE-7517-42A4-BB93-1025A4DB2E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5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Flowchart — Visual Representation of Algorithms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124675" y="2064326"/>
            <a:ext cx="7105744" cy="32696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SzPct val="121000"/>
              <a:buBlip>
                <a:blip r:embed="rId2"/>
              </a:buBlip>
            </a:pPr>
            <a:r>
              <a:rPr lang="en-US" sz="2400"/>
              <a:t>A flowchart is a diagram made up of boxes, diamonds and other shapes, connected by arrows. </a:t>
            </a:r>
          </a:p>
          <a:p>
            <a:pPr>
              <a:buSzPct val="121000"/>
            </a:pPr>
            <a:endParaRPr lang="en-US" sz="2400"/>
          </a:p>
          <a:p>
            <a:pPr marL="342900" indent="-342900">
              <a:buSzPct val="120000"/>
              <a:buBlip>
                <a:blip r:embed="rId2"/>
              </a:buBlip>
            </a:pPr>
            <a:r>
              <a:rPr lang="en-US" sz="2400"/>
              <a:t>Each shape represents a step of the solution process and the arrow represents the order or link among the steps. </a:t>
            </a:r>
          </a:p>
        </p:txBody>
      </p:sp>
    </p:spTree>
    <p:extLst>
      <p:ext uri="{BB962C8B-B14F-4D97-AF65-F5344CB8AC3E}">
        <p14:creationId xmlns:p14="http://schemas.microsoft.com/office/powerpoint/2010/main" val="268810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Flowchart — Visual Representation of Algorithms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60"/>
          <a:stretch/>
        </p:blipFill>
        <p:spPr>
          <a:xfrm>
            <a:off x="2104301" y="1649557"/>
            <a:ext cx="4765491" cy="439708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884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Flowchart — Visual Representation of Algorithms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60215" y="1540315"/>
            <a:ext cx="3458750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800" b="1"/>
              <a:t>Algorithm to find square of a number </a:t>
            </a:r>
            <a:br>
              <a:rPr lang="en-US" sz="1800" b="1"/>
            </a:br>
            <a:endParaRPr lang="en-US" sz="1800" b="1">
              <a:solidFill>
                <a:schemeClr val="bg1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4134971" y="1540315"/>
            <a:ext cx="2992581" cy="4883731"/>
            <a:chOff x="2881747" y="1503216"/>
            <a:chExt cx="2992581" cy="488373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26" name="Group 25"/>
            <p:cNvGrpSpPr/>
            <p:nvPr/>
          </p:nvGrpSpPr>
          <p:grpSpPr>
            <a:xfrm>
              <a:off x="2881747" y="1503216"/>
              <a:ext cx="2992581" cy="4883731"/>
              <a:chOff x="2881747" y="1461651"/>
              <a:chExt cx="2992581" cy="4883731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" name="Rounded Rectangle 2"/>
              <p:cNvSpPr/>
              <p:nvPr/>
            </p:nvSpPr>
            <p:spPr>
              <a:xfrm>
                <a:off x="3685305" y="1461651"/>
                <a:ext cx="1219200" cy="498764"/>
              </a:xfrm>
              <a:prstGeom prst="roundRect">
                <a:avLst/>
              </a:prstGeom>
              <a:gradFill>
                <a:gsLst>
                  <a:gs pos="0">
                    <a:schemeClr val="accent3">
                      <a:lumMod val="75000"/>
                    </a:schemeClr>
                  </a:gs>
                  <a:gs pos="90000">
                    <a:schemeClr val="accent3">
                      <a:tint val="37000"/>
                      <a:satMod val="300000"/>
                    </a:schemeClr>
                  </a:gs>
                  <a:gs pos="100000">
                    <a:schemeClr val="accent3">
                      <a:tint val="15000"/>
                      <a:satMod val="350000"/>
                    </a:schemeClr>
                  </a:gs>
                </a:gsLst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>
                    <a:solidFill>
                      <a:srgbClr val="000000"/>
                    </a:solidFill>
                  </a:rPr>
                  <a:t>Start</a:t>
                </a:r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3699160" y="5846618"/>
                <a:ext cx="1219200" cy="498764"/>
              </a:xfrm>
              <a:prstGeom prst="roundRect">
                <a:avLst/>
              </a:prstGeom>
              <a:gradFill>
                <a:gsLst>
                  <a:gs pos="0">
                    <a:schemeClr val="accent3">
                      <a:lumMod val="75000"/>
                    </a:schemeClr>
                  </a:gs>
                  <a:gs pos="90000">
                    <a:schemeClr val="accent3">
                      <a:tint val="37000"/>
                      <a:satMod val="300000"/>
                    </a:schemeClr>
                  </a:gs>
                  <a:gs pos="100000">
                    <a:schemeClr val="accent3">
                      <a:tint val="15000"/>
                      <a:satMod val="350000"/>
                    </a:schemeClr>
                  </a:gs>
                </a:gsLst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>
                    <a:solidFill>
                      <a:srgbClr val="000000"/>
                    </a:solidFill>
                  </a:rPr>
                  <a:t>Stop</a:t>
                </a:r>
              </a:p>
            </p:txBody>
          </p:sp>
          <p:sp>
            <p:nvSpPr>
              <p:cNvPr id="6" name="Parallelogram 5"/>
              <p:cNvSpPr/>
              <p:nvPr/>
            </p:nvSpPr>
            <p:spPr>
              <a:xfrm>
                <a:off x="3174329" y="2396832"/>
                <a:ext cx="2244436" cy="602673"/>
              </a:xfrm>
              <a:prstGeom prst="parallelogram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>
                    <a:solidFill>
                      <a:srgbClr val="000000"/>
                    </a:solidFill>
                  </a:rPr>
                  <a:t>Input </a:t>
                </a:r>
                <a:r>
                  <a:rPr lang="en-US" sz="1800" b="1" err="1">
                    <a:solidFill>
                      <a:srgbClr val="000000"/>
                    </a:solidFill>
                  </a:rPr>
                  <a:t>num</a:t>
                </a:r>
                <a:endParaRPr lang="en-US" sz="18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Parallelogram 8"/>
              <p:cNvSpPr/>
              <p:nvPr/>
            </p:nvSpPr>
            <p:spPr>
              <a:xfrm>
                <a:off x="3269672" y="4741720"/>
                <a:ext cx="2244436" cy="602673"/>
              </a:xfrm>
              <a:prstGeom prst="parallelogram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>
                    <a:solidFill>
                      <a:srgbClr val="000000"/>
                    </a:solidFill>
                  </a:rPr>
                  <a:t>Print square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881747" y="3484418"/>
                <a:ext cx="2992581" cy="748146"/>
              </a:xfrm>
              <a:prstGeom prst="rect">
                <a:avLst/>
              </a:prstGeom>
              <a:gradFill>
                <a:gsLst>
                  <a:gs pos="0">
                    <a:srgbClr val="FFFF00"/>
                  </a:gs>
                  <a:gs pos="74000">
                    <a:srgbClr val="FFFF81"/>
                  </a:gs>
                  <a:gs pos="100000">
                    <a:srgbClr val="FFFF81"/>
                  </a:gs>
                </a:gsLst>
              </a:gradFill>
              <a:ln>
                <a:solidFill>
                  <a:srgbClr val="FFC000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>
                    <a:solidFill>
                      <a:srgbClr val="000000"/>
                    </a:solidFill>
                  </a:rPr>
                  <a:t>square = </a:t>
                </a:r>
                <a:r>
                  <a:rPr lang="en-US" sz="1800" b="1" err="1">
                    <a:solidFill>
                      <a:srgbClr val="000000"/>
                    </a:solidFill>
                  </a:rPr>
                  <a:t>num</a:t>
                </a:r>
                <a:r>
                  <a:rPr lang="en-US" sz="1800" b="1">
                    <a:solidFill>
                      <a:srgbClr val="000000"/>
                    </a:solidFill>
                  </a:rPr>
                  <a:t> * </a:t>
                </a:r>
                <a:r>
                  <a:rPr lang="en-US" sz="1800" b="1" err="1">
                    <a:solidFill>
                      <a:srgbClr val="000000"/>
                    </a:solidFill>
                  </a:rPr>
                  <a:t>num</a:t>
                </a:r>
                <a:endParaRPr lang="en-US" sz="1800" b="1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15" name="Straight Arrow Connector 14"/>
            <p:cNvCxnSpPr/>
            <p:nvPr/>
          </p:nvCxnSpPr>
          <p:spPr>
            <a:xfrm>
              <a:off x="4294905" y="1974270"/>
              <a:ext cx="0" cy="43641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6" idx="4"/>
            </p:cNvCxnSpPr>
            <p:nvPr/>
          </p:nvCxnSpPr>
          <p:spPr>
            <a:xfrm>
              <a:off x="4296547" y="3041070"/>
              <a:ext cx="0" cy="4849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4296548" y="4287986"/>
              <a:ext cx="0" cy="4849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4296549" y="5396352"/>
              <a:ext cx="0" cy="4849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018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Flowchart — Visual Representation of Algorithms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160169" y="3034145"/>
            <a:ext cx="2715491" cy="107721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BookmanOldStyle"/>
              </a:rPr>
              <a:t>A flowchart to solve the problem of a non-functioning light bulb</a:t>
            </a:r>
            <a:r>
              <a:rPr lang="en-US" sz="1600" b="1">
                <a:solidFill>
                  <a:schemeClr val="bg1"/>
                </a:solidFill>
              </a:rPr>
              <a:t> </a:t>
            </a:r>
            <a:br>
              <a:rPr lang="en-US" sz="1600" b="1">
                <a:solidFill>
                  <a:schemeClr val="bg1"/>
                </a:solidFill>
              </a:rPr>
            </a:br>
            <a:endParaRPr lang="en-US" sz="1600" b="1">
              <a:solidFill>
                <a:schemeClr val="bg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>
            <a:off x="374086" y="11258"/>
            <a:ext cx="554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2F81AB8-5BF4-BF6D-B972-8C31A820C98A}"/>
              </a:ext>
            </a:extLst>
          </p:cNvPr>
          <p:cNvGrpSpPr/>
          <p:nvPr/>
        </p:nvGrpSpPr>
        <p:grpSpPr>
          <a:xfrm>
            <a:off x="1457560" y="1433946"/>
            <a:ext cx="7201544" cy="5149416"/>
            <a:chOff x="1457560" y="1433946"/>
            <a:chExt cx="7201544" cy="5149416"/>
          </a:xfrm>
        </p:grpSpPr>
        <p:sp>
          <p:nvSpPr>
            <p:cNvPr id="3" name="Diamond 2"/>
            <p:cNvSpPr/>
            <p:nvPr/>
          </p:nvSpPr>
          <p:spPr>
            <a:xfrm>
              <a:off x="2618522" y="2185554"/>
              <a:ext cx="2057399" cy="848591"/>
            </a:xfrm>
            <a:prstGeom prst="diamond">
              <a:avLst/>
            </a:prstGeom>
            <a:gradFill>
              <a:gsLst>
                <a:gs pos="0">
                  <a:srgbClr val="92D050"/>
                </a:gs>
                <a:gs pos="35000">
                  <a:srgbClr val="92D050"/>
                </a:gs>
                <a:gs pos="100000">
                  <a:srgbClr val="CCFFCC"/>
                </a:gs>
              </a:gsLst>
            </a:gradFill>
            <a:ln>
              <a:solidFill>
                <a:srgbClr val="35812F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Is the bulb switch on?</a:t>
              </a:r>
            </a:p>
          </p:txBody>
        </p:sp>
        <p:sp>
          <p:nvSpPr>
            <p:cNvPr id="6" name="Diamond 5"/>
            <p:cNvSpPr/>
            <p:nvPr/>
          </p:nvSpPr>
          <p:spPr>
            <a:xfrm>
              <a:off x="2722430" y="3861954"/>
              <a:ext cx="1953491" cy="897082"/>
            </a:xfrm>
            <a:prstGeom prst="diamond">
              <a:avLst/>
            </a:prstGeom>
            <a:gradFill>
              <a:gsLst>
                <a:gs pos="0">
                  <a:srgbClr val="92D050"/>
                </a:gs>
                <a:gs pos="35000">
                  <a:srgbClr val="92D050"/>
                </a:gs>
                <a:gs pos="100000">
                  <a:srgbClr val="CCFFCC"/>
                </a:gs>
              </a:gsLst>
            </a:gradFill>
            <a:ln>
              <a:solidFill>
                <a:srgbClr val="35812F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Is it Burnt Out?</a:t>
              </a:r>
            </a:p>
          </p:txBody>
        </p:sp>
        <p:sp>
          <p:nvSpPr>
            <p:cNvPr id="7" name="Diamond 6"/>
            <p:cNvSpPr/>
            <p:nvPr/>
          </p:nvSpPr>
          <p:spPr>
            <a:xfrm>
              <a:off x="6747178" y="3210791"/>
              <a:ext cx="1911926" cy="829542"/>
            </a:xfrm>
            <a:prstGeom prst="diamond">
              <a:avLst/>
            </a:prstGeom>
            <a:gradFill>
              <a:gsLst>
                <a:gs pos="0">
                  <a:srgbClr val="92D050"/>
                </a:gs>
                <a:gs pos="35000">
                  <a:srgbClr val="92D050"/>
                </a:gs>
                <a:gs pos="100000">
                  <a:srgbClr val="CCFFCC"/>
                </a:gs>
              </a:gsLst>
            </a:gradFill>
            <a:ln>
              <a:solidFill>
                <a:srgbClr val="35812F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>
                  <a:solidFill>
                    <a:srgbClr val="000000"/>
                  </a:solidFill>
                </a:rPr>
                <a:t>Bulb On?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860973" y="5176765"/>
              <a:ext cx="1676401" cy="526472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51000">
                  <a:srgbClr val="FFFF81"/>
                </a:gs>
                <a:gs pos="100000">
                  <a:srgbClr val="FFFF81"/>
                </a:gs>
              </a:gsLst>
            </a:gradFill>
            <a:ln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Replace the Bulb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460342" y="2346613"/>
              <a:ext cx="1108364" cy="526472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51000">
                  <a:srgbClr val="FFFF81"/>
                </a:gs>
                <a:gs pos="100000">
                  <a:srgbClr val="FFFF81"/>
                </a:gs>
              </a:gsLst>
            </a:gradFill>
            <a:ln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Switch On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926141" y="1433947"/>
              <a:ext cx="1433944" cy="469323"/>
            </a:xfrm>
            <a:prstGeom prst="parallelogram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Check bulb switch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090067" y="6114039"/>
              <a:ext cx="1204700" cy="469323"/>
            </a:xfrm>
            <a:prstGeom prst="parallelogram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Leave bulb  On</a:t>
              </a:r>
            </a:p>
          </p:txBody>
        </p:sp>
        <p:cxnSp>
          <p:nvCxnSpPr>
            <p:cNvPr id="14" name="Straight Arrow Connector 13"/>
            <p:cNvCxnSpPr>
              <a:endCxn id="3" idx="0"/>
            </p:cNvCxnSpPr>
            <p:nvPr/>
          </p:nvCxnSpPr>
          <p:spPr>
            <a:xfrm>
              <a:off x="3647221" y="1903270"/>
              <a:ext cx="1" cy="28228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3" idx="2"/>
            </p:cNvCxnSpPr>
            <p:nvPr/>
          </p:nvCxnSpPr>
          <p:spPr>
            <a:xfrm flipH="1">
              <a:off x="3647220" y="3034145"/>
              <a:ext cx="2" cy="8278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2"/>
              <a:endCxn id="5" idx="0"/>
            </p:cNvCxnSpPr>
            <p:nvPr/>
          </p:nvCxnSpPr>
          <p:spPr>
            <a:xfrm flipH="1">
              <a:off x="3699174" y="4759036"/>
              <a:ext cx="2" cy="41772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5" idx="2"/>
            </p:cNvCxnSpPr>
            <p:nvPr/>
          </p:nvCxnSpPr>
          <p:spPr>
            <a:xfrm>
              <a:off x="3699174" y="5703237"/>
              <a:ext cx="1" cy="41080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3" idx="3"/>
              <a:endCxn id="10" idx="1"/>
            </p:cNvCxnSpPr>
            <p:nvPr/>
          </p:nvCxnSpPr>
          <p:spPr>
            <a:xfrm flipV="1">
              <a:off x="4675921" y="2609849"/>
              <a:ext cx="784421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0" idx="3"/>
            </p:cNvCxnSpPr>
            <p:nvPr/>
          </p:nvCxnSpPr>
          <p:spPr>
            <a:xfrm>
              <a:off x="6568706" y="2609849"/>
              <a:ext cx="113443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7" idx="0"/>
            </p:cNvCxnSpPr>
            <p:nvPr/>
          </p:nvCxnSpPr>
          <p:spPr>
            <a:xfrm>
              <a:off x="7703141" y="2609849"/>
              <a:ext cx="0" cy="60094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7" idx="2"/>
            </p:cNvCxnSpPr>
            <p:nvPr/>
          </p:nvCxnSpPr>
          <p:spPr>
            <a:xfrm>
              <a:off x="7703141" y="4040333"/>
              <a:ext cx="0" cy="186830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cxnSpLocks/>
            </p:cNvCxnSpPr>
            <p:nvPr/>
          </p:nvCxnSpPr>
          <p:spPr>
            <a:xfrm>
              <a:off x="4663211" y="4310495"/>
              <a:ext cx="305491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7" idx="1"/>
            </p:cNvCxnSpPr>
            <p:nvPr/>
          </p:nvCxnSpPr>
          <p:spPr>
            <a:xfrm flipH="1">
              <a:off x="3647220" y="3625562"/>
              <a:ext cx="309995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3699173" y="5908638"/>
              <a:ext cx="400396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667865" y="3095435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775835" y="4038609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730210" y="4818179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63239" y="2275478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254196" y="3294160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750421" y="4002718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572014" y="3332984"/>
              <a:ext cx="1468584" cy="526472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51000">
                  <a:srgbClr val="FFFF81"/>
                </a:gs>
                <a:gs pos="100000">
                  <a:srgbClr val="FFFF81"/>
                </a:gs>
              </a:gsLst>
            </a:gradFill>
            <a:ln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Call Electrician</a:t>
              </a:r>
            </a:p>
          </p:txBody>
        </p:sp>
        <p:sp>
          <p:nvSpPr>
            <p:cNvPr id="13" name="Rounded Rectangle 10">
              <a:extLst>
                <a:ext uri="{FF2B5EF4-FFF2-40B4-BE49-F238E27FC236}">
                  <a16:creationId xmlns:a16="http://schemas.microsoft.com/office/drawing/2014/main" id="{ACE54310-D874-31CD-A3CF-5F8EFC5551B7}"/>
                </a:ext>
              </a:extLst>
            </p:cNvPr>
            <p:cNvSpPr/>
            <p:nvPr/>
          </p:nvSpPr>
          <p:spPr>
            <a:xfrm>
              <a:off x="1457560" y="1433946"/>
              <a:ext cx="1087581" cy="469323"/>
            </a:xfrm>
            <a:prstGeom prst="roundRect">
              <a:avLst/>
            </a:prstGeom>
            <a:gradFill>
              <a:gsLst>
                <a:gs pos="0">
                  <a:schemeClr val="accent3">
                    <a:lumMod val="75000"/>
                  </a:schemeClr>
                </a:gs>
                <a:gs pos="76000">
                  <a:schemeClr val="accent3">
                    <a:tint val="37000"/>
                    <a:satMod val="300000"/>
                  </a:schemeClr>
                </a:gs>
                <a:gs pos="100000">
                  <a:schemeClr val="accent3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Start</a:t>
              </a:r>
            </a:p>
          </p:txBody>
        </p:sp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D685FDC9-1C7F-ADDB-8BFA-7A660102794C}"/>
                </a:ext>
              </a:extLst>
            </p:cNvPr>
            <p:cNvSpPr/>
            <p:nvPr/>
          </p:nvSpPr>
          <p:spPr>
            <a:xfrm>
              <a:off x="1618591" y="6114039"/>
              <a:ext cx="1087581" cy="469323"/>
            </a:xfrm>
            <a:prstGeom prst="roundRect">
              <a:avLst/>
            </a:prstGeom>
            <a:gradFill>
              <a:gsLst>
                <a:gs pos="0">
                  <a:schemeClr val="accent3">
                    <a:lumMod val="75000"/>
                  </a:schemeClr>
                </a:gs>
                <a:gs pos="76000">
                  <a:schemeClr val="accent3">
                    <a:tint val="37000"/>
                    <a:satMod val="300000"/>
                  </a:schemeClr>
                </a:gs>
                <a:gs pos="100000">
                  <a:schemeClr val="accent3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Stop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7F9475C-4B09-5498-7E41-5241FA9976FC}"/>
                </a:ext>
              </a:extLst>
            </p:cNvPr>
            <p:cNvCxnSpPr>
              <a:cxnSpLocks/>
              <a:stCxn id="13" idx="3"/>
              <a:endCxn id="11" idx="5"/>
            </p:cNvCxnSpPr>
            <p:nvPr/>
          </p:nvCxnSpPr>
          <p:spPr>
            <a:xfrm>
              <a:off x="2545141" y="1668608"/>
              <a:ext cx="439665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902B2E7-6796-B46C-B492-A492FF56FD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5106" y="6306617"/>
              <a:ext cx="46877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7703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Pseudocode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36915" y="1537854"/>
            <a:ext cx="7998134" cy="4849091"/>
          </a:xfrm>
          <a:prstGeom prst="round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SzPct val="121000"/>
              <a:buBlip>
                <a:blip r:embed="rId2"/>
              </a:buBlip>
            </a:pPr>
            <a:r>
              <a:rPr lang="en-US" sz="2200"/>
              <a:t>A pseudocode is another way of representing an algorithm. </a:t>
            </a:r>
          </a:p>
          <a:p>
            <a:pPr marL="342900" indent="-342900">
              <a:lnSpc>
                <a:spcPct val="150000"/>
              </a:lnSpc>
              <a:buSzPct val="121000"/>
              <a:buBlip>
                <a:blip r:embed="rId2"/>
              </a:buBlip>
            </a:pPr>
            <a:r>
              <a:rPr lang="en-US" sz="2200"/>
              <a:t>It is considered as a non-formal language that helps programmers to write algorithm. </a:t>
            </a:r>
          </a:p>
          <a:p>
            <a:pPr marL="342900" indent="-342900">
              <a:lnSpc>
                <a:spcPct val="150000"/>
              </a:lnSpc>
              <a:buSzPct val="121000"/>
              <a:buBlip>
                <a:blip r:embed="rId2"/>
              </a:buBlip>
            </a:pPr>
            <a:r>
              <a:rPr lang="en-US" sz="2200"/>
              <a:t>It is a detailed description of instructions that a computer must follow in a particular order. </a:t>
            </a:r>
          </a:p>
          <a:p>
            <a:pPr marL="342900" indent="-342900">
              <a:lnSpc>
                <a:spcPct val="150000"/>
              </a:lnSpc>
              <a:buSzPct val="121000"/>
              <a:buBlip>
                <a:blip r:embed="rId2"/>
              </a:buBlip>
            </a:pPr>
            <a:r>
              <a:rPr lang="en-US" sz="2200"/>
              <a:t>It is intended for human reading and cannot be executed directly by the computer. </a:t>
            </a:r>
          </a:p>
          <a:p>
            <a:pPr marL="342900" indent="-342900">
              <a:lnSpc>
                <a:spcPct val="150000"/>
              </a:lnSpc>
              <a:buSzPct val="121000"/>
              <a:buBlip>
                <a:blip r:embed="rId2"/>
              </a:buBlip>
            </a:pPr>
            <a:r>
              <a:rPr lang="en-US" sz="2200"/>
              <a:t>No specific standard for writing a pseudocode exists. </a:t>
            </a:r>
          </a:p>
        </p:txBody>
      </p:sp>
    </p:spTree>
    <p:extLst>
      <p:ext uri="{BB962C8B-B14F-4D97-AF65-F5344CB8AC3E}">
        <p14:creationId xmlns:p14="http://schemas.microsoft.com/office/powerpoint/2010/main" val="286468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Pseudocode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Snip Diagonal Corner Rectangle 5"/>
          <p:cNvSpPr/>
          <p:nvPr/>
        </p:nvSpPr>
        <p:spPr>
          <a:xfrm>
            <a:off x="709227" y="1496290"/>
            <a:ext cx="7725546" cy="886692"/>
          </a:xfrm>
          <a:prstGeom prst="snip2Diag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/>
              <a:t>Write an algorithm to calculate area and perimeter of a rectangle, using both pseudocode and flowchart. 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8" name="Flowchart: Terminator 7"/>
          <p:cNvSpPr/>
          <p:nvPr/>
        </p:nvSpPr>
        <p:spPr>
          <a:xfrm>
            <a:off x="2153375" y="2583872"/>
            <a:ext cx="4667344" cy="715365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/>
              <a:t>Pseudocode for calculating area and perimeter of a rectangle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8831" y="3541693"/>
            <a:ext cx="6108721" cy="2582016"/>
          </a:xfrm>
          <a:prstGeom prst="round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/>
              <a:t>INPUT length</a:t>
            </a:r>
            <a:br>
              <a:rPr lang="en-US" sz="2000"/>
            </a:br>
            <a:r>
              <a:rPr lang="en-US" sz="2000"/>
              <a:t>INPUT breadth</a:t>
            </a:r>
            <a:br>
              <a:rPr lang="en-US" sz="2000"/>
            </a:br>
            <a:r>
              <a:rPr lang="en-US" sz="2000"/>
              <a:t>COMPUTE Area = length * breadth</a:t>
            </a:r>
            <a:br>
              <a:rPr lang="en-US" sz="2000"/>
            </a:br>
            <a:r>
              <a:rPr lang="en-US" sz="2000"/>
              <a:t>PRINT Area</a:t>
            </a:r>
            <a:br>
              <a:rPr lang="en-US" sz="2000"/>
            </a:br>
            <a:r>
              <a:rPr lang="en-US" sz="2000"/>
              <a:t>COMPUTE Perim = 2 * (length + breadth)</a:t>
            </a:r>
            <a:br>
              <a:rPr lang="en-US" sz="2000"/>
            </a:br>
            <a:r>
              <a:rPr lang="en-US" sz="2000"/>
              <a:t>PRINT Perim </a:t>
            </a:r>
            <a:br>
              <a:rPr lang="en-US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8275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Pseudocode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Pentagon 5"/>
          <p:cNvSpPr/>
          <p:nvPr/>
        </p:nvSpPr>
        <p:spPr>
          <a:xfrm>
            <a:off x="290946" y="1537855"/>
            <a:ext cx="3879272" cy="928254"/>
          </a:xfrm>
          <a:prstGeom prst="homePlate">
            <a:avLst>
              <a:gd name="adj" fmla="val 73176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>
                <a:solidFill>
                  <a:schemeClr val="bg1"/>
                </a:solidFill>
              </a:rPr>
              <a:t>Some of the frequently used keywords while writing pseudocode: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114474452"/>
              </p:ext>
            </p:extLst>
          </p:nvPr>
        </p:nvGraphicFramePr>
        <p:xfrm>
          <a:off x="2590800" y="2336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475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5FEC489-580A-4C8A-94BD-16881C001F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95FEC489-580A-4C8A-94BD-16881C001F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95FEC489-580A-4C8A-94BD-16881C001F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4A13507-234A-4652-B522-3C0D9B6197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24A13507-234A-4652-B522-3C0D9B6197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24A13507-234A-4652-B522-3C0D9B6197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5729928-AA2F-4287-9E8F-1528921BB0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85729928-AA2F-4287-9E8F-1528921BB0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85729928-AA2F-4287-9E8F-1528921BB0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E28B2A8-A4D8-4B41-B171-E5FB123B0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6E28B2A8-A4D8-4B41-B171-E5FB123B0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6E28B2A8-A4D8-4B41-B171-E5FB123B0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0691666-CC2E-4C71-AFE8-BACF169EDB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E0691666-CC2E-4C71-AFE8-BACF169EDB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E0691666-CC2E-4C71-AFE8-BACF169EDB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8F8A0CF-1FD5-4EC7-9BAB-C6F33ABFE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18F8A0CF-1FD5-4EC7-9BAB-C6F33ABFE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18F8A0CF-1FD5-4EC7-9BAB-C6F33ABFE3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9B7E297-7BAA-442E-81ED-64F4B0F8A7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39B7E297-7BAA-442E-81ED-64F4B0F8A7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39B7E297-7BAA-442E-81ED-64F4B0F8A7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2FAB127-CCCF-4388-887E-608DEB47CF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graphicEl>
                                              <a:dgm id="{E2FAB127-CCCF-4388-887E-608DEB47CF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graphicEl>
                                              <a:dgm id="{E2FAB127-CCCF-4388-887E-608DEB47CF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3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Flowchart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2907628" y="1518032"/>
            <a:ext cx="2952839" cy="4855058"/>
            <a:chOff x="2907628" y="1518032"/>
            <a:chExt cx="2952839" cy="485505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1" name="Rounded Rectangle 10"/>
            <p:cNvSpPr/>
            <p:nvPr/>
          </p:nvSpPr>
          <p:spPr>
            <a:xfrm>
              <a:off x="3985319" y="1518032"/>
              <a:ext cx="815307" cy="333536"/>
            </a:xfrm>
            <a:prstGeom prst="roundRect">
              <a:avLst/>
            </a:prstGeom>
            <a:gradFill>
              <a:gsLst>
                <a:gs pos="0">
                  <a:schemeClr val="accent3">
                    <a:lumMod val="75000"/>
                  </a:schemeClr>
                </a:gs>
                <a:gs pos="90000">
                  <a:schemeClr val="accent3">
                    <a:tint val="37000"/>
                    <a:satMod val="300000"/>
                  </a:schemeClr>
                </a:gs>
                <a:gs pos="100000">
                  <a:schemeClr val="accent3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Start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994584" y="6039554"/>
              <a:ext cx="815307" cy="333536"/>
            </a:xfrm>
            <a:prstGeom prst="roundRect">
              <a:avLst/>
            </a:prstGeom>
            <a:gradFill>
              <a:gsLst>
                <a:gs pos="0">
                  <a:schemeClr val="accent3">
                    <a:lumMod val="75000"/>
                  </a:schemeClr>
                </a:gs>
                <a:gs pos="90000">
                  <a:schemeClr val="accent3">
                    <a:tint val="37000"/>
                    <a:satMod val="300000"/>
                  </a:schemeClr>
                </a:gs>
                <a:gs pos="100000">
                  <a:schemeClr val="accent3">
                    <a:tint val="15000"/>
                    <a:satMod val="350000"/>
                  </a:schemeClr>
                </a:gs>
              </a:gsLst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Stop</a:t>
              </a:r>
            </a:p>
          </p:txBody>
        </p:sp>
        <p:sp>
          <p:nvSpPr>
            <p:cNvPr id="13" name="Parallelogram 12"/>
            <p:cNvSpPr/>
            <p:nvPr/>
          </p:nvSpPr>
          <p:spPr>
            <a:xfrm>
              <a:off x="3477359" y="2098236"/>
              <a:ext cx="1805552" cy="495283"/>
            </a:xfrm>
            <a:prstGeom prst="parallelogram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Input length, breadth</a:t>
              </a:r>
            </a:p>
          </p:txBody>
        </p:sp>
        <p:sp>
          <p:nvSpPr>
            <p:cNvPr id="14" name="Parallelogram 13"/>
            <p:cNvSpPr/>
            <p:nvPr/>
          </p:nvSpPr>
          <p:spPr>
            <a:xfrm>
              <a:off x="3513405" y="5300683"/>
              <a:ext cx="1741795" cy="403022"/>
            </a:xfrm>
            <a:prstGeom prst="parallelogram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Print </a:t>
              </a:r>
              <a:r>
                <a:rPr lang="en-US" sz="1600" err="1">
                  <a:solidFill>
                    <a:srgbClr val="000000"/>
                  </a:solidFill>
                </a:rPr>
                <a:t>Perim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212436" y="2917793"/>
              <a:ext cx="2370948" cy="500303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74000">
                  <a:srgbClr val="FFFF81"/>
                </a:gs>
                <a:gs pos="100000">
                  <a:srgbClr val="FFFF81"/>
                </a:gs>
              </a:gsLst>
            </a:gradFill>
            <a:ln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Area = length * breadth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4392973" y="1833037"/>
              <a:ext cx="0" cy="29184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380392" y="2603255"/>
              <a:ext cx="0" cy="32427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4394071" y="3450906"/>
              <a:ext cx="0" cy="32427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4394072" y="5710656"/>
              <a:ext cx="0" cy="32427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arallelogram 15"/>
            <p:cNvSpPr/>
            <p:nvPr/>
          </p:nvSpPr>
          <p:spPr>
            <a:xfrm>
              <a:off x="3643618" y="3765912"/>
              <a:ext cx="1500907" cy="403022"/>
            </a:xfrm>
            <a:prstGeom prst="parallelogram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Print Area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907628" y="4490507"/>
              <a:ext cx="2952839" cy="500303"/>
            </a:xfrm>
            <a:prstGeom prst="rect">
              <a:avLst/>
            </a:prstGeom>
            <a:gradFill>
              <a:gsLst>
                <a:gs pos="0">
                  <a:srgbClr val="FFFF00"/>
                </a:gs>
                <a:gs pos="74000">
                  <a:srgbClr val="FFFF81"/>
                </a:gs>
                <a:gs pos="100000">
                  <a:srgbClr val="FFFF81"/>
                </a:gs>
              </a:gsLst>
            </a:gradFill>
            <a:ln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err="1">
                  <a:solidFill>
                    <a:srgbClr val="000000"/>
                  </a:solidFill>
                </a:rPr>
                <a:t>Perim</a:t>
              </a:r>
              <a:r>
                <a:rPr lang="en-US" sz="1600">
                  <a:solidFill>
                    <a:srgbClr val="000000"/>
                  </a:solidFill>
                </a:rPr>
                <a:t> = 2 * (length + breadth)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4394068" y="4168993"/>
              <a:ext cx="0" cy="32427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4394065" y="4981249"/>
              <a:ext cx="0" cy="32427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28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Pseudocode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36915" y="1717963"/>
            <a:ext cx="7998134" cy="4488872"/>
          </a:xfrm>
          <a:prstGeom prst="round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SzPct val="121000"/>
              <a:buBlip>
                <a:blip r:embed="rId2"/>
              </a:buBlip>
            </a:pPr>
            <a:r>
              <a:rPr lang="en-US" sz="2000">
                <a:solidFill>
                  <a:schemeClr val="tx1"/>
                </a:solidFill>
              </a:rPr>
              <a:t>Pseudocode helps in representing the basic functionality of the intended program.</a:t>
            </a:r>
          </a:p>
          <a:p>
            <a:pPr marL="342900" indent="-342900">
              <a:lnSpc>
                <a:spcPct val="150000"/>
              </a:lnSpc>
              <a:buSzPct val="121000"/>
              <a:buBlip>
                <a:blip r:embed="rId2"/>
              </a:buBlip>
            </a:pPr>
            <a:r>
              <a:rPr lang="en-US" sz="2000">
                <a:solidFill>
                  <a:schemeClr val="tx1"/>
                </a:solidFill>
              </a:rPr>
              <a:t>By writing the code first in a human readable language, the programmer safeguards against leaving out any important step. </a:t>
            </a:r>
          </a:p>
          <a:p>
            <a:pPr marL="342900" indent="-342900">
              <a:lnSpc>
                <a:spcPct val="150000"/>
              </a:lnSpc>
              <a:buSzPct val="121000"/>
              <a:buBlip>
                <a:blip r:embed="rId2"/>
              </a:buBlip>
            </a:pPr>
            <a:r>
              <a:rPr lang="en-US" sz="2000">
                <a:solidFill>
                  <a:schemeClr val="tx1"/>
                </a:solidFill>
              </a:rPr>
              <a:t>For non-programmers, actual programs are difficult to read and understand, but pseudocode helps them to review the steps to confirm that the proposed implementation is going to achieve the desire output. </a:t>
            </a:r>
          </a:p>
        </p:txBody>
      </p:sp>
    </p:spTree>
    <p:extLst>
      <p:ext uri="{BB962C8B-B14F-4D97-AF65-F5344CB8AC3E}">
        <p14:creationId xmlns:p14="http://schemas.microsoft.com/office/powerpoint/2010/main" val="264360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17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ST-Theme3">
  <a:themeElements>
    <a:clrScheme name="Custom 1">
      <a:dk1>
        <a:srgbClr val="002060"/>
      </a:dk1>
      <a:lt1>
        <a:srgbClr val="FFFFFF"/>
      </a:lt1>
      <a:dk2>
        <a:srgbClr val="09055B"/>
      </a:dk2>
      <a:lt2>
        <a:srgbClr val="FFFFFF"/>
      </a:lt2>
      <a:accent1>
        <a:srgbClr val="002060"/>
      </a:accent1>
      <a:accent2>
        <a:srgbClr val="002060"/>
      </a:accent2>
      <a:accent3>
        <a:srgbClr val="97BAFF"/>
      </a:accent3>
      <a:accent4>
        <a:srgbClr val="D5E3FF"/>
      </a:accent4>
      <a:accent5>
        <a:srgbClr val="002060"/>
      </a:accent5>
      <a:accent6>
        <a:srgbClr val="002060"/>
      </a:accent6>
      <a:hlink>
        <a:srgbClr val="DB5353"/>
      </a:hlink>
      <a:folHlink>
        <a:srgbClr val="90363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T-Theme3" id="{19FA4AEF-6FF8-4EA7-B305-9BE5D4ECCCA5}" vid="{A328A429-1CDE-49DF-A990-0DFEB0585E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SST-Theme3</Template>
  <TotalTime>19</TotalTime>
  <Words>972</Words>
  <Application>Microsoft Office PowerPoint</Application>
  <PresentationFormat>On-screen Show (4:3)</PresentationFormat>
  <Paragraphs>146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SST-Theme3</vt:lpstr>
      <vt:lpstr>Computer Algorithms (COS 101) </vt:lpstr>
      <vt:lpstr>Learning Objectives</vt:lpstr>
      <vt:lpstr>What is an Algorithm?</vt:lpstr>
      <vt:lpstr>Other Definitions</vt:lpstr>
      <vt:lpstr>Why do we need an Algorithm?</vt:lpstr>
      <vt:lpstr>Characteristics of a Good Algorithm</vt:lpstr>
      <vt:lpstr>Advantages of Algorithm</vt:lpstr>
      <vt:lpstr>Components of an Algorithm</vt:lpstr>
      <vt:lpstr>Disadvantages of Algorithm</vt:lpstr>
      <vt:lpstr>Benefits of Algorithms</vt:lpstr>
      <vt:lpstr>Representation of Algorithms</vt:lpstr>
      <vt:lpstr>Flowchart — Visual Representation of Algorithms </vt:lpstr>
      <vt:lpstr>Flowchart — Visual Representation of Algorithms </vt:lpstr>
      <vt:lpstr>Flowchart — Visual Representation of Algorithms </vt:lpstr>
      <vt:lpstr>Flowchart — Visual Representation of Algorithms </vt:lpstr>
      <vt:lpstr>Pseudocode</vt:lpstr>
      <vt:lpstr>Pseudocode Example</vt:lpstr>
      <vt:lpstr>Pseudocode</vt:lpstr>
      <vt:lpstr>The Flowchart</vt:lpstr>
      <vt:lpstr>Benefits of Pseudocode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Moruson</dc:creator>
  <cp:lastModifiedBy>Desmond Moru</cp:lastModifiedBy>
  <cp:revision>3</cp:revision>
  <dcterms:modified xsi:type="dcterms:W3CDTF">2025-10-25T16:42:31Z</dcterms:modified>
</cp:coreProperties>
</file>