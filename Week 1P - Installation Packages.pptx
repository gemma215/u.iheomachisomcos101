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0.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1.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2.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3.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4.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5.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6.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7.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18.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19.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20.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21.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22.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23.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24.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25.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26.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notesSlides/notesSlide27.xml" ContentType="application/vnd.openxmlformats-officedocument.presentationml.notesSlide+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60" r:id="rId1"/>
  </p:sldMasterIdLst>
  <p:notesMasterIdLst>
    <p:notesMasterId r:id="rId30"/>
  </p:notesMasterIdLst>
  <p:sldIdLst>
    <p:sldId id="256" r:id="rId2"/>
    <p:sldId id="258" r:id="rId3"/>
    <p:sldId id="260" r:id="rId4"/>
    <p:sldId id="273" r:id="rId5"/>
    <p:sldId id="259" r:id="rId6"/>
    <p:sldId id="261" r:id="rId7"/>
    <p:sldId id="262" r:id="rId8"/>
    <p:sldId id="263" r:id="rId9"/>
    <p:sldId id="264" r:id="rId10"/>
    <p:sldId id="265" r:id="rId11"/>
    <p:sldId id="266" r:id="rId12"/>
    <p:sldId id="284" r:id="rId13"/>
    <p:sldId id="267" r:id="rId14"/>
    <p:sldId id="268" r:id="rId15"/>
    <p:sldId id="269" r:id="rId16"/>
    <p:sldId id="270" r:id="rId17"/>
    <p:sldId id="271" r:id="rId18"/>
    <p:sldId id="272" r:id="rId19"/>
    <p:sldId id="274" r:id="rId20"/>
    <p:sldId id="275" r:id="rId21"/>
    <p:sldId id="276" r:id="rId22"/>
    <p:sldId id="278" r:id="rId23"/>
    <p:sldId id="277" r:id="rId24"/>
    <p:sldId id="279" r:id="rId25"/>
    <p:sldId id="280" r:id="rId26"/>
    <p:sldId id="281" r:id="rId27"/>
    <p:sldId id="282" r:id="rId28"/>
    <p:sldId id="283" r:id="rId29"/>
  </p:sldIdLst>
  <p:sldSz cx="9144000" cy="6858000" type="screen4x3"/>
  <p:notesSz cx="7315200" cy="9601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206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B5ACBC-0B56-46EF-87B5-E8DE082234BE}" v="3" dt="2025-09-28T21:46:30.6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621" autoAdjust="0"/>
  </p:normalViewPr>
  <p:slideViewPr>
    <p:cSldViewPr snapToGrid="0">
      <p:cViewPr varScale="1">
        <p:scale>
          <a:sx n="76" d="100"/>
          <a:sy n="76" d="100"/>
        </p:scale>
        <p:origin x="1642" y="4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smond Moru" userId="6f26e33e-9804-4cd4-bee7-5a63f19038d9" providerId="ADAL" clId="{C18332C9-1288-45CE-B82D-1FBFB032C83C}"/>
    <pc:docChg chg="custSel modSld modMainMaster">
      <pc:chgData name="Desmond Moru" userId="6f26e33e-9804-4cd4-bee7-5a63f19038d9" providerId="ADAL" clId="{C18332C9-1288-45CE-B82D-1FBFB032C83C}" dt="2025-09-28T21:46:30.679" v="3"/>
      <pc:docMkLst>
        <pc:docMk/>
      </pc:docMkLst>
      <pc:sldChg chg="delSp mod modTransition">
        <pc:chgData name="Desmond Moru" userId="6f26e33e-9804-4cd4-bee7-5a63f19038d9" providerId="ADAL" clId="{C18332C9-1288-45CE-B82D-1FBFB032C83C}" dt="2025-09-28T21:46:30.679" v="3"/>
        <pc:sldMkLst>
          <pc:docMk/>
          <pc:sldMk cId="0" sldId="256"/>
        </pc:sldMkLst>
        <pc:spChg chg="del">
          <ac:chgData name="Desmond Moru" userId="6f26e33e-9804-4cd4-bee7-5a63f19038d9" providerId="ADAL" clId="{C18332C9-1288-45CE-B82D-1FBFB032C83C}" dt="2025-09-28T21:44:25.653" v="0" actId="478"/>
          <ac:spMkLst>
            <pc:docMk/>
            <pc:sldMk cId="0" sldId="256"/>
            <ac:spMk id="6" creationId="{40196BD5-626D-4A59-9A61-B904150AF5F2}"/>
          </ac:spMkLst>
        </pc:spChg>
      </pc:sldChg>
      <pc:sldChg chg="modTransition">
        <pc:chgData name="Desmond Moru" userId="6f26e33e-9804-4cd4-bee7-5a63f19038d9" providerId="ADAL" clId="{C18332C9-1288-45CE-B82D-1FBFB032C83C}" dt="2025-09-28T21:46:30.679" v="3"/>
        <pc:sldMkLst>
          <pc:docMk/>
          <pc:sldMk cId="0" sldId="258"/>
        </pc:sldMkLst>
      </pc:sldChg>
      <pc:sldChg chg="modTransition">
        <pc:chgData name="Desmond Moru" userId="6f26e33e-9804-4cd4-bee7-5a63f19038d9" providerId="ADAL" clId="{C18332C9-1288-45CE-B82D-1FBFB032C83C}" dt="2025-09-28T21:46:30.679" v="3"/>
        <pc:sldMkLst>
          <pc:docMk/>
          <pc:sldMk cId="317877759" sldId="259"/>
        </pc:sldMkLst>
      </pc:sldChg>
      <pc:sldChg chg="modTransition">
        <pc:chgData name="Desmond Moru" userId="6f26e33e-9804-4cd4-bee7-5a63f19038d9" providerId="ADAL" clId="{C18332C9-1288-45CE-B82D-1FBFB032C83C}" dt="2025-09-28T21:46:30.679" v="3"/>
        <pc:sldMkLst>
          <pc:docMk/>
          <pc:sldMk cId="1331775597" sldId="260"/>
        </pc:sldMkLst>
      </pc:sldChg>
      <pc:sldChg chg="modTransition">
        <pc:chgData name="Desmond Moru" userId="6f26e33e-9804-4cd4-bee7-5a63f19038d9" providerId="ADAL" clId="{C18332C9-1288-45CE-B82D-1FBFB032C83C}" dt="2025-09-28T21:46:30.679" v="3"/>
        <pc:sldMkLst>
          <pc:docMk/>
          <pc:sldMk cId="3419368129" sldId="261"/>
        </pc:sldMkLst>
      </pc:sldChg>
      <pc:sldChg chg="modTransition">
        <pc:chgData name="Desmond Moru" userId="6f26e33e-9804-4cd4-bee7-5a63f19038d9" providerId="ADAL" clId="{C18332C9-1288-45CE-B82D-1FBFB032C83C}" dt="2025-09-28T21:46:30.679" v="3"/>
        <pc:sldMkLst>
          <pc:docMk/>
          <pc:sldMk cId="2831840966" sldId="262"/>
        </pc:sldMkLst>
      </pc:sldChg>
      <pc:sldChg chg="modTransition">
        <pc:chgData name="Desmond Moru" userId="6f26e33e-9804-4cd4-bee7-5a63f19038d9" providerId="ADAL" clId="{C18332C9-1288-45CE-B82D-1FBFB032C83C}" dt="2025-09-28T21:46:30.679" v="3"/>
        <pc:sldMkLst>
          <pc:docMk/>
          <pc:sldMk cId="3503516374" sldId="263"/>
        </pc:sldMkLst>
      </pc:sldChg>
      <pc:sldChg chg="modTransition">
        <pc:chgData name="Desmond Moru" userId="6f26e33e-9804-4cd4-bee7-5a63f19038d9" providerId="ADAL" clId="{C18332C9-1288-45CE-B82D-1FBFB032C83C}" dt="2025-09-28T21:46:30.679" v="3"/>
        <pc:sldMkLst>
          <pc:docMk/>
          <pc:sldMk cId="3034143584" sldId="264"/>
        </pc:sldMkLst>
      </pc:sldChg>
      <pc:sldChg chg="modTransition">
        <pc:chgData name="Desmond Moru" userId="6f26e33e-9804-4cd4-bee7-5a63f19038d9" providerId="ADAL" clId="{C18332C9-1288-45CE-B82D-1FBFB032C83C}" dt="2025-09-28T21:46:30.679" v="3"/>
        <pc:sldMkLst>
          <pc:docMk/>
          <pc:sldMk cId="2710960817" sldId="265"/>
        </pc:sldMkLst>
      </pc:sldChg>
      <pc:sldChg chg="modTransition">
        <pc:chgData name="Desmond Moru" userId="6f26e33e-9804-4cd4-bee7-5a63f19038d9" providerId="ADAL" clId="{C18332C9-1288-45CE-B82D-1FBFB032C83C}" dt="2025-09-28T21:46:30.679" v="3"/>
        <pc:sldMkLst>
          <pc:docMk/>
          <pc:sldMk cId="3591199854" sldId="266"/>
        </pc:sldMkLst>
      </pc:sldChg>
      <pc:sldChg chg="modTransition">
        <pc:chgData name="Desmond Moru" userId="6f26e33e-9804-4cd4-bee7-5a63f19038d9" providerId="ADAL" clId="{C18332C9-1288-45CE-B82D-1FBFB032C83C}" dt="2025-09-28T21:46:30.679" v="3"/>
        <pc:sldMkLst>
          <pc:docMk/>
          <pc:sldMk cId="672031640" sldId="267"/>
        </pc:sldMkLst>
      </pc:sldChg>
      <pc:sldChg chg="modTransition">
        <pc:chgData name="Desmond Moru" userId="6f26e33e-9804-4cd4-bee7-5a63f19038d9" providerId="ADAL" clId="{C18332C9-1288-45CE-B82D-1FBFB032C83C}" dt="2025-09-28T21:46:30.679" v="3"/>
        <pc:sldMkLst>
          <pc:docMk/>
          <pc:sldMk cId="1308942356" sldId="268"/>
        </pc:sldMkLst>
      </pc:sldChg>
      <pc:sldChg chg="modTransition">
        <pc:chgData name="Desmond Moru" userId="6f26e33e-9804-4cd4-bee7-5a63f19038d9" providerId="ADAL" clId="{C18332C9-1288-45CE-B82D-1FBFB032C83C}" dt="2025-09-28T21:46:30.679" v="3"/>
        <pc:sldMkLst>
          <pc:docMk/>
          <pc:sldMk cId="1781098068" sldId="269"/>
        </pc:sldMkLst>
      </pc:sldChg>
      <pc:sldChg chg="modTransition">
        <pc:chgData name="Desmond Moru" userId="6f26e33e-9804-4cd4-bee7-5a63f19038d9" providerId="ADAL" clId="{C18332C9-1288-45CE-B82D-1FBFB032C83C}" dt="2025-09-28T21:46:30.679" v="3"/>
        <pc:sldMkLst>
          <pc:docMk/>
          <pc:sldMk cId="2866390057" sldId="270"/>
        </pc:sldMkLst>
      </pc:sldChg>
      <pc:sldChg chg="modTransition">
        <pc:chgData name="Desmond Moru" userId="6f26e33e-9804-4cd4-bee7-5a63f19038d9" providerId="ADAL" clId="{C18332C9-1288-45CE-B82D-1FBFB032C83C}" dt="2025-09-28T21:46:30.679" v="3"/>
        <pc:sldMkLst>
          <pc:docMk/>
          <pc:sldMk cId="1440394257" sldId="271"/>
        </pc:sldMkLst>
      </pc:sldChg>
      <pc:sldChg chg="modTransition">
        <pc:chgData name="Desmond Moru" userId="6f26e33e-9804-4cd4-bee7-5a63f19038d9" providerId="ADAL" clId="{C18332C9-1288-45CE-B82D-1FBFB032C83C}" dt="2025-09-28T21:46:30.679" v="3"/>
        <pc:sldMkLst>
          <pc:docMk/>
          <pc:sldMk cId="1294513456" sldId="272"/>
        </pc:sldMkLst>
      </pc:sldChg>
      <pc:sldChg chg="modTransition">
        <pc:chgData name="Desmond Moru" userId="6f26e33e-9804-4cd4-bee7-5a63f19038d9" providerId="ADAL" clId="{C18332C9-1288-45CE-B82D-1FBFB032C83C}" dt="2025-09-28T21:46:30.679" v="3"/>
        <pc:sldMkLst>
          <pc:docMk/>
          <pc:sldMk cId="4026742093" sldId="273"/>
        </pc:sldMkLst>
      </pc:sldChg>
      <pc:sldChg chg="modTransition">
        <pc:chgData name="Desmond Moru" userId="6f26e33e-9804-4cd4-bee7-5a63f19038d9" providerId="ADAL" clId="{C18332C9-1288-45CE-B82D-1FBFB032C83C}" dt="2025-09-28T21:46:30.679" v="3"/>
        <pc:sldMkLst>
          <pc:docMk/>
          <pc:sldMk cId="2259811342" sldId="274"/>
        </pc:sldMkLst>
      </pc:sldChg>
      <pc:sldChg chg="modTransition">
        <pc:chgData name="Desmond Moru" userId="6f26e33e-9804-4cd4-bee7-5a63f19038d9" providerId="ADAL" clId="{C18332C9-1288-45CE-B82D-1FBFB032C83C}" dt="2025-09-28T21:46:30.679" v="3"/>
        <pc:sldMkLst>
          <pc:docMk/>
          <pc:sldMk cId="3730388559" sldId="275"/>
        </pc:sldMkLst>
      </pc:sldChg>
      <pc:sldChg chg="modTransition">
        <pc:chgData name="Desmond Moru" userId="6f26e33e-9804-4cd4-bee7-5a63f19038d9" providerId="ADAL" clId="{C18332C9-1288-45CE-B82D-1FBFB032C83C}" dt="2025-09-28T21:46:30.679" v="3"/>
        <pc:sldMkLst>
          <pc:docMk/>
          <pc:sldMk cId="3482608488" sldId="276"/>
        </pc:sldMkLst>
      </pc:sldChg>
      <pc:sldChg chg="modTransition">
        <pc:chgData name="Desmond Moru" userId="6f26e33e-9804-4cd4-bee7-5a63f19038d9" providerId="ADAL" clId="{C18332C9-1288-45CE-B82D-1FBFB032C83C}" dt="2025-09-28T21:46:30.679" v="3"/>
        <pc:sldMkLst>
          <pc:docMk/>
          <pc:sldMk cId="922714672" sldId="277"/>
        </pc:sldMkLst>
      </pc:sldChg>
      <pc:sldChg chg="modTransition">
        <pc:chgData name="Desmond Moru" userId="6f26e33e-9804-4cd4-bee7-5a63f19038d9" providerId="ADAL" clId="{C18332C9-1288-45CE-B82D-1FBFB032C83C}" dt="2025-09-28T21:46:30.679" v="3"/>
        <pc:sldMkLst>
          <pc:docMk/>
          <pc:sldMk cId="3701320098" sldId="278"/>
        </pc:sldMkLst>
      </pc:sldChg>
      <pc:sldChg chg="modTransition">
        <pc:chgData name="Desmond Moru" userId="6f26e33e-9804-4cd4-bee7-5a63f19038d9" providerId="ADAL" clId="{C18332C9-1288-45CE-B82D-1FBFB032C83C}" dt="2025-09-28T21:46:30.679" v="3"/>
        <pc:sldMkLst>
          <pc:docMk/>
          <pc:sldMk cId="3892596567" sldId="279"/>
        </pc:sldMkLst>
      </pc:sldChg>
      <pc:sldChg chg="modTransition">
        <pc:chgData name="Desmond Moru" userId="6f26e33e-9804-4cd4-bee7-5a63f19038d9" providerId="ADAL" clId="{C18332C9-1288-45CE-B82D-1FBFB032C83C}" dt="2025-09-28T21:46:30.679" v="3"/>
        <pc:sldMkLst>
          <pc:docMk/>
          <pc:sldMk cId="4062558925" sldId="280"/>
        </pc:sldMkLst>
      </pc:sldChg>
      <pc:sldChg chg="modTransition">
        <pc:chgData name="Desmond Moru" userId="6f26e33e-9804-4cd4-bee7-5a63f19038d9" providerId="ADAL" clId="{C18332C9-1288-45CE-B82D-1FBFB032C83C}" dt="2025-09-28T21:46:30.679" v="3"/>
        <pc:sldMkLst>
          <pc:docMk/>
          <pc:sldMk cId="2974684683" sldId="281"/>
        </pc:sldMkLst>
      </pc:sldChg>
      <pc:sldChg chg="modTransition">
        <pc:chgData name="Desmond Moru" userId="6f26e33e-9804-4cd4-bee7-5a63f19038d9" providerId="ADAL" clId="{C18332C9-1288-45CE-B82D-1FBFB032C83C}" dt="2025-09-28T21:46:30.679" v="3"/>
        <pc:sldMkLst>
          <pc:docMk/>
          <pc:sldMk cId="2017192020" sldId="282"/>
        </pc:sldMkLst>
      </pc:sldChg>
      <pc:sldChg chg="modTransition">
        <pc:chgData name="Desmond Moru" userId="6f26e33e-9804-4cd4-bee7-5a63f19038d9" providerId="ADAL" clId="{C18332C9-1288-45CE-B82D-1FBFB032C83C}" dt="2025-09-28T21:46:30.679" v="3"/>
        <pc:sldMkLst>
          <pc:docMk/>
          <pc:sldMk cId="3784575440" sldId="283"/>
        </pc:sldMkLst>
      </pc:sldChg>
      <pc:sldChg chg="modTransition">
        <pc:chgData name="Desmond Moru" userId="6f26e33e-9804-4cd4-bee7-5a63f19038d9" providerId="ADAL" clId="{C18332C9-1288-45CE-B82D-1FBFB032C83C}" dt="2025-09-28T21:46:30.679" v="3"/>
        <pc:sldMkLst>
          <pc:docMk/>
          <pc:sldMk cId="2147384768" sldId="284"/>
        </pc:sldMkLst>
      </pc:sldChg>
      <pc:sldMasterChg chg="modTransition modSldLayout">
        <pc:chgData name="Desmond Moru" userId="6f26e33e-9804-4cd4-bee7-5a63f19038d9" providerId="ADAL" clId="{C18332C9-1288-45CE-B82D-1FBFB032C83C}" dt="2025-09-28T21:46:30.679" v="3"/>
        <pc:sldMasterMkLst>
          <pc:docMk/>
          <pc:sldMasterMk cId="3859536403" sldId="2147483660"/>
        </pc:sldMasterMkLst>
        <pc:sldLayoutChg chg="modTransition">
          <pc:chgData name="Desmond Moru" userId="6f26e33e-9804-4cd4-bee7-5a63f19038d9" providerId="ADAL" clId="{C18332C9-1288-45CE-B82D-1FBFB032C83C}" dt="2025-09-28T21:46:30.679" v="3"/>
          <pc:sldLayoutMkLst>
            <pc:docMk/>
            <pc:sldMasterMk cId="3859536403" sldId="2147483660"/>
            <pc:sldLayoutMk cId="502740058" sldId="2147483661"/>
          </pc:sldLayoutMkLst>
        </pc:sldLayoutChg>
        <pc:sldLayoutChg chg="modTransition">
          <pc:chgData name="Desmond Moru" userId="6f26e33e-9804-4cd4-bee7-5a63f19038d9" providerId="ADAL" clId="{C18332C9-1288-45CE-B82D-1FBFB032C83C}" dt="2025-09-28T21:46:30.679" v="3"/>
          <pc:sldLayoutMkLst>
            <pc:docMk/>
            <pc:sldMasterMk cId="3859536403" sldId="2147483660"/>
            <pc:sldLayoutMk cId="2743776217" sldId="2147483662"/>
          </pc:sldLayoutMkLst>
        </pc:sldLayoutChg>
        <pc:sldLayoutChg chg="modTransition">
          <pc:chgData name="Desmond Moru" userId="6f26e33e-9804-4cd4-bee7-5a63f19038d9" providerId="ADAL" clId="{C18332C9-1288-45CE-B82D-1FBFB032C83C}" dt="2025-09-28T21:46:30.679" v="3"/>
          <pc:sldLayoutMkLst>
            <pc:docMk/>
            <pc:sldMasterMk cId="3859536403" sldId="2147483660"/>
            <pc:sldLayoutMk cId="4240188400" sldId="2147483663"/>
          </pc:sldLayoutMkLst>
        </pc:sldLayoutChg>
        <pc:sldLayoutChg chg="modTransition">
          <pc:chgData name="Desmond Moru" userId="6f26e33e-9804-4cd4-bee7-5a63f19038d9" providerId="ADAL" clId="{C18332C9-1288-45CE-B82D-1FBFB032C83C}" dt="2025-09-28T21:46:30.679" v="3"/>
          <pc:sldLayoutMkLst>
            <pc:docMk/>
            <pc:sldMasterMk cId="3859536403" sldId="2147483660"/>
            <pc:sldLayoutMk cId="671974243" sldId="2147483664"/>
          </pc:sldLayoutMkLst>
        </pc:sldLayoutChg>
        <pc:sldLayoutChg chg="modTransition">
          <pc:chgData name="Desmond Moru" userId="6f26e33e-9804-4cd4-bee7-5a63f19038d9" providerId="ADAL" clId="{C18332C9-1288-45CE-B82D-1FBFB032C83C}" dt="2025-09-28T21:46:30.679" v="3"/>
          <pc:sldLayoutMkLst>
            <pc:docMk/>
            <pc:sldMasterMk cId="3859536403" sldId="2147483660"/>
            <pc:sldLayoutMk cId="1057792771" sldId="2147483665"/>
          </pc:sldLayoutMkLst>
        </pc:sldLayoutChg>
        <pc:sldLayoutChg chg="modTransition">
          <pc:chgData name="Desmond Moru" userId="6f26e33e-9804-4cd4-bee7-5a63f19038d9" providerId="ADAL" clId="{C18332C9-1288-45CE-B82D-1FBFB032C83C}" dt="2025-09-28T21:46:30.679" v="3"/>
          <pc:sldLayoutMkLst>
            <pc:docMk/>
            <pc:sldMasterMk cId="3859536403" sldId="2147483660"/>
            <pc:sldLayoutMk cId="2913036690" sldId="2147483666"/>
          </pc:sldLayoutMkLst>
        </pc:sldLayoutChg>
        <pc:sldLayoutChg chg="modTransition">
          <pc:chgData name="Desmond Moru" userId="6f26e33e-9804-4cd4-bee7-5a63f19038d9" providerId="ADAL" clId="{C18332C9-1288-45CE-B82D-1FBFB032C83C}" dt="2025-09-28T21:46:30.679" v="3"/>
          <pc:sldLayoutMkLst>
            <pc:docMk/>
            <pc:sldMasterMk cId="3859536403" sldId="2147483660"/>
            <pc:sldLayoutMk cId="3163871700" sldId="2147483667"/>
          </pc:sldLayoutMkLst>
        </pc:sldLayoutChg>
        <pc:sldLayoutChg chg="modTransition">
          <pc:chgData name="Desmond Moru" userId="6f26e33e-9804-4cd4-bee7-5a63f19038d9" providerId="ADAL" clId="{C18332C9-1288-45CE-B82D-1FBFB032C83C}" dt="2025-09-28T21:46:30.679" v="3"/>
          <pc:sldLayoutMkLst>
            <pc:docMk/>
            <pc:sldMasterMk cId="3859536403" sldId="2147483660"/>
            <pc:sldLayoutMk cId="1418768870" sldId="2147483668"/>
          </pc:sldLayoutMkLst>
        </pc:sldLayoutChg>
        <pc:sldLayoutChg chg="modTransition">
          <pc:chgData name="Desmond Moru" userId="6f26e33e-9804-4cd4-bee7-5a63f19038d9" providerId="ADAL" clId="{C18332C9-1288-45CE-B82D-1FBFB032C83C}" dt="2025-09-28T21:46:30.679" v="3"/>
          <pc:sldLayoutMkLst>
            <pc:docMk/>
            <pc:sldMasterMk cId="3859536403" sldId="2147483660"/>
            <pc:sldLayoutMk cId="2037896746" sldId="2147483669"/>
          </pc:sldLayoutMkLst>
        </pc:sldLayoutChg>
        <pc:sldLayoutChg chg="modTransition">
          <pc:chgData name="Desmond Moru" userId="6f26e33e-9804-4cd4-bee7-5a63f19038d9" providerId="ADAL" clId="{C18332C9-1288-45CE-B82D-1FBFB032C83C}" dt="2025-09-28T21:46:30.679" v="3"/>
          <pc:sldLayoutMkLst>
            <pc:docMk/>
            <pc:sldMasterMk cId="3859536403" sldId="2147483660"/>
            <pc:sldLayoutMk cId="2510672242" sldId="2147483670"/>
          </pc:sldLayoutMkLst>
        </pc:sldLayoutChg>
        <pc:sldLayoutChg chg="modTransition">
          <pc:chgData name="Desmond Moru" userId="6f26e33e-9804-4cd4-bee7-5a63f19038d9" providerId="ADAL" clId="{C18332C9-1288-45CE-B82D-1FBFB032C83C}" dt="2025-09-28T21:46:30.679" v="3"/>
          <pc:sldLayoutMkLst>
            <pc:docMk/>
            <pc:sldMasterMk cId="3859536403" sldId="2147483660"/>
            <pc:sldLayoutMk cId="1273692257" sldId="2147483671"/>
          </pc:sldLayoutMkLst>
        </pc:sldLayoutChg>
      </pc:sldMasterChg>
    </pc:docChg>
  </pc:docChgLst>
</pc:chgInfo>
</file>

<file path=ppt/diagrams/_rels/data5.xml.rels><?xml version="1.0" encoding="UTF-8" standalone="yes"?>
<Relationships xmlns="http://schemas.openxmlformats.org/package/2006/relationships"><Relationship Id="rId1" Type="http://schemas.openxmlformats.org/officeDocument/2006/relationships/hyperlink" Target="https://github.com/" TargetMode="External"/></Relationships>
</file>

<file path=ppt/diagrams/_rels/drawing5.xml.rels><?xml version="1.0" encoding="UTF-8" standalone="yes"?>
<Relationships xmlns="http://schemas.openxmlformats.org/package/2006/relationships"><Relationship Id="rId1" Type="http://schemas.openxmlformats.org/officeDocument/2006/relationships/hyperlink" Target="https://github.com/"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D1A465D-8B8A-4760-9C51-F6DE0D54829B}" type="doc">
      <dgm:prSet loTypeId="urn:microsoft.com/office/officeart/2005/8/layout/vList2" loCatId="list" qsTypeId="urn:microsoft.com/office/officeart/2005/8/quickstyle/simple2" qsCatId="simple" csTypeId="urn:microsoft.com/office/officeart/2005/8/colors/accent1_2" csCatId="accent1" phldr="1"/>
      <dgm:spPr/>
      <dgm:t>
        <a:bodyPr/>
        <a:lstStyle/>
        <a:p>
          <a:endParaRPr lang="en-US"/>
        </a:p>
      </dgm:t>
    </dgm:pt>
    <dgm:pt modelId="{9C2ACF36-0E59-41D4-850C-DDD8C19CD305}">
      <dgm:prSet phldrT="[Text]"/>
      <dgm:spPr/>
      <dgm:t>
        <a:bodyPr/>
        <a:lstStyle/>
        <a:p>
          <a:r>
            <a:rPr lang="en-US" b="0" i="0" dirty="0"/>
            <a:t>GitHub is a website and cloud-based service that helps developers store and manage their code, as well as track and control changes to their code. </a:t>
          </a:r>
          <a:endParaRPr lang="en-US" dirty="0"/>
        </a:p>
      </dgm:t>
    </dgm:pt>
    <dgm:pt modelId="{292AD08B-D9AB-4810-8360-F001DE128205}" type="parTrans" cxnId="{5523A589-3CE3-45E1-9C98-D8336C5261D4}">
      <dgm:prSet/>
      <dgm:spPr/>
      <dgm:t>
        <a:bodyPr/>
        <a:lstStyle/>
        <a:p>
          <a:endParaRPr lang="en-US"/>
        </a:p>
      </dgm:t>
    </dgm:pt>
    <dgm:pt modelId="{B1763B2B-1320-4E16-8AB4-A5635BD1F0C3}" type="sibTrans" cxnId="{5523A589-3CE3-45E1-9C98-D8336C5261D4}">
      <dgm:prSet/>
      <dgm:spPr/>
      <dgm:t>
        <a:bodyPr/>
        <a:lstStyle/>
        <a:p>
          <a:endParaRPr lang="en-US"/>
        </a:p>
      </dgm:t>
    </dgm:pt>
    <dgm:pt modelId="{493FF4DF-A93F-4BDE-8BDC-C6E1A9B542B9}">
      <dgm:prSet phldrT="[Text]"/>
      <dgm:spPr/>
      <dgm:t>
        <a:bodyPr/>
        <a:lstStyle/>
        <a:p>
          <a:r>
            <a:rPr lang="en-US" b="0" i="0" dirty="0"/>
            <a:t>To understand exactly what GitHub is, you need to know two connected principles:</a:t>
          </a:r>
          <a:endParaRPr lang="en-US" dirty="0"/>
        </a:p>
      </dgm:t>
    </dgm:pt>
    <dgm:pt modelId="{B6428006-D53A-4F37-95F9-49C29890106E}" type="parTrans" cxnId="{21A14357-219B-4EAE-86B2-8C6997BE8EC3}">
      <dgm:prSet/>
      <dgm:spPr/>
      <dgm:t>
        <a:bodyPr/>
        <a:lstStyle/>
        <a:p>
          <a:endParaRPr lang="en-US"/>
        </a:p>
      </dgm:t>
    </dgm:pt>
    <dgm:pt modelId="{3DBF9512-FF4C-4FF4-92AD-77F305F1A190}" type="sibTrans" cxnId="{21A14357-219B-4EAE-86B2-8C6997BE8EC3}">
      <dgm:prSet/>
      <dgm:spPr/>
      <dgm:t>
        <a:bodyPr/>
        <a:lstStyle/>
        <a:p>
          <a:endParaRPr lang="en-US"/>
        </a:p>
      </dgm:t>
    </dgm:pt>
    <dgm:pt modelId="{3F520092-1DB3-4E0C-8BF0-912E3E6CE082}">
      <dgm:prSet phldrT="[Text]"/>
      <dgm:spPr/>
      <dgm:t>
        <a:bodyPr/>
        <a:lstStyle/>
        <a:p>
          <a:r>
            <a:rPr lang="en-US" b="1" dirty="0"/>
            <a:t>Version Control: </a:t>
          </a:r>
          <a:r>
            <a:rPr lang="en-US" b="0" i="0" dirty="0"/>
            <a:t>Version control helps developers track and manage changes to a software project’s code. As a software project grows, version control becomes essential.</a:t>
          </a:r>
          <a:endParaRPr lang="en-US" dirty="0"/>
        </a:p>
      </dgm:t>
    </dgm:pt>
    <dgm:pt modelId="{C93BA1F9-7299-4251-83BA-25624B663F3A}" type="parTrans" cxnId="{D9DE8FF5-A0B2-43BA-B5D0-3F2C78F2427E}">
      <dgm:prSet/>
      <dgm:spPr/>
      <dgm:t>
        <a:bodyPr/>
        <a:lstStyle/>
        <a:p>
          <a:endParaRPr lang="en-US"/>
        </a:p>
      </dgm:t>
    </dgm:pt>
    <dgm:pt modelId="{BB943F0F-B4BF-4CE4-8415-C80B62B27D78}" type="sibTrans" cxnId="{D9DE8FF5-A0B2-43BA-B5D0-3F2C78F2427E}">
      <dgm:prSet/>
      <dgm:spPr/>
      <dgm:t>
        <a:bodyPr/>
        <a:lstStyle/>
        <a:p>
          <a:endParaRPr lang="en-US"/>
        </a:p>
      </dgm:t>
    </dgm:pt>
    <dgm:pt modelId="{32FF270B-5A2A-4B68-8C8F-BE68234D761B}">
      <dgm:prSet phldrT="[Text]"/>
      <dgm:spPr/>
      <dgm:t>
        <a:bodyPr/>
        <a:lstStyle/>
        <a:p>
          <a:r>
            <a:rPr lang="en-US" b="1" dirty="0" err="1"/>
            <a:t>Git</a:t>
          </a:r>
          <a:r>
            <a:rPr lang="en-US" b="1" dirty="0"/>
            <a:t>: </a:t>
          </a:r>
          <a:r>
            <a:rPr lang="en-US" b="0" i="0" dirty="0" err="1"/>
            <a:t>Git</a:t>
          </a:r>
          <a:r>
            <a:rPr lang="en-US" b="0" i="0" dirty="0"/>
            <a:t> is a distributed version control system, which means that the entire codebase and history is available on every developer’s computer, which allows for easy branching and merging.</a:t>
          </a:r>
          <a:endParaRPr lang="en-US" dirty="0"/>
        </a:p>
      </dgm:t>
    </dgm:pt>
    <dgm:pt modelId="{C335FD28-393F-4989-A679-0F1123BDD370}" type="parTrans" cxnId="{8AE36B54-D582-4D74-BBB5-B78BDA400115}">
      <dgm:prSet/>
      <dgm:spPr/>
      <dgm:t>
        <a:bodyPr/>
        <a:lstStyle/>
        <a:p>
          <a:endParaRPr lang="en-US"/>
        </a:p>
      </dgm:t>
    </dgm:pt>
    <dgm:pt modelId="{2065A076-7730-4059-90D0-0CDD569F841C}" type="sibTrans" cxnId="{8AE36B54-D582-4D74-BBB5-B78BDA400115}">
      <dgm:prSet/>
      <dgm:spPr/>
      <dgm:t>
        <a:bodyPr/>
        <a:lstStyle/>
        <a:p>
          <a:endParaRPr lang="en-US"/>
        </a:p>
      </dgm:t>
    </dgm:pt>
    <dgm:pt modelId="{5FDCA48B-5490-443E-B80F-4BAABD1174FF}" type="pres">
      <dgm:prSet presAssocID="{2D1A465D-8B8A-4760-9C51-F6DE0D54829B}" presName="linear" presStyleCnt="0">
        <dgm:presLayoutVars>
          <dgm:animLvl val="lvl"/>
          <dgm:resizeHandles val="exact"/>
        </dgm:presLayoutVars>
      </dgm:prSet>
      <dgm:spPr/>
    </dgm:pt>
    <dgm:pt modelId="{909732E1-E261-41D8-A019-650D60516ADF}" type="pres">
      <dgm:prSet presAssocID="{9C2ACF36-0E59-41D4-850C-DDD8C19CD305}" presName="parentText" presStyleLbl="node1" presStyleIdx="0" presStyleCnt="2">
        <dgm:presLayoutVars>
          <dgm:chMax val="0"/>
          <dgm:bulletEnabled val="1"/>
        </dgm:presLayoutVars>
      </dgm:prSet>
      <dgm:spPr/>
    </dgm:pt>
    <dgm:pt modelId="{C9310C7D-E5F8-4F51-8682-E3E34DB10196}" type="pres">
      <dgm:prSet presAssocID="{B1763B2B-1320-4E16-8AB4-A5635BD1F0C3}" presName="spacer" presStyleCnt="0"/>
      <dgm:spPr/>
    </dgm:pt>
    <dgm:pt modelId="{FA35CF28-06D5-4DD8-9752-9162026C693B}" type="pres">
      <dgm:prSet presAssocID="{493FF4DF-A93F-4BDE-8BDC-C6E1A9B542B9}" presName="parentText" presStyleLbl="node1" presStyleIdx="1" presStyleCnt="2" custScaleY="71742">
        <dgm:presLayoutVars>
          <dgm:chMax val="0"/>
          <dgm:bulletEnabled val="1"/>
        </dgm:presLayoutVars>
      </dgm:prSet>
      <dgm:spPr/>
    </dgm:pt>
    <dgm:pt modelId="{943F233B-EB93-4C71-A614-4EEA2C432BA0}" type="pres">
      <dgm:prSet presAssocID="{493FF4DF-A93F-4BDE-8BDC-C6E1A9B542B9}" presName="childText" presStyleLbl="revTx" presStyleIdx="0" presStyleCnt="1">
        <dgm:presLayoutVars>
          <dgm:bulletEnabled val="1"/>
        </dgm:presLayoutVars>
      </dgm:prSet>
      <dgm:spPr/>
    </dgm:pt>
  </dgm:ptLst>
  <dgm:cxnLst>
    <dgm:cxn modelId="{422CE712-362F-4F17-B59E-54D7AE8C3711}" type="presOf" srcId="{32FF270B-5A2A-4B68-8C8F-BE68234D761B}" destId="{943F233B-EB93-4C71-A614-4EEA2C432BA0}" srcOrd="0" destOrd="1" presId="urn:microsoft.com/office/officeart/2005/8/layout/vList2"/>
    <dgm:cxn modelId="{8A33852E-717D-450E-8D95-7D7C847B15B1}" type="presOf" srcId="{9C2ACF36-0E59-41D4-850C-DDD8C19CD305}" destId="{909732E1-E261-41D8-A019-650D60516ADF}" srcOrd="0" destOrd="0" presId="urn:microsoft.com/office/officeart/2005/8/layout/vList2"/>
    <dgm:cxn modelId="{26D4A167-F883-4656-9534-AB07E1FA5CDC}" type="presOf" srcId="{2D1A465D-8B8A-4760-9C51-F6DE0D54829B}" destId="{5FDCA48B-5490-443E-B80F-4BAABD1174FF}" srcOrd="0" destOrd="0" presId="urn:microsoft.com/office/officeart/2005/8/layout/vList2"/>
    <dgm:cxn modelId="{9210B972-759F-4413-B78A-B77E5046C3FD}" type="presOf" srcId="{493FF4DF-A93F-4BDE-8BDC-C6E1A9B542B9}" destId="{FA35CF28-06D5-4DD8-9752-9162026C693B}" srcOrd="0" destOrd="0" presId="urn:microsoft.com/office/officeart/2005/8/layout/vList2"/>
    <dgm:cxn modelId="{8AE36B54-D582-4D74-BBB5-B78BDA400115}" srcId="{493FF4DF-A93F-4BDE-8BDC-C6E1A9B542B9}" destId="{32FF270B-5A2A-4B68-8C8F-BE68234D761B}" srcOrd="1" destOrd="0" parTransId="{C335FD28-393F-4989-A679-0F1123BDD370}" sibTransId="{2065A076-7730-4059-90D0-0CDD569F841C}"/>
    <dgm:cxn modelId="{21A14357-219B-4EAE-86B2-8C6997BE8EC3}" srcId="{2D1A465D-8B8A-4760-9C51-F6DE0D54829B}" destId="{493FF4DF-A93F-4BDE-8BDC-C6E1A9B542B9}" srcOrd="1" destOrd="0" parTransId="{B6428006-D53A-4F37-95F9-49C29890106E}" sibTransId="{3DBF9512-FF4C-4FF4-92AD-77F305F1A190}"/>
    <dgm:cxn modelId="{CCD7FC79-A68D-4EBF-9F0C-F3B4F648B0D2}" type="presOf" srcId="{3F520092-1DB3-4E0C-8BF0-912E3E6CE082}" destId="{943F233B-EB93-4C71-A614-4EEA2C432BA0}" srcOrd="0" destOrd="0" presId="urn:microsoft.com/office/officeart/2005/8/layout/vList2"/>
    <dgm:cxn modelId="{5523A589-3CE3-45E1-9C98-D8336C5261D4}" srcId="{2D1A465D-8B8A-4760-9C51-F6DE0D54829B}" destId="{9C2ACF36-0E59-41D4-850C-DDD8C19CD305}" srcOrd="0" destOrd="0" parTransId="{292AD08B-D9AB-4810-8360-F001DE128205}" sibTransId="{B1763B2B-1320-4E16-8AB4-A5635BD1F0C3}"/>
    <dgm:cxn modelId="{D9DE8FF5-A0B2-43BA-B5D0-3F2C78F2427E}" srcId="{493FF4DF-A93F-4BDE-8BDC-C6E1A9B542B9}" destId="{3F520092-1DB3-4E0C-8BF0-912E3E6CE082}" srcOrd="0" destOrd="0" parTransId="{C93BA1F9-7299-4251-83BA-25624B663F3A}" sibTransId="{BB943F0F-B4BF-4CE4-8415-C80B62B27D78}"/>
    <dgm:cxn modelId="{56FE31E3-8288-4978-9D60-FB1B7AD7448E}" type="presParOf" srcId="{5FDCA48B-5490-443E-B80F-4BAABD1174FF}" destId="{909732E1-E261-41D8-A019-650D60516ADF}" srcOrd="0" destOrd="0" presId="urn:microsoft.com/office/officeart/2005/8/layout/vList2"/>
    <dgm:cxn modelId="{DAB7D03C-5A64-4994-A7AA-8B31B7125B3D}" type="presParOf" srcId="{5FDCA48B-5490-443E-B80F-4BAABD1174FF}" destId="{C9310C7D-E5F8-4F51-8682-E3E34DB10196}" srcOrd="1" destOrd="0" presId="urn:microsoft.com/office/officeart/2005/8/layout/vList2"/>
    <dgm:cxn modelId="{DBC11B82-026D-4738-B975-B3E63E0F6BA5}" type="presParOf" srcId="{5FDCA48B-5490-443E-B80F-4BAABD1174FF}" destId="{FA35CF28-06D5-4DD8-9752-9162026C693B}" srcOrd="2" destOrd="0" presId="urn:microsoft.com/office/officeart/2005/8/layout/vList2"/>
    <dgm:cxn modelId="{75422CD9-4CE3-4DB0-B550-AB5249CB68FA}" type="presParOf" srcId="{5FDCA48B-5490-443E-B80F-4BAABD1174FF}" destId="{943F233B-EB93-4C71-A614-4EEA2C432BA0}" srcOrd="3"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D1A465D-8B8A-4760-9C51-F6DE0D54829B}" type="doc">
      <dgm:prSet loTypeId="urn:microsoft.com/office/officeart/2005/8/layout/vList2" loCatId="list" qsTypeId="urn:microsoft.com/office/officeart/2005/8/quickstyle/3d4" qsCatId="3D" csTypeId="urn:microsoft.com/office/officeart/2005/8/colors/accent1_2" csCatId="accent1" phldr="1"/>
      <dgm:spPr/>
      <dgm:t>
        <a:bodyPr/>
        <a:lstStyle/>
        <a:p>
          <a:endParaRPr lang="en-US"/>
        </a:p>
      </dgm:t>
    </dgm:pt>
    <dgm:pt modelId="{944B83D3-D71C-4B00-939B-16E2E59B260C}">
      <dgm:prSet/>
      <dgm:spPr/>
      <dgm:t>
        <a:bodyPr/>
        <a:lstStyle/>
        <a:p>
          <a:r>
            <a:rPr lang="en-US" dirty="0"/>
            <a:t>Sublime Text is a shareware cross-platform source code editor. It natively supports many programming languages and markup languages.</a:t>
          </a:r>
        </a:p>
      </dgm:t>
    </dgm:pt>
    <dgm:pt modelId="{887134A2-B280-4E06-BCC1-4D2F8DDC3C6D}" type="parTrans" cxnId="{44AEDD4E-E7BC-4E12-9277-EE5D37C8103E}">
      <dgm:prSet/>
      <dgm:spPr/>
      <dgm:t>
        <a:bodyPr/>
        <a:lstStyle/>
        <a:p>
          <a:endParaRPr lang="en-US"/>
        </a:p>
      </dgm:t>
    </dgm:pt>
    <dgm:pt modelId="{595552E8-A17C-4D06-A054-A14099D2FC7F}" type="sibTrans" cxnId="{44AEDD4E-E7BC-4E12-9277-EE5D37C8103E}">
      <dgm:prSet/>
      <dgm:spPr/>
      <dgm:t>
        <a:bodyPr/>
        <a:lstStyle/>
        <a:p>
          <a:endParaRPr lang="en-US"/>
        </a:p>
      </dgm:t>
    </dgm:pt>
    <dgm:pt modelId="{86E5E92B-B048-4028-BDE1-F19AD45542A8}">
      <dgm:prSet/>
      <dgm:spPr/>
      <dgm:t>
        <a:bodyPr/>
        <a:lstStyle/>
        <a:p>
          <a:r>
            <a:rPr lang="en-US" dirty="0"/>
            <a:t>Sublime Text is a commonly-used text editor used to write code. Sublime Text's slick user interface along with its numerous extensions for syntax highlighting, source file finding and analyzing code metrics make the editor more accessible to new programmers.</a:t>
          </a:r>
        </a:p>
      </dgm:t>
    </dgm:pt>
    <dgm:pt modelId="{D1C6A224-6F40-43DC-9B74-F7DD1BACAC5B}" type="parTrans" cxnId="{1A5B68FA-070E-47AD-8488-7F500ACDCF43}">
      <dgm:prSet/>
      <dgm:spPr/>
      <dgm:t>
        <a:bodyPr/>
        <a:lstStyle/>
        <a:p>
          <a:endParaRPr lang="en-US"/>
        </a:p>
      </dgm:t>
    </dgm:pt>
    <dgm:pt modelId="{0A8255FC-2468-465E-B959-C2C1DE72DF86}" type="sibTrans" cxnId="{1A5B68FA-070E-47AD-8488-7F500ACDCF43}">
      <dgm:prSet/>
      <dgm:spPr/>
      <dgm:t>
        <a:bodyPr/>
        <a:lstStyle/>
        <a:p>
          <a:endParaRPr lang="en-US"/>
        </a:p>
      </dgm:t>
    </dgm:pt>
    <dgm:pt modelId="{5FDCA48B-5490-443E-B80F-4BAABD1174FF}" type="pres">
      <dgm:prSet presAssocID="{2D1A465D-8B8A-4760-9C51-F6DE0D54829B}" presName="linear" presStyleCnt="0">
        <dgm:presLayoutVars>
          <dgm:animLvl val="lvl"/>
          <dgm:resizeHandles val="exact"/>
        </dgm:presLayoutVars>
      </dgm:prSet>
      <dgm:spPr/>
    </dgm:pt>
    <dgm:pt modelId="{7A731626-FD08-43DC-B5E7-E9FFDE895B4F}" type="pres">
      <dgm:prSet presAssocID="{944B83D3-D71C-4B00-939B-16E2E59B260C}" presName="parentText" presStyleLbl="node1" presStyleIdx="0" presStyleCnt="2" custScaleY="75658" custLinFactNeighborY="85576">
        <dgm:presLayoutVars>
          <dgm:chMax val="0"/>
          <dgm:bulletEnabled val="1"/>
        </dgm:presLayoutVars>
      </dgm:prSet>
      <dgm:spPr/>
    </dgm:pt>
    <dgm:pt modelId="{674CCBF3-25E4-4F24-B9E8-5A533EC9ABAB}" type="pres">
      <dgm:prSet presAssocID="{595552E8-A17C-4D06-A054-A14099D2FC7F}" presName="spacer" presStyleCnt="0"/>
      <dgm:spPr/>
    </dgm:pt>
    <dgm:pt modelId="{AD5FEFFF-CEDC-4D36-899E-B9E0EA71DDA7}" type="pres">
      <dgm:prSet presAssocID="{86E5E92B-B048-4028-BDE1-F19AD45542A8}" presName="parentText" presStyleLbl="node1" presStyleIdx="1" presStyleCnt="2" custScaleY="83810">
        <dgm:presLayoutVars>
          <dgm:chMax val="0"/>
          <dgm:bulletEnabled val="1"/>
        </dgm:presLayoutVars>
      </dgm:prSet>
      <dgm:spPr/>
    </dgm:pt>
  </dgm:ptLst>
  <dgm:cxnLst>
    <dgm:cxn modelId="{26D4A167-F883-4656-9534-AB07E1FA5CDC}" type="presOf" srcId="{2D1A465D-8B8A-4760-9C51-F6DE0D54829B}" destId="{5FDCA48B-5490-443E-B80F-4BAABD1174FF}" srcOrd="0" destOrd="0" presId="urn:microsoft.com/office/officeart/2005/8/layout/vList2"/>
    <dgm:cxn modelId="{44AEDD4E-E7BC-4E12-9277-EE5D37C8103E}" srcId="{2D1A465D-8B8A-4760-9C51-F6DE0D54829B}" destId="{944B83D3-D71C-4B00-939B-16E2E59B260C}" srcOrd="0" destOrd="0" parTransId="{887134A2-B280-4E06-BCC1-4D2F8DDC3C6D}" sibTransId="{595552E8-A17C-4D06-A054-A14099D2FC7F}"/>
    <dgm:cxn modelId="{206B508C-3FBA-4A5D-A5B2-A54A5ADBFC8C}" type="presOf" srcId="{944B83D3-D71C-4B00-939B-16E2E59B260C}" destId="{7A731626-FD08-43DC-B5E7-E9FFDE895B4F}" srcOrd="0" destOrd="0" presId="urn:microsoft.com/office/officeart/2005/8/layout/vList2"/>
    <dgm:cxn modelId="{F099D397-F98E-423C-8B74-C88D11533BFF}" type="presOf" srcId="{86E5E92B-B048-4028-BDE1-F19AD45542A8}" destId="{AD5FEFFF-CEDC-4D36-899E-B9E0EA71DDA7}" srcOrd="0" destOrd="0" presId="urn:microsoft.com/office/officeart/2005/8/layout/vList2"/>
    <dgm:cxn modelId="{1A5B68FA-070E-47AD-8488-7F500ACDCF43}" srcId="{2D1A465D-8B8A-4760-9C51-F6DE0D54829B}" destId="{86E5E92B-B048-4028-BDE1-F19AD45542A8}" srcOrd="1" destOrd="0" parTransId="{D1C6A224-6F40-43DC-9B74-F7DD1BACAC5B}" sibTransId="{0A8255FC-2468-465E-B959-C2C1DE72DF86}"/>
    <dgm:cxn modelId="{B19E5EEE-A990-4E3E-B2F5-9913CE471C5C}" type="presParOf" srcId="{5FDCA48B-5490-443E-B80F-4BAABD1174FF}" destId="{7A731626-FD08-43DC-B5E7-E9FFDE895B4F}" srcOrd="0" destOrd="0" presId="urn:microsoft.com/office/officeart/2005/8/layout/vList2"/>
    <dgm:cxn modelId="{C4D942B9-0050-4FC7-BD37-9CD5DF0A977B}" type="presParOf" srcId="{5FDCA48B-5490-443E-B80F-4BAABD1174FF}" destId="{674CCBF3-25E4-4F24-B9E8-5A533EC9ABAB}" srcOrd="1" destOrd="0" presId="urn:microsoft.com/office/officeart/2005/8/layout/vList2"/>
    <dgm:cxn modelId="{F5718350-C87B-4866-9BF1-3047C0097FDB}" type="presParOf" srcId="{5FDCA48B-5490-443E-B80F-4BAABD1174FF}" destId="{AD5FEFFF-CEDC-4D36-899E-B9E0EA71DDA7}" srcOrd="2"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D1A465D-8B8A-4760-9C51-F6DE0D54829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9C2ACF36-0E59-41D4-850C-DDD8C19CD305}">
      <dgm:prSet phldrT="[Text]"/>
      <dgm:spPr/>
      <dgm:t>
        <a:bodyPr/>
        <a:lstStyle/>
        <a:p>
          <a:r>
            <a:rPr lang="en-US" b="0" i="0" dirty="0"/>
            <a:t>Rust is a systems programming language focused on three goals:</a:t>
          </a:r>
          <a:endParaRPr lang="en-US" dirty="0"/>
        </a:p>
      </dgm:t>
    </dgm:pt>
    <dgm:pt modelId="{292AD08B-D9AB-4810-8360-F001DE128205}" type="parTrans" cxnId="{5523A589-3CE3-45E1-9C98-D8336C5261D4}">
      <dgm:prSet/>
      <dgm:spPr/>
      <dgm:t>
        <a:bodyPr/>
        <a:lstStyle/>
        <a:p>
          <a:endParaRPr lang="en-US"/>
        </a:p>
      </dgm:t>
    </dgm:pt>
    <dgm:pt modelId="{B1763B2B-1320-4E16-8AB4-A5635BD1F0C3}" type="sibTrans" cxnId="{5523A589-3CE3-45E1-9C98-D8336C5261D4}">
      <dgm:prSet/>
      <dgm:spPr/>
      <dgm:t>
        <a:bodyPr/>
        <a:lstStyle/>
        <a:p>
          <a:endParaRPr lang="en-US"/>
        </a:p>
      </dgm:t>
    </dgm:pt>
    <dgm:pt modelId="{493FF4DF-A93F-4BDE-8BDC-C6E1A9B542B9}">
      <dgm:prSet phldrT="[Text]"/>
      <dgm:spPr/>
      <dgm:t>
        <a:bodyPr/>
        <a:lstStyle/>
        <a:p>
          <a:r>
            <a:rPr lang="en-US" b="0" i="0" dirty="0"/>
            <a:t>Its syntax is similar to that of C++. It is an open-source project developed originally at Mozilla Research.</a:t>
          </a:r>
          <a:endParaRPr lang="en-US" dirty="0"/>
        </a:p>
      </dgm:t>
    </dgm:pt>
    <dgm:pt modelId="{B6428006-D53A-4F37-95F9-49C29890106E}" type="parTrans" cxnId="{21A14357-219B-4EAE-86B2-8C6997BE8EC3}">
      <dgm:prSet/>
      <dgm:spPr/>
      <dgm:t>
        <a:bodyPr/>
        <a:lstStyle/>
        <a:p>
          <a:endParaRPr lang="en-US"/>
        </a:p>
      </dgm:t>
    </dgm:pt>
    <dgm:pt modelId="{3DBF9512-FF4C-4FF4-92AD-77F305F1A190}" type="sibTrans" cxnId="{21A14357-219B-4EAE-86B2-8C6997BE8EC3}">
      <dgm:prSet/>
      <dgm:spPr/>
      <dgm:t>
        <a:bodyPr/>
        <a:lstStyle/>
        <a:p>
          <a:endParaRPr lang="en-US"/>
        </a:p>
      </dgm:t>
    </dgm:pt>
    <dgm:pt modelId="{5AAF1CC3-EA95-4E8B-B992-9944A1D3679F}">
      <dgm:prSet phldrT="[Text]" custT="1"/>
      <dgm:spPr/>
      <dgm:t>
        <a:bodyPr/>
        <a:lstStyle/>
        <a:p>
          <a:r>
            <a:rPr lang="en-US" sz="2000" b="0" i="0" dirty="0"/>
            <a:t>safety, </a:t>
          </a:r>
          <a:endParaRPr lang="en-US" sz="2000" dirty="0"/>
        </a:p>
      </dgm:t>
    </dgm:pt>
    <dgm:pt modelId="{B340B3F6-F3E0-4813-94D0-7F3C800F7C16}" type="parTrans" cxnId="{875818F7-D90F-4FC4-969B-C4C8EA0B32C2}">
      <dgm:prSet/>
      <dgm:spPr/>
      <dgm:t>
        <a:bodyPr/>
        <a:lstStyle/>
        <a:p>
          <a:endParaRPr lang="en-US"/>
        </a:p>
      </dgm:t>
    </dgm:pt>
    <dgm:pt modelId="{345901BB-EBB3-411C-9D81-2B82AB5B8B3B}" type="sibTrans" cxnId="{875818F7-D90F-4FC4-969B-C4C8EA0B32C2}">
      <dgm:prSet/>
      <dgm:spPr/>
      <dgm:t>
        <a:bodyPr/>
        <a:lstStyle/>
        <a:p>
          <a:endParaRPr lang="en-US"/>
        </a:p>
      </dgm:t>
    </dgm:pt>
    <dgm:pt modelId="{D087BAE2-6759-4B1B-A285-1C1D2169C2EA}">
      <dgm:prSet phldrT="[Text]" custT="1"/>
      <dgm:spPr/>
      <dgm:t>
        <a:bodyPr/>
        <a:lstStyle/>
        <a:p>
          <a:r>
            <a:rPr lang="en-US" sz="2000" b="0" i="0" dirty="0"/>
            <a:t>speed, and</a:t>
          </a:r>
          <a:endParaRPr lang="en-US" sz="2000" dirty="0"/>
        </a:p>
      </dgm:t>
    </dgm:pt>
    <dgm:pt modelId="{EFE707CD-949A-474B-8B05-E819BE69065E}" type="parTrans" cxnId="{25A626C6-954F-4851-BC71-381635223AD9}">
      <dgm:prSet/>
      <dgm:spPr/>
      <dgm:t>
        <a:bodyPr/>
        <a:lstStyle/>
        <a:p>
          <a:endParaRPr lang="en-US"/>
        </a:p>
      </dgm:t>
    </dgm:pt>
    <dgm:pt modelId="{FC7E975E-D2F1-4801-A05F-10639B9B88E0}" type="sibTrans" cxnId="{25A626C6-954F-4851-BC71-381635223AD9}">
      <dgm:prSet/>
      <dgm:spPr/>
      <dgm:t>
        <a:bodyPr/>
        <a:lstStyle/>
        <a:p>
          <a:endParaRPr lang="en-US"/>
        </a:p>
      </dgm:t>
    </dgm:pt>
    <dgm:pt modelId="{56E845BC-54F0-431B-9149-1F535A14EB4F}">
      <dgm:prSet phldrT="[Text]" custT="1"/>
      <dgm:spPr/>
      <dgm:t>
        <a:bodyPr/>
        <a:lstStyle/>
        <a:p>
          <a:r>
            <a:rPr lang="en-US" sz="2000" b="0" i="0" dirty="0"/>
            <a:t>concurrency.</a:t>
          </a:r>
          <a:endParaRPr lang="en-US" sz="2000" dirty="0"/>
        </a:p>
      </dgm:t>
    </dgm:pt>
    <dgm:pt modelId="{6B5A38CE-5873-43CE-A206-EF9E890D7CE0}" type="parTrans" cxnId="{F7182330-45AC-428F-B54B-1F17BB63A2ED}">
      <dgm:prSet/>
      <dgm:spPr/>
      <dgm:t>
        <a:bodyPr/>
        <a:lstStyle/>
        <a:p>
          <a:endParaRPr lang="en-US"/>
        </a:p>
      </dgm:t>
    </dgm:pt>
    <dgm:pt modelId="{B680528D-3896-4ABE-BC6F-691EF00B16EB}" type="sibTrans" cxnId="{F7182330-45AC-428F-B54B-1F17BB63A2ED}">
      <dgm:prSet/>
      <dgm:spPr/>
      <dgm:t>
        <a:bodyPr/>
        <a:lstStyle/>
        <a:p>
          <a:endParaRPr lang="en-US"/>
        </a:p>
      </dgm:t>
    </dgm:pt>
    <dgm:pt modelId="{6225813F-81C6-46FA-B717-DF673A0F5765}">
      <dgm:prSet phldrT="[Text]"/>
      <dgm:spPr/>
      <dgm:t>
        <a:bodyPr/>
        <a:lstStyle/>
        <a:p>
          <a:r>
            <a:rPr lang="en-US" b="0" i="0" dirty="0"/>
            <a:t>As a systems programming language, it allows you to maintain control over low-level details. You can choose whether to store data on the stack (used for static memory allocation) or on the heap (used for dynamic memory allocation).</a:t>
          </a:r>
          <a:endParaRPr lang="en-US" dirty="0"/>
        </a:p>
      </dgm:t>
    </dgm:pt>
    <dgm:pt modelId="{6CDFF7F3-B630-4F48-92C1-196DC1AD21B9}" type="parTrans" cxnId="{DD61DC8C-7D20-46F9-9570-FE9A26DDF316}">
      <dgm:prSet/>
      <dgm:spPr/>
      <dgm:t>
        <a:bodyPr/>
        <a:lstStyle/>
        <a:p>
          <a:endParaRPr lang="en-US"/>
        </a:p>
      </dgm:t>
    </dgm:pt>
    <dgm:pt modelId="{35CBC273-F759-4A87-913C-184B60559D7D}" type="sibTrans" cxnId="{DD61DC8C-7D20-46F9-9570-FE9A26DDF316}">
      <dgm:prSet/>
      <dgm:spPr/>
      <dgm:t>
        <a:bodyPr/>
        <a:lstStyle/>
        <a:p>
          <a:endParaRPr lang="en-US"/>
        </a:p>
      </dgm:t>
    </dgm:pt>
    <dgm:pt modelId="{5FDCA48B-5490-443E-B80F-4BAABD1174FF}" type="pres">
      <dgm:prSet presAssocID="{2D1A465D-8B8A-4760-9C51-F6DE0D54829B}" presName="linear" presStyleCnt="0">
        <dgm:presLayoutVars>
          <dgm:animLvl val="lvl"/>
          <dgm:resizeHandles val="exact"/>
        </dgm:presLayoutVars>
      </dgm:prSet>
      <dgm:spPr/>
    </dgm:pt>
    <dgm:pt modelId="{909732E1-E261-41D8-A019-650D60516ADF}" type="pres">
      <dgm:prSet presAssocID="{9C2ACF36-0E59-41D4-850C-DDD8C19CD305}" presName="parentText" presStyleLbl="node1" presStyleIdx="0" presStyleCnt="3" custScaleY="45362" custLinFactNeighborX="-458" custLinFactNeighborY="-39987">
        <dgm:presLayoutVars>
          <dgm:chMax val="0"/>
          <dgm:bulletEnabled val="1"/>
        </dgm:presLayoutVars>
      </dgm:prSet>
      <dgm:spPr/>
    </dgm:pt>
    <dgm:pt modelId="{A29DA15C-BAC8-4B74-8E38-ADE0E1A5383D}" type="pres">
      <dgm:prSet presAssocID="{9C2ACF36-0E59-41D4-850C-DDD8C19CD305}" presName="childText" presStyleLbl="revTx" presStyleIdx="0" presStyleCnt="1">
        <dgm:presLayoutVars>
          <dgm:bulletEnabled val="1"/>
        </dgm:presLayoutVars>
      </dgm:prSet>
      <dgm:spPr/>
    </dgm:pt>
    <dgm:pt modelId="{FA35CF28-06D5-4DD8-9752-9162026C693B}" type="pres">
      <dgm:prSet presAssocID="{493FF4DF-A93F-4BDE-8BDC-C6E1A9B542B9}" presName="parentText" presStyleLbl="node1" presStyleIdx="1" presStyleCnt="3" custScaleY="44879">
        <dgm:presLayoutVars>
          <dgm:chMax val="0"/>
          <dgm:bulletEnabled val="1"/>
        </dgm:presLayoutVars>
      </dgm:prSet>
      <dgm:spPr/>
    </dgm:pt>
    <dgm:pt modelId="{A254D2B5-7CFE-4E7B-9C84-0146165C4E75}" type="pres">
      <dgm:prSet presAssocID="{3DBF9512-FF4C-4FF4-92AD-77F305F1A190}" presName="spacer" presStyleCnt="0"/>
      <dgm:spPr/>
    </dgm:pt>
    <dgm:pt modelId="{4A171896-9A7E-4FD4-BCF9-8AE874637FA2}" type="pres">
      <dgm:prSet presAssocID="{6225813F-81C6-46FA-B717-DF673A0F5765}" presName="parentText" presStyleLbl="node1" presStyleIdx="2" presStyleCnt="3">
        <dgm:presLayoutVars>
          <dgm:chMax val="0"/>
          <dgm:bulletEnabled val="1"/>
        </dgm:presLayoutVars>
      </dgm:prSet>
      <dgm:spPr/>
    </dgm:pt>
  </dgm:ptLst>
  <dgm:cxnLst>
    <dgm:cxn modelId="{0EE7BC17-3329-49BF-8381-80BE181B6232}" type="presOf" srcId="{56E845BC-54F0-431B-9149-1F535A14EB4F}" destId="{A29DA15C-BAC8-4B74-8E38-ADE0E1A5383D}" srcOrd="0" destOrd="2" presId="urn:microsoft.com/office/officeart/2005/8/layout/vList2"/>
    <dgm:cxn modelId="{8A33852E-717D-450E-8D95-7D7C847B15B1}" type="presOf" srcId="{9C2ACF36-0E59-41D4-850C-DDD8C19CD305}" destId="{909732E1-E261-41D8-A019-650D60516ADF}" srcOrd="0" destOrd="0" presId="urn:microsoft.com/office/officeart/2005/8/layout/vList2"/>
    <dgm:cxn modelId="{F7182330-45AC-428F-B54B-1F17BB63A2ED}" srcId="{9C2ACF36-0E59-41D4-850C-DDD8C19CD305}" destId="{56E845BC-54F0-431B-9149-1F535A14EB4F}" srcOrd="2" destOrd="0" parTransId="{6B5A38CE-5873-43CE-A206-EF9E890D7CE0}" sibTransId="{B680528D-3896-4ABE-BC6F-691EF00B16EB}"/>
    <dgm:cxn modelId="{FD875F33-4380-4706-AB56-3145FD637C0D}" type="presOf" srcId="{6225813F-81C6-46FA-B717-DF673A0F5765}" destId="{4A171896-9A7E-4FD4-BCF9-8AE874637FA2}" srcOrd="0" destOrd="0" presId="urn:microsoft.com/office/officeart/2005/8/layout/vList2"/>
    <dgm:cxn modelId="{26D4A167-F883-4656-9534-AB07E1FA5CDC}" type="presOf" srcId="{2D1A465D-8B8A-4760-9C51-F6DE0D54829B}" destId="{5FDCA48B-5490-443E-B80F-4BAABD1174FF}" srcOrd="0" destOrd="0" presId="urn:microsoft.com/office/officeart/2005/8/layout/vList2"/>
    <dgm:cxn modelId="{9210B972-759F-4413-B78A-B77E5046C3FD}" type="presOf" srcId="{493FF4DF-A93F-4BDE-8BDC-C6E1A9B542B9}" destId="{FA35CF28-06D5-4DD8-9752-9162026C693B}" srcOrd="0" destOrd="0" presId="urn:microsoft.com/office/officeart/2005/8/layout/vList2"/>
    <dgm:cxn modelId="{21A14357-219B-4EAE-86B2-8C6997BE8EC3}" srcId="{2D1A465D-8B8A-4760-9C51-F6DE0D54829B}" destId="{493FF4DF-A93F-4BDE-8BDC-C6E1A9B542B9}" srcOrd="1" destOrd="0" parTransId="{B6428006-D53A-4F37-95F9-49C29890106E}" sibTransId="{3DBF9512-FF4C-4FF4-92AD-77F305F1A190}"/>
    <dgm:cxn modelId="{5523A589-3CE3-45E1-9C98-D8336C5261D4}" srcId="{2D1A465D-8B8A-4760-9C51-F6DE0D54829B}" destId="{9C2ACF36-0E59-41D4-850C-DDD8C19CD305}" srcOrd="0" destOrd="0" parTransId="{292AD08B-D9AB-4810-8360-F001DE128205}" sibTransId="{B1763B2B-1320-4E16-8AB4-A5635BD1F0C3}"/>
    <dgm:cxn modelId="{DD61DC8C-7D20-46F9-9570-FE9A26DDF316}" srcId="{2D1A465D-8B8A-4760-9C51-F6DE0D54829B}" destId="{6225813F-81C6-46FA-B717-DF673A0F5765}" srcOrd="2" destOrd="0" parTransId="{6CDFF7F3-B630-4F48-92C1-196DC1AD21B9}" sibTransId="{35CBC273-F759-4A87-913C-184B60559D7D}"/>
    <dgm:cxn modelId="{EF6C39AF-06DF-492F-A269-9187B09A855D}" type="presOf" srcId="{5AAF1CC3-EA95-4E8B-B992-9944A1D3679F}" destId="{A29DA15C-BAC8-4B74-8E38-ADE0E1A5383D}" srcOrd="0" destOrd="0" presId="urn:microsoft.com/office/officeart/2005/8/layout/vList2"/>
    <dgm:cxn modelId="{25A626C6-954F-4851-BC71-381635223AD9}" srcId="{9C2ACF36-0E59-41D4-850C-DDD8C19CD305}" destId="{D087BAE2-6759-4B1B-A285-1C1D2169C2EA}" srcOrd="1" destOrd="0" parTransId="{EFE707CD-949A-474B-8B05-E819BE69065E}" sibTransId="{FC7E975E-D2F1-4801-A05F-10639B9B88E0}"/>
    <dgm:cxn modelId="{EE068ADA-2D21-4E1F-98B0-9FE1E105EAE4}" type="presOf" srcId="{D087BAE2-6759-4B1B-A285-1C1D2169C2EA}" destId="{A29DA15C-BAC8-4B74-8E38-ADE0E1A5383D}" srcOrd="0" destOrd="1" presId="urn:microsoft.com/office/officeart/2005/8/layout/vList2"/>
    <dgm:cxn modelId="{875818F7-D90F-4FC4-969B-C4C8EA0B32C2}" srcId="{9C2ACF36-0E59-41D4-850C-DDD8C19CD305}" destId="{5AAF1CC3-EA95-4E8B-B992-9944A1D3679F}" srcOrd="0" destOrd="0" parTransId="{B340B3F6-F3E0-4813-94D0-7F3C800F7C16}" sibTransId="{345901BB-EBB3-411C-9D81-2B82AB5B8B3B}"/>
    <dgm:cxn modelId="{56FE31E3-8288-4978-9D60-FB1B7AD7448E}" type="presParOf" srcId="{5FDCA48B-5490-443E-B80F-4BAABD1174FF}" destId="{909732E1-E261-41D8-A019-650D60516ADF}" srcOrd="0" destOrd="0" presId="urn:microsoft.com/office/officeart/2005/8/layout/vList2"/>
    <dgm:cxn modelId="{D0C2160C-44A9-425F-A7FF-2FC5B4F0C17A}" type="presParOf" srcId="{5FDCA48B-5490-443E-B80F-4BAABD1174FF}" destId="{A29DA15C-BAC8-4B74-8E38-ADE0E1A5383D}" srcOrd="1" destOrd="0" presId="urn:microsoft.com/office/officeart/2005/8/layout/vList2"/>
    <dgm:cxn modelId="{DBC11B82-026D-4738-B975-B3E63E0F6BA5}" type="presParOf" srcId="{5FDCA48B-5490-443E-B80F-4BAABD1174FF}" destId="{FA35CF28-06D5-4DD8-9752-9162026C693B}" srcOrd="2" destOrd="0" presId="urn:microsoft.com/office/officeart/2005/8/layout/vList2"/>
    <dgm:cxn modelId="{F76534C8-8195-444F-9CC2-8DB17C8EBBBC}" type="presParOf" srcId="{5FDCA48B-5490-443E-B80F-4BAABD1174FF}" destId="{A254D2B5-7CFE-4E7B-9C84-0146165C4E75}" srcOrd="3" destOrd="0" presId="urn:microsoft.com/office/officeart/2005/8/layout/vList2"/>
    <dgm:cxn modelId="{7B19494B-B545-48F7-AD5F-9D907E688FD9}" type="presParOf" srcId="{5FDCA48B-5490-443E-B80F-4BAABD1174FF}" destId="{4A171896-9A7E-4FD4-BCF9-8AE874637FA2}"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D1A465D-8B8A-4760-9C51-F6DE0D54829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9C2ACF36-0E59-41D4-850C-DDD8C19CD305}">
      <dgm:prSet phldrT="[Text]"/>
      <dgm:spPr/>
      <dgm:t>
        <a:bodyPr/>
        <a:lstStyle/>
        <a:p>
          <a:r>
            <a:rPr lang="en-US" b="0" i="0" dirty="0"/>
            <a:t>PostgreSQL is a powerful, open source object-relational database system has earned it a strong reputation for reliability, feature robustness, and performance.</a:t>
          </a:r>
          <a:endParaRPr lang="en-US" dirty="0"/>
        </a:p>
      </dgm:t>
    </dgm:pt>
    <dgm:pt modelId="{292AD08B-D9AB-4810-8360-F001DE128205}" type="parTrans" cxnId="{5523A589-3CE3-45E1-9C98-D8336C5261D4}">
      <dgm:prSet/>
      <dgm:spPr/>
      <dgm:t>
        <a:bodyPr/>
        <a:lstStyle/>
        <a:p>
          <a:endParaRPr lang="en-US"/>
        </a:p>
      </dgm:t>
    </dgm:pt>
    <dgm:pt modelId="{B1763B2B-1320-4E16-8AB4-A5635BD1F0C3}" type="sibTrans" cxnId="{5523A589-3CE3-45E1-9C98-D8336C5261D4}">
      <dgm:prSet/>
      <dgm:spPr/>
      <dgm:t>
        <a:bodyPr/>
        <a:lstStyle/>
        <a:p>
          <a:endParaRPr lang="en-US"/>
        </a:p>
      </dgm:t>
    </dgm:pt>
    <dgm:pt modelId="{17BDC705-421F-4783-81D5-04BCEFA86B29}">
      <dgm:prSet phldrT="[Text]"/>
      <dgm:spPr/>
      <dgm:t>
        <a:bodyPr/>
        <a:lstStyle/>
        <a:p>
          <a:r>
            <a:rPr lang="en-US" b="0" i="0"/>
            <a:t>PostgreSQL, also known as Postgres, is a free and open-source relational database management system emphasizing extensibility and SQL compliance.</a:t>
          </a:r>
          <a:endParaRPr lang="en-US" dirty="0"/>
        </a:p>
      </dgm:t>
    </dgm:pt>
    <dgm:pt modelId="{6D3CF807-A495-44F1-851E-37A5CF42BA54}" type="parTrans" cxnId="{23262537-D282-42F4-B8B7-FD317F29CA8E}">
      <dgm:prSet/>
      <dgm:spPr/>
      <dgm:t>
        <a:bodyPr/>
        <a:lstStyle/>
        <a:p>
          <a:endParaRPr lang="en-US"/>
        </a:p>
      </dgm:t>
    </dgm:pt>
    <dgm:pt modelId="{3BD95B08-8891-471C-8A02-D91087691EB6}" type="sibTrans" cxnId="{23262537-D282-42F4-B8B7-FD317F29CA8E}">
      <dgm:prSet/>
      <dgm:spPr/>
      <dgm:t>
        <a:bodyPr/>
        <a:lstStyle/>
        <a:p>
          <a:endParaRPr lang="en-US"/>
        </a:p>
      </dgm:t>
    </dgm:pt>
    <dgm:pt modelId="{9FD7B7A4-E038-4BFE-83BE-CBB03AECC076}">
      <dgm:prSet phldrT="[Text]"/>
      <dgm:spPr/>
      <dgm:t>
        <a:bodyPr/>
        <a:lstStyle/>
        <a:p>
          <a:r>
            <a:rPr lang="en-US" b="0" i="0" dirty="0"/>
            <a:t>PostgreSQL is used as the primary data store or data warehouse for many web, mobile, geospatial, and analytics applications.</a:t>
          </a:r>
          <a:endParaRPr lang="en-US" dirty="0"/>
        </a:p>
      </dgm:t>
    </dgm:pt>
    <dgm:pt modelId="{068546CC-4154-44E8-A6C7-E3C074830FD2}" type="parTrans" cxnId="{04060BE5-E1E5-401A-BF38-EC7F01E51AD8}">
      <dgm:prSet/>
      <dgm:spPr/>
      <dgm:t>
        <a:bodyPr/>
        <a:lstStyle/>
        <a:p>
          <a:endParaRPr lang="en-US"/>
        </a:p>
      </dgm:t>
    </dgm:pt>
    <dgm:pt modelId="{BCD61F98-CB56-4C4A-8376-F8E4320AC5D5}" type="sibTrans" cxnId="{04060BE5-E1E5-401A-BF38-EC7F01E51AD8}">
      <dgm:prSet/>
      <dgm:spPr/>
      <dgm:t>
        <a:bodyPr/>
        <a:lstStyle/>
        <a:p>
          <a:endParaRPr lang="en-US"/>
        </a:p>
      </dgm:t>
    </dgm:pt>
    <dgm:pt modelId="{9EC2E805-B0D9-493F-BB4F-F02DD4F2B5A4}">
      <dgm:prSet phldrT="[Text]"/>
      <dgm:spPr/>
      <dgm:t>
        <a:bodyPr/>
        <a:lstStyle/>
        <a:p>
          <a:r>
            <a:rPr lang="en-US" b="0" i="0" dirty="0"/>
            <a:t>PostgreSQL is an object-relational database that offers more complex data types and allows object inheritance,</a:t>
          </a:r>
          <a:endParaRPr lang="en-US" dirty="0"/>
        </a:p>
      </dgm:t>
    </dgm:pt>
    <dgm:pt modelId="{EA20E12B-62EB-43CE-B22C-419535F82D80}" type="parTrans" cxnId="{26A59965-BDE9-47E2-8F2F-BE8719470F3D}">
      <dgm:prSet/>
      <dgm:spPr/>
      <dgm:t>
        <a:bodyPr/>
        <a:lstStyle/>
        <a:p>
          <a:endParaRPr lang="en-US"/>
        </a:p>
      </dgm:t>
    </dgm:pt>
    <dgm:pt modelId="{5DA03F4B-E956-47BC-9FA7-731DC13CD257}" type="sibTrans" cxnId="{26A59965-BDE9-47E2-8F2F-BE8719470F3D}">
      <dgm:prSet/>
      <dgm:spPr/>
      <dgm:t>
        <a:bodyPr/>
        <a:lstStyle/>
        <a:p>
          <a:endParaRPr lang="en-US"/>
        </a:p>
      </dgm:t>
    </dgm:pt>
    <dgm:pt modelId="{5FDCA48B-5490-443E-B80F-4BAABD1174FF}" type="pres">
      <dgm:prSet presAssocID="{2D1A465D-8B8A-4760-9C51-F6DE0D54829B}" presName="linear" presStyleCnt="0">
        <dgm:presLayoutVars>
          <dgm:animLvl val="lvl"/>
          <dgm:resizeHandles val="exact"/>
        </dgm:presLayoutVars>
      </dgm:prSet>
      <dgm:spPr/>
    </dgm:pt>
    <dgm:pt modelId="{909732E1-E261-41D8-A019-650D60516ADF}" type="pres">
      <dgm:prSet presAssocID="{9C2ACF36-0E59-41D4-850C-DDD8C19CD305}" presName="parentText" presStyleLbl="node1" presStyleIdx="0" presStyleCnt="4" custScaleY="35346" custLinFactNeighborX="-458" custLinFactNeighborY="-39987">
        <dgm:presLayoutVars>
          <dgm:chMax val="0"/>
          <dgm:bulletEnabled val="1"/>
        </dgm:presLayoutVars>
      </dgm:prSet>
      <dgm:spPr/>
    </dgm:pt>
    <dgm:pt modelId="{C9310C7D-E5F8-4F51-8682-E3E34DB10196}" type="pres">
      <dgm:prSet presAssocID="{B1763B2B-1320-4E16-8AB4-A5635BD1F0C3}" presName="spacer" presStyleCnt="0"/>
      <dgm:spPr/>
    </dgm:pt>
    <dgm:pt modelId="{1A3F517E-B2D1-4FB0-9E5B-BD1DF1277462}" type="pres">
      <dgm:prSet presAssocID="{17BDC705-421F-4783-81D5-04BCEFA86B29}" presName="parentText" presStyleLbl="node1" presStyleIdx="1" presStyleCnt="4" custScaleY="37645">
        <dgm:presLayoutVars>
          <dgm:chMax val="0"/>
          <dgm:bulletEnabled val="1"/>
        </dgm:presLayoutVars>
      </dgm:prSet>
      <dgm:spPr/>
    </dgm:pt>
    <dgm:pt modelId="{B682D03F-7C6F-4A5C-90D6-16A6EC6C4047}" type="pres">
      <dgm:prSet presAssocID="{3BD95B08-8891-471C-8A02-D91087691EB6}" presName="spacer" presStyleCnt="0"/>
      <dgm:spPr/>
    </dgm:pt>
    <dgm:pt modelId="{D019B570-0B03-4498-9D3C-716DD962A903}" type="pres">
      <dgm:prSet presAssocID="{9FD7B7A4-E038-4BFE-83BE-CBB03AECC076}" presName="parentText" presStyleLbl="node1" presStyleIdx="2" presStyleCnt="4" custScaleY="30083">
        <dgm:presLayoutVars>
          <dgm:chMax val="0"/>
          <dgm:bulletEnabled val="1"/>
        </dgm:presLayoutVars>
      </dgm:prSet>
      <dgm:spPr/>
    </dgm:pt>
    <dgm:pt modelId="{F3D4B01D-CB98-48CC-9346-60B2DD013DF5}" type="pres">
      <dgm:prSet presAssocID="{BCD61F98-CB56-4C4A-8376-F8E4320AC5D5}" presName="spacer" presStyleCnt="0"/>
      <dgm:spPr/>
    </dgm:pt>
    <dgm:pt modelId="{6982C137-3878-47EB-893A-F344C3AF887D}" type="pres">
      <dgm:prSet presAssocID="{9EC2E805-B0D9-493F-BB4F-F02DD4F2B5A4}" presName="parentText" presStyleLbl="node1" presStyleIdx="3" presStyleCnt="4" custScaleY="25559" custLinFactNeighborY="42447">
        <dgm:presLayoutVars>
          <dgm:chMax val="0"/>
          <dgm:bulletEnabled val="1"/>
        </dgm:presLayoutVars>
      </dgm:prSet>
      <dgm:spPr/>
    </dgm:pt>
  </dgm:ptLst>
  <dgm:cxnLst>
    <dgm:cxn modelId="{3424DA12-83EF-4073-B6E6-D59C6C0FF58B}" type="presOf" srcId="{9EC2E805-B0D9-493F-BB4F-F02DD4F2B5A4}" destId="{6982C137-3878-47EB-893A-F344C3AF887D}" srcOrd="0" destOrd="0" presId="urn:microsoft.com/office/officeart/2005/8/layout/vList2"/>
    <dgm:cxn modelId="{8A31072C-90F1-4FB8-AB25-D62028BD70BD}" type="presOf" srcId="{17BDC705-421F-4783-81D5-04BCEFA86B29}" destId="{1A3F517E-B2D1-4FB0-9E5B-BD1DF1277462}" srcOrd="0" destOrd="0" presId="urn:microsoft.com/office/officeart/2005/8/layout/vList2"/>
    <dgm:cxn modelId="{8A33852E-717D-450E-8D95-7D7C847B15B1}" type="presOf" srcId="{9C2ACF36-0E59-41D4-850C-DDD8C19CD305}" destId="{909732E1-E261-41D8-A019-650D60516ADF}" srcOrd="0" destOrd="0" presId="urn:microsoft.com/office/officeart/2005/8/layout/vList2"/>
    <dgm:cxn modelId="{23262537-D282-42F4-B8B7-FD317F29CA8E}" srcId="{2D1A465D-8B8A-4760-9C51-F6DE0D54829B}" destId="{17BDC705-421F-4783-81D5-04BCEFA86B29}" srcOrd="1" destOrd="0" parTransId="{6D3CF807-A495-44F1-851E-37A5CF42BA54}" sibTransId="{3BD95B08-8891-471C-8A02-D91087691EB6}"/>
    <dgm:cxn modelId="{26A59965-BDE9-47E2-8F2F-BE8719470F3D}" srcId="{2D1A465D-8B8A-4760-9C51-F6DE0D54829B}" destId="{9EC2E805-B0D9-493F-BB4F-F02DD4F2B5A4}" srcOrd="3" destOrd="0" parTransId="{EA20E12B-62EB-43CE-B22C-419535F82D80}" sibTransId="{5DA03F4B-E956-47BC-9FA7-731DC13CD257}"/>
    <dgm:cxn modelId="{26D4A167-F883-4656-9534-AB07E1FA5CDC}" type="presOf" srcId="{2D1A465D-8B8A-4760-9C51-F6DE0D54829B}" destId="{5FDCA48B-5490-443E-B80F-4BAABD1174FF}" srcOrd="0" destOrd="0" presId="urn:microsoft.com/office/officeart/2005/8/layout/vList2"/>
    <dgm:cxn modelId="{5523A589-3CE3-45E1-9C98-D8336C5261D4}" srcId="{2D1A465D-8B8A-4760-9C51-F6DE0D54829B}" destId="{9C2ACF36-0E59-41D4-850C-DDD8C19CD305}" srcOrd="0" destOrd="0" parTransId="{292AD08B-D9AB-4810-8360-F001DE128205}" sibTransId="{B1763B2B-1320-4E16-8AB4-A5635BD1F0C3}"/>
    <dgm:cxn modelId="{2FF46FD8-A918-4677-A4C8-4C296BFCA0EC}" type="presOf" srcId="{9FD7B7A4-E038-4BFE-83BE-CBB03AECC076}" destId="{D019B570-0B03-4498-9D3C-716DD962A903}" srcOrd="0" destOrd="0" presId="urn:microsoft.com/office/officeart/2005/8/layout/vList2"/>
    <dgm:cxn modelId="{04060BE5-E1E5-401A-BF38-EC7F01E51AD8}" srcId="{2D1A465D-8B8A-4760-9C51-F6DE0D54829B}" destId="{9FD7B7A4-E038-4BFE-83BE-CBB03AECC076}" srcOrd="2" destOrd="0" parTransId="{068546CC-4154-44E8-A6C7-E3C074830FD2}" sibTransId="{BCD61F98-CB56-4C4A-8376-F8E4320AC5D5}"/>
    <dgm:cxn modelId="{56FE31E3-8288-4978-9D60-FB1B7AD7448E}" type="presParOf" srcId="{5FDCA48B-5490-443E-B80F-4BAABD1174FF}" destId="{909732E1-E261-41D8-A019-650D60516ADF}" srcOrd="0" destOrd="0" presId="urn:microsoft.com/office/officeart/2005/8/layout/vList2"/>
    <dgm:cxn modelId="{93A710D6-BE9D-474F-B40A-42E1B7307ED9}" type="presParOf" srcId="{5FDCA48B-5490-443E-B80F-4BAABD1174FF}" destId="{C9310C7D-E5F8-4F51-8682-E3E34DB10196}" srcOrd="1" destOrd="0" presId="urn:microsoft.com/office/officeart/2005/8/layout/vList2"/>
    <dgm:cxn modelId="{96FCED09-7E31-436E-A5C3-FCA0F8616E8F}" type="presParOf" srcId="{5FDCA48B-5490-443E-B80F-4BAABD1174FF}" destId="{1A3F517E-B2D1-4FB0-9E5B-BD1DF1277462}" srcOrd="2" destOrd="0" presId="urn:microsoft.com/office/officeart/2005/8/layout/vList2"/>
    <dgm:cxn modelId="{A140D964-F9DD-4C17-B42B-56524339C0B1}" type="presParOf" srcId="{5FDCA48B-5490-443E-B80F-4BAABD1174FF}" destId="{B682D03F-7C6F-4A5C-90D6-16A6EC6C4047}" srcOrd="3" destOrd="0" presId="urn:microsoft.com/office/officeart/2005/8/layout/vList2"/>
    <dgm:cxn modelId="{1D16C8A7-343B-4A08-9E62-ADDAAD183F3A}" type="presParOf" srcId="{5FDCA48B-5490-443E-B80F-4BAABD1174FF}" destId="{D019B570-0B03-4498-9D3C-716DD962A903}" srcOrd="4" destOrd="0" presId="urn:microsoft.com/office/officeart/2005/8/layout/vList2"/>
    <dgm:cxn modelId="{B2268418-4F90-465E-9D26-BD112DD3E795}" type="presParOf" srcId="{5FDCA48B-5490-443E-B80F-4BAABD1174FF}" destId="{F3D4B01D-CB98-48CC-9346-60B2DD013DF5}" srcOrd="5" destOrd="0" presId="urn:microsoft.com/office/officeart/2005/8/layout/vList2"/>
    <dgm:cxn modelId="{B847CCF3-E996-400C-BB23-4B59927DAC24}" type="presParOf" srcId="{5FDCA48B-5490-443E-B80F-4BAABD1174FF}" destId="{6982C137-3878-47EB-893A-F344C3AF887D}" srcOrd="6"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F57050E-D6A0-440B-879D-8DA7490EB0D1}"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40D3F44B-62E7-4DCF-8546-50611D94C791}">
      <dgm:prSet phldrT="[Text]"/>
      <dgm:spPr/>
      <dgm:t>
        <a:bodyPr/>
        <a:lstStyle/>
        <a:p>
          <a:r>
            <a:rPr lang="en-US" dirty="0"/>
            <a:t>1</a:t>
          </a:r>
        </a:p>
      </dgm:t>
    </dgm:pt>
    <dgm:pt modelId="{A1B0ECF0-5F43-4D1E-878C-249FE85FB4AA}" type="parTrans" cxnId="{634220CC-C1A3-4130-9CDA-79A4C2EAB5EE}">
      <dgm:prSet/>
      <dgm:spPr/>
      <dgm:t>
        <a:bodyPr/>
        <a:lstStyle/>
        <a:p>
          <a:endParaRPr lang="en-US"/>
        </a:p>
      </dgm:t>
    </dgm:pt>
    <dgm:pt modelId="{5C381204-F68B-44FA-8E23-1DF68A9B568C}" type="sibTrans" cxnId="{634220CC-C1A3-4130-9CDA-79A4C2EAB5EE}">
      <dgm:prSet/>
      <dgm:spPr/>
      <dgm:t>
        <a:bodyPr/>
        <a:lstStyle/>
        <a:p>
          <a:endParaRPr lang="en-US"/>
        </a:p>
      </dgm:t>
    </dgm:pt>
    <dgm:pt modelId="{BFD8E156-E1C5-4589-9E13-B9DB51EC79BF}">
      <dgm:prSet phldrT="[Text]" custT="1"/>
      <dgm:spPr>
        <a:solidFill>
          <a:schemeClr val="bg1">
            <a:alpha val="90000"/>
          </a:schemeClr>
        </a:solidFill>
      </dgm:spPr>
      <dgm:t>
        <a:bodyPr/>
        <a:lstStyle/>
        <a:p>
          <a:r>
            <a:rPr lang="en-US" sz="2000" b="0" i="0" dirty="0"/>
            <a:t>Go to </a:t>
          </a:r>
          <a:r>
            <a:rPr lang="en-US" sz="2000" b="0" i="0" dirty="0">
              <a:hlinkClick xmlns:r="http://schemas.openxmlformats.org/officeDocument/2006/relationships" r:id="rId1"/>
            </a:rPr>
            <a:t>https://github.com/join</a:t>
          </a:r>
          <a:r>
            <a:rPr lang="en-US" sz="2000" b="0" i="0" dirty="0"/>
            <a:t>.</a:t>
          </a:r>
          <a:endParaRPr lang="en-US" sz="2000" dirty="0"/>
        </a:p>
      </dgm:t>
    </dgm:pt>
    <dgm:pt modelId="{419833AD-EB14-4C69-B9A0-A386D69498DC}" type="parTrans" cxnId="{C4C5F468-DA41-47CE-B089-C07ADE9D28E5}">
      <dgm:prSet/>
      <dgm:spPr/>
      <dgm:t>
        <a:bodyPr/>
        <a:lstStyle/>
        <a:p>
          <a:endParaRPr lang="en-US"/>
        </a:p>
      </dgm:t>
    </dgm:pt>
    <dgm:pt modelId="{DFE89DF9-3904-4EA5-A1BA-3AB7DD865885}" type="sibTrans" cxnId="{C4C5F468-DA41-47CE-B089-C07ADE9D28E5}">
      <dgm:prSet/>
      <dgm:spPr/>
      <dgm:t>
        <a:bodyPr/>
        <a:lstStyle/>
        <a:p>
          <a:endParaRPr lang="en-US"/>
        </a:p>
      </dgm:t>
    </dgm:pt>
    <dgm:pt modelId="{D3B31038-BB08-490E-8D98-9B5E56C9442C}">
      <dgm:prSet custT="1"/>
      <dgm:spPr>
        <a:solidFill>
          <a:schemeClr val="bg1">
            <a:alpha val="90000"/>
          </a:schemeClr>
        </a:solidFill>
      </dgm:spPr>
      <dgm:t>
        <a:bodyPr/>
        <a:lstStyle/>
        <a:p>
          <a:r>
            <a:rPr lang="en-US" sz="2000" b="0" i="0" dirty="0"/>
            <a:t>Type a user name, your email address, and a password.</a:t>
          </a:r>
        </a:p>
      </dgm:t>
    </dgm:pt>
    <dgm:pt modelId="{1122D8F4-F95D-49B1-8869-57F3B23FC9E9}" type="parTrans" cxnId="{40444420-E09B-4CAC-A55F-51DD99CAF2C5}">
      <dgm:prSet/>
      <dgm:spPr/>
      <dgm:t>
        <a:bodyPr/>
        <a:lstStyle/>
        <a:p>
          <a:endParaRPr lang="en-US"/>
        </a:p>
      </dgm:t>
    </dgm:pt>
    <dgm:pt modelId="{AC13B49B-E7CD-4DE5-AD4C-E80D8D909FDF}" type="sibTrans" cxnId="{40444420-E09B-4CAC-A55F-51DD99CAF2C5}">
      <dgm:prSet/>
      <dgm:spPr/>
      <dgm:t>
        <a:bodyPr/>
        <a:lstStyle/>
        <a:p>
          <a:endParaRPr lang="en-US"/>
        </a:p>
      </dgm:t>
    </dgm:pt>
    <dgm:pt modelId="{9A7A0983-F7E0-4613-A202-3B094634BA60}">
      <dgm:prSet custT="1"/>
      <dgm:spPr>
        <a:solidFill>
          <a:schemeClr val="bg1">
            <a:alpha val="90000"/>
          </a:schemeClr>
        </a:solidFill>
      </dgm:spPr>
      <dgm:t>
        <a:bodyPr/>
        <a:lstStyle/>
        <a:p>
          <a:r>
            <a:rPr lang="en-US" sz="1800" b="0" i="0" dirty="0"/>
            <a:t>Choose </a:t>
          </a:r>
          <a:r>
            <a:rPr lang="en-US" sz="1800" b="1" i="0" dirty="0"/>
            <a:t>Sign up for GitHub</a:t>
          </a:r>
          <a:r>
            <a:rPr lang="en-US" sz="1800" b="0" i="0" dirty="0"/>
            <a:t>, and then follow the instructions.</a:t>
          </a:r>
        </a:p>
      </dgm:t>
    </dgm:pt>
    <dgm:pt modelId="{5E538A49-76C8-4197-B98B-E416F76EEEE5}" type="parTrans" cxnId="{C69B2F2F-5F1E-49FE-8C8C-3A1BFC3CC2CF}">
      <dgm:prSet/>
      <dgm:spPr/>
      <dgm:t>
        <a:bodyPr/>
        <a:lstStyle/>
        <a:p>
          <a:endParaRPr lang="en-US"/>
        </a:p>
      </dgm:t>
    </dgm:pt>
    <dgm:pt modelId="{9FCA27BD-49B8-4F28-A38F-AAD3C66743B8}" type="sibTrans" cxnId="{C69B2F2F-5F1E-49FE-8C8C-3A1BFC3CC2CF}">
      <dgm:prSet/>
      <dgm:spPr/>
      <dgm:t>
        <a:bodyPr/>
        <a:lstStyle/>
        <a:p>
          <a:endParaRPr lang="en-US"/>
        </a:p>
      </dgm:t>
    </dgm:pt>
    <dgm:pt modelId="{48BB4DA5-611C-43E7-AC3C-73C3ABC581C9}">
      <dgm:prSet phldrT="[Text]"/>
      <dgm:spPr/>
      <dgm:t>
        <a:bodyPr/>
        <a:lstStyle/>
        <a:p>
          <a:r>
            <a:rPr lang="en-US" dirty="0"/>
            <a:t>2</a:t>
          </a:r>
        </a:p>
      </dgm:t>
    </dgm:pt>
    <dgm:pt modelId="{1AA2AB58-EA30-45E1-89C8-0926A6C5A0B3}" type="parTrans" cxnId="{B1DAB1F1-979C-4D1D-A660-EDD91260D63F}">
      <dgm:prSet/>
      <dgm:spPr/>
      <dgm:t>
        <a:bodyPr/>
        <a:lstStyle/>
        <a:p>
          <a:endParaRPr lang="en-US"/>
        </a:p>
      </dgm:t>
    </dgm:pt>
    <dgm:pt modelId="{C312F5AE-B93B-485A-B7E1-BD850D220489}" type="sibTrans" cxnId="{B1DAB1F1-979C-4D1D-A660-EDD91260D63F}">
      <dgm:prSet/>
      <dgm:spPr/>
      <dgm:t>
        <a:bodyPr/>
        <a:lstStyle/>
        <a:p>
          <a:endParaRPr lang="en-US"/>
        </a:p>
      </dgm:t>
    </dgm:pt>
    <dgm:pt modelId="{8C3A724A-38FA-497C-98F8-821C558F21C2}">
      <dgm:prSet/>
      <dgm:spPr/>
      <dgm:t>
        <a:bodyPr/>
        <a:lstStyle/>
        <a:p>
          <a:r>
            <a:rPr lang="en-US" b="0" i="0" dirty="0"/>
            <a:t>3</a:t>
          </a:r>
        </a:p>
      </dgm:t>
    </dgm:pt>
    <dgm:pt modelId="{1B73E554-1363-4A06-AD34-1CE69E232DBE}" type="parTrans" cxnId="{59C799F1-75E6-40A9-86BE-70BE53C4432D}">
      <dgm:prSet/>
      <dgm:spPr/>
      <dgm:t>
        <a:bodyPr/>
        <a:lstStyle/>
        <a:p>
          <a:endParaRPr lang="en-US"/>
        </a:p>
      </dgm:t>
    </dgm:pt>
    <dgm:pt modelId="{5457ED6F-80E8-4CC0-8D99-EBE9937DAF92}" type="sibTrans" cxnId="{59C799F1-75E6-40A9-86BE-70BE53C4432D}">
      <dgm:prSet/>
      <dgm:spPr/>
      <dgm:t>
        <a:bodyPr/>
        <a:lstStyle/>
        <a:p>
          <a:endParaRPr lang="en-US"/>
        </a:p>
      </dgm:t>
    </dgm:pt>
    <dgm:pt modelId="{BBB04D47-0621-4855-8C01-4B196772F4A4}" type="pres">
      <dgm:prSet presAssocID="{6F57050E-D6A0-440B-879D-8DA7490EB0D1}" presName="Name0" presStyleCnt="0">
        <dgm:presLayoutVars>
          <dgm:dir/>
          <dgm:animLvl val="lvl"/>
          <dgm:resizeHandles/>
        </dgm:presLayoutVars>
      </dgm:prSet>
      <dgm:spPr/>
    </dgm:pt>
    <dgm:pt modelId="{38D27116-96FD-4945-81C7-B99F5A415F0E}" type="pres">
      <dgm:prSet presAssocID="{40D3F44B-62E7-4DCF-8546-50611D94C791}" presName="linNode" presStyleCnt="0"/>
      <dgm:spPr/>
    </dgm:pt>
    <dgm:pt modelId="{BFABE958-61C3-4C56-A5B0-C8686A6A25A6}" type="pres">
      <dgm:prSet presAssocID="{40D3F44B-62E7-4DCF-8546-50611D94C791}" presName="parentShp" presStyleLbl="node1" presStyleIdx="0" presStyleCnt="3" custScaleX="35838" custLinFactNeighborX="-4817">
        <dgm:presLayoutVars>
          <dgm:bulletEnabled val="1"/>
        </dgm:presLayoutVars>
      </dgm:prSet>
      <dgm:spPr/>
    </dgm:pt>
    <dgm:pt modelId="{89541A84-881C-4AD8-A124-F99B1F4B68EC}" type="pres">
      <dgm:prSet presAssocID="{40D3F44B-62E7-4DCF-8546-50611D94C791}" presName="childShp" presStyleLbl="bgAccFollowNode1" presStyleIdx="0" presStyleCnt="3" custScaleX="127623">
        <dgm:presLayoutVars>
          <dgm:bulletEnabled val="1"/>
        </dgm:presLayoutVars>
      </dgm:prSet>
      <dgm:spPr/>
    </dgm:pt>
    <dgm:pt modelId="{3D52B482-FC30-41F4-995C-A1FC9CD11AC1}" type="pres">
      <dgm:prSet presAssocID="{5C381204-F68B-44FA-8E23-1DF68A9B568C}" presName="spacing" presStyleCnt="0"/>
      <dgm:spPr/>
    </dgm:pt>
    <dgm:pt modelId="{0C3BB7DB-214E-4F50-9282-FB7E2E21E162}" type="pres">
      <dgm:prSet presAssocID="{48BB4DA5-611C-43E7-AC3C-73C3ABC581C9}" presName="linNode" presStyleCnt="0"/>
      <dgm:spPr/>
    </dgm:pt>
    <dgm:pt modelId="{7AEB5D90-FD6F-446E-A7C9-040EAA1FF93E}" type="pres">
      <dgm:prSet presAssocID="{48BB4DA5-611C-43E7-AC3C-73C3ABC581C9}" presName="parentShp" presStyleLbl="node1" presStyleIdx="1" presStyleCnt="3" custScaleX="35838" custLinFactNeighborX="-4817">
        <dgm:presLayoutVars>
          <dgm:bulletEnabled val="1"/>
        </dgm:presLayoutVars>
      </dgm:prSet>
      <dgm:spPr/>
    </dgm:pt>
    <dgm:pt modelId="{9F1641B2-9520-4A4C-99DA-6988F9591897}" type="pres">
      <dgm:prSet presAssocID="{48BB4DA5-611C-43E7-AC3C-73C3ABC581C9}" presName="childShp" presStyleLbl="bgAccFollowNode1" presStyleIdx="1" presStyleCnt="3" custScaleX="127623">
        <dgm:presLayoutVars>
          <dgm:bulletEnabled val="1"/>
        </dgm:presLayoutVars>
      </dgm:prSet>
      <dgm:spPr/>
    </dgm:pt>
    <dgm:pt modelId="{E7DA0191-DCC5-45B2-BFC1-3BC256BCE414}" type="pres">
      <dgm:prSet presAssocID="{C312F5AE-B93B-485A-B7E1-BD850D220489}" presName="spacing" presStyleCnt="0"/>
      <dgm:spPr/>
    </dgm:pt>
    <dgm:pt modelId="{E2F2F4EB-A4F8-43FD-8B7A-BDA00929F2FC}" type="pres">
      <dgm:prSet presAssocID="{8C3A724A-38FA-497C-98F8-821C558F21C2}" presName="linNode" presStyleCnt="0"/>
      <dgm:spPr/>
    </dgm:pt>
    <dgm:pt modelId="{702C4966-D5B8-400B-9424-C97C53886D41}" type="pres">
      <dgm:prSet presAssocID="{8C3A724A-38FA-497C-98F8-821C558F21C2}" presName="parentShp" presStyleLbl="node1" presStyleIdx="2" presStyleCnt="3" custScaleX="35838" custLinFactNeighborX="-4817">
        <dgm:presLayoutVars>
          <dgm:bulletEnabled val="1"/>
        </dgm:presLayoutVars>
      </dgm:prSet>
      <dgm:spPr/>
    </dgm:pt>
    <dgm:pt modelId="{0F1030F7-EEA5-41C1-B631-EDA9346ED096}" type="pres">
      <dgm:prSet presAssocID="{8C3A724A-38FA-497C-98F8-821C558F21C2}" presName="childShp" presStyleLbl="bgAccFollowNode1" presStyleIdx="2" presStyleCnt="3" custScaleX="127623">
        <dgm:presLayoutVars>
          <dgm:bulletEnabled val="1"/>
        </dgm:presLayoutVars>
      </dgm:prSet>
      <dgm:spPr/>
    </dgm:pt>
  </dgm:ptLst>
  <dgm:cxnLst>
    <dgm:cxn modelId="{37D25C0C-9E76-4BDE-82F8-66BC10ED86BA}" type="presOf" srcId="{6F57050E-D6A0-440B-879D-8DA7490EB0D1}" destId="{BBB04D47-0621-4855-8C01-4B196772F4A4}" srcOrd="0" destOrd="0" presId="urn:microsoft.com/office/officeart/2005/8/layout/vList6"/>
    <dgm:cxn modelId="{40444420-E09B-4CAC-A55F-51DD99CAF2C5}" srcId="{48BB4DA5-611C-43E7-AC3C-73C3ABC581C9}" destId="{D3B31038-BB08-490E-8D98-9B5E56C9442C}" srcOrd="0" destOrd="0" parTransId="{1122D8F4-F95D-49B1-8869-57F3B23FC9E9}" sibTransId="{AC13B49B-E7CD-4DE5-AD4C-E80D8D909FDF}"/>
    <dgm:cxn modelId="{5AA1CD26-6494-4FFD-ADB2-53DE2C10DD8B}" type="presOf" srcId="{BFD8E156-E1C5-4589-9E13-B9DB51EC79BF}" destId="{89541A84-881C-4AD8-A124-F99B1F4B68EC}" srcOrd="0" destOrd="0" presId="urn:microsoft.com/office/officeart/2005/8/layout/vList6"/>
    <dgm:cxn modelId="{C69B2F2F-5F1E-49FE-8C8C-3A1BFC3CC2CF}" srcId="{8C3A724A-38FA-497C-98F8-821C558F21C2}" destId="{9A7A0983-F7E0-4613-A202-3B094634BA60}" srcOrd="0" destOrd="0" parTransId="{5E538A49-76C8-4197-B98B-E416F76EEEE5}" sibTransId="{9FCA27BD-49B8-4F28-A38F-AAD3C66743B8}"/>
    <dgm:cxn modelId="{C4C5F468-DA41-47CE-B089-C07ADE9D28E5}" srcId="{40D3F44B-62E7-4DCF-8546-50611D94C791}" destId="{BFD8E156-E1C5-4589-9E13-B9DB51EC79BF}" srcOrd="0" destOrd="0" parTransId="{419833AD-EB14-4C69-B9A0-A386D69498DC}" sibTransId="{DFE89DF9-3904-4EA5-A1BA-3AB7DD865885}"/>
    <dgm:cxn modelId="{7767FF7E-9AB5-43FC-95EB-A724823BBBA8}" type="presOf" srcId="{D3B31038-BB08-490E-8D98-9B5E56C9442C}" destId="{9F1641B2-9520-4A4C-99DA-6988F9591897}" srcOrd="0" destOrd="0" presId="urn:microsoft.com/office/officeart/2005/8/layout/vList6"/>
    <dgm:cxn modelId="{3B69B1C7-69F9-4664-8774-9E73275563BD}" type="presOf" srcId="{8C3A724A-38FA-497C-98F8-821C558F21C2}" destId="{702C4966-D5B8-400B-9424-C97C53886D41}" srcOrd="0" destOrd="0" presId="urn:microsoft.com/office/officeart/2005/8/layout/vList6"/>
    <dgm:cxn modelId="{28FF38CA-3CC2-470C-B865-B6204B8291A0}" type="presOf" srcId="{9A7A0983-F7E0-4613-A202-3B094634BA60}" destId="{0F1030F7-EEA5-41C1-B631-EDA9346ED096}" srcOrd="0" destOrd="0" presId="urn:microsoft.com/office/officeart/2005/8/layout/vList6"/>
    <dgm:cxn modelId="{634220CC-C1A3-4130-9CDA-79A4C2EAB5EE}" srcId="{6F57050E-D6A0-440B-879D-8DA7490EB0D1}" destId="{40D3F44B-62E7-4DCF-8546-50611D94C791}" srcOrd="0" destOrd="0" parTransId="{A1B0ECF0-5F43-4D1E-878C-249FE85FB4AA}" sibTransId="{5C381204-F68B-44FA-8E23-1DF68A9B568C}"/>
    <dgm:cxn modelId="{E49BBFE6-1F06-40E4-8819-B9C71E719A2A}" type="presOf" srcId="{48BB4DA5-611C-43E7-AC3C-73C3ABC581C9}" destId="{7AEB5D90-FD6F-446E-A7C9-040EAA1FF93E}" srcOrd="0" destOrd="0" presId="urn:microsoft.com/office/officeart/2005/8/layout/vList6"/>
    <dgm:cxn modelId="{59C799F1-75E6-40A9-86BE-70BE53C4432D}" srcId="{6F57050E-D6A0-440B-879D-8DA7490EB0D1}" destId="{8C3A724A-38FA-497C-98F8-821C558F21C2}" srcOrd="2" destOrd="0" parTransId="{1B73E554-1363-4A06-AD34-1CE69E232DBE}" sibTransId="{5457ED6F-80E8-4CC0-8D99-EBE9937DAF92}"/>
    <dgm:cxn modelId="{B1DAB1F1-979C-4D1D-A660-EDD91260D63F}" srcId="{6F57050E-D6A0-440B-879D-8DA7490EB0D1}" destId="{48BB4DA5-611C-43E7-AC3C-73C3ABC581C9}" srcOrd="1" destOrd="0" parTransId="{1AA2AB58-EA30-45E1-89C8-0926A6C5A0B3}" sibTransId="{C312F5AE-B93B-485A-B7E1-BD850D220489}"/>
    <dgm:cxn modelId="{5FF481F2-3255-475B-A53E-6D0FC4F8AC42}" type="presOf" srcId="{40D3F44B-62E7-4DCF-8546-50611D94C791}" destId="{BFABE958-61C3-4C56-A5B0-C8686A6A25A6}" srcOrd="0" destOrd="0" presId="urn:microsoft.com/office/officeart/2005/8/layout/vList6"/>
    <dgm:cxn modelId="{BDF377E8-07A0-4AA9-9019-3B06FB77DCF4}" type="presParOf" srcId="{BBB04D47-0621-4855-8C01-4B196772F4A4}" destId="{38D27116-96FD-4945-81C7-B99F5A415F0E}" srcOrd="0" destOrd="0" presId="urn:microsoft.com/office/officeart/2005/8/layout/vList6"/>
    <dgm:cxn modelId="{4FCD7683-A3E6-4B11-80CD-16DE97E5A25F}" type="presParOf" srcId="{38D27116-96FD-4945-81C7-B99F5A415F0E}" destId="{BFABE958-61C3-4C56-A5B0-C8686A6A25A6}" srcOrd="0" destOrd="0" presId="urn:microsoft.com/office/officeart/2005/8/layout/vList6"/>
    <dgm:cxn modelId="{A2A6603B-B281-4300-97A0-856811CEBB1D}" type="presParOf" srcId="{38D27116-96FD-4945-81C7-B99F5A415F0E}" destId="{89541A84-881C-4AD8-A124-F99B1F4B68EC}" srcOrd="1" destOrd="0" presId="urn:microsoft.com/office/officeart/2005/8/layout/vList6"/>
    <dgm:cxn modelId="{0055C1D5-4666-49FC-BBA1-14692B8A7BD8}" type="presParOf" srcId="{BBB04D47-0621-4855-8C01-4B196772F4A4}" destId="{3D52B482-FC30-41F4-995C-A1FC9CD11AC1}" srcOrd="1" destOrd="0" presId="urn:microsoft.com/office/officeart/2005/8/layout/vList6"/>
    <dgm:cxn modelId="{BC1BF992-127E-43A6-A7ED-6780772B764E}" type="presParOf" srcId="{BBB04D47-0621-4855-8C01-4B196772F4A4}" destId="{0C3BB7DB-214E-4F50-9282-FB7E2E21E162}" srcOrd="2" destOrd="0" presId="urn:microsoft.com/office/officeart/2005/8/layout/vList6"/>
    <dgm:cxn modelId="{51CDBDC5-E418-49DF-96F5-A3A0C603DDF7}" type="presParOf" srcId="{0C3BB7DB-214E-4F50-9282-FB7E2E21E162}" destId="{7AEB5D90-FD6F-446E-A7C9-040EAA1FF93E}" srcOrd="0" destOrd="0" presId="urn:microsoft.com/office/officeart/2005/8/layout/vList6"/>
    <dgm:cxn modelId="{B65B037B-CE1B-427B-BA20-8C386AB55EC1}" type="presParOf" srcId="{0C3BB7DB-214E-4F50-9282-FB7E2E21E162}" destId="{9F1641B2-9520-4A4C-99DA-6988F9591897}" srcOrd="1" destOrd="0" presId="urn:microsoft.com/office/officeart/2005/8/layout/vList6"/>
    <dgm:cxn modelId="{B26CF844-AC60-4BE2-8064-74AB50FCD143}" type="presParOf" srcId="{BBB04D47-0621-4855-8C01-4B196772F4A4}" destId="{E7DA0191-DCC5-45B2-BFC1-3BC256BCE414}" srcOrd="3" destOrd="0" presId="urn:microsoft.com/office/officeart/2005/8/layout/vList6"/>
    <dgm:cxn modelId="{2E154FB7-8C51-42E4-A0B5-DAC576535DEC}" type="presParOf" srcId="{BBB04D47-0621-4855-8C01-4B196772F4A4}" destId="{E2F2F4EB-A4F8-43FD-8B7A-BDA00929F2FC}" srcOrd="4" destOrd="0" presId="urn:microsoft.com/office/officeart/2005/8/layout/vList6"/>
    <dgm:cxn modelId="{4011E56B-EE7E-4B9D-9F3D-4B3EF8D05214}" type="presParOf" srcId="{E2F2F4EB-A4F8-43FD-8B7A-BDA00929F2FC}" destId="{702C4966-D5B8-400B-9424-C97C53886D41}" srcOrd="0" destOrd="0" presId="urn:microsoft.com/office/officeart/2005/8/layout/vList6"/>
    <dgm:cxn modelId="{B586FCD0-09C0-44F3-AC44-0B2F891972A3}" type="presParOf" srcId="{E2F2F4EB-A4F8-43FD-8B7A-BDA00929F2FC}" destId="{0F1030F7-EEA5-41C1-B631-EDA9346ED096}" srcOrd="1" destOrd="0" presId="urn:microsoft.com/office/officeart/2005/8/layout/v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F57050E-D6A0-440B-879D-8DA7490EB0D1}"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40D3F44B-62E7-4DCF-8546-50611D94C791}">
      <dgm:prSet phldrT="[Text]"/>
      <dgm:spPr/>
      <dgm:t>
        <a:bodyPr/>
        <a:lstStyle/>
        <a:p>
          <a:r>
            <a:rPr lang="en-US" dirty="0"/>
            <a:t>1</a:t>
          </a:r>
        </a:p>
      </dgm:t>
    </dgm:pt>
    <dgm:pt modelId="{A1B0ECF0-5F43-4D1E-878C-249FE85FB4AA}" type="parTrans" cxnId="{634220CC-C1A3-4130-9CDA-79A4C2EAB5EE}">
      <dgm:prSet/>
      <dgm:spPr/>
      <dgm:t>
        <a:bodyPr/>
        <a:lstStyle/>
        <a:p>
          <a:endParaRPr lang="en-US"/>
        </a:p>
      </dgm:t>
    </dgm:pt>
    <dgm:pt modelId="{5C381204-F68B-44FA-8E23-1DF68A9B568C}" type="sibTrans" cxnId="{634220CC-C1A3-4130-9CDA-79A4C2EAB5EE}">
      <dgm:prSet/>
      <dgm:spPr/>
      <dgm:t>
        <a:bodyPr/>
        <a:lstStyle/>
        <a:p>
          <a:endParaRPr lang="en-US"/>
        </a:p>
      </dgm:t>
    </dgm:pt>
    <dgm:pt modelId="{BFD8E156-E1C5-4589-9E13-B9DB51EC79BF}">
      <dgm:prSet phldrT="[Text]" custT="1"/>
      <dgm:spPr>
        <a:solidFill>
          <a:srgbClr val="FF0000">
            <a:alpha val="90000"/>
          </a:srgbClr>
        </a:solidFill>
      </dgm:spPr>
      <dgm:t>
        <a:bodyPr/>
        <a:lstStyle/>
        <a:p>
          <a:r>
            <a:rPr lang="en-US" sz="2000" b="0" i="0" dirty="0">
              <a:solidFill>
                <a:schemeClr val="bg1"/>
              </a:solidFill>
            </a:rPr>
            <a:t>Go to Repositories.</a:t>
          </a:r>
          <a:endParaRPr lang="en-US" sz="2000" dirty="0">
            <a:solidFill>
              <a:schemeClr val="bg1"/>
            </a:solidFill>
          </a:endParaRPr>
        </a:p>
      </dgm:t>
    </dgm:pt>
    <dgm:pt modelId="{419833AD-EB14-4C69-B9A0-A386D69498DC}" type="parTrans" cxnId="{C4C5F468-DA41-47CE-B089-C07ADE9D28E5}">
      <dgm:prSet/>
      <dgm:spPr/>
      <dgm:t>
        <a:bodyPr/>
        <a:lstStyle/>
        <a:p>
          <a:endParaRPr lang="en-US"/>
        </a:p>
      </dgm:t>
    </dgm:pt>
    <dgm:pt modelId="{DFE89DF9-3904-4EA5-A1BA-3AB7DD865885}" type="sibTrans" cxnId="{C4C5F468-DA41-47CE-B089-C07ADE9D28E5}">
      <dgm:prSet/>
      <dgm:spPr/>
      <dgm:t>
        <a:bodyPr/>
        <a:lstStyle/>
        <a:p>
          <a:endParaRPr lang="en-US"/>
        </a:p>
      </dgm:t>
    </dgm:pt>
    <dgm:pt modelId="{D3B31038-BB08-490E-8D98-9B5E56C9442C}">
      <dgm:prSet custT="1"/>
      <dgm:spPr>
        <a:solidFill>
          <a:srgbClr val="FF0000">
            <a:alpha val="90000"/>
          </a:srgbClr>
        </a:solidFill>
      </dgm:spPr>
      <dgm:t>
        <a:bodyPr/>
        <a:lstStyle/>
        <a:p>
          <a:r>
            <a:rPr lang="en-US" sz="2000" b="0" i="0" dirty="0">
              <a:solidFill>
                <a:schemeClr val="bg1"/>
              </a:solidFill>
            </a:rPr>
            <a:t>Click on New</a:t>
          </a:r>
        </a:p>
      </dgm:t>
    </dgm:pt>
    <dgm:pt modelId="{1122D8F4-F95D-49B1-8869-57F3B23FC9E9}" type="parTrans" cxnId="{40444420-E09B-4CAC-A55F-51DD99CAF2C5}">
      <dgm:prSet/>
      <dgm:spPr/>
      <dgm:t>
        <a:bodyPr/>
        <a:lstStyle/>
        <a:p>
          <a:endParaRPr lang="en-US"/>
        </a:p>
      </dgm:t>
    </dgm:pt>
    <dgm:pt modelId="{AC13B49B-E7CD-4DE5-AD4C-E80D8D909FDF}" type="sibTrans" cxnId="{40444420-E09B-4CAC-A55F-51DD99CAF2C5}">
      <dgm:prSet/>
      <dgm:spPr/>
      <dgm:t>
        <a:bodyPr/>
        <a:lstStyle/>
        <a:p>
          <a:endParaRPr lang="en-US"/>
        </a:p>
      </dgm:t>
    </dgm:pt>
    <dgm:pt modelId="{48BB4DA5-611C-43E7-AC3C-73C3ABC581C9}">
      <dgm:prSet phldrT="[Text]"/>
      <dgm:spPr/>
      <dgm:t>
        <a:bodyPr/>
        <a:lstStyle/>
        <a:p>
          <a:r>
            <a:rPr lang="en-US" dirty="0"/>
            <a:t>2</a:t>
          </a:r>
        </a:p>
      </dgm:t>
    </dgm:pt>
    <dgm:pt modelId="{1AA2AB58-EA30-45E1-89C8-0926A6C5A0B3}" type="parTrans" cxnId="{B1DAB1F1-979C-4D1D-A660-EDD91260D63F}">
      <dgm:prSet/>
      <dgm:spPr/>
      <dgm:t>
        <a:bodyPr/>
        <a:lstStyle/>
        <a:p>
          <a:endParaRPr lang="en-US"/>
        </a:p>
      </dgm:t>
    </dgm:pt>
    <dgm:pt modelId="{C312F5AE-B93B-485A-B7E1-BD850D220489}" type="sibTrans" cxnId="{B1DAB1F1-979C-4D1D-A660-EDD91260D63F}">
      <dgm:prSet/>
      <dgm:spPr/>
      <dgm:t>
        <a:bodyPr/>
        <a:lstStyle/>
        <a:p>
          <a:endParaRPr lang="en-US"/>
        </a:p>
      </dgm:t>
    </dgm:pt>
    <dgm:pt modelId="{BBB04D47-0621-4855-8C01-4B196772F4A4}" type="pres">
      <dgm:prSet presAssocID="{6F57050E-D6A0-440B-879D-8DA7490EB0D1}" presName="Name0" presStyleCnt="0">
        <dgm:presLayoutVars>
          <dgm:dir/>
          <dgm:animLvl val="lvl"/>
          <dgm:resizeHandles/>
        </dgm:presLayoutVars>
      </dgm:prSet>
      <dgm:spPr/>
    </dgm:pt>
    <dgm:pt modelId="{38D27116-96FD-4945-81C7-B99F5A415F0E}" type="pres">
      <dgm:prSet presAssocID="{40D3F44B-62E7-4DCF-8546-50611D94C791}" presName="linNode" presStyleCnt="0"/>
      <dgm:spPr/>
    </dgm:pt>
    <dgm:pt modelId="{BFABE958-61C3-4C56-A5B0-C8686A6A25A6}" type="pres">
      <dgm:prSet presAssocID="{40D3F44B-62E7-4DCF-8546-50611D94C791}" presName="parentShp" presStyleLbl="node1" presStyleIdx="0" presStyleCnt="2" custScaleX="35838" custLinFactNeighborX="-4817">
        <dgm:presLayoutVars>
          <dgm:bulletEnabled val="1"/>
        </dgm:presLayoutVars>
      </dgm:prSet>
      <dgm:spPr/>
    </dgm:pt>
    <dgm:pt modelId="{89541A84-881C-4AD8-A124-F99B1F4B68EC}" type="pres">
      <dgm:prSet presAssocID="{40D3F44B-62E7-4DCF-8546-50611D94C791}" presName="childShp" presStyleLbl="bgAccFollowNode1" presStyleIdx="0" presStyleCnt="2" custScaleX="127623">
        <dgm:presLayoutVars>
          <dgm:bulletEnabled val="1"/>
        </dgm:presLayoutVars>
      </dgm:prSet>
      <dgm:spPr/>
    </dgm:pt>
    <dgm:pt modelId="{3D52B482-FC30-41F4-995C-A1FC9CD11AC1}" type="pres">
      <dgm:prSet presAssocID="{5C381204-F68B-44FA-8E23-1DF68A9B568C}" presName="spacing" presStyleCnt="0"/>
      <dgm:spPr/>
    </dgm:pt>
    <dgm:pt modelId="{0C3BB7DB-214E-4F50-9282-FB7E2E21E162}" type="pres">
      <dgm:prSet presAssocID="{48BB4DA5-611C-43E7-AC3C-73C3ABC581C9}" presName="linNode" presStyleCnt="0"/>
      <dgm:spPr/>
    </dgm:pt>
    <dgm:pt modelId="{7AEB5D90-FD6F-446E-A7C9-040EAA1FF93E}" type="pres">
      <dgm:prSet presAssocID="{48BB4DA5-611C-43E7-AC3C-73C3ABC581C9}" presName="parentShp" presStyleLbl="node1" presStyleIdx="1" presStyleCnt="2" custScaleX="35838" custLinFactNeighborX="-4817">
        <dgm:presLayoutVars>
          <dgm:bulletEnabled val="1"/>
        </dgm:presLayoutVars>
      </dgm:prSet>
      <dgm:spPr/>
    </dgm:pt>
    <dgm:pt modelId="{9F1641B2-9520-4A4C-99DA-6988F9591897}" type="pres">
      <dgm:prSet presAssocID="{48BB4DA5-611C-43E7-AC3C-73C3ABC581C9}" presName="childShp" presStyleLbl="bgAccFollowNode1" presStyleIdx="1" presStyleCnt="2" custScaleX="127623">
        <dgm:presLayoutVars>
          <dgm:bulletEnabled val="1"/>
        </dgm:presLayoutVars>
      </dgm:prSet>
      <dgm:spPr/>
    </dgm:pt>
  </dgm:ptLst>
  <dgm:cxnLst>
    <dgm:cxn modelId="{37D25C0C-9E76-4BDE-82F8-66BC10ED86BA}" type="presOf" srcId="{6F57050E-D6A0-440B-879D-8DA7490EB0D1}" destId="{BBB04D47-0621-4855-8C01-4B196772F4A4}" srcOrd="0" destOrd="0" presId="urn:microsoft.com/office/officeart/2005/8/layout/vList6"/>
    <dgm:cxn modelId="{40444420-E09B-4CAC-A55F-51DD99CAF2C5}" srcId="{48BB4DA5-611C-43E7-AC3C-73C3ABC581C9}" destId="{D3B31038-BB08-490E-8D98-9B5E56C9442C}" srcOrd="0" destOrd="0" parTransId="{1122D8F4-F95D-49B1-8869-57F3B23FC9E9}" sibTransId="{AC13B49B-E7CD-4DE5-AD4C-E80D8D909FDF}"/>
    <dgm:cxn modelId="{5AA1CD26-6494-4FFD-ADB2-53DE2C10DD8B}" type="presOf" srcId="{BFD8E156-E1C5-4589-9E13-B9DB51EC79BF}" destId="{89541A84-881C-4AD8-A124-F99B1F4B68EC}" srcOrd="0" destOrd="0" presId="urn:microsoft.com/office/officeart/2005/8/layout/vList6"/>
    <dgm:cxn modelId="{C4C5F468-DA41-47CE-B089-C07ADE9D28E5}" srcId="{40D3F44B-62E7-4DCF-8546-50611D94C791}" destId="{BFD8E156-E1C5-4589-9E13-B9DB51EC79BF}" srcOrd="0" destOrd="0" parTransId="{419833AD-EB14-4C69-B9A0-A386D69498DC}" sibTransId="{DFE89DF9-3904-4EA5-A1BA-3AB7DD865885}"/>
    <dgm:cxn modelId="{7767FF7E-9AB5-43FC-95EB-A724823BBBA8}" type="presOf" srcId="{D3B31038-BB08-490E-8D98-9B5E56C9442C}" destId="{9F1641B2-9520-4A4C-99DA-6988F9591897}" srcOrd="0" destOrd="0" presId="urn:microsoft.com/office/officeart/2005/8/layout/vList6"/>
    <dgm:cxn modelId="{634220CC-C1A3-4130-9CDA-79A4C2EAB5EE}" srcId="{6F57050E-D6A0-440B-879D-8DA7490EB0D1}" destId="{40D3F44B-62E7-4DCF-8546-50611D94C791}" srcOrd="0" destOrd="0" parTransId="{A1B0ECF0-5F43-4D1E-878C-249FE85FB4AA}" sibTransId="{5C381204-F68B-44FA-8E23-1DF68A9B568C}"/>
    <dgm:cxn modelId="{E49BBFE6-1F06-40E4-8819-B9C71E719A2A}" type="presOf" srcId="{48BB4DA5-611C-43E7-AC3C-73C3ABC581C9}" destId="{7AEB5D90-FD6F-446E-A7C9-040EAA1FF93E}" srcOrd="0" destOrd="0" presId="urn:microsoft.com/office/officeart/2005/8/layout/vList6"/>
    <dgm:cxn modelId="{B1DAB1F1-979C-4D1D-A660-EDD91260D63F}" srcId="{6F57050E-D6A0-440B-879D-8DA7490EB0D1}" destId="{48BB4DA5-611C-43E7-AC3C-73C3ABC581C9}" srcOrd="1" destOrd="0" parTransId="{1AA2AB58-EA30-45E1-89C8-0926A6C5A0B3}" sibTransId="{C312F5AE-B93B-485A-B7E1-BD850D220489}"/>
    <dgm:cxn modelId="{5FF481F2-3255-475B-A53E-6D0FC4F8AC42}" type="presOf" srcId="{40D3F44B-62E7-4DCF-8546-50611D94C791}" destId="{BFABE958-61C3-4C56-A5B0-C8686A6A25A6}" srcOrd="0" destOrd="0" presId="urn:microsoft.com/office/officeart/2005/8/layout/vList6"/>
    <dgm:cxn modelId="{BDF377E8-07A0-4AA9-9019-3B06FB77DCF4}" type="presParOf" srcId="{BBB04D47-0621-4855-8C01-4B196772F4A4}" destId="{38D27116-96FD-4945-81C7-B99F5A415F0E}" srcOrd="0" destOrd="0" presId="urn:microsoft.com/office/officeart/2005/8/layout/vList6"/>
    <dgm:cxn modelId="{4FCD7683-A3E6-4B11-80CD-16DE97E5A25F}" type="presParOf" srcId="{38D27116-96FD-4945-81C7-B99F5A415F0E}" destId="{BFABE958-61C3-4C56-A5B0-C8686A6A25A6}" srcOrd="0" destOrd="0" presId="urn:microsoft.com/office/officeart/2005/8/layout/vList6"/>
    <dgm:cxn modelId="{A2A6603B-B281-4300-97A0-856811CEBB1D}" type="presParOf" srcId="{38D27116-96FD-4945-81C7-B99F5A415F0E}" destId="{89541A84-881C-4AD8-A124-F99B1F4B68EC}" srcOrd="1" destOrd="0" presId="urn:microsoft.com/office/officeart/2005/8/layout/vList6"/>
    <dgm:cxn modelId="{0055C1D5-4666-49FC-BBA1-14692B8A7BD8}" type="presParOf" srcId="{BBB04D47-0621-4855-8C01-4B196772F4A4}" destId="{3D52B482-FC30-41F4-995C-A1FC9CD11AC1}" srcOrd="1" destOrd="0" presId="urn:microsoft.com/office/officeart/2005/8/layout/vList6"/>
    <dgm:cxn modelId="{BC1BF992-127E-43A6-A7ED-6780772B764E}" type="presParOf" srcId="{BBB04D47-0621-4855-8C01-4B196772F4A4}" destId="{0C3BB7DB-214E-4F50-9282-FB7E2E21E162}" srcOrd="2" destOrd="0" presId="urn:microsoft.com/office/officeart/2005/8/layout/vList6"/>
    <dgm:cxn modelId="{51CDBDC5-E418-49DF-96F5-A3A0C603DDF7}" type="presParOf" srcId="{0C3BB7DB-214E-4F50-9282-FB7E2E21E162}" destId="{7AEB5D90-FD6F-446E-A7C9-040EAA1FF93E}" srcOrd="0" destOrd="0" presId="urn:microsoft.com/office/officeart/2005/8/layout/vList6"/>
    <dgm:cxn modelId="{B65B037B-CE1B-427B-BA20-8C386AB55EC1}" type="presParOf" srcId="{0C3BB7DB-214E-4F50-9282-FB7E2E21E162}" destId="{9F1641B2-9520-4A4C-99DA-6988F9591897}" srcOrd="1" destOrd="0" presId="urn:microsoft.com/office/officeart/2005/8/layout/v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F57050E-D6A0-440B-879D-8DA7490EB0D1}"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40D3F44B-62E7-4DCF-8546-50611D94C791}">
      <dgm:prSet phldrT="[Text]"/>
      <dgm:spPr/>
      <dgm:t>
        <a:bodyPr/>
        <a:lstStyle/>
        <a:p>
          <a:r>
            <a:rPr lang="en-US" dirty="0"/>
            <a:t>1</a:t>
          </a:r>
        </a:p>
      </dgm:t>
    </dgm:pt>
    <dgm:pt modelId="{A1B0ECF0-5F43-4D1E-878C-249FE85FB4AA}" type="parTrans" cxnId="{634220CC-C1A3-4130-9CDA-79A4C2EAB5EE}">
      <dgm:prSet/>
      <dgm:spPr/>
      <dgm:t>
        <a:bodyPr/>
        <a:lstStyle/>
        <a:p>
          <a:endParaRPr lang="en-US"/>
        </a:p>
      </dgm:t>
    </dgm:pt>
    <dgm:pt modelId="{5C381204-F68B-44FA-8E23-1DF68A9B568C}" type="sibTrans" cxnId="{634220CC-C1A3-4130-9CDA-79A4C2EAB5EE}">
      <dgm:prSet/>
      <dgm:spPr/>
      <dgm:t>
        <a:bodyPr/>
        <a:lstStyle/>
        <a:p>
          <a:endParaRPr lang="en-US"/>
        </a:p>
      </dgm:t>
    </dgm:pt>
    <dgm:pt modelId="{BFD8E156-E1C5-4589-9E13-B9DB51EC79BF}">
      <dgm:prSet phldrT="[Text]" custT="1"/>
      <dgm:spPr>
        <a:solidFill>
          <a:schemeClr val="bg2">
            <a:lumMod val="85000"/>
            <a:alpha val="90000"/>
          </a:schemeClr>
        </a:solidFill>
      </dgm:spPr>
      <dgm:t>
        <a:bodyPr/>
        <a:lstStyle/>
        <a:p>
          <a:r>
            <a:rPr lang="en-US" sz="2000" b="0" i="0" dirty="0">
              <a:solidFill>
                <a:srgbClr val="000000"/>
              </a:solidFill>
            </a:rPr>
            <a:t>Enter your repository name.</a:t>
          </a:r>
          <a:endParaRPr lang="en-US" sz="2000" dirty="0">
            <a:solidFill>
              <a:srgbClr val="000000"/>
            </a:solidFill>
          </a:endParaRPr>
        </a:p>
      </dgm:t>
    </dgm:pt>
    <dgm:pt modelId="{419833AD-EB14-4C69-B9A0-A386D69498DC}" type="parTrans" cxnId="{C4C5F468-DA41-47CE-B089-C07ADE9D28E5}">
      <dgm:prSet/>
      <dgm:spPr/>
      <dgm:t>
        <a:bodyPr/>
        <a:lstStyle/>
        <a:p>
          <a:endParaRPr lang="en-US"/>
        </a:p>
      </dgm:t>
    </dgm:pt>
    <dgm:pt modelId="{DFE89DF9-3904-4EA5-A1BA-3AB7DD865885}" type="sibTrans" cxnId="{C4C5F468-DA41-47CE-B089-C07ADE9D28E5}">
      <dgm:prSet/>
      <dgm:spPr/>
      <dgm:t>
        <a:bodyPr/>
        <a:lstStyle/>
        <a:p>
          <a:endParaRPr lang="en-US"/>
        </a:p>
      </dgm:t>
    </dgm:pt>
    <dgm:pt modelId="{D3B31038-BB08-490E-8D98-9B5E56C9442C}">
      <dgm:prSet custT="1"/>
      <dgm:spPr>
        <a:solidFill>
          <a:schemeClr val="bg2">
            <a:lumMod val="85000"/>
            <a:alpha val="90000"/>
          </a:schemeClr>
        </a:solidFill>
      </dgm:spPr>
      <dgm:t>
        <a:bodyPr/>
        <a:lstStyle/>
        <a:p>
          <a:r>
            <a:rPr lang="en-US" sz="2000" b="0" i="0" dirty="0">
              <a:solidFill>
                <a:srgbClr val="000000"/>
              </a:solidFill>
            </a:rPr>
            <a:t>Check on Public</a:t>
          </a:r>
        </a:p>
      </dgm:t>
    </dgm:pt>
    <dgm:pt modelId="{1122D8F4-F95D-49B1-8869-57F3B23FC9E9}" type="parTrans" cxnId="{40444420-E09B-4CAC-A55F-51DD99CAF2C5}">
      <dgm:prSet/>
      <dgm:spPr/>
      <dgm:t>
        <a:bodyPr/>
        <a:lstStyle/>
        <a:p>
          <a:endParaRPr lang="en-US"/>
        </a:p>
      </dgm:t>
    </dgm:pt>
    <dgm:pt modelId="{AC13B49B-E7CD-4DE5-AD4C-E80D8D909FDF}" type="sibTrans" cxnId="{40444420-E09B-4CAC-A55F-51DD99CAF2C5}">
      <dgm:prSet/>
      <dgm:spPr/>
      <dgm:t>
        <a:bodyPr/>
        <a:lstStyle/>
        <a:p>
          <a:endParaRPr lang="en-US"/>
        </a:p>
      </dgm:t>
    </dgm:pt>
    <dgm:pt modelId="{48BB4DA5-611C-43E7-AC3C-73C3ABC581C9}">
      <dgm:prSet phldrT="[Text]"/>
      <dgm:spPr/>
      <dgm:t>
        <a:bodyPr/>
        <a:lstStyle/>
        <a:p>
          <a:r>
            <a:rPr lang="en-US" dirty="0"/>
            <a:t>2</a:t>
          </a:r>
        </a:p>
      </dgm:t>
    </dgm:pt>
    <dgm:pt modelId="{1AA2AB58-EA30-45E1-89C8-0926A6C5A0B3}" type="parTrans" cxnId="{B1DAB1F1-979C-4D1D-A660-EDD91260D63F}">
      <dgm:prSet/>
      <dgm:spPr/>
      <dgm:t>
        <a:bodyPr/>
        <a:lstStyle/>
        <a:p>
          <a:endParaRPr lang="en-US"/>
        </a:p>
      </dgm:t>
    </dgm:pt>
    <dgm:pt modelId="{C312F5AE-B93B-485A-B7E1-BD850D220489}" type="sibTrans" cxnId="{B1DAB1F1-979C-4D1D-A660-EDD91260D63F}">
      <dgm:prSet/>
      <dgm:spPr/>
      <dgm:t>
        <a:bodyPr/>
        <a:lstStyle/>
        <a:p>
          <a:endParaRPr lang="en-US"/>
        </a:p>
      </dgm:t>
    </dgm:pt>
    <dgm:pt modelId="{BBB04D47-0621-4855-8C01-4B196772F4A4}" type="pres">
      <dgm:prSet presAssocID="{6F57050E-D6A0-440B-879D-8DA7490EB0D1}" presName="Name0" presStyleCnt="0">
        <dgm:presLayoutVars>
          <dgm:dir/>
          <dgm:animLvl val="lvl"/>
          <dgm:resizeHandles/>
        </dgm:presLayoutVars>
      </dgm:prSet>
      <dgm:spPr/>
    </dgm:pt>
    <dgm:pt modelId="{38D27116-96FD-4945-81C7-B99F5A415F0E}" type="pres">
      <dgm:prSet presAssocID="{40D3F44B-62E7-4DCF-8546-50611D94C791}" presName="linNode" presStyleCnt="0"/>
      <dgm:spPr/>
    </dgm:pt>
    <dgm:pt modelId="{BFABE958-61C3-4C56-A5B0-C8686A6A25A6}" type="pres">
      <dgm:prSet presAssocID="{40D3F44B-62E7-4DCF-8546-50611D94C791}" presName="parentShp" presStyleLbl="node1" presStyleIdx="0" presStyleCnt="2" custScaleX="35838" custLinFactNeighborX="-4817">
        <dgm:presLayoutVars>
          <dgm:bulletEnabled val="1"/>
        </dgm:presLayoutVars>
      </dgm:prSet>
      <dgm:spPr/>
    </dgm:pt>
    <dgm:pt modelId="{89541A84-881C-4AD8-A124-F99B1F4B68EC}" type="pres">
      <dgm:prSet presAssocID="{40D3F44B-62E7-4DCF-8546-50611D94C791}" presName="childShp" presStyleLbl="bgAccFollowNode1" presStyleIdx="0" presStyleCnt="2" custScaleX="127623">
        <dgm:presLayoutVars>
          <dgm:bulletEnabled val="1"/>
        </dgm:presLayoutVars>
      </dgm:prSet>
      <dgm:spPr/>
    </dgm:pt>
    <dgm:pt modelId="{3D52B482-FC30-41F4-995C-A1FC9CD11AC1}" type="pres">
      <dgm:prSet presAssocID="{5C381204-F68B-44FA-8E23-1DF68A9B568C}" presName="spacing" presStyleCnt="0"/>
      <dgm:spPr/>
    </dgm:pt>
    <dgm:pt modelId="{0C3BB7DB-214E-4F50-9282-FB7E2E21E162}" type="pres">
      <dgm:prSet presAssocID="{48BB4DA5-611C-43E7-AC3C-73C3ABC581C9}" presName="linNode" presStyleCnt="0"/>
      <dgm:spPr/>
    </dgm:pt>
    <dgm:pt modelId="{7AEB5D90-FD6F-446E-A7C9-040EAA1FF93E}" type="pres">
      <dgm:prSet presAssocID="{48BB4DA5-611C-43E7-AC3C-73C3ABC581C9}" presName="parentShp" presStyleLbl="node1" presStyleIdx="1" presStyleCnt="2" custScaleX="35838" custLinFactNeighborX="-4817">
        <dgm:presLayoutVars>
          <dgm:bulletEnabled val="1"/>
        </dgm:presLayoutVars>
      </dgm:prSet>
      <dgm:spPr/>
    </dgm:pt>
    <dgm:pt modelId="{9F1641B2-9520-4A4C-99DA-6988F9591897}" type="pres">
      <dgm:prSet presAssocID="{48BB4DA5-611C-43E7-AC3C-73C3ABC581C9}" presName="childShp" presStyleLbl="bgAccFollowNode1" presStyleIdx="1" presStyleCnt="2" custScaleX="127623">
        <dgm:presLayoutVars>
          <dgm:bulletEnabled val="1"/>
        </dgm:presLayoutVars>
      </dgm:prSet>
      <dgm:spPr/>
    </dgm:pt>
  </dgm:ptLst>
  <dgm:cxnLst>
    <dgm:cxn modelId="{37D25C0C-9E76-4BDE-82F8-66BC10ED86BA}" type="presOf" srcId="{6F57050E-D6A0-440B-879D-8DA7490EB0D1}" destId="{BBB04D47-0621-4855-8C01-4B196772F4A4}" srcOrd="0" destOrd="0" presId="urn:microsoft.com/office/officeart/2005/8/layout/vList6"/>
    <dgm:cxn modelId="{40444420-E09B-4CAC-A55F-51DD99CAF2C5}" srcId="{48BB4DA5-611C-43E7-AC3C-73C3ABC581C9}" destId="{D3B31038-BB08-490E-8D98-9B5E56C9442C}" srcOrd="0" destOrd="0" parTransId="{1122D8F4-F95D-49B1-8869-57F3B23FC9E9}" sibTransId="{AC13B49B-E7CD-4DE5-AD4C-E80D8D909FDF}"/>
    <dgm:cxn modelId="{5AA1CD26-6494-4FFD-ADB2-53DE2C10DD8B}" type="presOf" srcId="{BFD8E156-E1C5-4589-9E13-B9DB51EC79BF}" destId="{89541A84-881C-4AD8-A124-F99B1F4B68EC}" srcOrd="0" destOrd="0" presId="urn:microsoft.com/office/officeart/2005/8/layout/vList6"/>
    <dgm:cxn modelId="{C4C5F468-DA41-47CE-B089-C07ADE9D28E5}" srcId="{40D3F44B-62E7-4DCF-8546-50611D94C791}" destId="{BFD8E156-E1C5-4589-9E13-B9DB51EC79BF}" srcOrd="0" destOrd="0" parTransId="{419833AD-EB14-4C69-B9A0-A386D69498DC}" sibTransId="{DFE89DF9-3904-4EA5-A1BA-3AB7DD865885}"/>
    <dgm:cxn modelId="{7767FF7E-9AB5-43FC-95EB-A724823BBBA8}" type="presOf" srcId="{D3B31038-BB08-490E-8D98-9B5E56C9442C}" destId="{9F1641B2-9520-4A4C-99DA-6988F9591897}" srcOrd="0" destOrd="0" presId="urn:microsoft.com/office/officeart/2005/8/layout/vList6"/>
    <dgm:cxn modelId="{634220CC-C1A3-4130-9CDA-79A4C2EAB5EE}" srcId="{6F57050E-D6A0-440B-879D-8DA7490EB0D1}" destId="{40D3F44B-62E7-4DCF-8546-50611D94C791}" srcOrd="0" destOrd="0" parTransId="{A1B0ECF0-5F43-4D1E-878C-249FE85FB4AA}" sibTransId="{5C381204-F68B-44FA-8E23-1DF68A9B568C}"/>
    <dgm:cxn modelId="{E49BBFE6-1F06-40E4-8819-B9C71E719A2A}" type="presOf" srcId="{48BB4DA5-611C-43E7-AC3C-73C3ABC581C9}" destId="{7AEB5D90-FD6F-446E-A7C9-040EAA1FF93E}" srcOrd="0" destOrd="0" presId="urn:microsoft.com/office/officeart/2005/8/layout/vList6"/>
    <dgm:cxn modelId="{B1DAB1F1-979C-4D1D-A660-EDD91260D63F}" srcId="{6F57050E-D6A0-440B-879D-8DA7490EB0D1}" destId="{48BB4DA5-611C-43E7-AC3C-73C3ABC581C9}" srcOrd="1" destOrd="0" parTransId="{1AA2AB58-EA30-45E1-89C8-0926A6C5A0B3}" sibTransId="{C312F5AE-B93B-485A-B7E1-BD850D220489}"/>
    <dgm:cxn modelId="{5FF481F2-3255-475B-A53E-6D0FC4F8AC42}" type="presOf" srcId="{40D3F44B-62E7-4DCF-8546-50611D94C791}" destId="{BFABE958-61C3-4C56-A5B0-C8686A6A25A6}" srcOrd="0" destOrd="0" presId="urn:microsoft.com/office/officeart/2005/8/layout/vList6"/>
    <dgm:cxn modelId="{BDF377E8-07A0-4AA9-9019-3B06FB77DCF4}" type="presParOf" srcId="{BBB04D47-0621-4855-8C01-4B196772F4A4}" destId="{38D27116-96FD-4945-81C7-B99F5A415F0E}" srcOrd="0" destOrd="0" presId="urn:microsoft.com/office/officeart/2005/8/layout/vList6"/>
    <dgm:cxn modelId="{4FCD7683-A3E6-4B11-80CD-16DE97E5A25F}" type="presParOf" srcId="{38D27116-96FD-4945-81C7-B99F5A415F0E}" destId="{BFABE958-61C3-4C56-A5B0-C8686A6A25A6}" srcOrd="0" destOrd="0" presId="urn:microsoft.com/office/officeart/2005/8/layout/vList6"/>
    <dgm:cxn modelId="{A2A6603B-B281-4300-97A0-856811CEBB1D}" type="presParOf" srcId="{38D27116-96FD-4945-81C7-B99F5A415F0E}" destId="{89541A84-881C-4AD8-A124-F99B1F4B68EC}" srcOrd="1" destOrd="0" presId="urn:microsoft.com/office/officeart/2005/8/layout/vList6"/>
    <dgm:cxn modelId="{0055C1D5-4666-49FC-BBA1-14692B8A7BD8}" type="presParOf" srcId="{BBB04D47-0621-4855-8C01-4B196772F4A4}" destId="{3D52B482-FC30-41F4-995C-A1FC9CD11AC1}" srcOrd="1" destOrd="0" presId="urn:microsoft.com/office/officeart/2005/8/layout/vList6"/>
    <dgm:cxn modelId="{BC1BF992-127E-43A6-A7ED-6780772B764E}" type="presParOf" srcId="{BBB04D47-0621-4855-8C01-4B196772F4A4}" destId="{0C3BB7DB-214E-4F50-9282-FB7E2E21E162}" srcOrd="2" destOrd="0" presId="urn:microsoft.com/office/officeart/2005/8/layout/vList6"/>
    <dgm:cxn modelId="{51CDBDC5-E418-49DF-96F5-A3A0C603DDF7}" type="presParOf" srcId="{0C3BB7DB-214E-4F50-9282-FB7E2E21E162}" destId="{7AEB5D90-FD6F-446E-A7C9-040EAA1FF93E}" srcOrd="0" destOrd="0" presId="urn:microsoft.com/office/officeart/2005/8/layout/vList6"/>
    <dgm:cxn modelId="{B65B037B-CE1B-427B-BA20-8C386AB55EC1}" type="presParOf" srcId="{0C3BB7DB-214E-4F50-9282-FB7E2E21E162}" destId="{9F1641B2-9520-4A4C-99DA-6988F9591897}" srcOrd="1" destOrd="0" presId="urn:microsoft.com/office/officeart/2005/8/layout/v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F57050E-D6A0-440B-879D-8DA7490EB0D1}"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40D3F44B-62E7-4DCF-8546-50611D94C791}">
      <dgm:prSet phldrT="[Text]"/>
      <dgm:spPr/>
      <dgm:t>
        <a:bodyPr/>
        <a:lstStyle/>
        <a:p>
          <a:r>
            <a:rPr lang="en-US" dirty="0"/>
            <a:t>1</a:t>
          </a:r>
        </a:p>
      </dgm:t>
    </dgm:pt>
    <dgm:pt modelId="{A1B0ECF0-5F43-4D1E-878C-249FE85FB4AA}" type="parTrans" cxnId="{634220CC-C1A3-4130-9CDA-79A4C2EAB5EE}">
      <dgm:prSet/>
      <dgm:spPr/>
      <dgm:t>
        <a:bodyPr/>
        <a:lstStyle/>
        <a:p>
          <a:endParaRPr lang="en-US"/>
        </a:p>
      </dgm:t>
    </dgm:pt>
    <dgm:pt modelId="{5C381204-F68B-44FA-8E23-1DF68A9B568C}" type="sibTrans" cxnId="{634220CC-C1A3-4130-9CDA-79A4C2EAB5EE}">
      <dgm:prSet/>
      <dgm:spPr/>
      <dgm:t>
        <a:bodyPr/>
        <a:lstStyle/>
        <a:p>
          <a:endParaRPr lang="en-US"/>
        </a:p>
      </dgm:t>
    </dgm:pt>
    <dgm:pt modelId="{BFD8E156-E1C5-4589-9E13-B9DB51EC79BF}">
      <dgm:prSet phldrT="[Text]" custT="1"/>
      <dgm:spPr>
        <a:solidFill>
          <a:schemeClr val="bg2">
            <a:lumMod val="85000"/>
            <a:alpha val="90000"/>
          </a:schemeClr>
        </a:solidFill>
      </dgm:spPr>
      <dgm:t>
        <a:bodyPr/>
        <a:lstStyle/>
        <a:p>
          <a:r>
            <a:rPr lang="en-US" sz="2000" dirty="0">
              <a:solidFill>
                <a:srgbClr val="FF0000"/>
              </a:solidFill>
            </a:rPr>
            <a:t>Choose the MIT </a:t>
          </a:r>
          <a:r>
            <a:rPr lang="en-US" sz="2000" dirty="0" err="1">
              <a:solidFill>
                <a:srgbClr val="FF0000"/>
              </a:solidFill>
            </a:rPr>
            <a:t>Licence</a:t>
          </a:r>
          <a:endParaRPr lang="en-US" sz="2000" dirty="0">
            <a:solidFill>
              <a:srgbClr val="FF0000"/>
            </a:solidFill>
          </a:endParaRPr>
        </a:p>
      </dgm:t>
    </dgm:pt>
    <dgm:pt modelId="{419833AD-EB14-4C69-B9A0-A386D69498DC}" type="parTrans" cxnId="{C4C5F468-DA41-47CE-B089-C07ADE9D28E5}">
      <dgm:prSet/>
      <dgm:spPr/>
      <dgm:t>
        <a:bodyPr/>
        <a:lstStyle/>
        <a:p>
          <a:endParaRPr lang="en-US"/>
        </a:p>
      </dgm:t>
    </dgm:pt>
    <dgm:pt modelId="{DFE89DF9-3904-4EA5-A1BA-3AB7DD865885}" type="sibTrans" cxnId="{C4C5F468-DA41-47CE-B089-C07ADE9D28E5}">
      <dgm:prSet/>
      <dgm:spPr/>
      <dgm:t>
        <a:bodyPr/>
        <a:lstStyle/>
        <a:p>
          <a:endParaRPr lang="en-US"/>
        </a:p>
      </dgm:t>
    </dgm:pt>
    <dgm:pt modelId="{D3B31038-BB08-490E-8D98-9B5E56C9442C}">
      <dgm:prSet custT="1"/>
      <dgm:spPr>
        <a:solidFill>
          <a:schemeClr val="bg2">
            <a:lumMod val="85000"/>
            <a:alpha val="90000"/>
          </a:schemeClr>
        </a:solidFill>
      </dgm:spPr>
      <dgm:t>
        <a:bodyPr/>
        <a:lstStyle/>
        <a:p>
          <a:r>
            <a:rPr lang="en-US" sz="2000" b="0" i="0" dirty="0">
              <a:solidFill>
                <a:srgbClr val="FF0000"/>
              </a:solidFill>
            </a:rPr>
            <a:t>Click on Create repository</a:t>
          </a:r>
        </a:p>
      </dgm:t>
    </dgm:pt>
    <dgm:pt modelId="{1122D8F4-F95D-49B1-8869-57F3B23FC9E9}" type="parTrans" cxnId="{40444420-E09B-4CAC-A55F-51DD99CAF2C5}">
      <dgm:prSet/>
      <dgm:spPr/>
      <dgm:t>
        <a:bodyPr/>
        <a:lstStyle/>
        <a:p>
          <a:endParaRPr lang="en-US"/>
        </a:p>
      </dgm:t>
    </dgm:pt>
    <dgm:pt modelId="{AC13B49B-E7CD-4DE5-AD4C-E80D8D909FDF}" type="sibTrans" cxnId="{40444420-E09B-4CAC-A55F-51DD99CAF2C5}">
      <dgm:prSet/>
      <dgm:spPr/>
      <dgm:t>
        <a:bodyPr/>
        <a:lstStyle/>
        <a:p>
          <a:endParaRPr lang="en-US"/>
        </a:p>
      </dgm:t>
    </dgm:pt>
    <dgm:pt modelId="{48BB4DA5-611C-43E7-AC3C-73C3ABC581C9}">
      <dgm:prSet phldrT="[Text]"/>
      <dgm:spPr/>
      <dgm:t>
        <a:bodyPr/>
        <a:lstStyle/>
        <a:p>
          <a:r>
            <a:rPr lang="en-US" dirty="0"/>
            <a:t>2</a:t>
          </a:r>
        </a:p>
      </dgm:t>
    </dgm:pt>
    <dgm:pt modelId="{1AA2AB58-EA30-45E1-89C8-0926A6C5A0B3}" type="parTrans" cxnId="{B1DAB1F1-979C-4D1D-A660-EDD91260D63F}">
      <dgm:prSet/>
      <dgm:spPr/>
      <dgm:t>
        <a:bodyPr/>
        <a:lstStyle/>
        <a:p>
          <a:endParaRPr lang="en-US"/>
        </a:p>
      </dgm:t>
    </dgm:pt>
    <dgm:pt modelId="{C312F5AE-B93B-485A-B7E1-BD850D220489}" type="sibTrans" cxnId="{B1DAB1F1-979C-4D1D-A660-EDD91260D63F}">
      <dgm:prSet/>
      <dgm:spPr/>
      <dgm:t>
        <a:bodyPr/>
        <a:lstStyle/>
        <a:p>
          <a:endParaRPr lang="en-US"/>
        </a:p>
      </dgm:t>
    </dgm:pt>
    <dgm:pt modelId="{BBB04D47-0621-4855-8C01-4B196772F4A4}" type="pres">
      <dgm:prSet presAssocID="{6F57050E-D6A0-440B-879D-8DA7490EB0D1}" presName="Name0" presStyleCnt="0">
        <dgm:presLayoutVars>
          <dgm:dir/>
          <dgm:animLvl val="lvl"/>
          <dgm:resizeHandles/>
        </dgm:presLayoutVars>
      </dgm:prSet>
      <dgm:spPr/>
    </dgm:pt>
    <dgm:pt modelId="{38D27116-96FD-4945-81C7-B99F5A415F0E}" type="pres">
      <dgm:prSet presAssocID="{40D3F44B-62E7-4DCF-8546-50611D94C791}" presName="linNode" presStyleCnt="0"/>
      <dgm:spPr/>
    </dgm:pt>
    <dgm:pt modelId="{BFABE958-61C3-4C56-A5B0-C8686A6A25A6}" type="pres">
      <dgm:prSet presAssocID="{40D3F44B-62E7-4DCF-8546-50611D94C791}" presName="parentShp" presStyleLbl="node1" presStyleIdx="0" presStyleCnt="2" custScaleX="35838" custLinFactNeighborX="-4817">
        <dgm:presLayoutVars>
          <dgm:bulletEnabled val="1"/>
        </dgm:presLayoutVars>
      </dgm:prSet>
      <dgm:spPr/>
    </dgm:pt>
    <dgm:pt modelId="{89541A84-881C-4AD8-A124-F99B1F4B68EC}" type="pres">
      <dgm:prSet presAssocID="{40D3F44B-62E7-4DCF-8546-50611D94C791}" presName="childShp" presStyleLbl="bgAccFollowNode1" presStyleIdx="0" presStyleCnt="2" custScaleX="127623">
        <dgm:presLayoutVars>
          <dgm:bulletEnabled val="1"/>
        </dgm:presLayoutVars>
      </dgm:prSet>
      <dgm:spPr/>
    </dgm:pt>
    <dgm:pt modelId="{3D52B482-FC30-41F4-995C-A1FC9CD11AC1}" type="pres">
      <dgm:prSet presAssocID="{5C381204-F68B-44FA-8E23-1DF68A9B568C}" presName="spacing" presStyleCnt="0"/>
      <dgm:spPr/>
    </dgm:pt>
    <dgm:pt modelId="{0C3BB7DB-214E-4F50-9282-FB7E2E21E162}" type="pres">
      <dgm:prSet presAssocID="{48BB4DA5-611C-43E7-AC3C-73C3ABC581C9}" presName="linNode" presStyleCnt="0"/>
      <dgm:spPr/>
    </dgm:pt>
    <dgm:pt modelId="{7AEB5D90-FD6F-446E-A7C9-040EAA1FF93E}" type="pres">
      <dgm:prSet presAssocID="{48BB4DA5-611C-43E7-AC3C-73C3ABC581C9}" presName="parentShp" presStyleLbl="node1" presStyleIdx="1" presStyleCnt="2" custScaleX="35838" custLinFactNeighborX="-4817">
        <dgm:presLayoutVars>
          <dgm:bulletEnabled val="1"/>
        </dgm:presLayoutVars>
      </dgm:prSet>
      <dgm:spPr/>
    </dgm:pt>
    <dgm:pt modelId="{9F1641B2-9520-4A4C-99DA-6988F9591897}" type="pres">
      <dgm:prSet presAssocID="{48BB4DA5-611C-43E7-AC3C-73C3ABC581C9}" presName="childShp" presStyleLbl="bgAccFollowNode1" presStyleIdx="1" presStyleCnt="2" custScaleX="127623">
        <dgm:presLayoutVars>
          <dgm:bulletEnabled val="1"/>
        </dgm:presLayoutVars>
      </dgm:prSet>
      <dgm:spPr/>
    </dgm:pt>
  </dgm:ptLst>
  <dgm:cxnLst>
    <dgm:cxn modelId="{37D25C0C-9E76-4BDE-82F8-66BC10ED86BA}" type="presOf" srcId="{6F57050E-D6A0-440B-879D-8DA7490EB0D1}" destId="{BBB04D47-0621-4855-8C01-4B196772F4A4}" srcOrd="0" destOrd="0" presId="urn:microsoft.com/office/officeart/2005/8/layout/vList6"/>
    <dgm:cxn modelId="{40444420-E09B-4CAC-A55F-51DD99CAF2C5}" srcId="{48BB4DA5-611C-43E7-AC3C-73C3ABC581C9}" destId="{D3B31038-BB08-490E-8D98-9B5E56C9442C}" srcOrd="0" destOrd="0" parTransId="{1122D8F4-F95D-49B1-8869-57F3B23FC9E9}" sibTransId="{AC13B49B-E7CD-4DE5-AD4C-E80D8D909FDF}"/>
    <dgm:cxn modelId="{5AA1CD26-6494-4FFD-ADB2-53DE2C10DD8B}" type="presOf" srcId="{BFD8E156-E1C5-4589-9E13-B9DB51EC79BF}" destId="{89541A84-881C-4AD8-A124-F99B1F4B68EC}" srcOrd="0" destOrd="0" presId="urn:microsoft.com/office/officeart/2005/8/layout/vList6"/>
    <dgm:cxn modelId="{C4C5F468-DA41-47CE-B089-C07ADE9D28E5}" srcId="{40D3F44B-62E7-4DCF-8546-50611D94C791}" destId="{BFD8E156-E1C5-4589-9E13-B9DB51EC79BF}" srcOrd="0" destOrd="0" parTransId="{419833AD-EB14-4C69-B9A0-A386D69498DC}" sibTransId="{DFE89DF9-3904-4EA5-A1BA-3AB7DD865885}"/>
    <dgm:cxn modelId="{7767FF7E-9AB5-43FC-95EB-A724823BBBA8}" type="presOf" srcId="{D3B31038-BB08-490E-8D98-9B5E56C9442C}" destId="{9F1641B2-9520-4A4C-99DA-6988F9591897}" srcOrd="0" destOrd="0" presId="urn:microsoft.com/office/officeart/2005/8/layout/vList6"/>
    <dgm:cxn modelId="{634220CC-C1A3-4130-9CDA-79A4C2EAB5EE}" srcId="{6F57050E-D6A0-440B-879D-8DA7490EB0D1}" destId="{40D3F44B-62E7-4DCF-8546-50611D94C791}" srcOrd="0" destOrd="0" parTransId="{A1B0ECF0-5F43-4D1E-878C-249FE85FB4AA}" sibTransId="{5C381204-F68B-44FA-8E23-1DF68A9B568C}"/>
    <dgm:cxn modelId="{E49BBFE6-1F06-40E4-8819-B9C71E719A2A}" type="presOf" srcId="{48BB4DA5-611C-43E7-AC3C-73C3ABC581C9}" destId="{7AEB5D90-FD6F-446E-A7C9-040EAA1FF93E}" srcOrd="0" destOrd="0" presId="urn:microsoft.com/office/officeart/2005/8/layout/vList6"/>
    <dgm:cxn modelId="{B1DAB1F1-979C-4D1D-A660-EDD91260D63F}" srcId="{6F57050E-D6A0-440B-879D-8DA7490EB0D1}" destId="{48BB4DA5-611C-43E7-AC3C-73C3ABC581C9}" srcOrd="1" destOrd="0" parTransId="{1AA2AB58-EA30-45E1-89C8-0926A6C5A0B3}" sibTransId="{C312F5AE-B93B-485A-B7E1-BD850D220489}"/>
    <dgm:cxn modelId="{5FF481F2-3255-475B-A53E-6D0FC4F8AC42}" type="presOf" srcId="{40D3F44B-62E7-4DCF-8546-50611D94C791}" destId="{BFABE958-61C3-4C56-A5B0-C8686A6A25A6}" srcOrd="0" destOrd="0" presId="urn:microsoft.com/office/officeart/2005/8/layout/vList6"/>
    <dgm:cxn modelId="{BDF377E8-07A0-4AA9-9019-3B06FB77DCF4}" type="presParOf" srcId="{BBB04D47-0621-4855-8C01-4B196772F4A4}" destId="{38D27116-96FD-4945-81C7-B99F5A415F0E}" srcOrd="0" destOrd="0" presId="urn:microsoft.com/office/officeart/2005/8/layout/vList6"/>
    <dgm:cxn modelId="{4FCD7683-A3E6-4B11-80CD-16DE97E5A25F}" type="presParOf" srcId="{38D27116-96FD-4945-81C7-B99F5A415F0E}" destId="{BFABE958-61C3-4C56-A5B0-C8686A6A25A6}" srcOrd="0" destOrd="0" presId="urn:microsoft.com/office/officeart/2005/8/layout/vList6"/>
    <dgm:cxn modelId="{A2A6603B-B281-4300-97A0-856811CEBB1D}" type="presParOf" srcId="{38D27116-96FD-4945-81C7-B99F5A415F0E}" destId="{89541A84-881C-4AD8-A124-F99B1F4B68EC}" srcOrd="1" destOrd="0" presId="urn:microsoft.com/office/officeart/2005/8/layout/vList6"/>
    <dgm:cxn modelId="{0055C1D5-4666-49FC-BBA1-14692B8A7BD8}" type="presParOf" srcId="{BBB04D47-0621-4855-8C01-4B196772F4A4}" destId="{3D52B482-FC30-41F4-995C-A1FC9CD11AC1}" srcOrd="1" destOrd="0" presId="urn:microsoft.com/office/officeart/2005/8/layout/vList6"/>
    <dgm:cxn modelId="{BC1BF992-127E-43A6-A7ED-6780772B764E}" type="presParOf" srcId="{BBB04D47-0621-4855-8C01-4B196772F4A4}" destId="{0C3BB7DB-214E-4F50-9282-FB7E2E21E162}" srcOrd="2" destOrd="0" presId="urn:microsoft.com/office/officeart/2005/8/layout/vList6"/>
    <dgm:cxn modelId="{51CDBDC5-E418-49DF-96F5-A3A0C603DDF7}" type="presParOf" srcId="{0C3BB7DB-214E-4F50-9282-FB7E2E21E162}" destId="{7AEB5D90-FD6F-446E-A7C9-040EAA1FF93E}" srcOrd="0" destOrd="0" presId="urn:microsoft.com/office/officeart/2005/8/layout/vList6"/>
    <dgm:cxn modelId="{B65B037B-CE1B-427B-BA20-8C386AB55EC1}" type="presParOf" srcId="{0C3BB7DB-214E-4F50-9282-FB7E2E21E162}" destId="{9F1641B2-9520-4A4C-99DA-6988F9591897}" srcOrd="1" destOrd="0" presId="urn:microsoft.com/office/officeart/2005/8/layout/v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F57050E-D6A0-440B-879D-8DA7490EB0D1}"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40D3F44B-62E7-4DCF-8546-50611D94C791}">
      <dgm:prSet phldrT="[Text]"/>
      <dgm:spPr/>
      <dgm:t>
        <a:bodyPr/>
        <a:lstStyle/>
        <a:p>
          <a:r>
            <a:rPr lang="en-US" dirty="0"/>
            <a:t>1</a:t>
          </a:r>
        </a:p>
      </dgm:t>
    </dgm:pt>
    <dgm:pt modelId="{A1B0ECF0-5F43-4D1E-878C-249FE85FB4AA}" type="parTrans" cxnId="{634220CC-C1A3-4130-9CDA-79A4C2EAB5EE}">
      <dgm:prSet/>
      <dgm:spPr/>
      <dgm:t>
        <a:bodyPr/>
        <a:lstStyle/>
        <a:p>
          <a:endParaRPr lang="en-US"/>
        </a:p>
      </dgm:t>
    </dgm:pt>
    <dgm:pt modelId="{5C381204-F68B-44FA-8E23-1DF68A9B568C}" type="sibTrans" cxnId="{634220CC-C1A3-4130-9CDA-79A4C2EAB5EE}">
      <dgm:prSet/>
      <dgm:spPr/>
      <dgm:t>
        <a:bodyPr/>
        <a:lstStyle/>
        <a:p>
          <a:endParaRPr lang="en-US"/>
        </a:p>
      </dgm:t>
    </dgm:pt>
    <dgm:pt modelId="{BFD8E156-E1C5-4589-9E13-B9DB51EC79BF}">
      <dgm:prSet phldrT="[Text]" custT="1"/>
      <dgm:spPr>
        <a:solidFill>
          <a:schemeClr val="accent5">
            <a:lumMod val="10000"/>
            <a:lumOff val="90000"/>
            <a:alpha val="90000"/>
          </a:schemeClr>
        </a:solidFill>
      </dgm:spPr>
      <dgm:t>
        <a:bodyPr/>
        <a:lstStyle/>
        <a:p>
          <a:r>
            <a:rPr lang="en-US" sz="2000" dirty="0">
              <a:solidFill>
                <a:srgbClr val="FF0000"/>
              </a:solidFill>
            </a:rPr>
            <a:t>Click on Code</a:t>
          </a:r>
        </a:p>
      </dgm:t>
    </dgm:pt>
    <dgm:pt modelId="{419833AD-EB14-4C69-B9A0-A386D69498DC}" type="parTrans" cxnId="{C4C5F468-DA41-47CE-B089-C07ADE9D28E5}">
      <dgm:prSet/>
      <dgm:spPr/>
      <dgm:t>
        <a:bodyPr/>
        <a:lstStyle/>
        <a:p>
          <a:endParaRPr lang="en-US"/>
        </a:p>
      </dgm:t>
    </dgm:pt>
    <dgm:pt modelId="{DFE89DF9-3904-4EA5-A1BA-3AB7DD865885}" type="sibTrans" cxnId="{C4C5F468-DA41-47CE-B089-C07ADE9D28E5}">
      <dgm:prSet/>
      <dgm:spPr/>
      <dgm:t>
        <a:bodyPr/>
        <a:lstStyle/>
        <a:p>
          <a:endParaRPr lang="en-US"/>
        </a:p>
      </dgm:t>
    </dgm:pt>
    <dgm:pt modelId="{D3B31038-BB08-490E-8D98-9B5E56C9442C}">
      <dgm:prSet custT="1"/>
      <dgm:spPr>
        <a:solidFill>
          <a:schemeClr val="accent5">
            <a:lumMod val="10000"/>
            <a:lumOff val="90000"/>
            <a:alpha val="90000"/>
          </a:schemeClr>
        </a:solidFill>
      </dgm:spPr>
      <dgm:t>
        <a:bodyPr/>
        <a:lstStyle/>
        <a:p>
          <a:r>
            <a:rPr lang="en-US" sz="2000" b="0" i="0" dirty="0">
              <a:solidFill>
                <a:srgbClr val="FF0000"/>
              </a:solidFill>
            </a:rPr>
            <a:t>Copy the URL</a:t>
          </a:r>
        </a:p>
      </dgm:t>
    </dgm:pt>
    <dgm:pt modelId="{1122D8F4-F95D-49B1-8869-57F3B23FC9E9}" type="parTrans" cxnId="{40444420-E09B-4CAC-A55F-51DD99CAF2C5}">
      <dgm:prSet/>
      <dgm:spPr/>
      <dgm:t>
        <a:bodyPr/>
        <a:lstStyle/>
        <a:p>
          <a:endParaRPr lang="en-US"/>
        </a:p>
      </dgm:t>
    </dgm:pt>
    <dgm:pt modelId="{AC13B49B-E7CD-4DE5-AD4C-E80D8D909FDF}" type="sibTrans" cxnId="{40444420-E09B-4CAC-A55F-51DD99CAF2C5}">
      <dgm:prSet/>
      <dgm:spPr/>
      <dgm:t>
        <a:bodyPr/>
        <a:lstStyle/>
        <a:p>
          <a:endParaRPr lang="en-US"/>
        </a:p>
      </dgm:t>
    </dgm:pt>
    <dgm:pt modelId="{48BB4DA5-611C-43E7-AC3C-73C3ABC581C9}">
      <dgm:prSet phldrT="[Text]"/>
      <dgm:spPr/>
      <dgm:t>
        <a:bodyPr/>
        <a:lstStyle/>
        <a:p>
          <a:r>
            <a:rPr lang="en-US" dirty="0"/>
            <a:t>2</a:t>
          </a:r>
        </a:p>
      </dgm:t>
    </dgm:pt>
    <dgm:pt modelId="{1AA2AB58-EA30-45E1-89C8-0926A6C5A0B3}" type="parTrans" cxnId="{B1DAB1F1-979C-4D1D-A660-EDD91260D63F}">
      <dgm:prSet/>
      <dgm:spPr/>
      <dgm:t>
        <a:bodyPr/>
        <a:lstStyle/>
        <a:p>
          <a:endParaRPr lang="en-US"/>
        </a:p>
      </dgm:t>
    </dgm:pt>
    <dgm:pt modelId="{C312F5AE-B93B-485A-B7E1-BD850D220489}" type="sibTrans" cxnId="{B1DAB1F1-979C-4D1D-A660-EDD91260D63F}">
      <dgm:prSet/>
      <dgm:spPr/>
      <dgm:t>
        <a:bodyPr/>
        <a:lstStyle/>
        <a:p>
          <a:endParaRPr lang="en-US"/>
        </a:p>
      </dgm:t>
    </dgm:pt>
    <dgm:pt modelId="{BBB04D47-0621-4855-8C01-4B196772F4A4}" type="pres">
      <dgm:prSet presAssocID="{6F57050E-D6A0-440B-879D-8DA7490EB0D1}" presName="Name0" presStyleCnt="0">
        <dgm:presLayoutVars>
          <dgm:dir/>
          <dgm:animLvl val="lvl"/>
          <dgm:resizeHandles/>
        </dgm:presLayoutVars>
      </dgm:prSet>
      <dgm:spPr/>
    </dgm:pt>
    <dgm:pt modelId="{38D27116-96FD-4945-81C7-B99F5A415F0E}" type="pres">
      <dgm:prSet presAssocID="{40D3F44B-62E7-4DCF-8546-50611D94C791}" presName="linNode" presStyleCnt="0"/>
      <dgm:spPr/>
    </dgm:pt>
    <dgm:pt modelId="{BFABE958-61C3-4C56-A5B0-C8686A6A25A6}" type="pres">
      <dgm:prSet presAssocID="{40D3F44B-62E7-4DCF-8546-50611D94C791}" presName="parentShp" presStyleLbl="node1" presStyleIdx="0" presStyleCnt="2" custScaleX="35838" custLinFactNeighborX="-4817">
        <dgm:presLayoutVars>
          <dgm:bulletEnabled val="1"/>
        </dgm:presLayoutVars>
      </dgm:prSet>
      <dgm:spPr/>
    </dgm:pt>
    <dgm:pt modelId="{89541A84-881C-4AD8-A124-F99B1F4B68EC}" type="pres">
      <dgm:prSet presAssocID="{40D3F44B-62E7-4DCF-8546-50611D94C791}" presName="childShp" presStyleLbl="bgAccFollowNode1" presStyleIdx="0" presStyleCnt="2" custScaleX="127623">
        <dgm:presLayoutVars>
          <dgm:bulletEnabled val="1"/>
        </dgm:presLayoutVars>
      </dgm:prSet>
      <dgm:spPr/>
    </dgm:pt>
    <dgm:pt modelId="{3D52B482-FC30-41F4-995C-A1FC9CD11AC1}" type="pres">
      <dgm:prSet presAssocID="{5C381204-F68B-44FA-8E23-1DF68A9B568C}" presName="spacing" presStyleCnt="0"/>
      <dgm:spPr/>
    </dgm:pt>
    <dgm:pt modelId="{0C3BB7DB-214E-4F50-9282-FB7E2E21E162}" type="pres">
      <dgm:prSet presAssocID="{48BB4DA5-611C-43E7-AC3C-73C3ABC581C9}" presName="linNode" presStyleCnt="0"/>
      <dgm:spPr/>
    </dgm:pt>
    <dgm:pt modelId="{7AEB5D90-FD6F-446E-A7C9-040EAA1FF93E}" type="pres">
      <dgm:prSet presAssocID="{48BB4DA5-611C-43E7-AC3C-73C3ABC581C9}" presName="parentShp" presStyleLbl="node1" presStyleIdx="1" presStyleCnt="2" custScaleX="35838" custLinFactNeighborX="-4817">
        <dgm:presLayoutVars>
          <dgm:bulletEnabled val="1"/>
        </dgm:presLayoutVars>
      </dgm:prSet>
      <dgm:spPr/>
    </dgm:pt>
    <dgm:pt modelId="{9F1641B2-9520-4A4C-99DA-6988F9591897}" type="pres">
      <dgm:prSet presAssocID="{48BB4DA5-611C-43E7-AC3C-73C3ABC581C9}" presName="childShp" presStyleLbl="bgAccFollowNode1" presStyleIdx="1" presStyleCnt="2" custScaleX="127623">
        <dgm:presLayoutVars>
          <dgm:bulletEnabled val="1"/>
        </dgm:presLayoutVars>
      </dgm:prSet>
      <dgm:spPr/>
    </dgm:pt>
  </dgm:ptLst>
  <dgm:cxnLst>
    <dgm:cxn modelId="{37D25C0C-9E76-4BDE-82F8-66BC10ED86BA}" type="presOf" srcId="{6F57050E-D6A0-440B-879D-8DA7490EB0D1}" destId="{BBB04D47-0621-4855-8C01-4B196772F4A4}" srcOrd="0" destOrd="0" presId="urn:microsoft.com/office/officeart/2005/8/layout/vList6"/>
    <dgm:cxn modelId="{40444420-E09B-4CAC-A55F-51DD99CAF2C5}" srcId="{48BB4DA5-611C-43E7-AC3C-73C3ABC581C9}" destId="{D3B31038-BB08-490E-8D98-9B5E56C9442C}" srcOrd="0" destOrd="0" parTransId="{1122D8F4-F95D-49B1-8869-57F3B23FC9E9}" sibTransId="{AC13B49B-E7CD-4DE5-AD4C-E80D8D909FDF}"/>
    <dgm:cxn modelId="{5AA1CD26-6494-4FFD-ADB2-53DE2C10DD8B}" type="presOf" srcId="{BFD8E156-E1C5-4589-9E13-B9DB51EC79BF}" destId="{89541A84-881C-4AD8-A124-F99B1F4B68EC}" srcOrd="0" destOrd="0" presId="urn:microsoft.com/office/officeart/2005/8/layout/vList6"/>
    <dgm:cxn modelId="{C4C5F468-DA41-47CE-B089-C07ADE9D28E5}" srcId="{40D3F44B-62E7-4DCF-8546-50611D94C791}" destId="{BFD8E156-E1C5-4589-9E13-B9DB51EC79BF}" srcOrd="0" destOrd="0" parTransId="{419833AD-EB14-4C69-B9A0-A386D69498DC}" sibTransId="{DFE89DF9-3904-4EA5-A1BA-3AB7DD865885}"/>
    <dgm:cxn modelId="{7767FF7E-9AB5-43FC-95EB-A724823BBBA8}" type="presOf" srcId="{D3B31038-BB08-490E-8D98-9B5E56C9442C}" destId="{9F1641B2-9520-4A4C-99DA-6988F9591897}" srcOrd="0" destOrd="0" presId="urn:microsoft.com/office/officeart/2005/8/layout/vList6"/>
    <dgm:cxn modelId="{634220CC-C1A3-4130-9CDA-79A4C2EAB5EE}" srcId="{6F57050E-D6A0-440B-879D-8DA7490EB0D1}" destId="{40D3F44B-62E7-4DCF-8546-50611D94C791}" srcOrd="0" destOrd="0" parTransId="{A1B0ECF0-5F43-4D1E-878C-249FE85FB4AA}" sibTransId="{5C381204-F68B-44FA-8E23-1DF68A9B568C}"/>
    <dgm:cxn modelId="{E49BBFE6-1F06-40E4-8819-B9C71E719A2A}" type="presOf" srcId="{48BB4DA5-611C-43E7-AC3C-73C3ABC581C9}" destId="{7AEB5D90-FD6F-446E-A7C9-040EAA1FF93E}" srcOrd="0" destOrd="0" presId="urn:microsoft.com/office/officeart/2005/8/layout/vList6"/>
    <dgm:cxn modelId="{B1DAB1F1-979C-4D1D-A660-EDD91260D63F}" srcId="{6F57050E-D6A0-440B-879D-8DA7490EB0D1}" destId="{48BB4DA5-611C-43E7-AC3C-73C3ABC581C9}" srcOrd="1" destOrd="0" parTransId="{1AA2AB58-EA30-45E1-89C8-0926A6C5A0B3}" sibTransId="{C312F5AE-B93B-485A-B7E1-BD850D220489}"/>
    <dgm:cxn modelId="{5FF481F2-3255-475B-A53E-6D0FC4F8AC42}" type="presOf" srcId="{40D3F44B-62E7-4DCF-8546-50611D94C791}" destId="{BFABE958-61C3-4C56-A5B0-C8686A6A25A6}" srcOrd="0" destOrd="0" presId="urn:microsoft.com/office/officeart/2005/8/layout/vList6"/>
    <dgm:cxn modelId="{BDF377E8-07A0-4AA9-9019-3B06FB77DCF4}" type="presParOf" srcId="{BBB04D47-0621-4855-8C01-4B196772F4A4}" destId="{38D27116-96FD-4945-81C7-B99F5A415F0E}" srcOrd="0" destOrd="0" presId="urn:microsoft.com/office/officeart/2005/8/layout/vList6"/>
    <dgm:cxn modelId="{4FCD7683-A3E6-4B11-80CD-16DE97E5A25F}" type="presParOf" srcId="{38D27116-96FD-4945-81C7-B99F5A415F0E}" destId="{BFABE958-61C3-4C56-A5B0-C8686A6A25A6}" srcOrd="0" destOrd="0" presId="urn:microsoft.com/office/officeart/2005/8/layout/vList6"/>
    <dgm:cxn modelId="{A2A6603B-B281-4300-97A0-856811CEBB1D}" type="presParOf" srcId="{38D27116-96FD-4945-81C7-B99F5A415F0E}" destId="{89541A84-881C-4AD8-A124-F99B1F4B68EC}" srcOrd="1" destOrd="0" presId="urn:microsoft.com/office/officeart/2005/8/layout/vList6"/>
    <dgm:cxn modelId="{0055C1D5-4666-49FC-BBA1-14692B8A7BD8}" type="presParOf" srcId="{BBB04D47-0621-4855-8C01-4B196772F4A4}" destId="{3D52B482-FC30-41F4-995C-A1FC9CD11AC1}" srcOrd="1" destOrd="0" presId="urn:microsoft.com/office/officeart/2005/8/layout/vList6"/>
    <dgm:cxn modelId="{BC1BF992-127E-43A6-A7ED-6780772B764E}" type="presParOf" srcId="{BBB04D47-0621-4855-8C01-4B196772F4A4}" destId="{0C3BB7DB-214E-4F50-9282-FB7E2E21E162}" srcOrd="2" destOrd="0" presId="urn:microsoft.com/office/officeart/2005/8/layout/vList6"/>
    <dgm:cxn modelId="{51CDBDC5-E418-49DF-96F5-A3A0C603DDF7}" type="presParOf" srcId="{0C3BB7DB-214E-4F50-9282-FB7E2E21E162}" destId="{7AEB5D90-FD6F-446E-A7C9-040EAA1FF93E}" srcOrd="0" destOrd="0" presId="urn:microsoft.com/office/officeart/2005/8/layout/vList6"/>
    <dgm:cxn modelId="{B65B037B-CE1B-427B-BA20-8C386AB55EC1}" type="presParOf" srcId="{0C3BB7DB-214E-4F50-9282-FB7E2E21E162}" destId="{9F1641B2-9520-4A4C-99DA-6988F9591897}" srcOrd="1" destOrd="0" presId="urn:microsoft.com/office/officeart/2005/8/layout/v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6F57050E-D6A0-440B-879D-8DA7490EB0D1}"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40D3F44B-62E7-4DCF-8546-50611D94C791}">
      <dgm:prSet phldrT="[Text]"/>
      <dgm:spPr/>
      <dgm:t>
        <a:bodyPr/>
        <a:lstStyle/>
        <a:p>
          <a:r>
            <a:rPr lang="en-US" dirty="0"/>
            <a:t>1</a:t>
          </a:r>
        </a:p>
      </dgm:t>
    </dgm:pt>
    <dgm:pt modelId="{A1B0ECF0-5F43-4D1E-878C-249FE85FB4AA}" type="parTrans" cxnId="{634220CC-C1A3-4130-9CDA-79A4C2EAB5EE}">
      <dgm:prSet/>
      <dgm:spPr/>
      <dgm:t>
        <a:bodyPr/>
        <a:lstStyle/>
        <a:p>
          <a:endParaRPr lang="en-US"/>
        </a:p>
      </dgm:t>
    </dgm:pt>
    <dgm:pt modelId="{5C381204-F68B-44FA-8E23-1DF68A9B568C}" type="sibTrans" cxnId="{634220CC-C1A3-4130-9CDA-79A4C2EAB5EE}">
      <dgm:prSet/>
      <dgm:spPr/>
      <dgm:t>
        <a:bodyPr/>
        <a:lstStyle/>
        <a:p>
          <a:endParaRPr lang="en-US"/>
        </a:p>
      </dgm:t>
    </dgm:pt>
    <dgm:pt modelId="{BFD8E156-E1C5-4589-9E13-B9DB51EC79BF}">
      <dgm:prSet phldrT="[Text]" custT="1"/>
      <dgm:spPr>
        <a:solidFill>
          <a:schemeClr val="accent5">
            <a:lumMod val="10000"/>
            <a:lumOff val="90000"/>
            <a:alpha val="90000"/>
          </a:schemeClr>
        </a:solidFill>
      </dgm:spPr>
      <dgm:t>
        <a:bodyPr/>
        <a:lstStyle/>
        <a:p>
          <a:r>
            <a:rPr lang="en-US" sz="2000" dirty="0" err="1">
              <a:solidFill>
                <a:srgbClr val="000000"/>
              </a:solidFill>
            </a:rPr>
            <a:t>Goto</a:t>
          </a:r>
          <a:r>
            <a:rPr lang="en-US" sz="2000" dirty="0">
              <a:solidFill>
                <a:srgbClr val="000000"/>
              </a:solidFill>
            </a:rPr>
            <a:t>: </a:t>
          </a:r>
          <a:r>
            <a:rPr lang="en-US" sz="2000" dirty="0">
              <a:solidFill>
                <a:srgbClr val="FF0000"/>
              </a:solidFill>
            </a:rPr>
            <a:t>https://git-scm.com/downloads</a:t>
          </a:r>
        </a:p>
      </dgm:t>
    </dgm:pt>
    <dgm:pt modelId="{419833AD-EB14-4C69-B9A0-A386D69498DC}" type="parTrans" cxnId="{C4C5F468-DA41-47CE-B089-C07ADE9D28E5}">
      <dgm:prSet/>
      <dgm:spPr/>
      <dgm:t>
        <a:bodyPr/>
        <a:lstStyle/>
        <a:p>
          <a:endParaRPr lang="en-US"/>
        </a:p>
      </dgm:t>
    </dgm:pt>
    <dgm:pt modelId="{DFE89DF9-3904-4EA5-A1BA-3AB7DD865885}" type="sibTrans" cxnId="{C4C5F468-DA41-47CE-B089-C07ADE9D28E5}">
      <dgm:prSet/>
      <dgm:spPr/>
      <dgm:t>
        <a:bodyPr/>
        <a:lstStyle/>
        <a:p>
          <a:endParaRPr lang="en-US"/>
        </a:p>
      </dgm:t>
    </dgm:pt>
    <dgm:pt modelId="{D3B31038-BB08-490E-8D98-9B5E56C9442C}">
      <dgm:prSet custT="1"/>
      <dgm:spPr>
        <a:solidFill>
          <a:schemeClr val="accent5">
            <a:lumMod val="10000"/>
            <a:lumOff val="90000"/>
            <a:alpha val="90000"/>
          </a:schemeClr>
        </a:solidFill>
      </dgm:spPr>
      <dgm:t>
        <a:bodyPr/>
        <a:lstStyle/>
        <a:p>
          <a:r>
            <a:rPr lang="en-US" sz="2000" b="0" i="0" dirty="0">
              <a:solidFill>
                <a:srgbClr val="000000"/>
              </a:solidFill>
            </a:rPr>
            <a:t>Download </a:t>
          </a:r>
          <a:r>
            <a:rPr lang="en-US" sz="2000" b="0" i="0" dirty="0" err="1">
              <a:solidFill>
                <a:srgbClr val="000000"/>
              </a:solidFill>
            </a:rPr>
            <a:t>git</a:t>
          </a:r>
          <a:r>
            <a:rPr lang="en-US" sz="2000" b="0" i="0" dirty="0">
              <a:solidFill>
                <a:srgbClr val="000000"/>
              </a:solidFill>
            </a:rPr>
            <a:t> for Windows/Mac/Linux</a:t>
          </a:r>
        </a:p>
      </dgm:t>
    </dgm:pt>
    <dgm:pt modelId="{1122D8F4-F95D-49B1-8869-57F3B23FC9E9}" type="parTrans" cxnId="{40444420-E09B-4CAC-A55F-51DD99CAF2C5}">
      <dgm:prSet/>
      <dgm:spPr/>
      <dgm:t>
        <a:bodyPr/>
        <a:lstStyle/>
        <a:p>
          <a:endParaRPr lang="en-US"/>
        </a:p>
      </dgm:t>
    </dgm:pt>
    <dgm:pt modelId="{AC13B49B-E7CD-4DE5-AD4C-E80D8D909FDF}" type="sibTrans" cxnId="{40444420-E09B-4CAC-A55F-51DD99CAF2C5}">
      <dgm:prSet/>
      <dgm:spPr/>
      <dgm:t>
        <a:bodyPr/>
        <a:lstStyle/>
        <a:p>
          <a:endParaRPr lang="en-US"/>
        </a:p>
      </dgm:t>
    </dgm:pt>
    <dgm:pt modelId="{48BB4DA5-611C-43E7-AC3C-73C3ABC581C9}">
      <dgm:prSet phldrT="[Text]"/>
      <dgm:spPr/>
      <dgm:t>
        <a:bodyPr/>
        <a:lstStyle/>
        <a:p>
          <a:r>
            <a:rPr lang="en-US" dirty="0"/>
            <a:t>2</a:t>
          </a:r>
        </a:p>
      </dgm:t>
    </dgm:pt>
    <dgm:pt modelId="{1AA2AB58-EA30-45E1-89C8-0926A6C5A0B3}" type="parTrans" cxnId="{B1DAB1F1-979C-4D1D-A660-EDD91260D63F}">
      <dgm:prSet/>
      <dgm:spPr/>
      <dgm:t>
        <a:bodyPr/>
        <a:lstStyle/>
        <a:p>
          <a:endParaRPr lang="en-US"/>
        </a:p>
      </dgm:t>
    </dgm:pt>
    <dgm:pt modelId="{C312F5AE-B93B-485A-B7E1-BD850D220489}" type="sibTrans" cxnId="{B1DAB1F1-979C-4D1D-A660-EDD91260D63F}">
      <dgm:prSet/>
      <dgm:spPr/>
      <dgm:t>
        <a:bodyPr/>
        <a:lstStyle/>
        <a:p>
          <a:endParaRPr lang="en-US"/>
        </a:p>
      </dgm:t>
    </dgm:pt>
    <dgm:pt modelId="{FE0B5795-E0FA-47B7-B179-22E2A5D5D933}">
      <dgm:prSet custT="1"/>
      <dgm:spPr>
        <a:solidFill>
          <a:schemeClr val="accent6">
            <a:alpha val="90000"/>
          </a:schemeClr>
        </a:solidFill>
      </dgm:spPr>
      <dgm:t>
        <a:bodyPr/>
        <a:lstStyle/>
        <a:p>
          <a:r>
            <a:rPr lang="en-US" sz="2000" b="0" i="0" dirty="0">
              <a:solidFill>
                <a:schemeClr val="bg1"/>
              </a:solidFill>
            </a:rPr>
            <a:t>3</a:t>
          </a:r>
        </a:p>
      </dgm:t>
    </dgm:pt>
    <dgm:pt modelId="{B4DA82B6-3C27-4AA5-89F6-073D6AC9CC12}" type="parTrans" cxnId="{CE3B7DEF-24D3-4554-90C0-0C275C499C37}">
      <dgm:prSet/>
      <dgm:spPr/>
      <dgm:t>
        <a:bodyPr/>
        <a:lstStyle/>
        <a:p>
          <a:endParaRPr lang="en-US"/>
        </a:p>
      </dgm:t>
    </dgm:pt>
    <dgm:pt modelId="{74D35B2F-A3D1-4A51-B827-D205F1E9043D}" type="sibTrans" cxnId="{CE3B7DEF-24D3-4554-90C0-0C275C499C37}">
      <dgm:prSet/>
      <dgm:spPr/>
      <dgm:t>
        <a:bodyPr/>
        <a:lstStyle/>
        <a:p>
          <a:endParaRPr lang="en-US"/>
        </a:p>
      </dgm:t>
    </dgm:pt>
    <dgm:pt modelId="{51B34476-6160-4696-B042-A398744B010C}">
      <dgm:prSet custT="1"/>
      <dgm:spPr>
        <a:solidFill>
          <a:schemeClr val="accent5">
            <a:lumMod val="10000"/>
            <a:lumOff val="90000"/>
            <a:alpha val="90000"/>
          </a:schemeClr>
        </a:solidFill>
      </dgm:spPr>
      <dgm:t>
        <a:bodyPr/>
        <a:lstStyle/>
        <a:p>
          <a:r>
            <a:rPr lang="en-US" sz="2000" b="0" i="0" dirty="0">
              <a:solidFill>
                <a:srgbClr val="000000"/>
              </a:solidFill>
            </a:rPr>
            <a:t>Install </a:t>
          </a:r>
          <a:r>
            <a:rPr lang="en-US" sz="2000" b="0" i="0" dirty="0" err="1">
              <a:solidFill>
                <a:srgbClr val="000000"/>
              </a:solidFill>
            </a:rPr>
            <a:t>git</a:t>
          </a:r>
          <a:r>
            <a:rPr lang="en-US" sz="2000" b="0" i="0" dirty="0">
              <a:solidFill>
                <a:srgbClr val="000000"/>
              </a:solidFill>
            </a:rPr>
            <a:t> by following the instructions </a:t>
          </a:r>
        </a:p>
      </dgm:t>
    </dgm:pt>
    <dgm:pt modelId="{7A327408-C84D-430C-9115-3C5919650830}" type="parTrans" cxnId="{D51274FA-8765-4511-B5FD-EDAB0BF00949}">
      <dgm:prSet/>
      <dgm:spPr/>
      <dgm:t>
        <a:bodyPr/>
        <a:lstStyle/>
        <a:p>
          <a:endParaRPr lang="en-US"/>
        </a:p>
      </dgm:t>
    </dgm:pt>
    <dgm:pt modelId="{838D0DCD-6C36-48E5-8F69-9A286AB58519}" type="sibTrans" cxnId="{D51274FA-8765-4511-B5FD-EDAB0BF00949}">
      <dgm:prSet/>
      <dgm:spPr/>
      <dgm:t>
        <a:bodyPr/>
        <a:lstStyle/>
        <a:p>
          <a:endParaRPr lang="en-US"/>
        </a:p>
      </dgm:t>
    </dgm:pt>
    <dgm:pt modelId="{BBB04D47-0621-4855-8C01-4B196772F4A4}" type="pres">
      <dgm:prSet presAssocID="{6F57050E-D6A0-440B-879D-8DA7490EB0D1}" presName="Name0" presStyleCnt="0">
        <dgm:presLayoutVars>
          <dgm:dir/>
          <dgm:animLvl val="lvl"/>
          <dgm:resizeHandles/>
        </dgm:presLayoutVars>
      </dgm:prSet>
      <dgm:spPr/>
    </dgm:pt>
    <dgm:pt modelId="{38D27116-96FD-4945-81C7-B99F5A415F0E}" type="pres">
      <dgm:prSet presAssocID="{40D3F44B-62E7-4DCF-8546-50611D94C791}" presName="linNode" presStyleCnt="0"/>
      <dgm:spPr/>
    </dgm:pt>
    <dgm:pt modelId="{BFABE958-61C3-4C56-A5B0-C8686A6A25A6}" type="pres">
      <dgm:prSet presAssocID="{40D3F44B-62E7-4DCF-8546-50611D94C791}" presName="parentShp" presStyleLbl="node1" presStyleIdx="0" presStyleCnt="3" custScaleX="35838" custLinFactNeighborX="-4817">
        <dgm:presLayoutVars>
          <dgm:bulletEnabled val="1"/>
        </dgm:presLayoutVars>
      </dgm:prSet>
      <dgm:spPr/>
    </dgm:pt>
    <dgm:pt modelId="{89541A84-881C-4AD8-A124-F99B1F4B68EC}" type="pres">
      <dgm:prSet presAssocID="{40D3F44B-62E7-4DCF-8546-50611D94C791}" presName="childShp" presStyleLbl="bgAccFollowNode1" presStyleIdx="0" presStyleCnt="3" custScaleX="127623">
        <dgm:presLayoutVars>
          <dgm:bulletEnabled val="1"/>
        </dgm:presLayoutVars>
      </dgm:prSet>
      <dgm:spPr/>
    </dgm:pt>
    <dgm:pt modelId="{3D52B482-FC30-41F4-995C-A1FC9CD11AC1}" type="pres">
      <dgm:prSet presAssocID="{5C381204-F68B-44FA-8E23-1DF68A9B568C}" presName="spacing" presStyleCnt="0"/>
      <dgm:spPr/>
    </dgm:pt>
    <dgm:pt modelId="{0C3BB7DB-214E-4F50-9282-FB7E2E21E162}" type="pres">
      <dgm:prSet presAssocID="{48BB4DA5-611C-43E7-AC3C-73C3ABC581C9}" presName="linNode" presStyleCnt="0"/>
      <dgm:spPr/>
    </dgm:pt>
    <dgm:pt modelId="{7AEB5D90-FD6F-446E-A7C9-040EAA1FF93E}" type="pres">
      <dgm:prSet presAssocID="{48BB4DA5-611C-43E7-AC3C-73C3ABC581C9}" presName="parentShp" presStyleLbl="node1" presStyleIdx="1" presStyleCnt="3" custScaleX="35838" custLinFactNeighborX="-4817">
        <dgm:presLayoutVars>
          <dgm:bulletEnabled val="1"/>
        </dgm:presLayoutVars>
      </dgm:prSet>
      <dgm:spPr/>
    </dgm:pt>
    <dgm:pt modelId="{9F1641B2-9520-4A4C-99DA-6988F9591897}" type="pres">
      <dgm:prSet presAssocID="{48BB4DA5-611C-43E7-AC3C-73C3ABC581C9}" presName="childShp" presStyleLbl="bgAccFollowNode1" presStyleIdx="1" presStyleCnt="3" custScaleX="127623">
        <dgm:presLayoutVars>
          <dgm:bulletEnabled val="1"/>
        </dgm:presLayoutVars>
      </dgm:prSet>
      <dgm:spPr/>
    </dgm:pt>
    <dgm:pt modelId="{E7DA0191-DCC5-45B2-BFC1-3BC256BCE414}" type="pres">
      <dgm:prSet presAssocID="{C312F5AE-B93B-485A-B7E1-BD850D220489}" presName="spacing" presStyleCnt="0"/>
      <dgm:spPr/>
    </dgm:pt>
    <dgm:pt modelId="{F39D332C-00F7-4D7B-8002-072F77AE873E}" type="pres">
      <dgm:prSet presAssocID="{FE0B5795-E0FA-47B7-B179-22E2A5D5D933}" presName="linNode" presStyleCnt="0"/>
      <dgm:spPr/>
    </dgm:pt>
    <dgm:pt modelId="{BF7D599B-6BB4-4C74-AF09-0F11CEBE8E8B}" type="pres">
      <dgm:prSet presAssocID="{FE0B5795-E0FA-47B7-B179-22E2A5D5D933}" presName="parentShp" presStyleLbl="node1" presStyleIdx="2" presStyleCnt="3" custScaleX="36679" custLinFactNeighborX="-3357">
        <dgm:presLayoutVars>
          <dgm:bulletEnabled val="1"/>
        </dgm:presLayoutVars>
      </dgm:prSet>
      <dgm:spPr/>
    </dgm:pt>
    <dgm:pt modelId="{E72B474F-4E42-4AAA-94EF-0C54E3C96601}" type="pres">
      <dgm:prSet presAssocID="{FE0B5795-E0FA-47B7-B179-22E2A5D5D933}" presName="childShp" presStyleLbl="bgAccFollowNode1" presStyleIdx="2" presStyleCnt="3" custScaleX="129415" custLinFactNeighborX="229">
        <dgm:presLayoutVars>
          <dgm:bulletEnabled val="1"/>
        </dgm:presLayoutVars>
      </dgm:prSet>
      <dgm:spPr/>
    </dgm:pt>
  </dgm:ptLst>
  <dgm:cxnLst>
    <dgm:cxn modelId="{37D25C0C-9E76-4BDE-82F8-66BC10ED86BA}" type="presOf" srcId="{6F57050E-D6A0-440B-879D-8DA7490EB0D1}" destId="{BBB04D47-0621-4855-8C01-4B196772F4A4}" srcOrd="0" destOrd="0" presId="urn:microsoft.com/office/officeart/2005/8/layout/vList6"/>
    <dgm:cxn modelId="{40444420-E09B-4CAC-A55F-51DD99CAF2C5}" srcId="{48BB4DA5-611C-43E7-AC3C-73C3ABC581C9}" destId="{D3B31038-BB08-490E-8D98-9B5E56C9442C}" srcOrd="0" destOrd="0" parTransId="{1122D8F4-F95D-49B1-8869-57F3B23FC9E9}" sibTransId="{AC13B49B-E7CD-4DE5-AD4C-E80D8D909FDF}"/>
    <dgm:cxn modelId="{5AA1CD26-6494-4FFD-ADB2-53DE2C10DD8B}" type="presOf" srcId="{BFD8E156-E1C5-4589-9E13-B9DB51EC79BF}" destId="{89541A84-881C-4AD8-A124-F99B1F4B68EC}" srcOrd="0" destOrd="0" presId="urn:microsoft.com/office/officeart/2005/8/layout/vList6"/>
    <dgm:cxn modelId="{C4C5F468-DA41-47CE-B089-C07ADE9D28E5}" srcId="{40D3F44B-62E7-4DCF-8546-50611D94C791}" destId="{BFD8E156-E1C5-4589-9E13-B9DB51EC79BF}" srcOrd="0" destOrd="0" parTransId="{419833AD-EB14-4C69-B9A0-A386D69498DC}" sibTransId="{DFE89DF9-3904-4EA5-A1BA-3AB7DD865885}"/>
    <dgm:cxn modelId="{2E818950-B116-4B52-9013-6A3EB1543152}" type="presOf" srcId="{FE0B5795-E0FA-47B7-B179-22E2A5D5D933}" destId="{BF7D599B-6BB4-4C74-AF09-0F11CEBE8E8B}" srcOrd="0" destOrd="0" presId="urn:microsoft.com/office/officeart/2005/8/layout/vList6"/>
    <dgm:cxn modelId="{7767FF7E-9AB5-43FC-95EB-A724823BBBA8}" type="presOf" srcId="{D3B31038-BB08-490E-8D98-9B5E56C9442C}" destId="{9F1641B2-9520-4A4C-99DA-6988F9591897}" srcOrd="0" destOrd="0" presId="urn:microsoft.com/office/officeart/2005/8/layout/vList6"/>
    <dgm:cxn modelId="{634220CC-C1A3-4130-9CDA-79A4C2EAB5EE}" srcId="{6F57050E-D6A0-440B-879D-8DA7490EB0D1}" destId="{40D3F44B-62E7-4DCF-8546-50611D94C791}" srcOrd="0" destOrd="0" parTransId="{A1B0ECF0-5F43-4D1E-878C-249FE85FB4AA}" sibTransId="{5C381204-F68B-44FA-8E23-1DF68A9B568C}"/>
    <dgm:cxn modelId="{E49BBFE6-1F06-40E4-8819-B9C71E719A2A}" type="presOf" srcId="{48BB4DA5-611C-43E7-AC3C-73C3ABC581C9}" destId="{7AEB5D90-FD6F-446E-A7C9-040EAA1FF93E}" srcOrd="0" destOrd="0" presId="urn:microsoft.com/office/officeart/2005/8/layout/vList6"/>
    <dgm:cxn modelId="{AAAE50ED-1A83-4201-A609-735D8244417F}" type="presOf" srcId="{51B34476-6160-4696-B042-A398744B010C}" destId="{E72B474F-4E42-4AAA-94EF-0C54E3C96601}" srcOrd="0" destOrd="0" presId="urn:microsoft.com/office/officeart/2005/8/layout/vList6"/>
    <dgm:cxn modelId="{CE3B7DEF-24D3-4554-90C0-0C275C499C37}" srcId="{6F57050E-D6A0-440B-879D-8DA7490EB0D1}" destId="{FE0B5795-E0FA-47B7-B179-22E2A5D5D933}" srcOrd="2" destOrd="0" parTransId="{B4DA82B6-3C27-4AA5-89F6-073D6AC9CC12}" sibTransId="{74D35B2F-A3D1-4A51-B827-D205F1E9043D}"/>
    <dgm:cxn modelId="{B1DAB1F1-979C-4D1D-A660-EDD91260D63F}" srcId="{6F57050E-D6A0-440B-879D-8DA7490EB0D1}" destId="{48BB4DA5-611C-43E7-AC3C-73C3ABC581C9}" srcOrd="1" destOrd="0" parTransId="{1AA2AB58-EA30-45E1-89C8-0926A6C5A0B3}" sibTransId="{C312F5AE-B93B-485A-B7E1-BD850D220489}"/>
    <dgm:cxn modelId="{5FF481F2-3255-475B-A53E-6D0FC4F8AC42}" type="presOf" srcId="{40D3F44B-62E7-4DCF-8546-50611D94C791}" destId="{BFABE958-61C3-4C56-A5B0-C8686A6A25A6}" srcOrd="0" destOrd="0" presId="urn:microsoft.com/office/officeart/2005/8/layout/vList6"/>
    <dgm:cxn modelId="{D51274FA-8765-4511-B5FD-EDAB0BF00949}" srcId="{FE0B5795-E0FA-47B7-B179-22E2A5D5D933}" destId="{51B34476-6160-4696-B042-A398744B010C}" srcOrd="0" destOrd="0" parTransId="{7A327408-C84D-430C-9115-3C5919650830}" sibTransId="{838D0DCD-6C36-48E5-8F69-9A286AB58519}"/>
    <dgm:cxn modelId="{BDF377E8-07A0-4AA9-9019-3B06FB77DCF4}" type="presParOf" srcId="{BBB04D47-0621-4855-8C01-4B196772F4A4}" destId="{38D27116-96FD-4945-81C7-B99F5A415F0E}" srcOrd="0" destOrd="0" presId="urn:microsoft.com/office/officeart/2005/8/layout/vList6"/>
    <dgm:cxn modelId="{4FCD7683-A3E6-4B11-80CD-16DE97E5A25F}" type="presParOf" srcId="{38D27116-96FD-4945-81C7-B99F5A415F0E}" destId="{BFABE958-61C3-4C56-A5B0-C8686A6A25A6}" srcOrd="0" destOrd="0" presId="urn:microsoft.com/office/officeart/2005/8/layout/vList6"/>
    <dgm:cxn modelId="{A2A6603B-B281-4300-97A0-856811CEBB1D}" type="presParOf" srcId="{38D27116-96FD-4945-81C7-B99F5A415F0E}" destId="{89541A84-881C-4AD8-A124-F99B1F4B68EC}" srcOrd="1" destOrd="0" presId="urn:microsoft.com/office/officeart/2005/8/layout/vList6"/>
    <dgm:cxn modelId="{0055C1D5-4666-49FC-BBA1-14692B8A7BD8}" type="presParOf" srcId="{BBB04D47-0621-4855-8C01-4B196772F4A4}" destId="{3D52B482-FC30-41F4-995C-A1FC9CD11AC1}" srcOrd="1" destOrd="0" presId="urn:microsoft.com/office/officeart/2005/8/layout/vList6"/>
    <dgm:cxn modelId="{BC1BF992-127E-43A6-A7ED-6780772B764E}" type="presParOf" srcId="{BBB04D47-0621-4855-8C01-4B196772F4A4}" destId="{0C3BB7DB-214E-4F50-9282-FB7E2E21E162}" srcOrd="2" destOrd="0" presId="urn:microsoft.com/office/officeart/2005/8/layout/vList6"/>
    <dgm:cxn modelId="{51CDBDC5-E418-49DF-96F5-A3A0C603DDF7}" type="presParOf" srcId="{0C3BB7DB-214E-4F50-9282-FB7E2E21E162}" destId="{7AEB5D90-FD6F-446E-A7C9-040EAA1FF93E}" srcOrd="0" destOrd="0" presId="urn:microsoft.com/office/officeart/2005/8/layout/vList6"/>
    <dgm:cxn modelId="{B65B037B-CE1B-427B-BA20-8C386AB55EC1}" type="presParOf" srcId="{0C3BB7DB-214E-4F50-9282-FB7E2E21E162}" destId="{9F1641B2-9520-4A4C-99DA-6988F9591897}" srcOrd="1" destOrd="0" presId="urn:microsoft.com/office/officeart/2005/8/layout/vList6"/>
    <dgm:cxn modelId="{CD91E5D8-2EC0-4B48-A16A-44FD508657F9}" type="presParOf" srcId="{BBB04D47-0621-4855-8C01-4B196772F4A4}" destId="{E7DA0191-DCC5-45B2-BFC1-3BC256BCE414}" srcOrd="3" destOrd="0" presId="urn:microsoft.com/office/officeart/2005/8/layout/vList6"/>
    <dgm:cxn modelId="{F4AB43BE-E6C1-4F7F-A3C3-D8F89D012A36}" type="presParOf" srcId="{BBB04D47-0621-4855-8C01-4B196772F4A4}" destId="{F39D332C-00F7-4D7B-8002-072F77AE873E}" srcOrd="4" destOrd="0" presId="urn:microsoft.com/office/officeart/2005/8/layout/vList6"/>
    <dgm:cxn modelId="{0C7012B9-8A57-41C1-895F-4B501C01580C}" type="presParOf" srcId="{F39D332C-00F7-4D7B-8002-072F77AE873E}" destId="{BF7D599B-6BB4-4C74-AF09-0F11CEBE8E8B}" srcOrd="0" destOrd="0" presId="urn:microsoft.com/office/officeart/2005/8/layout/vList6"/>
    <dgm:cxn modelId="{924F0FAC-2F43-4772-B691-D59B9475CBE0}" type="presParOf" srcId="{F39D332C-00F7-4D7B-8002-072F77AE873E}" destId="{E72B474F-4E42-4AAA-94EF-0C54E3C96601}" srcOrd="1" destOrd="0" presId="urn:microsoft.com/office/officeart/2005/8/layout/v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6F57050E-D6A0-440B-879D-8DA7490EB0D1}"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40D3F44B-62E7-4DCF-8546-50611D94C791}">
      <dgm:prSet phldrT="[Text]"/>
      <dgm:spPr/>
      <dgm:t>
        <a:bodyPr/>
        <a:lstStyle/>
        <a:p>
          <a:r>
            <a:rPr lang="en-US" dirty="0"/>
            <a:t>1</a:t>
          </a:r>
        </a:p>
      </dgm:t>
    </dgm:pt>
    <dgm:pt modelId="{A1B0ECF0-5F43-4D1E-878C-249FE85FB4AA}" type="parTrans" cxnId="{634220CC-C1A3-4130-9CDA-79A4C2EAB5EE}">
      <dgm:prSet/>
      <dgm:spPr/>
      <dgm:t>
        <a:bodyPr/>
        <a:lstStyle/>
        <a:p>
          <a:endParaRPr lang="en-US"/>
        </a:p>
      </dgm:t>
    </dgm:pt>
    <dgm:pt modelId="{5C381204-F68B-44FA-8E23-1DF68A9B568C}" type="sibTrans" cxnId="{634220CC-C1A3-4130-9CDA-79A4C2EAB5EE}">
      <dgm:prSet/>
      <dgm:spPr/>
      <dgm:t>
        <a:bodyPr/>
        <a:lstStyle/>
        <a:p>
          <a:endParaRPr lang="en-US"/>
        </a:p>
      </dgm:t>
    </dgm:pt>
    <dgm:pt modelId="{BFD8E156-E1C5-4589-9E13-B9DB51EC79BF}">
      <dgm:prSet phldrT="[Text]" custT="1"/>
      <dgm:spPr>
        <a:solidFill>
          <a:schemeClr val="accent5">
            <a:lumMod val="10000"/>
            <a:lumOff val="90000"/>
            <a:alpha val="90000"/>
          </a:schemeClr>
        </a:solidFill>
      </dgm:spPr>
      <dgm:t>
        <a:bodyPr/>
        <a:lstStyle/>
        <a:p>
          <a:r>
            <a:rPr lang="en-US" sz="2000" dirty="0">
              <a:solidFill>
                <a:srgbClr val="000000"/>
              </a:solidFill>
            </a:rPr>
            <a:t>Open Documents folder</a:t>
          </a:r>
        </a:p>
      </dgm:t>
    </dgm:pt>
    <dgm:pt modelId="{419833AD-EB14-4C69-B9A0-A386D69498DC}" type="parTrans" cxnId="{C4C5F468-DA41-47CE-B089-C07ADE9D28E5}">
      <dgm:prSet/>
      <dgm:spPr/>
      <dgm:t>
        <a:bodyPr/>
        <a:lstStyle/>
        <a:p>
          <a:endParaRPr lang="en-US"/>
        </a:p>
      </dgm:t>
    </dgm:pt>
    <dgm:pt modelId="{DFE89DF9-3904-4EA5-A1BA-3AB7DD865885}" type="sibTrans" cxnId="{C4C5F468-DA41-47CE-B089-C07ADE9D28E5}">
      <dgm:prSet/>
      <dgm:spPr/>
      <dgm:t>
        <a:bodyPr/>
        <a:lstStyle/>
        <a:p>
          <a:endParaRPr lang="en-US"/>
        </a:p>
      </dgm:t>
    </dgm:pt>
    <dgm:pt modelId="{D3B31038-BB08-490E-8D98-9B5E56C9442C}">
      <dgm:prSet custT="1"/>
      <dgm:spPr>
        <a:solidFill>
          <a:schemeClr val="accent5">
            <a:lumMod val="10000"/>
            <a:lumOff val="90000"/>
            <a:alpha val="90000"/>
          </a:schemeClr>
        </a:solidFill>
      </dgm:spPr>
      <dgm:t>
        <a:bodyPr/>
        <a:lstStyle/>
        <a:p>
          <a:r>
            <a:rPr lang="en-US" sz="2000" b="0" i="0" dirty="0">
              <a:solidFill>
                <a:srgbClr val="000000"/>
              </a:solidFill>
            </a:rPr>
            <a:t>Type the </a:t>
          </a:r>
          <a:r>
            <a:rPr lang="en-US" sz="2000" b="1" i="1" dirty="0" err="1">
              <a:solidFill>
                <a:srgbClr val="000000"/>
              </a:solidFill>
            </a:rPr>
            <a:t>cmd</a:t>
          </a:r>
          <a:r>
            <a:rPr lang="en-US" sz="2000" b="1" i="1" dirty="0">
              <a:solidFill>
                <a:srgbClr val="000000"/>
              </a:solidFill>
            </a:rPr>
            <a:t> </a:t>
          </a:r>
          <a:r>
            <a:rPr lang="en-US" sz="2000" b="0" i="0" dirty="0">
              <a:solidFill>
                <a:srgbClr val="000000"/>
              </a:solidFill>
            </a:rPr>
            <a:t>command on the search bar.</a:t>
          </a:r>
        </a:p>
      </dgm:t>
    </dgm:pt>
    <dgm:pt modelId="{1122D8F4-F95D-49B1-8869-57F3B23FC9E9}" type="parTrans" cxnId="{40444420-E09B-4CAC-A55F-51DD99CAF2C5}">
      <dgm:prSet/>
      <dgm:spPr/>
      <dgm:t>
        <a:bodyPr/>
        <a:lstStyle/>
        <a:p>
          <a:endParaRPr lang="en-US"/>
        </a:p>
      </dgm:t>
    </dgm:pt>
    <dgm:pt modelId="{AC13B49B-E7CD-4DE5-AD4C-E80D8D909FDF}" type="sibTrans" cxnId="{40444420-E09B-4CAC-A55F-51DD99CAF2C5}">
      <dgm:prSet/>
      <dgm:spPr/>
      <dgm:t>
        <a:bodyPr/>
        <a:lstStyle/>
        <a:p>
          <a:endParaRPr lang="en-US"/>
        </a:p>
      </dgm:t>
    </dgm:pt>
    <dgm:pt modelId="{48BB4DA5-611C-43E7-AC3C-73C3ABC581C9}">
      <dgm:prSet phldrT="[Text]"/>
      <dgm:spPr/>
      <dgm:t>
        <a:bodyPr/>
        <a:lstStyle/>
        <a:p>
          <a:r>
            <a:rPr lang="en-US" dirty="0"/>
            <a:t>2</a:t>
          </a:r>
        </a:p>
      </dgm:t>
    </dgm:pt>
    <dgm:pt modelId="{1AA2AB58-EA30-45E1-89C8-0926A6C5A0B3}" type="parTrans" cxnId="{B1DAB1F1-979C-4D1D-A660-EDD91260D63F}">
      <dgm:prSet/>
      <dgm:spPr/>
      <dgm:t>
        <a:bodyPr/>
        <a:lstStyle/>
        <a:p>
          <a:endParaRPr lang="en-US"/>
        </a:p>
      </dgm:t>
    </dgm:pt>
    <dgm:pt modelId="{C312F5AE-B93B-485A-B7E1-BD850D220489}" type="sibTrans" cxnId="{B1DAB1F1-979C-4D1D-A660-EDD91260D63F}">
      <dgm:prSet/>
      <dgm:spPr/>
      <dgm:t>
        <a:bodyPr/>
        <a:lstStyle/>
        <a:p>
          <a:endParaRPr lang="en-US"/>
        </a:p>
      </dgm:t>
    </dgm:pt>
    <dgm:pt modelId="{FE0B5795-E0FA-47B7-B179-22E2A5D5D933}">
      <dgm:prSet custT="1"/>
      <dgm:spPr>
        <a:solidFill>
          <a:schemeClr val="accent6">
            <a:alpha val="90000"/>
          </a:schemeClr>
        </a:solidFill>
      </dgm:spPr>
      <dgm:t>
        <a:bodyPr/>
        <a:lstStyle/>
        <a:p>
          <a:r>
            <a:rPr lang="en-US" sz="2000" b="0" i="0" dirty="0">
              <a:solidFill>
                <a:schemeClr val="bg1"/>
              </a:solidFill>
            </a:rPr>
            <a:t>3</a:t>
          </a:r>
        </a:p>
      </dgm:t>
    </dgm:pt>
    <dgm:pt modelId="{B4DA82B6-3C27-4AA5-89F6-073D6AC9CC12}" type="parTrans" cxnId="{CE3B7DEF-24D3-4554-90C0-0C275C499C37}">
      <dgm:prSet/>
      <dgm:spPr/>
      <dgm:t>
        <a:bodyPr/>
        <a:lstStyle/>
        <a:p>
          <a:endParaRPr lang="en-US"/>
        </a:p>
      </dgm:t>
    </dgm:pt>
    <dgm:pt modelId="{74D35B2F-A3D1-4A51-B827-D205F1E9043D}" type="sibTrans" cxnId="{CE3B7DEF-24D3-4554-90C0-0C275C499C37}">
      <dgm:prSet/>
      <dgm:spPr/>
      <dgm:t>
        <a:bodyPr/>
        <a:lstStyle/>
        <a:p>
          <a:endParaRPr lang="en-US"/>
        </a:p>
      </dgm:t>
    </dgm:pt>
    <dgm:pt modelId="{51B34476-6160-4696-B042-A398744B010C}">
      <dgm:prSet custT="1"/>
      <dgm:spPr>
        <a:solidFill>
          <a:schemeClr val="accent5">
            <a:lumMod val="10000"/>
            <a:lumOff val="90000"/>
            <a:alpha val="90000"/>
          </a:schemeClr>
        </a:solidFill>
      </dgm:spPr>
      <dgm:t>
        <a:bodyPr/>
        <a:lstStyle/>
        <a:p>
          <a:r>
            <a:rPr lang="en-US" sz="2000" b="0" i="0" dirty="0">
              <a:solidFill>
                <a:srgbClr val="000000"/>
              </a:solidFill>
            </a:rPr>
            <a:t>Click Enter</a:t>
          </a:r>
        </a:p>
      </dgm:t>
    </dgm:pt>
    <dgm:pt modelId="{7A327408-C84D-430C-9115-3C5919650830}" type="parTrans" cxnId="{D51274FA-8765-4511-B5FD-EDAB0BF00949}">
      <dgm:prSet/>
      <dgm:spPr/>
      <dgm:t>
        <a:bodyPr/>
        <a:lstStyle/>
        <a:p>
          <a:endParaRPr lang="en-US"/>
        </a:p>
      </dgm:t>
    </dgm:pt>
    <dgm:pt modelId="{838D0DCD-6C36-48E5-8F69-9A286AB58519}" type="sibTrans" cxnId="{D51274FA-8765-4511-B5FD-EDAB0BF00949}">
      <dgm:prSet/>
      <dgm:spPr/>
      <dgm:t>
        <a:bodyPr/>
        <a:lstStyle/>
        <a:p>
          <a:endParaRPr lang="en-US"/>
        </a:p>
      </dgm:t>
    </dgm:pt>
    <dgm:pt modelId="{BBB04D47-0621-4855-8C01-4B196772F4A4}" type="pres">
      <dgm:prSet presAssocID="{6F57050E-D6A0-440B-879D-8DA7490EB0D1}" presName="Name0" presStyleCnt="0">
        <dgm:presLayoutVars>
          <dgm:dir/>
          <dgm:animLvl val="lvl"/>
          <dgm:resizeHandles/>
        </dgm:presLayoutVars>
      </dgm:prSet>
      <dgm:spPr/>
    </dgm:pt>
    <dgm:pt modelId="{38D27116-96FD-4945-81C7-B99F5A415F0E}" type="pres">
      <dgm:prSet presAssocID="{40D3F44B-62E7-4DCF-8546-50611D94C791}" presName="linNode" presStyleCnt="0"/>
      <dgm:spPr/>
    </dgm:pt>
    <dgm:pt modelId="{BFABE958-61C3-4C56-A5B0-C8686A6A25A6}" type="pres">
      <dgm:prSet presAssocID="{40D3F44B-62E7-4DCF-8546-50611D94C791}" presName="parentShp" presStyleLbl="node1" presStyleIdx="0" presStyleCnt="3" custScaleX="35838" custLinFactNeighborX="-4817">
        <dgm:presLayoutVars>
          <dgm:bulletEnabled val="1"/>
        </dgm:presLayoutVars>
      </dgm:prSet>
      <dgm:spPr/>
    </dgm:pt>
    <dgm:pt modelId="{89541A84-881C-4AD8-A124-F99B1F4B68EC}" type="pres">
      <dgm:prSet presAssocID="{40D3F44B-62E7-4DCF-8546-50611D94C791}" presName="childShp" presStyleLbl="bgAccFollowNode1" presStyleIdx="0" presStyleCnt="3" custScaleX="127623">
        <dgm:presLayoutVars>
          <dgm:bulletEnabled val="1"/>
        </dgm:presLayoutVars>
      </dgm:prSet>
      <dgm:spPr/>
    </dgm:pt>
    <dgm:pt modelId="{3D52B482-FC30-41F4-995C-A1FC9CD11AC1}" type="pres">
      <dgm:prSet presAssocID="{5C381204-F68B-44FA-8E23-1DF68A9B568C}" presName="spacing" presStyleCnt="0"/>
      <dgm:spPr/>
    </dgm:pt>
    <dgm:pt modelId="{0C3BB7DB-214E-4F50-9282-FB7E2E21E162}" type="pres">
      <dgm:prSet presAssocID="{48BB4DA5-611C-43E7-AC3C-73C3ABC581C9}" presName="linNode" presStyleCnt="0"/>
      <dgm:spPr/>
    </dgm:pt>
    <dgm:pt modelId="{7AEB5D90-FD6F-446E-A7C9-040EAA1FF93E}" type="pres">
      <dgm:prSet presAssocID="{48BB4DA5-611C-43E7-AC3C-73C3ABC581C9}" presName="parentShp" presStyleLbl="node1" presStyleIdx="1" presStyleCnt="3" custScaleX="35838" custLinFactNeighborX="-4817">
        <dgm:presLayoutVars>
          <dgm:bulletEnabled val="1"/>
        </dgm:presLayoutVars>
      </dgm:prSet>
      <dgm:spPr/>
    </dgm:pt>
    <dgm:pt modelId="{9F1641B2-9520-4A4C-99DA-6988F9591897}" type="pres">
      <dgm:prSet presAssocID="{48BB4DA5-611C-43E7-AC3C-73C3ABC581C9}" presName="childShp" presStyleLbl="bgAccFollowNode1" presStyleIdx="1" presStyleCnt="3" custScaleX="127623">
        <dgm:presLayoutVars>
          <dgm:bulletEnabled val="1"/>
        </dgm:presLayoutVars>
      </dgm:prSet>
      <dgm:spPr/>
    </dgm:pt>
    <dgm:pt modelId="{E7DA0191-DCC5-45B2-BFC1-3BC256BCE414}" type="pres">
      <dgm:prSet presAssocID="{C312F5AE-B93B-485A-B7E1-BD850D220489}" presName="spacing" presStyleCnt="0"/>
      <dgm:spPr/>
    </dgm:pt>
    <dgm:pt modelId="{F39D332C-00F7-4D7B-8002-072F77AE873E}" type="pres">
      <dgm:prSet presAssocID="{FE0B5795-E0FA-47B7-B179-22E2A5D5D933}" presName="linNode" presStyleCnt="0"/>
      <dgm:spPr/>
    </dgm:pt>
    <dgm:pt modelId="{BF7D599B-6BB4-4C74-AF09-0F11CEBE8E8B}" type="pres">
      <dgm:prSet presAssocID="{FE0B5795-E0FA-47B7-B179-22E2A5D5D933}" presName="parentShp" presStyleLbl="node1" presStyleIdx="2" presStyleCnt="3" custScaleX="36679" custLinFactNeighborX="-3357">
        <dgm:presLayoutVars>
          <dgm:bulletEnabled val="1"/>
        </dgm:presLayoutVars>
      </dgm:prSet>
      <dgm:spPr/>
    </dgm:pt>
    <dgm:pt modelId="{E72B474F-4E42-4AAA-94EF-0C54E3C96601}" type="pres">
      <dgm:prSet presAssocID="{FE0B5795-E0FA-47B7-B179-22E2A5D5D933}" presName="childShp" presStyleLbl="bgAccFollowNode1" presStyleIdx="2" presStyleCnt="3" custScaleX="129415" custLinFactNeighborX="229">
        <dgm:presLayoutVars>
          <dgm:bulletEnabled val="1"/>
        </dgm:presLayoutVars>
      </dgm:prSet>
      <dgm:spPr/>
    </dgm:pt>
  </dgm:ptLst>
  <dgm:cxnLst>
    <dgm:cxn modelId="{37D25C0C-9E76-4BDE-82F8-66BC10ED86BA}" type="presOf" srcId="{6F57050E-D6A0-440B-879D-8DA7490EB0D1}" destId="{BBB04D47-0621-4855-8C01-4B196772F4A4}" srcOrd="0" destOrd="0" presId="urn:microsoft.com/office/officeart/2005/8/layout/vList6"/>
    <dgm:cxn modelId="{40444420-E09B-4CAC-A55F-51DD99CAF2C5}" srcId="{48BB4DA5-611C-43E7-AC3C-73C3ABC581C9}" destId="{D3B31038-BB08-490E-8D98-9B5E56C9442C}" srcOrd="0" destOrd="0" parTransId="{1122D8F4-F95D-49B1-8869-57F3B23FC9E9}" sibTransId="{AC13B49B-E7CD-4DE5-AD4C-E80D8D909FDF}"/>
    <dgm:cxn modelId="{5AA1CD26-6494-4FFD-ADB2-53DE2C10DD8B}" type="presOf" srcId="{BFD8E156-E1C5-4589-9E13-B9DB51EC79BF}" destId="{89541A84-881C-4AD8-A124-F99B1F4B68EC}" srcOrd="0" destOrd="0" presId="urn:microsoft.com/office/officeart/2005/8/layout/vList6"/>
    <dgm:cxn modelId="{C4C5F468-DA41-47CE-B089-C07ADE9D28E5}" srcId="{40D3F44B-62E7-4DCF-8546-50611D94C791}" destId="{BFD8E156-E1C5-4589-9E13-B9DB51EC79BF}" srcOrd="0" destOrd="0" parTransId="{419833AD-EB14-4C69-B9A0-A386D69498DC}" sibTransId="{DFE89DF9-3904-4EA5-A1BA-3AB7DD865885}"/>
    <dgm:cxn modelId="{2E818950-B116-4B52-9013-6A3EB1543152}" type="presOf" srcId="{FE0B5795-E0FA-47B7-B179-22E2A5D5D933}" destId="{BF7D599B-6BB4-4C74-AF09-0F11CEBE8E8B}" srcOrd="0" destOrd="0" presId="urn:microsoft.com/office/officeart/2005/8/layout/vList6"/>
    <dgm:cxn modelId="{7767FF7E-9AB5-43FC-95EB-A724823BBBA8}" type="presOf" srcId="{D3B31038-BB08-490E-8D98-9B5E56C9442C}" destId="{9F1641B2-9520-4A4C-99DA-6988F9591897}" srcOrd="0" destOrd="0" presId="urn:microsoft.com/office/officeart/2005/8/layout/vList6"/>
    <dgm:cxn modelId="{634220CC-C1A3-4130-9CDA-79A4C2EAB5EE}" srcId="{6F57050E-D6A0-440B-879D-8DA7490EB0D1}" destId="{40D3F44B-62E7-4DCF-8546-50611D94C791}" srcOrd="0" destOrd="0" parTransId="{A1B0ECF0-5F43-4D1E-878C-249FE85FB4AA}" sibTransId="{5C381204-F68B-44FA-8E23-1DF68A9B568C}"/>
    <dgm:cxn modelId="{E49BBFE6-1F06-40E4-8819-B9C71E719A2A}" type="presOf" srcId="{48BB4DA5-611C-43E7-AC3C-73C3ABC581C9}" destId="{7AEB5D90-FD6F-446E-A7C9-040EAA1FF93E}" srcOrd="0" destOrd="0" presId="urn:microsoft.com/office/officeart/2005/8/layout/vList6"/>
    <dgm:cxn modelId="{AAAE50ED-1A83-4201-A609-735D8244417F}" type="presOf" srcId="{51B34476-6160-4696-B042-A398744B010C}" destId="{E72B474F-4E42-4AAA-94EF-0C54E3C96601}" srcOrd="0" destOrd="0" presId="urn:microsoft.com/office/officeart/2005/8/layout/vList6"/>
    <dgm:cxn modelId="{CE3B7DEF-24D3-4554-90C0-0C275C499C37}" srcId="{6F57050E-D6A0-440B-879D-8DA7490EB0D1}" destId="{FE0B5795-E0FA-47B7-B179-22E2A5D5D933}" srcOrd="2" destOrd="0" parTransId="{B4DA82B6-3C27-4AA5-89F6-073D6AC9CC12}" sibTransId="{74D35B2F-A3D1-4A51-B827-D205F1E9043D}"/>
    <dgm:cxn modelId="{B1DAB1F1-979C-4D1D-A660-EDD91260D63F}" srcId="{6F57050E-D6A0-440B-879D-8DA7490EB0D1}" destId="{48BB4DA5-611C-43E7-AC3C-73C3ABC581C9}" srcOrd="1" destOrd="0" parTransId="{1AA2AB58-EA30-45E1-89C8-0926A6C5A0B3}" sibTransId="{C312F5AE-B93B-485A-B7E1-BD850D220489}"/>
    <dgm:cxn modelId="{5FF481F2-3255-475B-A53E-6D0FC4F8AC42}" type="presOf" srcId="{40D3F44B-62E7-4DCF-8546-50611D94C791}" destId="{BFABE958-61C3-4C56-A5B0-C8686A6A25A6}" srcOrd="0" destOrd="0" presId="urn:microsoft.com/office/officeart/2005/8/layout/vList6"/>
    <dgm:cxn modelId="{D51274FA-8765-4511-B5FD-EDAB0BF00949}" srcId="{FE0B5795-E0FA-47B7-B179-22E2A5D5D933}" destId="{51B34476-6160-4696-B042-A398744B010C}" srcOrd="0" destOrd="0" parTransId="{7A327408-C84D-430C-9115-3C5919650830}" sibTransId="{838D0DCD-6C36-48E5-8F69-9A286AB58519}"/>
    <dgm:cxn modelId="{BDF377E8-07A0-4AA9-9019-3B06FB77DCF4}" type="presParOf" srcId="{BBB04D47-0621-4855-8C01-4B196772F4A4}" destId="{38D27116-96FD-4945-81C7-B99F5A415F0E}" srcOrd="0" destOrd="0" presId="urn:microsoft.com/office/officeart/2005/8/layout/vList6"/>
    <dgm:cxn modelId="{4FCD7683-A3E6-4B11-80CD-16DE97E5A25F}" type="presParOf" srcId="{38D27116-96FD-4945-81C7-B99F5A415F0E}" destId="{BFABE958-61C3-4C56-A5B0-C8686A6A25A6}" srcOrd="0" destOrd="0" presId="urn:microsoft.com/office/officeart/2005/8/layout/vList6"/>
    <dgm:cxn modelId="{A2A6603B-B281-4300-97A0-856811CEBB1D}" type="presParOf" srcId="{38D27116-96FD-4945-81C7-B99F5A415F0E}" destId="{89541A84-881C-4AD8-A124-F99B1F4B68EC}" srcOrd="1" destOrd="0" presId="urn:microsoft.com/office/officeart/2005/8/layout/vList6"/>
    <dgm:cxn modelId="{0055C1D5-4666-49FC-BBA1-14692B8A7BD8}" type="presParOf" srcId="{BBB04D47-0621-4855-8C01-4B196772F4A4}" destId="{3D52B482-FC30-41F4-995C-A1FC9CD11AC1}" srcOrd="1" destOrd="0" presId="urn:microsoft.com/office/officeart/2005/8/layout/vList6"/>
    <dgm:cxn modelId="{BC1BF992-127E-43A6-A7ED-6780772B764E}" type="presParOf" srcId="{BBB04D47-0621-4855-8C01-4B196772F4A4}" destId="{0C3BB7DB-214E-4F50-9282-FB7E2E21E162}" srcOrd="2" destOrd="0" presId="urn:microsoft.com/office/officeart/2005/8/layout/vList6"/>
    <dgm:cxn modelId="{51CDBDC5-E418-49DF-96F5-A3A0C603DDF7}" type="presParOf" srcId="{0C3BB7DB-214E-4F50-9282-FB7E2E21E162}" destId="{7AEB5D90-FD6F-446E-A7C9-040EAA1FF93E}" srcOrd="0" destOrd="0" presId="urn:microsoft.com/office/officeart/2005/8/layout/vList6"/>
    <dgm:cxn modelId="{B65B037B-CE1B-427B-BA20-8C386AB55EC1}" type="presParOf" srcId="{0C3BB7DB-214E-4F50-9282-FB7E2E21E162}" destId="{9F1641B2-9520-4A4C-99DA-6988F9591897}" srcOrd="1" destOrd="0" presId="urn:microsoft.com/office/officeart/2005/8/layout/vList6"/>
    <dgm:cxn modelId="{CD91E5D8-2EC0-4B48-A16A-44FD508657F9}" type="presParOf" srcId="{BBB04D47-0621-4855-8C01-4B196772F4A4}" destId="{E7DA0191-DCC5-45B2-BFC1-3BC256BCE414}" srcOrd="3" destOrd="0" presId="urn:microsoft.com/office/officeart/2005/8/layout/vList6"/>
    <dgm:cxn modelId="{F4AB43BE-E6C1-4F7F-A3C3-D8F89D012A36}" type="presParOf" srcId="{BBB04D47-0621-4855-8C01-4B196772F4A4}" destId="{F39D332C-00F7-4D7B-8002-072F77AE873E}" srcOrd="4" destOrd="0" presId="urn:microsoft.com/office/officeart/2005/8/layout/vList6"/>
    <dgm:cxn modelId="{0C7012B9-8A57-41C1-895F-4B501C01580C}" type="presParOf" srcId="{F39D332C-00F7-4D7B-8002-072F77AE873E}" destId="{BF7D599B-6BB4-4C74-AF09-0F11CEBE8E8B}" srcOrd="0" destOrd="0" presId="urn:microsoft.com/office/officeart/2005/8/layout/vList6"/>
    <dgm:cxn modelId="{924F0FAC-2F43-4772-B691-D59B9475CBE0}" type="presParOf" srcId="{F39D332C-00F7-4D7B-8002-072F77AE873E}" destId="{E72B474F-4E42-4AAA-94EF-0C54E3C96601}" srcOrd="1" destOrd="0" presId="urn:microsoft.com/office/officeart/2005/8/layout/v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6F57050E-D6A0-440B-879D-8DA7490EB0D1}"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40D3F44B-62E7-4DCF-8546-50611D94C791}">
      <dgm:prSet phldrT="[Text]"/>
      <dgm:spPr/>
      <dgm:t>
        <a:bodyPr/>
        <a:lstStyle/>
        <a:p>
          <a:r>
            <a:rPr lang="en-US"/>
            <a:t>1</a:t>
          </a:r>
          <a:endParaRPr lang="en-US" dirty="0"/>
        </a:p>
      </dgm:t>
    </dgm:pt>
    <dgm:pt modelId="{A1B0ECF0-5F43-4D1E-878C-249FE85FB4AA}" type="parTrans" cxnId="{634220CC-C1A3-4130-9CDA-79A4C2EAB5EE}">
      <dgm:prSet/>
      <dgm:spPr/>
      <dgm:t>
        <a:bodyPr/>
        <a:lstStyle/>
        <a:p>
          <a:endParaRPr lang="en-US"/>
        </a:p>
      </dgm:t>
    </dgm:pt>
    <dgm:pt modelId="{5C381204-F68B-44FA-8E23-1DF68A9B568C}" type="sibTrans" cxnId="{634220CC-C1A3-4130-9CDA-79A4C2EAB5EE}">
      <dgm:prSet/>
      <dgm:spPr/>
      <dgm:t>
        <a:bodyPr/>
        <a:lstStyle/>
        <a:p>
          <a:endParaRPr lang="en-US"/>
        </a:p>
      </dgm:t>
    </dgm:pt>
    <dgm:pt modelId="{BFD8E156-E1C5-4589-9E13-B9DB51EC79BF}">
      <dgm:prSet phldrT="[Text]" custT="1"/>
      <dgm:spPr>
        <a:solidFill>
          <a:schemeClr val="accent5">
            <a:lumMod val="10000"/>
            <a:lumOff val="90000"/>
            <a:alpha val="90000"/>
          </a:schemeClr>
        </a:solidFill>
      </dgm:spPr>
      <dgm:t>
        <a:bodyPr/>
        <a:lstStyle/>
        <a:p>
          <a:r>
            <a:rPr lang="en-US" sz="2000" dirty="0">
              <a:solidFill>
                <a:srgbClr val="000000"/>
              </a:solidFill>
            </a:rPr>
            <a:t>Type </a:t>
          </a:r>
          <a:r>
            <a:rPr lang="en-US" sz="2000" b="1" i="1" dirty="0" err="1">
              <a:solidFill>
                <a:srgbClr val="000000"/>
              </a:solidFill>
            </a:rPr>
            <a:t>git</a:t>
          </a:r>
          <a:r>
            <a:rPr lang="en-US" sz="2000" b="1" i="1" dirty="0">
              <a:solidFill>
                <a:srgbClr val="000000"/>
              </a:solidFill>
            </a:rPr>
            <a:t> clone (space) “</a:t>
          </a:r>
          <a:r>
            <a:rPr lang="en-US" sz="2000" b="1" i="1" dirty="0" err="1">
              <a:solidFill>
                <a:srgbClr val="000000"/>
              </a:solidFill>
            </a:rPr>
            <a:t>gitHub-url</a:t>
          </a:r>
          <a:r>
            <a:rPr lang="en-US" sz="2000" b="1" i="1" dirty="0">
              <a:solidFill>
                <a:srgbClr val="000000"/>
              </a:solidFill>
            </a:rPr>
            <a:t>”</a:t>
          </a:r>
        </a:p>
      </dgm:t>
    </dgm:pt>
    <dgm:pt modelId="{DFE89DF9-3904-4EA5-A1BA-3AB7DD865885}" type="sibTrans" cxnId="{C4C5F468-DA41-47CE-B089-C07ADE9D28E5}">
      <dgm:prSet/>
      <dgm:spPr/>
      <dgm:t>
        <a:bodyPr/>
        <a:lstStyle/>
        <a:p>
          <a:endParaRPr lang="en-US"/>
        </a:p>
      </dgm:t>
    </dgm:pt>
    <dgm:pt modelId="{419833AD-EB14-4C69-B9A0-A386D69498DC}" type="parTrans" cxnId="{C4C5F468-DA41-47CE-B089-C07ADE9D28E5}">
      <dgm:prSet/>
      <dgm:spPr/>
      <dgm:t>
        <a:bodyPr/>
        <a:lstStyle/>
        <a:p>
          <a:endParaRPr lang="en-US"/>
        </a:p>
      </dgm:t>
    </dgm:pt>
    <dgm:pt modelId="{48BB4DA5-611C-43E7-AC3C-73C3ABC581C9}">
      <dgm:prSet phldrT="[Text]"/>
      <dgm:spPr/>
      <dgm:t>
        <a:bodyPr/>
        <a:lstStyle/>
        <a:p>
          <a:r>
            <a:rPr lang="en-US" dirty="0"/>
            <a:t>2</a:t>
          </a:r>
        </a:p>
      </dgm:t>
    </dgm:pt>
    <dgm:pt modelId="{C312F5AE-B93B-485A-B7E1-BD850D220489}" type="sibTrans" cxnId="{B1DAB1F1-979C-4D1D-A660-EDD91260D63F}">
      <dgm:prSet/>
      <dgm:spPr/>
      <dgm:t>
        <a:bodyPr/>
        <a:lstStyle/>
        <a:p>
          <a:endParaRPr lang="en-US"/>
        </a:p>
      </dgm:t>
    </dgm:pt>
    <dgm:pt modelId="{1AA2AB58-EA30-45E1-89C8-0926A6C5A0B3}" type="parTrans" cxnId="{B1DAB1F1-979C-4D1D-A660-EDD91260D63F}">
      <dgm:prSet/>
      <dgm:spPr/>
      <dgm:t>
        <a:bodyPr/>
        <a:lstStyle/>
        <a:p>
          <a:endParaRPr lang="en-US"/>
        </a:p>
      </dgm:t>
    </dgm:pt>
    <dgm:pt modelId="{D3B31038-BB08-490E-8D98-9B5E56C9442C}">
      <dgm:prSet custT="1"/>
      <dgm:spPr>
        <a:solidFill>
          <a:schemeClr val="accent5">
            <a:lumMod val="10000"/>
            <a:lumOff val="90000"/>
            <a:alpha val="90000"/>
          </a:schemeClr>
        </a:solidFill>
      </dgm:spPr>
      <dgm:t>
        <a:bodyPr/>
        <a:lstStyle/>
        <a:p>
          <a:r>
            <a:rPr lang="en-US" sz="2000" b="0" i="0" dirty="0">
              <a:solidFill>
                <a:srgbClr val="000000"/>
              </a:solidFill>
            </a:rPr>
            <a:t>Click Enter</a:t>
          </a:r>
        </a:p>
      </dgm:t>
    </dgm:pt>
    <dgm:pt modelId="{AC13B49B-E7CD-4DE5-AD4C-E80D8D909FDF}" type="sibTrans" cxnId="{40444420-E09B-4CAC-A55F-51DD99CAF2C5}">
      <dgm:prSet/>
      <dgm:spPr/>
      <dgm:t>
        <a:bodyPr/>
        <a:lstStyle/>
        <a:p>
          <a:endParaRPr lang="en-US"/>
        </a:p>
      </dgm:t>
    </dgm:pt>
    <dgm:pt modelId="{1122D8F4-F95D-49B1-8869-57F3B23FC9E9}" type="parTrans" cxnId="{40444420-E09B-4CAC-A55F-51DD99CAF2C5}">
      <dgm:prSet/>
      <dgm:spPr/>
      <dgm:t>
        <a:bodyPr/>
        <a:lstStyle/>
        <a:p>
          <a:endParaRPr lang="en-US"/>
        </a:p>
      </dgm:t>
    </dgm:pt>
    <dgm:pt modelId="{BBB04D47-0621-4855-8C01-4B196772F4A4}" type="pres">
      <dgm:prSet presAssocID="{6F57050E-D6A0-440B-879D-8DA7490EB0D1}" presName="Name0" presStyleCnt="0">
        <dgm:presLayoutVars>
          <dgm:dir/>
          <dgm:animLvl val="lvl"/>
          <dgm:resizeHandles/>
        </dgm:presLayoutVars>
      </dgm:prSet>
      <dgm:spPr/>
    </dgm:pt>
    <dgm:pt modelId="{38D27116-96FD-4945-81C7-B99F5A415F0E}" type="pres">
      <dgm:prSet presAssocID="{40D3F44B-62E7-4DCF-8546-50611D94C791}" presName="linNode" presStyleCnt="0"/>
      <dgm:spPr/>
    </dgm:pt>
    <dgm:pt modelId="{BFABE958-61C3-4C56-A5B0-C8686A6A25A6}" type="pres">
      <dgm:prSet presAssocID="{40D3F44B-62E7-4DCF-8546-50611D94C791}" presName="parentShp" presStyleLbl="node1" presStyleIdx="0" presStyleCnt="2" custScaleX="35838" custLinFactNeighborX="-4817">
        <dgm:presLayoutVars>
          <dgm:bulletEnabled val="1"/>
        </dgm:presLayoutVars>
      </dgm:prSet>
      <dgm:spPr/>
    </dgm:pt>
    <dgm:pt modelId="{89541A84-881C-4AD8-A124-F99B1F4B68EC}" type="pres">
      <dgm:prSet presAssocID="{40D3F44B-62E7-4DCF-8546-50611D94C791}" presName="childShp" presStyleLbl="bgAccFollowNode1" presStyleIdx="0" presStyleCnt="2" custScaleX="127623">
        <dgm:presLayoutVars>
          <dgm:bulletEnabled val="1"/>
        </dgm:presLayoutVars>
      </dgm:prSet>
      <dgm:spPr/>
    </dgm:pt>
    <dgm:pt modelId="{3D52B482-FC30-41F4-995C-A1FC9CD11AC1}" type="pres">
      <dgm:prSet presAssocID="{5C381204-F68B-44FA-8E23-1DF68A9B568C}" presName="spacing" presStyleCnt="0"/>
      <dgm:spPr/>
    </dgm:pt>
    <dgm:pt modelId="{0C3BB7DB-214E-4F50-9282-FB7E2E21E162}" type="pres">
      <dgm:prSet presAssocID="{48BB4DA5-611C-43E7-AC3C-73C3ABC581C9}" presName="linNode" presStyleCnt="0"/>
      <dgm:spPr/>
    </dgm:pt>
    <dgm:pt modelId="{7AEB5D90-FD6F-446E-A7C9-040EAA1FF93E}" type="pres">
      <dgm:prSet presAssocID="{48BB4DA5-611C-43E7-AC3C-73C3ABC581C9}" presName="parentShp" presStyleLbl="node1" presStyleIdx="1" presStyleCnt="2" custScaleX="35838" custLinFactNeighborX="-4817">
        <dgm:presLayoutVars>
          <dgm:bulletEnabled val="1"/>
        </dgm:presLayoutVars>
      </dgm:prSet>
      <dgm:spPr/>
    </dgm:pt>
    <dgm:pt modelId="{9F1641B2-9520-4A4C-99DA-6988F9591897}" type="pres">
      <dgm:prSet presAssocID="{48BB4DA5-611C-43E7-AC3C-73C3ABC581C9}" presName="childShp" presStyleLbl="bgAccFollowNode1" presStyleIdx="1" presStyleCnt="2" custScaleX="127623">
        <dgm:presLayoutVars>
          <dgm:bulletEnabled val="1"/>
        </dgm:presLayoutVars>
      </dgm:prSet>
      <dgm:spPr/>
    </dgm:pt>
  </dgm:ptLst>
  <dgm:cxnLst>
    <dgm:cxn modelId="{37D25C0C-9E76-4BDE-82F8-66BC10ED86BA}" type="presOf" srcId="{6F57050E-D6A0-440B-879D-8DA7490EB0D1}" destId="{BBB04D47-0621-4855-8C01-4B196772F4A4}" srcOrd="0" destOrd="0" presId="urn:microsoft.com/office/officeart/2005/8/layout/vList6"/>
    <dgm:cxn modelId="{40444420-E09B-4CAC-A55F-51DD99CAF2C5}" srcId="{48BB4DA5-611C-43E7-AC3C-73C3ABC581C9}" destId="{D3B31038-BB08-490E-8D98-9B5E56C9442C}" srcOrd="0" destOrd="0" parTransId="{1122D8F4-F95D-49B1-8869-57F3B23FC9E9}" sibTransId="{AC13B49B-E7CD-4DE5-AD4C-E80D8D909FDF}"/>
    <dgm:cxn modelId="{5AA1CD26-6494-4FFD-ADB2-53DE2C10DD8B}" type="presOf" srcId="{BFD8E156-E1C5-4589-9E13-B9DB51EC79BF}" destId="{89541A84-881C-4AD8-A124-F99B1F4B68EC}" srcOrd="0" destOrd="0" presId="urn:microsoft.com/office/officeart/2005/8/layout/vList6"/>
    <dgm:cxn modelId="{C4C5F468-DA41-47CE-B089-C07ADE9D28E5}" srcId="{40D3F44B-62E7-4DCF-8546-50611D94C791}" destId="{BFD8E156-E1C5-4589-9E13-B9DB51EC79BF}" srcOrd="0" destOrd="0" parTransId="{419833AD-EB14-4C69-B9A0-A386D69498DC}" sibTransId="{DFE89DF9-3904-4EA5-A1BA-3AB7DD865885}"/>
    <dgm:cxn modelId="{7767FF7E-9AB5-43FC-95EB-A724823BBBA8}" type="presOf" srcId="{D3B31038-BB08-490E-8D98-9B5E56C9442C}" destId="{9F1641B2-9520-4A4C-99DA-6988F9591897}" srcOrd="0" destOrd="0" presId="urn:microsoft.com/office/officeart/2005/8/layout/vList6"/>
    <dgm:cxn modelId="{634220CC-C1A3-4130-9CDA-79A4C2EAB5EE}" srcId="{6F57050E-D6A0-440B-879D-8DA7490EB0D1}" destId="{40D3F44B-62E7-4DCF-8546-50611D94C791}" srcOrd="0" destOrd="0" parTransId="{A1B0ECF0-5F43-4D1E-878C-249FE85FB4AA}" sibTransId="{5C381204-F68B-44FA-8E23-1DF68A9B568C}"/>
    <dgm:cxn modelId="{E49BBFE6-1F06-40E4-8819-B9C71E719A2A}" type="presOf" srcId="{48BB4DA5-611C-43E7-AC3C-73C3ABC581C9}" destId="{7AEB5D90-FD6F-446E-A7C9-040EAA1FF93E}" srcOrd="0" destOrd="0" presId="urn:microsoft.com/office/officeart/2005/8/layout/vList6"/>
    <dgm:cxn modelId="{B1DAB1F1-979C-4D1D-A660-EDD91260D63F}" srcId="{6F57050E-D6A0-440B-879D-8DA7490EB0D1}" destId="{48BB4DA5-611C-43E7-AC3C-73C3ABC581C9}" srcOrd="1" destOrd="0" parTransId="{1AA2AB58-EA30-45E1-89C8-0926A6C5A0B3}" sibTransId="{C312F5AE-B93B-485A-B7E1-BD850D220489}"/>
    <dgm:cxn modelId="{5FF481F2-3255-475B-A53E-6D0FC4F8AC42}" type="presOf" srcId="{40D3F44B-62E7-4DCF-8546-50611D94C791}" destId="{BFABE958-61C3-4C56-A5B0-C8686A6A25A6}" srcOrd="0" destOrd="0" presId="urn:microsoft.com/office/officeart/2005/8/layout/vList6"/>
    <dgm:cxn modelId="{BDF377E8-07A0-4AA9-9019-3B06FB77DCF4}" type="presParOf" srcId="{BBB04D47-0621-4855-8C01-4B196772F4A4}" destId="{38D27116-96FD-4945-81C7-B99F5A415F0E}" srcOrd="0" destOrd="0" presId="urn:microsoft.com/office/officeart/2005/8/layout/vList6"/>
    <dgm:cxn modelId="{4FCD7683-A3E6-4B11-80CD-16DE97E5A25F}" type="presParOf" srcId="{38D27116-96FD-4945-81C7-B99F5A415F0E}" destId="{BFABE958-61C3-4C56-A5B0-C8686A6A25A6}" srcOrd="0" destOrd="0" presId="urn:microsoft.com/office/officeart/2005/8/layout/vList6"/>
    <dgm:cxn modelId="{A2A6603B-B281-4300-97A0-856811CEBB1D}" type="presParOf" srcId="{38D27116-96FD-4945-81C7-B99F5A415F0E}" destId="{89541A84-881C-4AD8-A124-F99B1F4B68EC}" srcOrd="1" destOrd="0" presId="urn:microsoft.com/office/officeart/2005/8/layout/vList6"/>
    <dgm:cxn modelId="{0055C1D5-4666-49FC-BBA1-14692B8A7BD8}" type="presParOf" srcId="{BBB04D47-0621-4855-8C01-4B196772F4A4}" destId="{3D52B482-FC30-41F4-995C-A1FC9CD11AC1}" srcOrd="1" destOrd="0" presId="urn:microsoft.com/office/officeart/2005/8/layout/vList6"/>
    <dgm:cxn modelId="{BC1BF992-127E-43A6-A7ED-6780772B764E}" type="presParOf" srcId="{BBB04D47-0621-4855-8C01-4B196772F4A4}" destId="{0C3BB7DB-214E-4F50-9282-FB7E2E21E162}" srcOrd="2" destOrd="0" presId="urn:microsoft.com/office/officeart/2005/8/layout/vList6"/>
    <dgm:cxn modelId="{51CDBDC5-E418-49DF-96F5-A3A0C603DDF7}" type="presParOf" srcId="{0C3BB7DB-214E-4F50-9282-FB7E2E21E162}" destId="{7AEB5D90-FD6F-446E-A7C9-040EAA1FF93E}" srcOrd="0" destOrd="0" presId="urn:microsoft.com/office/officeart/2005/8/layout/vList6"/>
    <dgm:cxn modelId="{B65B037B-CE1B-427B-BA20-8C386AB55EC1}" type="presParOf" srcId="{0C3BB7DB-214E-4F50-9282-FB7E2E21E162}" destId="{9F1641B2-9520-4A4C-99DA-6988F9591897}" srcOrd="1" destOrd="0" presId="urn:microsoft.com/office/officeart/2005/8/layout/v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6F57050E-D6A0-440B-879D-8DA7490EB0D1}"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40D3F44B-62E7-4DCF-8546-50611D94C791}">
      <dgm:prSet phldrT="[Text]"/>
      <dgm:spPr/>
      <dgm:t>
        <a:bodyPr/>
        <a:lstStyle/>
        <a:p>
          <a:r>
            <a:rPr lang="en-US"/>
            <a:t>1</a:t>
          </a:r>
          <a:endParaRPr lang="en-US" dirty="0"/>
        </a:p>
      </dgm:t>
    </dgm:pt>
    <dgm:pt modelId="{A1B0ECF0-5F43-4D1E-878C-249FE85FB4AA}" type="parTrans" cxnId="{634220CC-C1A3-4130-9CDA-79A4C2EAB5EE}">
      <dgm:prSet/>
      <dgm:spPr/>
      <dgm:t>
        <a:bodyPr/>
        <a:lstStyle/>
        <a:p>
          <a:endParaRPr lang="en-US"/>
        </a:p>
      </dgm:t>
    </dgm:pt>
    <dgm:pt modelId="{5C381204-F68B-44FA-8E23-1DF68A9B568C}" type="sibTrans" cxnId="{634220CC-C1A3-4130-9CDA-79A4C2EAB5EE}">
      <dgm:prSet/>
      <dgm:spPr/>
      <dgm:t>
        <a:bodyPr/>
        <a:lstStyle/>
        <a:p>
          <a:endParaRPr lang="en-US"/>
        </a:p>
      </dgm:t>
    </dgm:pt>
    <dgm:pt modelId="{BFD8E156-E1C5-4589-9E13-B9DB51EC79BF}">
      <dgm:prSet phldrT="[Text]" custT="1"/>
      <dgm:spPr>
        <a:solidFill>
          <a:schemeClr val="accent5">
            <a:lumMod val="10000"/>
            <a:lumOff val="90000"/>
            <a:alpha val="90000"/>
          </a:schemeClr>
        </a:solidFill>
      </dgm:spPr>
      <dgm:t>
        <a:bodyPr/>
        <a:lstStyle/>
        <a:p>
          <a:r>
            <a:rPr lang="en-US" sz="2000" dirty="0">
              <a:solidFill>
                <a:srgbClr val="000000"/>
              </a:solidFill>
            </a:rPr>
            <a:t>Type </a:t>
          </a:r>
          <a:r>
            <a:rPr lang="en-US" sz="2000" b="1" i="1" dirty="0">
              <a:solidFill>
                <a:srgbClr val="000000"/>
              </a:solidFill>
            </a:rPr>
            <a:t>cd (space) repository name</a:t>
          </a:r>
        </a:p>
      </dgm:t>
    </dgm:pt>
    <dgm:pt modelId="{DFE89DF9-3904-4EA5-A1BA-3AB7DD865885}" type="sibTrans" cxnId="{C4C5F468-DA41-47CE-B089-C07ADE9D28E5}">
      <dgm:prSet/>
      <dgm:spPr/>
      <dgm:t>
        <a:bodyPr/>
        <a:lstStyle/>
        <a:p>
          <a:endParaRPr lang="en-US"/>
        </a:p>
      </dgm:t>
    </dgm:pt>
    <dgm:pt modelId="{419833AD-EB14-4C69-B9A0-A386D69498DC}" type="parTrans" cxnId="{C4C5F468-DA41-47CE-B089-C07ADE9D28E5}">
      <dgm:prSet/>
      <dgm:spPr/>
      <dgm:t>
        <a:bodyPr/>
        <a:lstStyle/>
        <a:p>
          <a:endParaRPr lang="en-US"/>
        </a:p>
      </dgm:t>
    </dgm:pt>
    <dgm:pt modelId="{48BB4DA5-611C-43E7-AC3C-73C3ABC581C9}">
      <dgm:prSet phldrT="[Text]"/>
      <dgm:spPr/>
      <dgm:t>
        <a:bodyPr/>
        <a:lstStyle/>
        <a:p>
          <a:r>
            <a:rPr lang="en-US" dirty="0"/>
            <a:t>2</a:t>
          </a:r>
        </a:p>
      </dgm:t>
    </dgm:pt>
    <dgm:pt modelId="{C312F5AE-B93B-485A-B7E1-BD850D220489}" type="sibTrans" cxnId="{B1DAB1F1-979C-4D1D-A660-EDD91260D63F}">
      <dgm:prSet/>
      <dgm:spPr/>
      <dgm:t>
        <a:bodyPr/>
        <a:lstStyle/>
        <a:p>
          <a:endParaRPr lang="en-US"/>
        </a:p>
      </dgm:t>
    </dgm:pt>
    <dgm:pt modelId="{1AA2AB58-EA30-45E1-89C8-0926A6C5A0B3}" type="parTrans" cxnId="{B1DAB1F1-979C-4D1D-A660-EDD91260D63F}">
      <dgm:prSet/>
      <dgm:spPr/>
      <dgm:t>
        <a:bodyPr/>
        <a:lstStyle/>
        <a:p>
          <a:endParaRPr lang="en-US"/>
        </a:p>
      </dgm:t>
    </dgm:pt>
    <dgm:pt modelId="{D3B31038-BB08-490E-8D98-9B5E56C9442C}">
      <dgm:prSet custT="1"/>
      <dgm:spPr>
        <a:solidFill>
          <a:schemeClr val="accent5">
            <a:lumMod val="10000"/>
            <a:lumOff val="90000"/>
            <a:alpha val="90000"/>
          </a:schemeClr>
        </a:solidFill>
      </dgm:spPr>
      <dgm:t>
        <a:bodyPr/>
        <a:lstStyle/>
        <a:p>
          <a:r>
            <a:rPr lang="en-US" sz="2000" b="0" i="0" dirty="0">
              <a:solidFill>
                <a:srgbClr val="000000"/>
              </a:solidFill>
            </a:rPr>
            <a:t>Click Enter</a:t>
          </a:r>
        </a:p>
      </dgm:t>
    </dgm:pt>
    <dgm:pt modelId="{AC13B49B-E7CD-4DE5-AD4C-E80D8D909FDF}" type="sibTrans" cxnId="{40444420-E09B-4CAC-A55F-51DD99CAF2C5}">
      <dgm:prSet/>
      <dgm:spPr/>
      <dgm:t>
        <a:bodyPr/>
        <a:lstStyle/>
        <a:p>
          <a:endParaRPr lang="en-US"/>
        </a:p>
      </dgm:t>
    </dgm:pt>
    <dgm:pt modelId="{1122D8F4-F95D-49B1-8869-57F3B23FC9E9}" type="parTrans" cxnId="{40444420-E09B-4CAC-A55F-51DD99CAF2C5}">
      <dgm:prSet/>
      <dgm:spPr/>
      <dgm:t>
        <a:bodyPr/>
        <a:lstStyle/>
        <a:p>
          <a:endParaRPr lang="en-US"/>
        </a:p>
      </dgm:t>
    </dgm:pt>
    <dgm:pt modelId="{BBB04D47-0621-4855-8C01-4B196772F4A4}" type="pres">
      <dgm:prSet presAssocID="{6F57050E-D6A0-440B-879D-8DA7490EB0D1}" presName="Name0" presStyleCnt="0">
        <dgm:presLayoutVars>
          <dgm:dir/>
          <dgm:animLvl val="lvl"/>
          <dgm:resizeHandles/>
        </dgm:presLayoutVars>
      </dgm:prSet>
      <dgm:spPr/>
    </dgm:pt>
    <dgm:pt modelId="{38D27116-96FD-4945-81C7-B99F5A415F0E}" type="pres">
      <dgm:prSet presAssocID="{40D3F44B-62E7-4DCF-8546-50611D94C791}" presName="linNode" presStyleCnt="0"/>
      <dgm:spPr/>
    </dgm:pt>
    <dgm:pt modelId="{BFABE958-61C3-4C56-A5B0-C8686A6A25A6}" type="pres">
      <dgm:prSet presAssocID="{40D3F44B-62E7-4DCF-8546-50611D94C791}" presName="parentShp" presStyleLbl="node1" presStyleIdx="0" presStyleCnt="2" custScaleX="35838" custLinFactNeighborX="-4817">
        <dgm:presLayoutVars>
          <dgm:bulletEnabled val="1"/>
        </dgm:presLayoutVars>
      </dgm:prSet>
      <dgm:spPr/>
    </dgm:pt>
    <dgm:pt modelId="{89541A84-881C-4AD8-A124-F99B1F4B68EC}" type="pres">
      <dgm:prSet presAssocID="{40D3F44B-62E7-4DCF-8546-50611D94C791}" presName="childShp" presStyleLbl="bgAccFollowNode1" presStyleIdx="0" presStyleCnt="2" custScaleX="127623">
        <dgm:presLayoutVars>
          <dgm:bulletEnabled val="1"/>
        </dgm:presLayoutVars>
      </dgm:prSet>
      <dgm:spPr/>
    </dgm:pt>
    <dgm:pt modelId="{3D52B482-FC30-41F4-995C-A1FC9CD11AC1}" type="pres">
      <dgm:prSet presAssocID="{5C381204-F68B-44FA-8E23-1DF68A9B568C}" presName="spacing" presStyleCnt="0"/>
      <dgm:spPr/>
    </dgm:pt>
    <dgm:pt modelId="{0C3BB7DB-214E-4F50-9282-FB7E2E21E162}" type="pres">
      <dgm:prSet presAssocID="{48BB4DA5-611C-43E7-AC3C-73C3ABC581C9}" presName="linNode" presStyleCnt="0"/>
      <dgm:spPr/>
    </dgm:pt>
    <dgm:pt modelId="{7AEB5D90-FD6F-446E-A7C9-040EAA1FF93E}" type="pres">
      <dgm:prSet presAssocID="{48BB4DA5-611C-43E7-AC3C-73C3ABC581C9}" presName="parentShp" presStyleLbl="node1" presStyleIdx="1" presStyleCnt="2" custScaleX="35838" custLinFactNeighborX="-4817">
        <dgm:presLayoutVars>
          <dgm:bulletEnabled val="1"/>
        </dgm:presLayoutVars>
      </dgm:prSet>
      <dgm:spPr/>
    </dgm:pt>
    <dgm:pt modelId="{9F1641B2-9520-4A4C-99DA-6988F9591897}" type="pres">
      <dgm:prSet presAssocID="{48BB4DA5-611C-43E7-AC3C-73C3ABC581C9}" presName="childShp" presStyleLbl="bgAccFollowNode1" presStyleIdx="1" presStyleCnt="2" custScaleX="127623">
        <dgm:presLayoutVars>
          <dgm:bulletEnabled val="1"/>
        </dgm:presLayoutVars>
      </dgm:prSet>
      <dgm:spPr/>
    </dgm:pt>
  </dgm:ptLst>
  <dgm:cxnLst>
    <dgm:cxn modelId="{37D25C0C-9E76-4BDE-82F8-66BC10ED86BA}" type="presOf" srcId="{6F57050E-D6A0-440B-879D-8DA7490EB0D1}" destId="{BBB04D47-0621-4855-8C01-4B196772F4A4}" srcOrd="0" destOrd="0" presId="urn:microsoft.com/office/officeart/2005/8/layout/vList6"/>
    <dgm:cxn modelId="{40444420-E09B-4CAC-A55F-51DD99CAF2C5}" srcId="{48BB4DA5-611C-43E7-AC3C-73C3ABC581C9}" destId="{D3B31038-BB08-490E-8D98-9B5E56C9442C}" srcOrd="0" destOrd="0" parTransId="{1122D8F4-F95D-49B1-8869-57F3B23FC9E9}" sibTransId="{AC13B49B-E7CD-4DE5-AD4C-E80D8D909FDF}"/>
    <dgm:cxn modelId="{5AA1CD26-6494-4FFD-ADB2-53DE2C10DD8B}" type="presOf" srcId="{BFD8E156-E1C5-4589-9E13-B9DB51EC79BF}" destId="{89541A84-881C-4AD8-A124-F99B1F4B68EC}" srcOrd="0" destOrd="0" presId="urn:microsoft.com/office/officeart/2005/8/layout/vList6"/>
    <dgm:cxn modelId="{C4C5F468-DA41-47CE-B089-C07ADE9D28E5}" srcId="{40D3F44B-62E7-4DCF-8546-50611D94C791}" destId="{BFD8E156-E1C5-4589-9E13-B9DB51EC79BF}" srcOrd="0" destOrd="0" parTransId="{419833AD-EB14-4C69-B9A0-A386D69498DC}" sibTransId="{DFE89DF9-3904-4EA5-A1BA-3AB7DD865885}"/>
    <dgm:cxn modelId="{7767FF7E-9AB5-43FC-95EB-A724823BBBA8}" type="presOf" srcId="{D3B31038-BB08-490E-8D98-9B5E56C9442C}" destId="{9F1641B2-9520-4A4C-99DA-6988F9591897}" srcOrd="0" destOrd="0" presId="urn:microsoft.com/office/officeart/2005/8/layout/vList6"/>
    <dgm:cxn modelId="{634220CC-C1A3-4130-9CDA-79A4C2EAB5EE}" srcId="{6F57050E-D6A0-440B-879D-8DA7490EB0D1}" destId="{40D3F44B-62E7-4DCF-8546-50611D94C791}" srcOrd="0" destOrd="0" parTransId="{A1B0ECF0-5F43-4D1E-878C-249FE85FB4AA}" sibTransId="{5C381204-F68B-44FA-8E23-1DF68A9B568C}"/>
    <dgm:cxn modelId="{E49BBFE6-1F06-40E4-8819-B9C71E719A2A}" type="presOf" srcId="{48BB4DA5-611C-43E7-AC3C-73C3ABC581C9}" destId="{7AEB5D90-FD6F-446E-A7C9-040EAA1FF93E}" srcOrd="0" destOrd="0" presId="urn:microsoft.com/office/officeart/2005/8/layout/vList6"/>
    <dgm:cxn modelId="{B1DAB1F1-979C-4D1D-A660-EDD91260D63F}" srcId="{6F57050E-D6A0-440B-879D-8DA7490EB0D1}" destId="{48BB4DA5-611C-43E7-AC3C-73C3ABC581C9}" srcOrd="1" destOrd="0" parTransId="{1AA2AB58-EA30-45E1-89C8-0926A6C5A0B3}" sibTransId="{C312F5AE-B93B-485A-B7E1-BD850D220489}"/>
    <dgm:cxn modelId="{5FF481F2-3255-475B-A53E-6D0FC4F8AC42}" type="presOf" srcId="{40D3F44B-62E7-4DCF-8546-50611D94C791}" destId="{BFABE958-61C3-4C56-A5B0-C8686A6A25A6}" srcOrd="0" destOrd="0" presId="urn:microsoft.com/office/officeart/2005/8/layout/vList6"/>
    <dgm:cxn modelId="{BDF377E8-07A0-4AA9-9019-3B06FB77DCF4}" type="presParOf" srcId="{BBB04D47-0621-4855-8C01-4B196772F4A4}" destId="{38D27116-96FD-4945-81C7-B99F5A415F0E}" srcOrd="0" destOrd="0" presId="urn:microsoft.com/office/officeart/2005/8/layout/vList6"/>
    <dgm:cxn modelId="{4FCD7683-A3E6-4B11-80CD-16DE97E5A25F}" type="presParOf" srcId="{38D27116-96FD-4945-81C7-B99F5A415F0E}" destId="{BFABE958-61C3-4C56-A5B0-C8686A6A25A6}" srcOrd="0" destOrd="0" presId="urn:microsoft.com/office/officeart/2005/8/layout/vList6"/>
    <dgm:cxn modelId="{A2A6603B-B281-4300-97A0-856811CEBB1D}" type="presParOf" srcId="{38D27116-96FD-4945-81C7-B99F5A415F0E}" destId="{89541A84-881C-4AD8-A124-F99B1F4B68EC}" srcOrd="1" destOrd="0" presId="urn:microsoft.com/office/officeart/2005/8/layout/vList6"/>
    <dgm:cxn modelId="{0055C1D5-4666-49FC-BBA1-14692B8A7BD8}" type="presParOf" srcId="{BBB04D47-0621-4855-8C01-4B196772F4A4}" destId="{3D52B482-FC30-41F4-995C-A1FC9CD11AC1}" srcOrd="1" destOrd="0" presId="urn:microsoft.com/office/officeart/2005/8/layout/vList6"/>
    <dgm:cxn modelId="{BC1BF992-127E-43A6-A7ED-6780772B764E}" type="presParOf" srcId="{BBB04D47-0621-4855-8C01-4B196772F4A4}" destId="{0C3BB7DB-214E-4F50-9282-FB7E2E21E162}" srcOrd="2" destOrd="0" presId="urn:microsoft.com/office/officeart/2005/8/layout/vList6"/>
    <dgm:cxn modelId="{51CDBDC5-E418-49DF-96F5-A3A0C603DDF7}" type="presParOf" srcId="{0C3BB7DB-214E-4F50-9282-FB7E2E21E162}" destId="{7AEB5D90-FD6F-446E-A7C9-040EAA1FF93E}" srcOrd="0" destOrd="0" presId="urn:microsoft.com/office/officeart/2005/8/layout/vList6"/>
    <dgm:cxn modelId="{B65B037B-CE1B-427B-BA20-8C386AB55EC1}" type="presParOf" srcId="{0C3BB7DB-214E-4F50-9282-FB7E2E21E162}" destId="{9F1641B2-9520-4A4C-99DA-6988F9591897}" srcOrd="1" destOrd="0" presId="urn:microsoft.com/office/officeart/2005/8/layout/v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6F57050E-D6A0-440B-879D-8DA7490EB0D1}"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40D3F44B-62E7-4DCF-8546-50611D94C791}">
      <dgm:prSet phldrT="[Text]"/>
      <dgm:spPr/>
      <dgm:t>
        <a:bodyPr/>
        <a:lstStyle/>
        <a:p>
          <a:r>
            <a:rPr lang="en-US"/>
            <a:t>1</a:t>
          </a:r>
          <a:endParaRPr lang="en-US" dirty="0"/>
        </a:p>
      </dgm:t>
    </dgm:pt>
    <dgm:pt modelId="{A1B0ECF0-5F43-4D1E-878C-249FE85FB4AA}" type="parTrans" cxnId="{634220CC-C1A3-4130-9CDA-79A4C2EAB5EE}">
      <dgm:prSet/>
      <dgm:spPr/>
      <dgm:t>
        <a:bodyPr/>
        <a:lstStyle/>
        <a:p>
          <a:endParaRPr lang="en-US"/>
        </a:p>
      </dgm:t>
    </dgm:pt>
    <dgm:pt modelId="{5C381204-F68B-44FA-8E23-1DF68A9B568C}" type="sibTrans" cxnId="{634220CC-C1A3-4130-9CDA-79A4C2EAB5EE}">
      <dgm:prSet/>
      <dgm:spPr/>
      <dgm:t>
        <a:bodyPr/>
        <a:lstStyle/>
        <a:p>
          <a:endParaRPr lang="en-US"/>
        </a:p>
      </dgm:t>
    </dgm:pt>
    <dgm:pt modelId="{BFD8E156-E1C5-4589-9E13-B9DB51EC79BF}">
      <dgm:prSet phldrT="[Text]" custT="1"/>
      <dgm:spPr>
        <a:solidFill>
          <a:schemeClr val="accent5">
            <a:lumMod val="10000"/>
            <a:lumOff val="90000"/>
            <a:alpha val="90000"/>
          </a:schemeClr>
        </a:solidFill>
      </dgm:spPr>
      <dgm:t>
        <a:bodyPr/>
        <a:lstStyle/>
        <a:p>
          <a:r>
            <a:rPr lang="en-US" sz="2000" dirty="0">
              <a:solidFill>
                <a:srgbClr val="000000"/>
              </a:solidFill>
            </a:rPr>
            <a:t>Type </a:t>
          </a:r>
          <a:r>
            <a:rPr lang="en-US" sz="2000" b="1" i="1" dirty="0" err="1">
              <a:solidFill>
                <a:srgbClr val="000000"/>
              </a:solidFill>
            </a:rPr>
            <a:t>dir</a:t>
          </a:r>
          <a:endParaRPr lang="en-US" sz="2000" b="1" i="1" dirty="0">
            <a:solidFill>
              <a:srgbClr val="000000"/>
            </a:solidFill>
          </a:endParaRPr>
        </a:p>
      </dgm:t>
    </dgm:pt>
    <dgm:pt modelId="{DFE89DF9-3904-4EA5-A1BA-3AB7DD865885}" type="sibTrans" cxnId="{C4C5F468-DA41-47CE-B089-C07ADE9D28E5}">
      <dgm:prSet/>
      <dgm:spPr/>
      <dgm:t>
        <a:bodyPr/>
        <a:lstStyle/>
        <a:p>
          <a:endParaRPr lang="en-US"/>
        </a:p>
      </dgm:t>
    </dgm:pt>
    <dgm:pt modelId="{419833AD-EB14-4C69-B9A0-A386D69498DC}" type="parTrans" cxnId="{C4C5F468-DA41-47CE-B089-C07ADE9D28E5}">
      <dgm:prSet/>
      <dgm:spPr/>
      <dgm:t>
        <a:bodyPr/>
        <a:lstStyle/>
        <a:p>
          <a:endParaRPr lang="en-US"/>
        </a:p>
      </dgm:t>
    </dgm:pt>
    <dgm:pt modelId="{48BB4DA5-611C-43E7-AC3C-73C3ABC581C9}">
      <dgm:prSet phldrT="[Text]"/>
      <dgm:spPr/>
      <dgm:t>
        <a:bodyPr/>
        <a:lstStyle/>
        <a:p>
          <a:r>
            <a:rPr lang="en-US" dirty="0"/>
            <a:t>2</a:t>
          </a:r>
        </a:p>
      </dgm:t>
    </dgm:pt>
    <dgm:pt modelId="{C312F5AE-B93B-485A-B7E1-BD850D220489}" type="sibTrans" cxnId="{B1DAB1F1-979C-4D1D-A660-EDD91260D63F}">
      <dgm:prSet/>
      <dgm:spPr/>
      <dgm:t>
        <a:bodyPr/>
        <a:lstStyle/>
        <a:p>
          <a:endParaRPr lang="en-US"/>
        </a:p>
      </dgm:t>
    </dgm:pt>
    <dgm:pt modelId="{1AA2AB58-EA30-45E1-89C8-0926A6C5A0B3}" type="parTrans" cxnId="{B1DAB1F1-979C-4D1D-A660-EDD91260D63F}">
      <dgm:prSet/>
      <dgm:spPr/>
      <dgm:t>
        <a:bodyPr/>
        <a:lstStyle/>
        <a:p>
          <a:endParaRPr lang="en-US"/>
        </a:p>
      </dgm:t>
    </dgm:pt>
    <dgm:pt modelId="{D3B31038-BB08-490E-8D98-9B5E56C9442C}">
      <dgm:prSet custT="1"/>
      <dgm:spPr>
        <a:solidFill>
          <a:schemeClr val="accent5">
            <a:lumMod val="10000"/>
            <a:lumOff val="90000"/>
            <a:alpha val="90000"/>
          </a:schemeClr>
        </a:solidFill>
      </dgm:spPr>
      <dgm:t>
        <a:bodyPr/>
        <a:lstStyle/>
        <a:p>
          <a:r>
            <a:rPr lang="en-US" sz="2000" b="0" i="0" dirty="0">
              <a:solidFill>
                <a:srgbClr val="000000"/>
              </a:solidFill>
            </a:rPr>
            <a:t>Click Enter</a:t>
          </a:r>
        </a:p>
      </dgm:t>
    </dgm:pt>
    <dgm:pt modelId="{AC13B49B-E7CD-4DE5-AD4C-E80D8D909FDF}" type="sibTrans" cxnId="{40444420-E09B-4CAC-A55F-51DD99CAF2C5}">
      <dgm:prSet/>
      <dgm:spPr/>
      <dgm:t>
        <a:bodyPr/>
        <a:lstStyle/>
        <a:p>
          <a:endParaRPr lang="en-US"/>
        </a:p>
      </dgm:t>
    </dgm:pt>
    <dgm:pt modelId="{1122D8F4-F95D-49B1-8869-57F3B23FC9E9}" type="parTrans" cxnId="{40444420-E09B-4CAC-A55F-51DD99CAF2C5}">
      <dgm:prSet/>
      <dgm:spPr/>
      <dgm:t>
        <a:bodyPr/>
        <a:lstStyle/>
        <a:p>
          <a:endParaRPr lang="en-US"/>
        </a:p>
      </dgm:t>
    </dgm:pt>
    <dgm:pt modelId="{BBB04D47-0621-4855-8C01-4B196772F4A4}" type="pres">
      <dgm:prSet presAssocID="{6F57050E-D6A0-440B-879D-8DA7490EB0D1}" presName="Name0" presStyleCnt="0">
        <dgm:presLayoutVars>
          <dgm:dir/>
          <dgm:animLvl val="lvl"/>
          <dgm:resizeHandles/>
        </dgm:presLayoutVars>
      </dgm:prSet>
      <dgm:spPr/>
    </dgm:pt>
    <dgm:pt modelId="{38D27116-96FD-4945-81C7-B99F5A415F0E}" type="pres">
      <dgm:prSet presAssocID="{40D3F44B-62E7-4DCF-8546-50611D94C791}" presName="linNode" presStyleCnt="0"/>
      <dgm:spPr/>
    </dgm:pt>
    <dgm:pt modelId="{BFABE958-61C3-4C56-A5B0-C8686A6A25A6}" type="pres">
      <dgm:prSet presAssocID="{40D3F44B-62E7-4DCF-8546-50611D94C791}" presName="parentShp" presStyleLbl="node1" presStyleIdx="0" presStyleCnt="2" custScaleX="35838" custLinFactNeighborX="-4817">
        <dgm:presLayoutVars>
          <dgm:bulletEnabled val="1"/>
        </dgm:presLayoutVars>
      </dgm:prSet>
      <dgm:spPr/>
    </dgm:pt>
    <dgm:pt modelId="{89541A84-881C-4AD8-A124-F99B1F4B68EC}" type="pres">
      <dgm:prSet presAssocID="{40D3F44B-62E7-4DCF-8546-50611D94C791}" presName="childShp" presStyleLbl="bgAccFollowNode1" presStyleIdx="0" presStyleCnt="2" custScaleX="127623">
        <dgm:presLayoutVars>
          <dgm:bulletEnabled val="1"/>
        </dgm:presLayoutVars>
      </dgm:prSet>
      <dgm:spPr/>
    </dgm:pt>
    <dgm:pt modelId="{3D52B482-FC30-41F4-995C-A1FC9CD11AC1}" type="pres">
      <dgm:prSet presAssocID="{5C381204-F68B-44FA-8E23-1DF68A9B568C}" presName="spacing" presStyleCnt="0"/>
      <dgm:spPr/>
    </dgm:pt>
    <dgm:pt modelId="{0C3BB7DB-214E-4F50-9282-FB7E2E21E162}" type="pres">
      <dgm:prSet presAssocID="{48BB4DA5-611C-43E7-AC3C-73C3ABC581C9}" presName="linNode" presStyleCnt="0"/>
      <dgm:spPr/>
    </dgm:pt>
    <dgm:pt modelId="{7AEB5D90-FD6F-446E-A7C9-040EAA1FF93E}" type="pres">
      <dgm:prSet presAssocID="{48BB4DA5-611C-43E7-AC3C-73C3ABC581C9}" presName="parentShp" presStyleLbl="node1" presStyleIdx="1" presStyleCnt="2" custScaleX="35838" custLinFactNeighborX="-4817">
        <dgm:presLayoutVars>
          <dgm:bulletEnabled val="1"/>
        </dgm:presLayoutVars>
      </dgm:prSet>
      <dgm:spPr/>
    </dgm:pt>
    <dgm:pt modelId="{9F1641B2-9520-4A4C-99DA-6988F9591897}" type="pres">
      <dgm:prSet presAssocID="{48BB4DA5-611C-43E7-AC3C-73C3ABC581C9}" presName="childShp" presStyleLbl="bgAccFollowNode1" presStyleIdx="1" presStyleCnt="2" custScaleX="127623">
        <dgm:presLayoutVars>
          <dgm:bulletEnabled val="1"/>
        </dgm:presLayoutVars>
      </dgm:prSet>
      <dgm:spPr/>
    </dgm:pt>
  </dgm:ptLst>
  <dgm:cxnLst>
    <dgm:cxn modelId="{37D25C0C-9E76-4BDE-82F8-66BC10ED86BA}" type="presOf" srcId="{6F57050E-D6A0-440B-879D-8DA7490EB0D1}" destId="{BBB04D47-0621-4855-8C01-4B196772F4A4}" srcOrd="0" destOrd="0" presId="urn:microsoft.com/office/officeart/2005/8/layout/vList6"/>
    <dgm:cxn modelId="{40444420-E09B-4CAC-A55F-51DD99CAF2C5}" srcId="{48BB4DA5-611C-43E7-AC3C-73C3ABC581C9}" destId="{D3B31038-BB08-490E-8D98-9B5E56C9442C}" srcOrd="0" destOrd="0" parTransId="{1122D8F4-F95D-49B1-8869-57F3B23FC9E9}" sibTransId="{AC13B49B-E7CD-4DE5-AD4C-E80D8D909FDF}"/>
    <dgm:cxn modelId="{5AA1CD26-6494-4FFD-ADB2-53DE2C10DD8B}" type="presOf" srcId="{BFD8E156-E1C5-4589-9E13-B9DB51EC79BF}" destId="{89541A84-881C-4AD8-A124-F99B1F4B68EC}" srcOrd="0" destOrd="0" presId="urn:microsoft.com/office/officeart/2005/8/layout/vList6"/>
    <dgm:cxn modelId="{C4C5F468-DA41-47CE-B089-C07ADE9D28E5}" srcId="{40D3F44B-62E7-4DCF-8546-50611D94C791}" destId="{BFD8E156-E1C5-4589-9E13-B9DB51EC79BF}" srcOrd="0" destOrd="0" parTransId="{419833AD-EB14-4C69-B9A0-A386D69498DC}" sibTransId="{DFE89DF9-3904-4EA5-A1BA-3AB7DD865885}"/>
    <dgm:cxn modelId="{7767FF7E-9AB5-43FC-95EB-A724823BBBA8}" type="presOf" srcId="{D3B31038-BB08-490E-8D98-9B5E56C9442C}" destId="{9F1641B2-9520-4A4C-99DA-6988F9591897}" srcOrd="0" destOrd="0" presId="urn:microsoft.com/office/officeart/2005/8/layout/vList6"/>
    <dgm:cxn modelId="{634220CC-C1A3-4130-9CDA-79A4C2EAB5EE}" srcId="{6F57050E-D6A0-440B-879D-8DA7490EB0D1}" destId="{40D3F44B-62E7-4DCF-8546-50611D94C791}" srcOrd="0" destOrd="0" parTransId="{A1B0ECF0-5F43-4D1E-878C-249FE85FB4AA}" sibTransId="{5C381204-F68B-44FA-8E23-1DF68A9B568C}"/>
    <dgm:cxn modelId="{E49BBFE6-1F06-40E4-8819-B9C71E719A2A}" type="presOf" srcId="{48BB4DA5-611C-43E7-AC3C-73C3ABC581C9}" destId="{7AEB5D90-FD6F-446E-A7C9-040EAA1FF93E}" srcOrd="0" destOrd="0" presId="urn:microsoft.com/office/officeart/2005/8/layout/vList6"/>
    <dgm:cxn modelId="{B1DAB1F1-979C-4D1D-A660-EDD91260D63F}" srcId="{6F57050E-D6A0-440B-879D-8DA7490EB0D1}" destId="{48BB4DA5-611C-43E7-AC3C-73C3ABC581C9}" srcOrd="1" destOrd="0" parTransId="{1AA2AB58-EA30-45E1-89C8-0926A6C5A0B3}" sibTransId="{C312F5AE-B93B-485A-B7E1-BD850D220489}"/>
    <dgm:cxn modelId="{5FF481F2-3255-475B-A53E-6D0FC4F8AC42}" type="presOf" srcId="{40D3F44B-62E7-4DCF-8546-50611D94C791}" destId="{BFABE958-61C3-4C56-A5B0-C8686A6A25A6}" srcOrd="0" destOrd="0" presId="urn:microsoft.com/office/officeart/2005/8/layout/vList6"/>
    <dgm:cxn modelId="{BDF377E8-07A0-4AA9-9019-3B06FB77DCF4}" type="presParOf" srcId="{BBB04D47-0621-4855-8C01-4B196772F4A4}" destId="{38D27116-96FD-4945-81C7-B99F5A415F0E}" srcOrd="0" destOrd="0" presId="urn:microsoft.com/office/officeart/2005/8/layout/vList6"/>
    <dgm:cxn modelId="{4FCD7683-A3E6-4B11-80CD-16DE97E5A25F}" type="presParOf" srcId="{38D27116-96FD-4945-81C7-B99F5A415F0E}" destId="{BFABE958-61C3-4C56-A5B0-C8686A6A25A6}" srcOrd="0" destOrd="0" presId="urn:microsoft.com/office/officeart/2005/8/layout/vList6"/>
    <dgm:cxn modelId="{A2A6603B-B281-4300-97A0-856811CEBB1D}" type="presParOf" srcId="{38D27116-96FD-4945-81C7-B99F5A415F0E}" destId="{89541A84-881C-4AD8-A124-F99B1F4B68EC}" srcOrd="1" destOrd="0" presId="urn:microsoft.com/office/officeart/2005/8/layout/vList6"/>
    <dgm:cxn modelId="{0055C1D5-4666-49FC-BBA1-14692B8A7BD8}" type="presParOf" srcId="{BBB04D47-0621-4855-8C01-4B196772F4A4}" destId="{3D52B482-FC30-41F4-995C-A1FC9CD11AC1}" srcOrd="1" destOrd="0" presId="urn:microsoft.com/office/officeart/2005/8/layout/vList6"/>
    <dgm:cxn modelId="{BC1BF992-127E-43A6-A7ED-6780772B764E}" type="presParOf" srcId="{BBB04D47-0621-4855-8C01-4B196772F4A4}" destId="{0C3BB7DB-214E-4F50-9282-FB7E2E21E162}" srcOrd="2" destOrd="0" presId="urn:microsoft.com/office/officeart/2005/8/layout/vList6"/>
    <dgm:cxn modelId="{51CDBDC5-E418-49DF-96F5-A3A0C603DDF7}" type="presParOf" srcId="{0C3BB7DB-214E-4F50-9282-FB7E2E21E162}" destId="{7AEB5D90-FD6F-446E-A7C9-040EAA1FF93E}" srcOrd="0" destOrd="0" presId="urn:microsoft.com/office/officeart/2005/8/layout/vList6"/>
    <dgm:cxn modelId="{B65B037B-CE1B-427B-BA20-8C386AB55EC1}" type="presParOf" srcId="{0C3BB7DB-214E-4F50-9282-FB7E2E21E162}" destId="{9F1641B2-9520-4A4C-99DA-6988F9591897}" srcOrd="1" destOrd="0" presId="urn:microsoft.com/office/officeart/2005/8/layout/v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6F57050E-D6A0-440B-879D-8DA7490EB0D1}"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40D3F44B-62E7-4DCF-8546-50611D94C791}">
      <dgm:prSet phldrT="[Text]"/>
      <dgm:spPr/>
      <dgm:t>
        <a:bodyPr/>
        <a:lstStyle/>
        <a:p>
          <a:r>
            <a:rPr lang="en-US" dirty="0"/>
            <a:t>1</a:t>
          </a:r>
        </a:p>
      </dgm:t>
    </dgm:pt>
    <dgm:pt modelId="{A1B0ECF0-5F43-4D1E-878C-249FE85FB4AA}" type="parTrans" cxnId="{634220CC-C1A3-4130-9CDA-79A4C2EAB5EE}">
      <dgm:prSet/>
      <dgm:spPr/>
      <dgm:t>
        <a:bodyPr/>
        <a:lstStyle/>
        <a:p>
          <a:endParaRPr lang="en-US"/>
        </a:p>
      </dgm:t>
    </dgm:pt>
    <dgm:pt modelId="{5C381204-F68B-44FA-8E23-1DF68A9B568C}" type="sibTrans" cxnId="{634220CC-C1A3-4130-9CDA-79A4C2EAB5EE}">
      <dgm:prSet/>
      <dgm:spPr/>
      <dgm:t>
        <a:bodyPr/>
        <a:lstStyle/>
        <a:p>
          <a:endParaRPr lang="en-US"/>
        </a:p>
      </dgm:t>
    </dgm:pt>
    <dgm:pt modelId="{BFD8E156-E1C5-4589-9E13-B9DB51EC79BF}">
      <dgm:prSet phldrT="[Text]" custT="1"/>
      <dgm:spPr>
        <a:solidFill>
          <a:schemeClr val="accent5">
            <a:lumMod val="10000"/>
            <a:lumOff val="90000"/>
            <a:alpha val="90000"/>
          </a:schemeClr>
        </a:solidFill>
      </dgm:spPr>
      <dgm:t>
        <a:bodyPr/>
        <a:lstStyle/>
        <a:p>
          <a:r>
            <a:rPr lang="en-US" sz="2000" dirty="0">
              <a:solidFill>
                <a:srgbClr val="000000"/>
              </a:solidFill>
            </a:rPr>
            <a:t>Type </a:t>
          </a:r>
          <a:r>
            <a:rPr lang="en-US" sz="2000" b="1" i="1" dirty="0" err="1">
              <a:solidFill>
                <a:srgbClr val="000000"/>
              </a:solidFill>
            </a:rPr>
            <a:t>mkdir</a:t>
          </a:r>
          <a:r>
            <a:rPr lang="en-US" sz="2000" b="1" i="1" dirty="0">
              <a:solidFill>
                <a:srgbClr val="000000"/>
              </a:solidFill>
            </a:rPr>
            <a:t> week-1</a:t>
          </a:r>
        </a:p>
      </dgm:t>
    </dgm:pt>
    <dgm:pt modelId="{DFE89DF9-3904-4EA5-A1BA-3AB7DD865885}" type="sibTrans" cxnId="{C4C5F468-DA41-47CE-B089-C07ADE9D28E5}">
      <dgm:prSet/>
      <dgm:spPr/>
      <dgm:t>
        <a:bodyPr/>
        <a:lstStyle/>
        <a:p>
          <a:endParaRPr lang="en-US"/>
        </a:p>
      </dgm:t>
    </dgm:pt>
    <dgm:pt modelId="{419833AD-EB14-4C69-B9A0-A386D69498DC}" type="parTrans" cxnId="{C4C5F468-DA41-47CE-B089-C07ADE9D28E5}">
      <dgm:prSet/>
      <dgm:spPr/>
      <dgm:t>
        <a:bodyPr/>
        <a:lstStyle/>
        <a:p>
          <a:endParaRPr lang="en-US"/>
        </a:p>
      </dgm:t>
    </dgm:pt>
    <dgm:pt modelId="{48BB4DA5-611C-43E7-AC3C-73C3ABC581C9}">
      <dgm:prSet phldrT="[Text]"/>
      <dgm:spPr/>
      <dgm:t>
        <a:bodyPr/>
        <a:lstStyle/>
        <a:p>
          <a:r>
            <a:rPr lang="en-US" dirty="0"/>
            <a:t>2</a:t>
          </a:r>
        </a:p>
      </dgm:t>
    </dgm:pt>
    <dgm:pt modelId="{C312F5AE-B93B-485A-B7E1-BD850D220489}" type="sibTrans" cxnId="{B1DAB1F1-979C-4D1D-A660-EDD91260D63F}">
      <dgm:prSet/>
      <dgm:spPr/>
      <dgm:t>
        <a:bodyPr/>
        <a:lstStyle/>
        <a:p>
          <a:endParaRPr lang="en-US"/>
        </a:p>
      </dgm:t>
    </dgm:pt>
    <dgm:pt modelId="{1AA2AB58-EA30-45E1-89C8-0926A6C5A0B3}" type="parTrans" cxnId="{B1DAB1F1-979C-4D1D-A660-EDD91260D63F}">
      <dgm:prSet/>
      <dgm:spPr/>
      <dgm:t>
        <a:bodyPr/>
        <a:lstStyle/>
        <a:p>
          <a:endParaRPr lang="en-US"/>
        </a:p>
      </dgm:t>
    </dgm:pt>
    <dgm:pt modelId="{D3B31038-BB08-490E-8D98-9B5E56C9442C}">
      <dgm:prSet custT="1"/>
      <dgm:spPr>
        <a:solidFill>
          <a:schemeClr val="accent5">
            <a:lumMod val="10000"/>
            <a:lumOff val="90000"/>
            <a:alpha val="90000"/>
          </a:schemeClr>
        </a:solidFill>
      </dgm:spPr>
      <dgm:t>
        <a:bodyPr/>
        <a:lstStyle/>
        <a:p>
          <a:r>
            <a:rPr lang="en-US" sz="2000" b="0" i="0" dirty="0">
              <a:solidFill>
                <a:srgbClr val="000000"/>
              </a:solidFill>
            </a:rPr>
            <a:t>Click Enter</a:t>
          </a:r>
        </a:p>
      </dgm:t>
    </dgm:pt>
    <dgm:pt modelId="{AC13B49B-E7CD-4DE5-AD4C-E80D8D909FDF}" type="sibTrans" cxnId="{40444420-E09B-4CAC-A55F-51DD99CAF2C5}">
      <dgm:prSet/>
      <dgm:spPr/>
      <dgm:t>
        <a:bodyPr/>
        <a:lstStyle/>
        <a:p>
          <a:endParaRPr lang="en-US"/>
        </a:p>
      </dgm:t>
    </dgm:pt>
    <dgm:pt modelId="{1122D8F4-F95D-49B1-8869-57F3B23FC9E9}" type="parTrans" cxnId="{40444420-E09B-4CAC-A55F-51DD99CAF2C5}">
      <dgm:prSet/>
      <dgm:spPr/>
      <dgm:t>
        <a:bodyPr/>
        <a:lstStyle/>
        <a:p>
          <a:endParaRPr lang="en-US"/>
        </a:p>
      </dgm:t>
    </dgm:pt>
    <dgm:pt modelId="{BBB04D47-0621-4855-8C01-4B196772F4A4}" type="pres">
      <dgm:prSet presAssocID="{6F57050E-D6A0-440B-879D-8DA7490EB0D1}" presName="Name0" presStyleCnt="0">
        <dgm:presLayoutVars>
          <dgm:dir/>
          <dgm:animLvl val="lvl"/>
          <dgm:resizeHandles/>
        </dgm:presLayoutVars>
      </dgm:prSet>
      <dgm:spPr/>
    </dgm:pt>
    <dgm:pt modelId="{38D27116-96FD-4945-81C7-B99F5A415F0E}" type="pres">
      <dgm:prSet presAssocID="{40D3F44B-62E7-4DCF-8546-50611D94C791}" presName="linNode" presStyleCnt="0"/>
      <dgm:spPr/>
    </dgm:pt>
    <dgm:pt modelId="{BFABE958-61C3-4C56-A5B0-C8686A6A25A6}" type="pres">
      <dgm:prSet presAssocID="{40D3F44B-62E7-4DCF-8546-50611D94C791}" presName="parentShp" presStyleLbl="node1" presStyleIdx="0" presStyleCnt="2" custScaleX="35838" custLinFactNeighborX="-4817">
        <dgm:presLayoutVars>
          <dgm:bulletEnabled val="1"/>
        </dgm:presLayoutVars>
      </dgm:prSet>
      <dgm:spPr/>
    </dgm:pt>
    <dgm:pt modelId="{89541A84-881C-4AD8-A124-F99B1F4B68EC}" type="pres">
      <dgm:prSet presAssocID="{40D3F44B-62E7-4DCF-8546-50611D94C791}" presName="childShp" presStyleLbl="bgAccFollowNode1" presStyleIdx="0" presStyleCnt="2" custScaleX="127623">
        <dgm:presLayoutVars>
          <dgm:bulletEnabled val="1"/>
        </dgm:presLayoutVars>
      </dgm:prSet>
      <dgm:spPr/>
    </dgm:pt>
    <dgm:pt modelId="{3D52B482-FC30-41F4-995C-A1FC9CD11AC1}" type="pres">
      <dgm:prSet presAssocID="{5C381204-F68B-44FA-8E23-1DF68A9B568C}" presName="spacing" presStyleCnt="0"/>
      <dgm:spPr/>
    </dgm:pt>
    <dgm:pt modelId="{0C3BB7DB-214E-4F50-9282-FB7E2E21E162}" type="pres">
      <dgm:prSet presAssocID="{48BB4DA5-611C-43E7-AC3C-73C3ABC581C9}" presName="linNode" presStyleCnt="0"/>
      <dgm:spPr/>
    </dgm:pt>
    <dgm:pt modelId="{7AEB5D90-FD6F-446E-A7C9-040EAA1FF93E}" type="pres">
      <dgm:prSet presAssocID="{48BB4DA5-611C-43E7-AC3C-73C3ABC581C9}" presName="parentShp" presStyleLbl="node1" presStyleIdx="1" presStyleCnt="2" custScaleX="35838" custLinFactNeighborX="-4817">
        <dgm:presLayoutVars>
          <dgm:bulletEnabled val="1"/>
        </dgm:presLayoutVars>
      </dgm:prSet>
      <dgm:spPr/>
    </dgm:pt>
    <dgm:pt modelId="{9F1641B2-9520-4A4C-99DA-6988F9591897}" type="pres">
      <dgm:prSet presAssocID="{48BB4DA5-611C-43E7-AC3C-73C3ABC581C9}" presName="childShp" presStyleLbl="bgAccFollowNode1" presStyleIdx="1" presStyleCnt="2" custScaleX="127623">
        <dgm:presLayoutVars>
          <dgm:bulletEnabled val="1"/>
        </dgm:presLayoutVars>
      </dgm:prSet>
      <dgm:spPr/>
    </dgm:pt>
  </dgm:ptLst>
  <dgm:cxnLst>
    <dgm:cxn modelId="{37D25C0C-9E76-4BDE-82F8-66BC10ED86BA}" type="presOf" srcId="{6F57050E-D6A0-440B-879D-8DA7490EB0D1}" destId="{BBB04D47-0621-4855-8C01-4B196772F4A4}" srcOrd="0" destOrd="0" presId="urn:microsoft.com/office/officeart/2005/8/layout/vList6"/>
    <dgm:cxn modelId="{40444420-E09B-4CAC-A55F-51DD99CAF2C5}" srcId="{48BB4DA5-611C-43E7-AC3C-73C3ABC581C9}" destId="{D3B31038-BB08-490E-8D98-9B5E56C9442C}" srcOrd="0" destOrd="0" parTransId="{1122D8F4-F95D-49B1-8869-57F3B23FC9E9}" sibTransId="{AC13B49B-E7CD-4DE5-AD4C-E80D8D909FDF}"/>
    <dgm:cxn modelId="{5AA1CD26-6494-4FFD-ADB2-53DE2C10DD8B}" type="presOf" srcId="{BFD8E156-E1C5-4589-9E13-B9DB51EC79BF}" destId="{89541A84-881C-4AD8-A124-F99B1F4B68EC}" srcOrd="0" destOrd="0" presId="urn:microsoft.com/office/officeart/2005/8/layout/vList6"/>
    <dgm:cxn modelId="{C4C5F468-DA41-47CE-B089-C07ADE9D28E5}" srcId="{40D3F44B-62E7-4DCF-8546-50611D94C791}" destId="{BFD8E156-E1C5-4589-9E13-B9DB51EC79BF}" srcOrd="0" destOrd="0" parTransId="{419833AD-EB14-4C69-B9A0-A386D69498DC}" sibTransId="{DFE89DF9-3904-4EA5-A1BA-3AB7DD865885}"/>
    <dgm:cxn modelId="{7767FF7E-9AB5-43FC-95EB-A724823BBBA8}" type="presOf" srcId="{D3B31038-BB08-490E-8D98-9B5E56C9442C}" destId="{9F1641B2-9520-4A4C-99DA-6988F9591897}" srcOrd="0" destOrd="0" presId="urn:microsoft.com/office/officeart/2005/8/layout/vList6"/>
    <dgm:cxn modelId="{634220CC-C1A3-4130-9CDA-79A4C2EAB5EE}" srcId="{6F57050E-D6A0-440B-879D-8DA7490EB0D1}" destId="{40D3F44B-62E7-4DCF-8546-50611D94C791}" srcOrd="0" destOrd="0" parTransId="{A1B0ECF0-5F43-4D1E-878C-249FE85FB4AA}" sibTransId="{5C381204-F68B-44FA-8E23-1DF68A9B568C}"/>
    <dgm:cxn modelId="{E49BBFE6-1F06-40E4-8819-B9C71E719A2A}" type="presOf" srcId="{48BB4DA5-611C-43E7-AC3C-73C3ABC581C9}" destId="{7AEB5D90-FD6F-446E-A7C9-040EAA1FF93E}" srcOrd="0" destOrd="0" presId="urn:microsoft.com/office/officeart/2005/8/layout/vList6"/>
    <dgm:cxn modelId="{B1DAB1F1-979C-4D1D-A660-EDD91260D63F}" srcId="{6F57050E-D6A0-440B-879D-8DA7490EB0D1}" destId="{48BB4DA5-611C-43E7-AC3C-73C3ABC581C9}" srcOrd="1" destOrd="0" parTransId="{1AA2AB58-EA30-45E1-89C8-0926A6C5A0B3}" sibTransId="{C312F5AE-B93B-485A-B7E1-BD850D220489}"/>
    <dgm:cxn modelId="{5FF481F2-3255-475B-A53E-6D0FC4F8AC42}" type="presOf" srcId="{40D3F44B-62E7-4DCF-8546-50611D94C791}" destId="{BFABE958-61C3-4C56-A5B0-C8686A6A25A6}" srcOrd="0" destOrd="0" presId="urn:microsoft.com/office/officeart/2005/8/layout/vList6"/>
    <dgm:cxn modelId="{BDF377E8-07A0-4AA9-9019-3B06FB77DCF4}" type="presParOf" srcId="{BBB04D47-0621-4855-8C01-4B196772F4A4}" destId="{38D27116-96FD-4945-81C7-B99F5A415F0E}" srcOrd="0" destOrd="0" presId="urn:microsoft.com/office/officeart/2005/8/layout/vList6"/>
    <dgm:cxn modelId="{4FCD7683-A3E6-4B11-80CD-16DE97E5A25F}" type="presParOf" srcId="{38D27116-96FD-4945-81C7-B99F5A415F0E}" destId="{BFABE958-61C3-4C56-A5B0-C8686A6A25A6}" srcOrd="0" destOrd="0" presId="urn:microsoft.com/office/officeart/2005/8/layout/vList6"/>
    <dgm:cxn modelId="{A2A6603B-B281-4300-97A0-856811CEBB1D}" type="presParOf" srcId="{38D27116-96FD-4945-81C7-B99F5A415F0E}" destId="{89541A84-881C-4AD8-A124-F99B1F4B68EC}" srcOrd="1" destOrd="0" presId="urn:microsoft.com/office/officeart/2005/8/layout/vList6"/>
    <dgm:cxn modelId="{0055C1D5-4666-49FC-BBA1-14692B8A7BD8}" type="presParOf" srcId="{BBB04D47-0621-4855-8C01-4B196772F4A4}" destId="{3D52B482-FC30-41F4-995C-A1FC9CD11AC1}" srcOrd="1" destOrd="0" presId="urn:microsoft.com/office/officeart/2005/8/layout/vList6"/>
    <dgm:cxn modelId="{BC1BF992-127E-43A6-A7ED-6780772B764E}" type="presParOf" srcId="{BBB04D47-0621-4855-8C01-4B196772F4A4}" destId="{0C3BB7DB-214E-4F50-9282-FB7E2E21E162}" srcOrd="2" destOrd="0" presId="urn:microsoft.com/office/officeart/2005/8/layout/vList6"/>
    <dgm:cxn modelId="{51CDBDC5-E418-49DF-96F5-A3A0C603DDF7}" type="presParOf" srcId="{0C3BB7DB-214E-4F50-9282-FB7E2E21E162}" destId="{7AEB5D90-FD6F-446E-A7C9-040EAA1FF93E}" srcOrd="0" destOrd="0" presId="urn:microsoft.com/office/officeart/2005/8/layout/vList6"/>
    <dgm:cxn modelId="{B65B037B-CE1B-427B-BA20-8C386AB55EC1}" type="presParOf" srcId="{0C3BB7DB-214E-4F50-9282-FB7E2E21E162}" destId="{9F1641B2-9520-4A4C-99DA-6988F9591897}" srcOrd="1" destOrd="0" presId="urn:microsoft.com/office/officeart/2005/8/layout/v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6F57050E-D6A0-440B-879D-8DA7490EB0D1}"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40D3F44B-62E7-4DCF-8546-50611D94C791}">
      <dgm:prSet phldrT="[Text]"/>
      <dgm:spPr/>
      <dgm:t>
        <a:bodyPr/>
        <a:lstStyle/>
        <a:p>
          <a:r>
            <a:rPr lang="en-US"/>
            <a:t>1</a:t>
          </a:r>
          <a:endParaRPr lang="en-US" dirty="0"/>
        </a:p>
      </dgm:t>
    </dgm:pt>
    <dgm:pt modelId="{A1B0ECF0-5F43-4D1E-878C-249FE85FB4AA}" type="parTrans" cxnId="{634220CC-C1A3-4130-9CDA-79A4C2EAB5EE}">
      <dgm:prSet/>
      <dgm:spPr/>
      <dgm:t>
        <a:bodyPr/>
        <a:lstStyle/>
        <a:p>
          <a:endParaRPr lang="en-US"/>
        </a:p>
      </dgm:t>
    </dgm:pt>
    <dgm:pt modelId="{5C381204-F68B-44FA-8E23-1DF68A9B568C}" type="sibTrans" cxnId="{634220CC-C1A3-4130-9CDA-79A4C2EAB5EE}">
      <dgm:prSet/>
      <dgm:spPr/>
      <dgm:t>
        <a:bodyPr/>
        <a:lstStyle/>
        <a:p>
          <a:endParaRPr lang="en-US"/>
        </a:p>
      </dgm:t>
    </dgm:pt>
    <dgm:pt modelId="{BFD8E156-E1C5-4589-9E13-B9DB51EC79BF}">
      <dgm:prSet phldrT="[Text]" custT="1"/>
      <dgm:spPr>
        <a:solidFill>
          <a:srgbClr val="FF0000">
            <a:alpha val="90000"/>
          </a:srgbClr>
        </a:solidFill>
      </dgm:spPr>
      <dgm:t>
        <a:bodyPr/>
        <a:lstStyle/>
        <a:p>
          <a:r>
            <a:rPr lang="en-US" sz="2000" dirty="0">
              <a:solidFill>
                <a:schemeClr val="bg1"/>
              </a:solidFill>
            </a:rPr>
            <a:t>Type the code in Sublime Text Editor</a:t>
          </a:r>
          <a:endParaRPr lang="en-US" sz="2000" b="1" i="1" dirty="0">
            <a:solidFill>
              <a:schemeClr val="bg1"/>
            </a:solidFill>
          </a:endParaRPr>
        </a:p>
      </dgm:t>
    </dgm:pt>
    <dgm:pt modelId="{DFE89DF9-3904-4EA5-A1BA-3AB7DD865885}" type="sibTrans" cxnId="{C4C5F468-DA41-47CE-B089-C07ADE9D28E5}">
      <dgm:prSet/>
      <dgm:spPr/>
      <dgm:t>
        <a:bodyPr/>
        <a:lstStyle/>
        <a:p>
          <a:endParaRPr lang="en-US"/>
        </a:p>
      </dgm:t>
    </dgm:pt>
    <dgm:pt modelId="{419833AD-EB14-4C69-B9A0-A386D69498DC}" type="parTrans" cxnId="{C4C5F468-DA41-47CE-B089-C07ADE9D28E5}">
      <dgm:prSet/>
      <dgm:spPr/>
      <dgm:t>
        <a:bodyPr/>
        <a:lstStyle/>
        <a:p>
          <a:endParaRPr lang="en-US"/>
        </a:p>
      </dgm:t>
    </dgm:pt>
    <dgm:pt modelId="{48BB4DA5-611C-43E7-AC3C-73C3ABC581C9}">
      <dgm:prSet phldrT="[Text]"/>
      <dgm:spPr/>
      <dgm:t>
        <a:bodyPr/>
        <a:lstStyle/>
        <a:p>
          <a:r>
            <a:rPr lang="en-US" dirty="0"/>
            <a:t>2</a:t>
          </a:r>
        </a:p>
      </dgm:t>
    </dgm:pt>
    <dgm:pt modelId="{C312F5AE-B93B-485A-B7E1-BD850D220489}" type="sibTrans" cxnId="{B1DAB1F1-979C-4D1D-A660-EDD91260D63F}">
      <dgm:prSet/>
      <dgm:spPr/>
      <dgm:t>
        <a:bodyPr/>
        <a:lstStyle/>
        <a:p>
          <a:endParaRPr lang="en-US"/>
        </a:p>
      </dgm:t>
    </dgm:pt>
    <dgm:pt modelId="{1AA2AB58-EA30-45E1-89C8-0926A6C5A0B3}" type="parTrans" cxnId="{B1DAB1F1-979C-4D1D-A660-EDD91260D63F}">
      <dgm:prSet/>
      <dgm:spPr/>
      <dgm:t>
        <a:bodyPr/>
        <a:lstStyle/>
        <a:p>
          <a:endParaRPr lang="en-US"/>
        </a:p>
      </dgm:t>
    </dgm:pt>
    <dgm:pt modelId="{D3B31038-BB08-490E-8D98-9B5E56C9442C}">
      <dgm:prSet custT="1"/>
      <dgm:spPr>
        <a:solidFill>
          <a:srgbClr val="FF0000">
            <a:alpha val="90000"/>
          </a:srgbClr>
        </a:solidFill>
      </dgm:spPr>
      <dgm:t>
        <a:bodyPr/>
        <a:lstStyle/>
        <a:p>
          <a:r>
            <a:rPr lang="en-US" sz="2000" b="0" i="0" dirty="0">
              <a:solidFill>
                <a:schemeClr val="bg1"/>
              </a:solidFill>
            </a:rPr>
            <a:t>Save as </a:t>
          </a:r>
          <a:r>
            <a:rPr lang="en-US" sz="2000" b="1" i="1" dirty="0">
              <a:solidFill>
                <a:schemeClr val="bg1"/>
              </a:solidFill>
            </a:rPr>
            <a:t>practice_1.rs</a:t>
          </a:r>
          <a:r>
            <a:rPr lang="en-US" sz="2000" b="0" i="0" dirty="0">
              <a:solidFill>
                <a:schemeClr val="bg1"/>
              </a:solidFill>
            </a:rPr>
            <a:t> inside the week-1 folder in the cloned repository </a:t>
          </a:r>
          <a:r>
            <a:rPr lang="en-US" sz="2000" b="0" i="1" dirty="0">
              <a:solidFill>
                <a:schemeClr val="bg1"/>
              </a:solidFill>
            </a:rPr>
            <a:t>(d.moruCSC101)</a:t>
          </a:r>
        </a:p>
      </dgm:t>
    </dgm:pt>
    <dgm:pt modelId="{AC13B49B-E7CD-4DE5-AD4C-E80D8D909FDF}" type="sibTrans" cxnId="{40444420-E09B-4CAC-A55F-51DD99CAF2C5}">
      <dgm:prSet/>
      <dgm:spPr/>
      <dgm:t>
        <a:bodyPr/>
        <a:lstStyle/>
        <a:p>
          <a:endParaRPr lang="en-US"/>
        </a:p>
      </dgm:t>
    </dgm:pt>
    <dgm:pt modelId="{1122D8F4-F95D-49B1-8869-57F3B23FC9E9}" type="parTrans" cxnId="{40444420-E09B-4CAC-A55F-51DD99CAF2C5}">
      <dgm:prSet/>
      <dgm:spPr/>
      <dgm:t>
        <a:bodyPr/>
        <a:lstStyle/>
        <a:p>
          <a:endParaRPr lang="en-US"/>
        </a:p>
      </dgm:t>
    </dgm:pt>
    <dgm:pt modelId="{BBB04D47-0621-4855-8C01-4B196772F4A4}" type="pres">
      <dgm:prSet presAssocID="{6F57050E-D6A0-440B-879D-8DA7490EB0D1}" presName="Name0" presStyleCnt="0">
        <dgm:presLayoutVars>
          <dgm:dir/>
          <dgm:animLvl val="lvl"/>
          <dgm:resizeHandles/>
        </dgm:presLayoutVars>
      </dgm:prSet>
      <dgm:spPr/>
    </dgm:pt>
    <dgm:pt modelId="{38D27116-96FD-4945-81C7-B99F5A415F0E}" type="pres">
      <dgm:prSet presAssocID="{40D3F44B-62E7-4DCF-8546-50611D94C791}" presName="linNode" presStyleCnt="0"/>
      <dgm:spPr/>
    </dgm:pt>
    <dgm:pt modelId="{BFABE958-61C3-4C56-A5B0-C8686A6A25A6}" type="pres">
      <dgm:prSet presAssocID="{40D3F44B-62E7-4DCF-8546-50611D94C791}" presName="parentShp" presStyleLbl="node1" presStyleIdx="0" presStyleCnt="2" custScaleX="35838" custLinFactNeighborX="-4817">
        <dgm:presLayoutVars>
          <dgm:bulletEnabled val="1"/>
        </dgm:presLayoutVars>
      </dgm:prSet>
      <dgm:spPr/>
    </dgm:pt>
    <dgm:pt modelId="{89541A84-881C-4AD8-A124-F99B1F4B68EC}" type="pres">
      <dgm:prSet presAssocID="{40D3F44B-62E7-4DCF-8546-50611D94C791}" presName="childShp" presStyleLbl="bgAccFollowNode1" presStyleIdx="0" presStyleCnt="2" custScaleX="127623">
        <dgm:presLayoutVars>
          <dgm:bulletEnabled val="1"/>
        </dgm:presLayoutVars>
      </dgm:prSet>
      <dgm:spPr/>
    </dgm:pt>
    <dgm:pt modelId="{3D52B482-FC30-41F4-995C-A1FC9CD11AC1}" type="pres">
      <dgm:prSet presAssocID="{5C381204-F68B-44FA-8E23-1DF68A9B568C}" presName="spacing" presStyleCnt="0"/>
      <dgm:spPr/>
    </dgm:pt>
    <dgm:pt modelId="{0C3BB7DB-214E-4F50-9282-FB7E2E21E162}" type="pres">
      <dgm:prSet presAssocID="{48BB4DA5-611C-43E7-AC3C-73C3ABC581C9}" presName="linNode" presStyleCnt="0"/>
      <dgm:spPr/>
    </dgm:pt>
    <dgm:pt modelId="{7AEB5D90-FD6F-446E-A7C9-040EAA1FF93E}" type="pres">
      <dgm:prSet presAssocID="{48BB4DA5-611C-43E7-AC3C-73C3ABC581C9}" presName="parentShp" presStyleLbl="node1" presStyleIdx="1" presStyleCnt="2" custScaleX="35838" custLinFactNeighborX="-4817">
        <dgm:presLayoutVars>
          <dgm:bulletEnabled val="1"/>
        </dgm:presLayoutVars>
      </dgm:prSet>
      <dgm:spPr/>
    </dgm:pt>
    <dgm:pt modelId="{9F1641B2-9520-4A4C-99DA-6988F9591897}" type="pres">
      <dgm:prSet presAssocID="{48BB4DA5-611C-43E7-AC3C-73C3ABC581C9}" presName="childShp" presStyleLbl="bgAccFollowNode1" presStyleIdx="1" presStyleCnt="2" custScaleX="127623">
        <dgm:presLayoutVars>
          <dgm:bulletEnabled val="1"/>
        </dgm:presLayoutVars>
      </dgm:prSet>
      <dgm:spPr/>
    </dgm:pt>
  </dgm:ptLst>
  <dgm:cxnLst>
    <dgm:cxn modelId="{37D25C0C-9E76-4BDE-82F8-66BC10ED86BA}" type="presOf" srcId="{6F57050E-D6A0-440B-879D-8DA7490EB0D1}" destId="{BBB04D47-0621-4855-8C01-4B196772F4A4}" srcOrd="0" destOrd="0" presId="urn:microsoft.com/office/officeart/2005/8/layout/vList6"/>
    <dgm:cxn modelId="{40444420-E09B-4CAC-A55F-51DD99CAF2C5}" srcId="{48BB4DA5-611C-43E7-AC3C-73C3ABC581C9}" destId="{D3B31038-BB08-490E-8D98-9B5E56C9442C}" srcOrd="0" destOrd="0" parTransId="{1122D8F4-F95D-49B1-8869-57F3B23FC9E9}" sibTransId="{AC13B49B-E7CD-4DE5-AD4C-E80D8D909FDF}"/>
    <dgm:cxn modelId="{5AA1CD26-6494-4FFD-ADB2-53DE2C10DD8B}" type="presOf" srcId="{BFD8E156-E1C5-4589-9E13-B9DB51EC79BF}" destId="{89541A84-881C-4AD8-A124-F99B1F4B68EC}" srcOrd="0" destOrd="0" presId="urn:microsoft.com/office/officeart/2005/8/layout/vList6"/>
    <dgm:cxn modelId="{C4C5F468-DA41-47CE-B089-C07ADE9D28E5}" srcId="{40D3F44B-62E7-4DCF-8546-50611D94C791}" destId="{BFD8E156-E1C5-4589-9E13-B9DB51EC79BF}" srcOrd="0" destOrd="0" parTransId="{419833AD-EB14-4C69-B9A0-A386D69498DC}" sibTransId="{DFE89DF9-3904-4EA5-A1BA-3AB7DD865885}"/>
    <dgm:cxn modelId="{7767FF7E-9AB5-43FC-95EB-A724823BBBA8}" type="presOf" srcId="{D3B31038-BB08-490E-8D98-9B5E56C9442C}" destId="{9F1641B2-9520-4A4C-99DA-6988F9591897}" srcOrd="0" destOrd="0" presId="urn:microsoft.com/office/officeart/2005/8/layout/vList6"/>
    <dgm:cxn modelId="{634220CC-C1A3-4130-9CDA-79A4C2EAB5EE}" srcId="{6F57050E-D6A0-440B-879D-8DA7490EB0D1}" destId="{40D3F44B-62E7-4DCF-8546-50611D94C791}" srcOrd="0" destOrd="0" parTransId="{A1B0ECF0-5F43-4D1E-878C-249FE85FB4AA}" sibTransId="{5C381204-F68B-44FA-8E23-1DF68A9B568C}"/>
    <dgm:cxn modelId="{E49BBFE6-1F06-40E4-8819-B9C71E719A2A}" type="presOf" srcId="{48BB4DA5-611C-43E7-AC3C-73C3ABC581C9}" destId="{7AEB5D90-FD6F-446E-A7C9-040EAA1FF93E}" srcOrd="0" destOrd="0" presId="urn:microsoft.com/office/officeart/2005/8/layout/vList6"/>
    <dgm:cxn modelId="{B1DAB1F1-979C-4D1D-A660-EDD91260D63F}" srcId="{6F57050E-D6A0-440B-879D-8DA7490EB0D1}" destId="{48BB4DA5-611C-43E7-AC3C-73C3ABC581C9}" srcOrd="1" destOrd="0" parTransId="{1AA2AB58-EA30-45E1-89C8-0926A6C5A0B3}" sibTransId="{C312F5AE-B93B-485A-B7E1-BD850D220489}"/>
    <dgm:cxn modelId="{5FF481F2-3255-475B-A53E-6D0FC4F8AC42}" type="presOf" srcId="{40D3F44B-62E7-4DCF-8546-50611D94C791}" destId="{BFABE958-61C3-4C56-A5B0-C8686A6A25A6}" srcOrd="0" destOrd="0" presId="urn:microsoft.com/office/officeart/2005/8/layout/vList6"/>
    <dgm:cxn modelId="{BDF377E8-07A0-4AA9-9019-3B06FB77DCF4}" type="presParOf" srcId="{BBB04D47-0621-4855-8C01-4B196772F4A4}" destId="{38D27116-96FD-4945-81C7-B99F5A415F0E}" srcOrd="0" destOrd="0" presId="urn:microsoft.com/office/officeart/2005/8/layout/vList6"/>
    <dgm:cxn modelId="{4FCD7683-A3E6-4B11-80CD-16DE97E5A25F}" type="presParOf" srcId="{38D27116-96FD-4945-81C7-B99F5A415F0E}" destId="{BFABE958-61C3-4C56-A5B0-C8686A6A25A6}" srcOrd="0" destOrd="0" presId="urn:microsoft.com/office/officeart/2005/8/layout/vList6"/>
    <dgm:cxn modelId="{A2A6603B-B281-4300-97A0-856811CEBB1D}" type="presParOf" srcId="{38D27116-96FD-4945-81C7-B99F5A415F0E}" destId="{89541A84-881C-4AD8-A124-F99B1F4B68EC}" srcOrd="1" destOrd="0" presId="urn:microsoft.com/office/officeart/2005/8/layout/vList6"/>
    <dgm:cxn modelId="{0055C1D5-4666-49FC-BBA1-14692B8A7BD8}" type="presParOf" srcId="{BBB04D47-0621-4855-8C01-4B196772F4A4}" destId="{3D52B482-FC30-41F4-995C-A1FC9CD11AC1}" srcOrd="1" destOrd="0" presId="urn:microsoft.com/office/officeart/2005/8/layout/vList6"/>
    <dgm:cxn modelId="{BC1BF992-127E-43A6-A7ED-6780772B764E}" type="presParOf" srcId="{BBB04D47-0621-4855-8C01-4B196772F4A4}" destId="{0C3BB7DB-214E-4F50-9282-FB7E2E21E162}" srcOrd="2" destOrd="0" presId="urn:microsoft.com/office/officeart/2005/8/layout/vList6"/>
    <dgm:cxn modelId="{51CDBDC5-E418-49DF-96F5-A3A0C603DDF7}" type="presParOf" srcId="{0C3BB7DB-214E-4F50-9282-FB7E2E21E162}" destId="{7AEB5D90-FD6F-446E-A7C9-040EAA1FF93E}" srcOrd="0" destOrd="0" presId="urn:microsoft.com/office/officeart/2005/8/layout/vList6"/>
    <dgm:cxn modelId="{B65B037B-CE1B-427B-BA20-8C386AB55EC1}" type="presParOf" srcId="{0C3BB7DB-214E-4F50-9282-FB7E2E21E162}" destId="{9F1641B2-9520-4A4C-99DA-6988F9591897}" srcOrd="1" destOrd="0" presId="urn:microsoft.com/office/officeart/2005/8/layout/v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6F57050E-D6A0-440B-879D-8DA7490EB0D1}"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40D3F44B-62E7-4DCF-8546-50611D94C791}">
      <dgm:prSet phldrT="[Text]"/>
      <dgm:spPr/>
      <dgm:t>
        <a:bodyPr/>
        <a:lstStyle/>
        <a:p>
          <a:r>
            <a:rPr lang="en-US"/>
            <a:t>1</a:t>
          </a:r>
          <a:endParaRPr lang="en-US" dirty="0"/>
        </a:p>
      </dgm:t>
    </dgm:pt>
    <dgm:pt modelId="{A1B0ECF0-5F43-4D1E-878C-249FE85FB4AA}" type="parTrans" cxnId="{634220CC-C1A3-4130-9CDA-79A4C2EAB5EE}">
      <dgm:prSet/>
      <dgm:spPr/>
      <dgm:t>
        <a:bodyPr/>
        <a:lstStyle/>
        <a:p>
          <a:endParaRPr lang="en-US"/>
        </a:p>
      </dgm:t>
    </dgm:pt>
    <dgm:pt modelId="{5C381204-F68B-44FA-8E23-1DF68A9B568C}" type="sibTrans" cxnId="{634220CC-C1A3-4130-9CDA-79A4C2EAB5EE}">
      <dgm:prSet/>
      <dgm:spPr/>
      <dgm:t>
        <a:bodyPr/>
        <a:lstStyle/>
        <a:p>
          <a:endParaRPr lang="en-US"/>
        </a:p>
      </dgm:t>
    </dgm:pt>
    <dgm:pt modelId="{BFD8E156-E1C5-4589-9E13-B9DB51EC79BF}">
      <dgm:prSet phldrT="[Text]" custT="1"/>
      <dgm:spPr>
        <a:solidFill>
          <a:schemeClr val="accent5">
            <a:lumMod val="10000"/>
            <a:lumOff val="90000"/>
            <a:alpha val="90000"/>
          </a:schemeClr>
        </a:solidFill>
      </dgm:spPr>
      <dgm:t>
        <a:bodyPr/>
        <a:lstStyle/>
        <a:p>
          <a:r>
            <a:rPr lang="en-US" sz="2000" dirty="0">
              <a:solidFill>
                <a:srgbClr val="000000"/>
              </a:solidFill>
            </a:rPr>
            <a:t>Type </a:t>
          </a:r>
          <a:r>
            <a:rPr lang="en-US" sz="2000" b="1" i="1" dirty="0">
              <a:solidFill>
                <a:srgbClr val="000000"/>
              </a:solidFill>
            </a:rPr>
            <a:t>cd (space) week-1</a:t>
          </a:r>
        </a:p>
      </dgm:t>
    </dgm:pt>
    <dgm:pt modelId="{DFE89DF9-3904-4EA5-A1BA-3AB7DD865885}" type="sibTrans" cxnId="{C4C5F468-DA41-47CE-B089-C07ADE9D28E5}">
      <dgm:prSet/>
      <dgm:spPr/>
      <dgm:t>
        <a:bodyPr/>
        <a:lstStyle/>
        <a:p>
          <a:endParaRPr lang="en-US"/>
        </a:p>
      </dgm:t>
    </dgm:pt>
    <dgm:pt modelId="{419833AD-EB14-4C69-B9A0-A386D69498DC}" type="parTrans" cxnId="{C4C5F468-DA41-47CE-B089-C07ADE9D28E5}">
      <dgm:prSet/>
      <dgm:spPr/>
      <dgm:t>
        <a:bodyPr/>
        <a:lstStyle/>
        <a:p>
          <a:endParaRPr lang="en-US"/>
        </a:p>
      </dgm:t>
    </dgm:pt>
    <dgm:pt modelId="{48BB4DA5-611C-43E7-AC3C-73C3ABC581C9}">
      <dgm:prSet phldrT="[Text]"/>
      <dgm:spPr/>
      <dgm:t>
        <a:bodyPr/>
        <a:lstStyle/>
        <a:p>
          <a:r>
            <a:rPr lang="en-US" dirty="0"/>
            <a:t>2</a:t>
          </a:r>
        </a:p>
      </dgm:t>
    </dgm:pt>
    <dgm:pt modelId="{C312F5AE-B93B-485A-B7E1-BD850D220489}" type="sibTrans" cxnId="{B1DAB1F1-979C-4D1D-A660-EDD91260D63F}">
      <dgm:prSet/>
      <dgm:spPr/>
      <dgm:t>
        <a:bodyPr/>
        <a:lstStyle/>
        <a:p>
          <a:endParaRPr lang="en-US"/>
        </a:p>
      </dgm:t>
    </dgm:pt>
    <dgm:pt modelId="{1AA2AB58-EA30-45E1-89C8-0926A6C5A0B3}" type="parTrans" cxnId="{B1DAB1F1-979C-4D1D-A660-EDD91260D63F}">
      <dgm:prSet/>
      <dgm:spPr/>
      <dgm:t>
        <a:bodyPr/>
        <a:lstStyle/>
        <a:p>
          <a:endParaRPr lang="en-US"/>
        </a:p>
      </dgm:t>
    </dgm:pt>
    <dgm:pt modelId="{D3B31038-BB08-490E-8D98-9B5E56C9442C}">
      <dgm:prSet custT="1"/>
      <dgm:spPr>
        <a:solidFill>
          <a:schemeClr val="accent5">
            <a:lumMod val="10000"/>
            <a:lumOff val="90000"/>
            <a:alpha val="90000"/>
          </a:schemeClr>
        </a:solidFill>
      </dgm:spPr>
      <dgm:t>
        <a:bodyPr/>
        <a:lstStyle/>
        <a:p>
          <a:r>
            <a:rPr lang="en-US" sz="2000" b="0" i="0" dirty="0">
              <a:solidFill>
                <a:srgbClr val="000000"/>
              </a:solidFill>
            </a:rPr>
            <a:t>Click Enter</a:t>
          </a:r>
        </a:p>
      </dgm:t>
    </dgm:pt>
    <dgm:pt modelId="{AC13B49B-E7CD-4DE5-AD4C-E80D8D909FDF}" type="sibTrans" cxnId="{40444420-E09B-4CAC-A55F-51DD99CAF2C5}">
      <dgm:prSet/>
      <dgm:spPr/>
      <dgm:t>
        <a:bodyPr/>
        <a:lstStyle/>
        <a:p>
          <a:endParaRPr lang="en-US"/>
        </a:p>
      </dgm:t>
    </dgm:pt>
    <dgm:pt modelId="{1122D8F4-F95D-49B1-8869-57F3B23FC9E9}" type="parTrans" cxnId="{40444420-E09B-4CAC-A55F-51DD99CAF2C5}">
      <dgm:prSet/>
      <dgm:spPr/>
      <dgm:t>
        <a:bodyPr/>
        <a:lstStyle/>
        <a:p>
          <a:endParaRPr lang="en-US"/>
        </a:p>
      </dgm:t>
    </dgm:pt>
    <dgm:pt modelId="{BBB04D47-0621-4855-8C01-4B196772F4A4}" type="pres">
      <dgm:prSet presAssocID="{6F57050E-D6A0-440B-879D-8DA7490EB0D1}" presName="Name0" presStyleCnt="0">
        <dgm:presLayoutVars>
          <dgm:dir/>
          <dgm:animLvl val="lvl"/>
          <dgm:resizeHandles/>
        </dgm:presLayoutVars>
      </dgm:prSet>
      <dgm:spPr/>
    </dgm:pt>
    <dgm:pt modelId="{38D27116-96FD-4945-81C7-B99F5A415F0E}" type="pres">
      <dgm:prSet presAssocID="{40D3F44B-62E7-4DCF-8546-50611D94C791}" presName="linNode" presStyleCnt="0"/>
      <dgm:spPr/>
    </dgm:pt>
    <dgm:pt modelId="{BFABE958-61C3-4C56-A5B0-C8686A6A25A6}" type="pres">
      <dgm:prSet presAssocID="{40D3F44B-62E7-4DCF-8546-50611D94C791}" presName="parentShp" presStyleLbl="node1" presStyleIdx="0" presStyleCnt="2" custScaleX="35838" custLinFactNeighborX="-4817">
        <dgm:presLayoutVars>
          <dgm:bulletEnabled val="1"/>
        </dgm:presLayoutVars>
      </dgm:prSet>
      <dgm:spPr/>
    </dgm:pt>
    <dgm:pt modelId="{89541A84-881C-4AD8-A124-F99B1F4B68EC}" type="pres">
      <dgm:prSet presAssocID="{40D3F44B-62E7-4DCF-8546-50611D94C791}" presName="childShp" presStyleLbl="bgAccFollowNode1" presStyleIdx="0" presStyleCnt="2" custScaleX="127623">
        <dgm:presLayoutVars>
          <dgm:bulletEnabled val="1"/>
        </dgm:presLayoutVars>
      </dgm:prSet>
      <dgm:spPr/>
    </dgm:pt>
    <dgm:pt modelId="{3D52B482-FC30-41F4-995C-A1FC9CD11AC1}" type="pres">
      <dgm:prSet presAssocID="{5C381204-F68B-44FA-8E23-1DF68A9B568C}" presName="spacing" presStyleCnt="0"/>
      <dgm:spPr/>
    </dgm:pt>
    <dgm:pt modelId="{0C3BB7DB-214E-4F50-9282-FB7E2E21E162}" type="pres">
      <dgm:prSet presAssocID="{48BB4DA5-611C-43E7-AC3C-73C3ABC581C9}" presName="linNode" presStyleCnt="0"/>
      <dgm:spPr/>
    </dgm:pt>
    <dgm:pt modelId="{7AEB5D90-FD6F-446E-A7C9-040EAA1FF93E}" type="pres">
      <dgm:prSet presAssocID="{48BB4DA5-611C-43E7-AC3C-73C3ABC581C9}" presName="parentShp" presStyleLbl="node1" presStyleIdx="1" presStyleCnt="2" custScaleX="35838" custLinFactNeighborX="-4817">
        <dgm:presLayoutVars>
          <dgm:bulletEnabled val="1"/>
        </dgm:presLayoutVars>
      </dgm:prSet>
      <dgm:spPr/>
    </dgm:pt>
    <dgm:pt modelId="{9F1641B2-9520-4A4C-99DA-6988F9591897}" type="pres">
      <dgm:prSet presAssocID="{48BB4DA5-611C-43E7-AC3C-73C3ABC581C9}" presName="childShp" presStyleLbl="bgAccFollowNode1" presStyleIdx="1" presStyleCnt="2" custScaleX="127623">
        <dgm:presLayoutVars>
          <dgm:bulletEnabled val="1"/>
        </dgm:presLayoutVars>
      </dgm:prSet>
      <dgm:spPr/>
    </dgm:pt>
  </dgm:ptLst>
  <dgm:cxnLst>
    <dgm:cxn modelId="{37D25C0C-9E76-4BDE-82F8-66BC10ED86BA}" type="presOf" srcId="{6F57050E-D6A0-440B-879D-8DA7490EB0D1}" destId="{BBB04D47-0621-4855-8C01-4B196772F4A4}" srcOrd="0" destOrd="0" presId="urn:microsoft.com/office/officeart/2005/8/layout/vList6"/>
    <dgm:cxn modelId="{40444420-E09B-4CAC-A55F-51DD99CAF2C5}" srcId="{48BB4DA5-611C-43E7-AC3C-73C3ABC581C9}" destId="{D3B31038-BB08-490E-8D98-9B5E56C9442C}" srcOrd="0" destOrd="0" parTransId="{1122D8F4-F95D-49B1-8869-57F3B23FC9E9}" sibTransId="{AC13B49B-E7CD-4DE5-AD4C-E80D8D909FDF}"/>
    <dgm:cxn modelId="{5AA1CD26-6494-4FFD-ADB2-53DE2C10DD8B}" type="presOf" srcId="{BFD8E156-E1C5-4589-9E13-B9DB51EC79BF}" destId="{89541A84-881C-4AD8-A124-F99B1F4B68EC}" srcOrd="0" destOrd="0" presId="urn:microsoft.com/office/officeart/2005/8/layout/vList6"/>
    <dgm:cxn modelId="{C4C5F468-DA41-47CE-B089-C07ADE9D28E5}" srcId="{40D3F44B-62E7-4DCF-8546-50611D94C791}" destId="{BFD8E156-E1C5-4589-9E13-B9DB51EC79BF}" srcOrd="0" destOrd="0" parTransId="{419833AD-EB14-4C69-B9A0-A386D69498DC}" sibTransId="{DFE89DF9-3904-4EA5-A1BA-3AB7DD865885}"/>
    <dgm:cxn modelId="{7767FF7E-9AB5-43FC-95EB-A724823BBBA8}" type="presOf" srcId="{D3B31038-BB08-490E-8D98-9B5E56C9442C}" destId="{9F1641B2-9520-4A4C-99DA-6988F9591897}" srcOrd="0" destOrd="0" presId="urn:microsoft.com/office/officeart/2005/8/layout/vList6"/>
    <dgm:cxn modelId="{634220CC-C1A3-4130-9CDA-79A4C2EAB5EE}" srcId="{6F57050E-D6A0-440B-879D-8DA7490EB0D1}" destId="{40D3F44B-62E7-4DCF-8546-50611D94C791}" srcOrd="0" destOrd="0" parTransId="{A1B0ECF0-5F43-4D1E-878C-249FE85FB4AA}" sibTransId="{5C381204-F68B-44FA-8E23-1DF68A9B568C}"/>
    <dgm:cxn modelId="{E49BBFE6-1F06-40E4-8819-B9C71E719A2A}" type="presOf" srcId="{48BB4DA5-611C-43E7-AC3C-73C3ABC581C9}" destId="{7AEB5D90-FD6F-446E-A7C9-040EAA1FF93E}" srcOrd="0" destOrd="0" presId="urn:microsoft.com/office/officeart/2005/8/layout/vList6"/>
    <dgm:cxn modelId="{B1DAB1F1-979C-4D1D-A660-EDD91260D63F}" srcId="{6F57050E-D6A0-440B-879D-8DA7490EB0D1}" destId="{48BB4DA5-611C-43E7-AC3C-73C3ABC581C9}" srcOrd="1" destOrd="0" parTransId="{1AA2AB58-EA30-45E1-89C8-0926A6C5A0B3}" sibTransId="{C312F5AE-B93B-485A-B7E1-BD850D220489}"/>
    <dgm:cxn modelId="{5FF481F2-3255-475B-A53E-6D0FC4F8AC42}" type="presOf" srcId="{40D3F44B-62E7-4DCF-8546-50611D94C791}" destId="{BFABE958-61C3-4C56-A5B0-C8686A6A25A6}" srcOrd="0" destOrd="0" presId="urn:microsoft.com/office/officeart/2005/8/layout/vList6"/>
    <dgm:cxn modelId="{BDF377E8-07A0-4AA9-9019-3B06FB77DCF4}" type="presParOf" srcId="{BBB04D47-0621-4855-8C01-4B196772F4A4}" destId="{38D27116-96FD-4945-81C7-B99F5A415F0E}" srcOrd="0" destOrd="0" presId="urn:microsoft.com/office/officeart/2005/8/layout/vList6"/>
    <dgm:cxn modelId="{4FCD7683-A3E6-4B11-80CD-16DE97E5A25F}" type="presParOf" srcId="{38D27116-96FD-4945-81C7-B99F5A415F0E}" destId="{BFABE958-61C3-4C56-A5B0-C8686A6A25A6}" srcOrd="0" destOrd="0" presId="urn:microsoft.com/office/officeart/2005/8/layout/vList6"/>
    <dgm:cxn modelId="{A2A6603B-B281-4300-97A0-856811CEBB1D}" type="presParOf" srcId="{38D27116-96FD-4945-81C7-B99F5A415F0E}" destId="{89541A84-881C-4AD8-A124-F99B1F4B68EC}" srcOrd="1" destOrd="0" presId="urn:microsoft.com/office/officeart/2005/8/layout/vList6"/>
    <dgm:cxn modelId="{0055C1D5-4666-49FC-BBA1-14692B8A7BD8}" type="presParOf" srcId="{BBB04D47-0621-4855-8C01-4B196772F4A4}" destId="{3D52B482-FC30-41F4-995C-A1FC9CD11AC1}" srcOrd="1" destOrd="0" presId="urn:microsoft.com/office/officeart/2005/8/layout/vList6"/>
    <dgm:cxn modelId="{BC1BF992-127E-43A6-A7ED-6780772B764E}" type="presParOf" srcId="{BBB04D47-0621-4855-8C01-4B196772F4A4}" destId="{0C3BB7DB-214E-4F50-9282-FB7E2E21E162}" srcOrd="2" destOrd="0" presId="urn:microsoft.com/office/officeart/2005/8/layout/vList6"/>
    <dgm:cxn modelId="{51CDBDC5-E418-49DF-96F5-A3A0C603DDF7}" type="presParOf" srcId="{0C3BB7DB-214E-4F50-9282-FB7E2E21E162}" destId="{7AEB5D90-FD6F-446E-A7C9-040EAA1FF93E}" srcOrd="0" destOrd="0" presId="urn:microsoft.com/office/officeart/2005/8/layout/vList6"/>
    <dgm:cxn modelId="{B65B037B-CE1B-427B-BA20-8C386AB55EC1}" type="presParOf" srcId="{0C3BB7DB-214E-4F50-9282-FB7E2E21E162}" destId="{9F1641B2-9520-4A4C-99DA-6988F9591897}" srcOrd="1" destOrd="0" presId="urn:microsoft.com/office/officeart/2005/8/layout/v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6F57050E-D6A0-440B-879D-8DA7490EB0D1}"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40D3F44B-62E7-4DCF-8546-50611D94C791}">
      <dgm:prSet phldrT="[Text]"/>
      <dgm:spPr/>
      <dgm:t>
        <a:bodyPr/>
        <a:lstStyle/>
        <a:p>
          <a:r>
            <a:rPr lang="en-US"/>
            <a:t>1</a:t>
          </a:r>
          <a:endParaRPr lang="en-US" dirty="0"/>
        </a:p>
      </dgm:t>
    </dgm:pt>
    <dgm:pt modelId="{A1B0ECF0-5F43-4D1E-878C-249FE85FB4AA}" type="parTrans" cxnId="{634220CC-C1A3-4130-9CDA-79A4C2EAB5EE}">
      <dgm:prSet/>
      <dgm:spPr/>
      <dgm:t>
        <a:bodyPr/>
        <a:lstStyle/>
        <a:p>
          <a:endParaRPr lang="en-US"/>
        </a:p>
      </dgm:t>
    </dgm:pt>
    <dgm:pt modelId="{5C381204-F68B-44FA-8E23-1DF68A9B568C}" type="sibTrans" cxnId="{634220CC-C1A3-4130-9CDA-79A4C2EAB5EE}">
      <dgm:prSet/>
      <dgm:spPr/>
      <dgm:t>
        <a:bodyPr/>
        <a:lstStyle/>
        <a:p>
          <a:endParaRPr lang="en-US"/>
        </a:p>
      </dgm:t>
    </dgm:pt>
    <dgm:pt modelId="{BFD8E156-E1C5-4589-9E13-B9DB51EC79BF}">
      <dgm:prSet phldrT="[Text]" custT="1"/>
      <dgm:spPr>
        <a:solidFill>
          <a:schemeClr val="accent5">
            <a:lumMod val="10000"/>
            <a:lumOff val="90000"/>
            <a:alpha val="90000"/>
          </a:schemeClr>
        </a:solidFill>
      </dgm:spPr>
      <dgm:t>
        <a:bodyPr/>
        <a:lstStyle/>
        <a:p>
          <a:r>
            <a:rPr lang="en-US" sz="2000" dirty="0">
              <a:solidFill>
                <a:srgbClr val="000000"/>
              </a:solidFill>
            </a:rPr>
            <a:t>Type </a:t>
          </a:r>
          <a:r>
            <a:rPr lang="en-US" sz="2000" b="1" i="1" dirty="0" err="1">
              <a:solidFill>
                <a:srgbClr val="000000"/>
              </a:solidFill>
            </a:rPr>
            <a:t>cls</a:t>
          </a:r>
          <a:r>
            <a:rPr lang="en-US" sz="2000" b="1" i="1" dirty="0">
              <a:solidFill>
                <a:srgbClr val="000000"/>
              </a:solidFill>
            </a:rPr>
            <a:t> to clear screen</a:t>
          </a:r>
        </a:p>
      </dgm:t>
    </dgm:pt>
    <dgm:pt modelId="{DFE89DF9-3904-4EA5-A1BA-3AB7DD865885}" type="sibTrans" cxnId="{C4C5F468-DA41-47CE-B089-C07ADE9D28E5}">
      <dgm:prSet/>
      <dgm:spPr/>
      <dgm:t>
        <a:bodyPr/>
        <a:lstStyle/>
        <a:p>
          <a:endParaRPr lang="en-US"/>
        </a:p>
      </dgm:t>
    </dgm:pt>
    <dgm:pt modelId="{419833AD-EB14-4C69-B9A0-A386D69498DC}" type="parTrans" cxnId="{C4C5F468-DA41-47CE-B089-C07ADE9D28E5}">
      <dgm:prSet/>
      <dgm:spPr/>
      <dgm:t>
        <a:bodyPr/>
        <a:lstStyle/>
        <a:p>
          <a:endParaRPr lang="en-US"/>
        </a:p>
      </dgm:t>
    </dgm:pt>
    <dgm:pt modelId="{48BB4DA5-611C-43E7-AC3C-73C3ABC581C9}">
      <dgm:prSet phldrT="[Text]"/>
      <dgm:spPr/>
      <dgm:t>
        <a:bodyPr/>
        <a:lstStyle/>
        <a:p>
          <a:r>
            <a:rPr lang="en-US" dirty="0"/>
            <a:t>2</a:t>
          </a:r>
        </a:p>
      </dgm:t>
    </dgm:pt>
    <dgm:pt modelId="{C312F5AE-B93B-485A-B7E1-BD850D220489}" type="sibTrans" cxnId="{B1DAB1F1-979C-4D1D-A660-EDD91260D63F}">
      <dgm:prSet/>
      <dgm:spPr/>
      <dgm:t>
        <a:bodyPr/>
        <a:lstStyle/>
        <a:p>
          <a:endParaRPr lang="en-US"/>
        </a:p>
      </dgm:t>
    </dgm:pt>
    <dgm:pt modelId="{1AA2AB58-EA30-45E1-89C8-0926A6C5A0B3}" type="parTrans" cxnId="{B1DAB1F1-979C-4D1D-A660-EDD91260D63F}">
      <dgm:prSet/>
      <dgm:spPr/>
      <dgm:t>
        <a:bodyPr/>
        <a:lstStyle/>
        <a:p>
          <a:endParaRPr lang="en-US"/>
        </a:p>
      </dgm:t>
    </dgm:pt>
    <dgm:pt modelId="{D3B31038-BB08-490E-8D98-9B5E56C9442C}">
      <dgm:prSet custT="1"/>
      <dgm:spPr>
        <a:solidFill>
          <a:schemeClr val="accent5">
            <a:lumMod val="10000"/>
            <a:lumOff val="90000"/>
            <a:alpha val="90000"/>
          </a:schemeClr>
        </a:solidFill>
      </dgm:spPr>
      <dgm:t>
        <a:bodyPr/>
        <a:lstStyle/>
        <a:p>
          <a:r>
            <a:rPr lang="en-US" sz="2000" b="0" i="0" dirty="0">
              <a:solidFill>
                <a:srgbClr val="000000"/>
              </a:solidFill>
            </a:rPr>
            <a:t>Click Enter</a:t>
          </a:r>
        </a:p>
      </dgm:t>
    </dgm:pt>
    <dgm:pt modelId="{AC13B49B-E7CD-4DE5-AD4C-E80D8D909FDF}" type="sibTrans" cxnId="{40444420-E09B-4CAC-A55F-51DD99CAF2C5}">
      <dgm:prSet/>
      <dgm:spPr/>
      <dgm:t>
        <a:bodyPr/>
        <a:lstStyle/>
        <a:p>
          <a:endParaRPr lang="en-US"/>
        </a:p>
      </dgm:t>
    </dgm:pt>
    <dgm:pt modelId="{1122D8F4-F95D-49B1-8869-57F3B23FC9E9}" type="parTrans" cxnId="{40444420-E09B-4CAC-A55F-51DD99CAF2C5}">
      <dgm:prSet/>
      <dgm:spPr/>
      <dgm:t>
        <a:bodyPr/>
        <a:lstStyle/>
        <a:p>
          <a:endParaRPr lang="en-US"/>
        </a:p>
      </dgm:t>
    </dgm:pt>
    <dgm:pt modelId="{BBB04D47-0621-4855-8C01-4B196772F4A4}" type="pres">
      <dgm:prSet presAssocID="{6F57050E-D6A0-440B-879D-8DA7490EB0D1}" presName="Name0" presStyleCnt="0">
        <dgm:presLayoutVars>
          <dgm:dir/>
          <dgm:animLvl val="lvl"/>
          <dgm:resizeHandles/>
        </dgm:presLayoutVars>
      </dgm:prSet>
      <dgm:spPr/>
    </dgm:pt>
    <dgm:pt modelId="{38D27116-96FD-4945-81C7-B99F5A415F0E}" type="pres">
      <dgm:prSet presAssocID="{40D3F44B-62E7-4DCF-8546-50611D94C791}" presName="linNode" presStyleCnt="0"/>
      <dgm:spPr/>
    </dgm:pt>
    <dgm:pt modelId="{BFABE958-61C3-4C56-A5B0-C8686A6A25A6}" type="pres">
      <dgm:prSet presAssocID="{40D3F44B-62E7-4DCF-8546-50611D94C791}" presName="parentShp" presStyleLbl="node1" presStyleIdx="0" presStyleCnt="2" custScaleX="35838" custLinFactNeighborX="-4817">
        <dgm:presLayoutVars>
          <dgm:bulletEnabled val="1"/>
        </dgm:presLayoutVars>
      </dgm:prSet>
      <dgm:spPr/>
    </dgm:pt>
    <dgm:pt modelId="{89541A84-881C-4AD8-A124-F99B1F4B68EC}" type="pres">
      <dgm:prSet presAssocID="{40D3F44B-62E7-4DCF-8546-50611D94C791}" presName="childShp" presStyleLbl="bgAccFollowNode1" presStyleIdx="0" presStyleCnt="2" custScaleX="127623">
        <dgm:presLayoutVars>
          <dgm:bulletEnabled val="1"/>
        </dgm:presLayoutVars>
      </dgm:prSet>
      <dgm:spPr/>
    </dgm:pt>
    <dgm:pt modelId="{3D52B482-FC30-41F4-995C-A1FC9CD11AC1}" type="pres">
      <dgm:prSet presAssocID="{5C381204-F68B-44FA-8E23-1DF68A9B568C}" presName="spacing" presStyleCnt="0"/>
      <dgm:spPr/>
    </dgm:pt>
    <dgm:pt modelId="{0C3BB7DB-214E-4F50-9282-FB7E2E21E162}" type="pres">
      <dgm:prSet presAssocID="{48BB4DA5-611C-43E7-AC3C-73C3ABC581C9}" presName="linNode" presStyleCnt="0"/>
      <dgm:spPr/>
    </dgm:pt>
    <dgm:pt modelId="{7AEB5D90-FD6F-446E-A7C9-040EAA1FF93E}" type="pres">
      <dgm:prSet presAssocID="{48BB4DA5-611C-43E7-AC3C-73C3ABC581C9}" presName="parentShp" presStyleLbl="node1" presStyleIdx="1" presStyleCnt="2" custScaleX="35838" custLinFactNeighborX="-4817">
        <dgm:presLayoutVars>
          <dgm:bulletEnabled val="1"/>
        </dgm:presLayoutVars>
      </dgm:prSet>
      <dgm:spPr/>
    </dgm:pt>
    <dgm:pt modelId="{9F1641B2-9520-4A4C-99DA-6988F9591897}" type="pres">
      <dgm:prSet presAssocID="{48BB4DA5-611C-43E7-AC3C-73C3ABC581C9}" presName="childShp" presStyleLbl="bgAccFollowNode1" presStyleIdx="1" presStyleCnt="2" custScaleX="127623">
        <dgm:presLayoutVars>
          <dgm:bulletEnabled val="1"/>
        </dgm:presLayoutVars>
      </dgm:prSet>
      <dgm:spPr/>
    </dgm:pt>
  </dgm:ptLst>
  <dgm:cxnLst>
    <dgm:cxn modelId="{37D25C0C-9E76-4BDE-82F8-66BC10ED86BA}" type="presOf" srcId="{6F57050E-D6A0-440B-879D-8DA7490EB0D1}" destId="{BBB04D47-0621-4855-8C01-4B196772F4A4}" srcOrd="0" destOrd="0" presId="urn:microsoft.com/office/officeart/2005/8/layout/vList6"/>
    <dgm:cxn modelId="{40444420-E09B-4CAC-A55F-51DD99CAF2C5}" srcId="{48BB4DA5-611C-43E7-AC3C-73C3ABC581C9}" destId="{D3B31038-BB08-490E-8D98-9B5E56C9442C}" srcOrd="0" destOrd="0" parTransId="{1122D8F4-F95D-49B1-8869-57F3B23FC9E9}" sibTransId="{AC13B49B-E7CD-4DE5-AD4C-E80D8D909FDF}"/>
    <dgm:cxn modelId="{5AA1CD26-6494-4FFD-ADB2-53DE2C10DD8B}" type="presOf" srcId="{BFD8E156-E1C5-4589-9E13-B9DB51EC79BF}" destId="{89541A84-881C-4AD8-A124-F99B1F4B68EC}" srcOrd="0" destOrd="0" presId="urn:microsoft.com/office/officeart/2005/8/layout/vList6"/>
    <dgm:cxn modelId="{C4C5F468-DA41-47CE-B089-C07ADE9D28E5}" srcId="{40D3F44B-62E7-4DCF-8546-50611D94C791}" destId="{BFD8E156-E1C5-4589-9E13-B9DB51EC79BF}" srcOrd="0" destOrd="0" parTransId="{419833AD-EB14-4C69-B9A0-A386D69498DC}" sibTransId="{DFE89DF9-3904-4EA5-A1BA-3AB7DD865885}"/>
    <dgm:cxn modelId="{7767FF7E-9AB5-43FC-95EB-A724823BBBA8}" type="presOf" srcId="{D3B31038-BB08-490E-8D98-9B5E56C9442C}" destId="{9F1641B2-9520-4A4C-99DA-6988F9591897}" srcOrd="0" destOrd="0" presId="urn:microsoft.com/office/officeart/2005/8/layout/vList6"/>
    <dgm:cxn modelId="{634220CC-C1A3-4130-9CDA-79A4C2EAB5EE}" srcId="{6F57050E-D6A0-440B-879D-8DA7490EB0D1}" destId="{40D3F44B-62E7-4DCF-8546-50611D94C791}" srcOrd="0" destOrd="0" parTransId="{A1B0ECF0-5F43-4D1E-878C-249FE85FB4AA}" sibTransId="{5C381204-F68B-44FA-8E23-1DF68A9B568C}"/>
    <dgm:cxn modelId="{E49BBFE6-1F06-40E4-8819-B9C71E719A2A}" type="presOf" srcId="{48BB4DA5-611C-43E7-AC3C-73C3ABC581C9}" destId="{7AEB5D90-FD6F-446E-A7C9-040EAA1FF93E}" srcOrd="0" destOrd="0" presId="urn:microsoft.com/office/officeart/2005/8/layout/vList6"/>
    <dgm:cxn modelId="{B1DAB1F1-979C-4D1D-A660-EDD91260D63F}" srcId="{6F57050E-D6A0-440B-879D-8DA7490EB0D1}" destId="{48BB4DA5-611C-43E7-AC3C-73C3ABC581C9}" srcOrd="1" destOrd="0" parTransId="{1AA2AB58-EA30-45E1-89C8-0926A6C5A0B3}" sibTransId="{C312F5AE-B93B-485A-B7E1-BD850D220489}"/>
    <dgm:cxn modelId="{5FF481F2-3255-475B-A53E-6D0FC4F8AC42}" type="presOf" srcId="{40D3F44B-62E7-4DCF-8546-50611D94C791}" destId="{BFABE958-61C3-4C56-A5B0-C8686A6A25A6}" srcOrd="0" destOrd="0" presId="urn:microsoft.com/office/officeart/2005/8/layout/vList6"/>
    <dgm:cxn modelId="{BDF377E8-07A0-4AA9-9019-3B06FB77DCF4}" type="presParOf" srcId="{BBB04D47-0621-4855-8C01-4B196772F4A4}" destId="{38D27116-96FD-4945-81C7-B99F5A415F0E}" srcOrd="0" destOrd="0" presId="urn:microsoft.com/office/officeart/2005/8/layout/vList6"/>
    <dgm:cxn modelId="{4FCD7683-A3E6-4B11-80CD-16DE97E5A25F}" type="presParOf" srcId="{38D27116-96FD-4945-81C7-B99F5A415F0E}" destId="{BFABE958-61C3-4C56-A5B0-C8686A6A25A6}" srcOrd="0" destOrd="0" presId="urn:microsoft.com/office/officeart/2005/8/layout/vList6"/>
    <dgm:cxn modelId="{A2A6603B-B281-4300-97A0-856811CEBB1D}" type="presParOf" srcId="{38D27116-96FD-4945-81C7-B99F5A415F0E}" destId="{89541A84-881C-4AD8-A124-F99B1F4B68EC}" srcOrd="1" destOrd="0" presId="urn:microsoft.com/office/officeart/2005/8/layout/vList6"/>
    <dgm:cxn modelId="{0055C1D5-4666-49FC-BBA1-14692B8A7BD8}" type="presParOf" srcId="{BBB04D47-0621-4855-8C01-4B196772F4A4}" destId="{3D52B482-FC30-41F4-995C-A1FC9CD11AC1}" srcOrd="1" destOrd="0" presId="urn:microsoft.com/office/officeart/2005/8/layout/vList6"/>
    <dgm:cxn modelId="{BC1BF992-127E-43A6-A7ED-6780772B764E}" type="presParOf" srcId="{BBB04D47-0621-4855-8C01-4B196772F4A4}" destId="{0C3BB7DB-214E-4F50-9282-FB7E2E21E162}" srcOrd="2" destOrd="0" presId="urn:microsoft.com/office/officeart/2005/8/layout/vList6"/>
    <dgm:cxn modelId="{51CDBDC5-E418-49DF-96F5-A3A0C603DDF7}" type="presParOf" srcId="{0C3BB7DB-214E-4F50-9282-FB7E2E21E162}" destId="{7AEB5D90-FD6F-446E-A7C9-040EAA1FF93E}" srcOrd="0" destOrd="0" presId="urn:microsoft.com/office/officeart/2005/8/layout/vList6"/>
    <dgm:cxn modelId="{B65B037B-CE1B-427B-BA20-8C386AB55EC1}" type="presParOf" srcId="{0C3BB7DB-214E-4F50-9282-FB7E2E21E162}" destId="{9F1641B2-9520-4A4C-99DA-6988F9591897}" srcOrd="1" destOrd="0" presId="urn:microsoft.com/office/officeart/2005/8/layout/v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6F57050E-D6A0-440B-879D-8DA7490EB0D1}"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40D3F44B-62E7-4DCF-8546-50611D94C791}">
      <dgm:prSet phldrT="[Text]"/>
      <dgm:spPr/>
      <dgm:t>
        <a:bodyPr/>
        <a:lstStyle/>
        <a:p>
          <a:r>
            <a:rPr lang="en-US"/>
            <a:t>1</a:t>
          </a:r>
          <a:endParaRPr lang="en-US" dirty="0"/>
        </a:p>
      </dgm:t>
    </dgm:pt>
    <dgm:pt modelId="{A1B0ECF0-5F43-4D1E-878C-249FE85FB4AA}" type="parTrans" cxnId="{634220CC-C1A3-4130-9CDA-79A4C2EAB5EE}">
      <dgm:prSet/>
      <dgm:spPr/>
      <dgm:t>
        <a:bodyPr/>
        <a:lstStyle/>
        <a:p>
          <a:endParaRPr lang="en-US"/>
        </a:p>
      </dgm:t>
    </dgm:pt>
    <dgm:pt modelId="{5C381204-F68B-44FA-8E23-1DF68A9B568C}" type="sibTrans" cxnId="{634220CC-C1A3-4130-9CDA-79A4C2EAB5EE}">
      <dgm:prSet/>
      <dgm:spPr/>
      <dgm:t>
        <a:bodyPr/>
        <a:lstStyle/>
        <a:p>
          <a:endParaRPr lang="en-US"/>
        </a:p>
      </dgm:t>
    </dgm:pt>
    <dgm:pt modelId="{BFD8E156-E1C5-4589-9E13-B9DB51EC79BF}">
      <dgm:prSet phldrT="[Text]" custT="1"/>
      <dgm:spPr>
        <a:solidFill>
          <a:schemeClr val="accent5">
            <a:lumMod val="10000"/>
            <a:lumOff val="90000"/>
            <a:alpha val="90000"/>
          </a:schemeClr>
        </a:solidFill>
      </dgm:spPr>
      <dgm:t>
        <a:bodyPr/>
        <a:lstStyle/>
        <a:p>
          <a:r>
            <a:rPr lang="en-US" sz="2000" dirty="0">
              <a:solidFill>
                <a:srgbClr val="000000"/>
              </a:solidFill>
            </a:rPr>
            <a:t>Type </a:t>
          </a:r>
          <a:r>
            <a:rPr lang="en-US" sz="2000" b="1" i="1" dirty="0" err="1">
              <a:solidFill>
                <a:srgbClr val="000000"/>
              </a:solidFill>
            </a:rPr>
            <a:t>dir</a:t>
          </a:r>
          <a:r>
            <a:rPr lang="en-US" sz="2000" b="1" i="1" dirty="0">
              <a:solidFill>
                <a:srgbClr val="000000"/>
              </a:solidFill>
            </a:rPr>
            <a:t> </a:t>
          </a:r>
        </a:p>
      </dgm:t>
    </dgm:pt>
    <dgm:pt modelId="{DFE89DF9-3904-4EA5-A1BA-3AB7DD865885}" type="sibTrans" cxnId="{C4C5F468-DA41-47CE-B089-C07ADE9D28E5}">
      <dgm:prSet/>
      <dgm:spPr/>
      <dgm:t>
        <a:bodyPr/>
        <a:lstStyle/>
        <a:p>
          <a:endParaRPr lang="en-US"/>
        </a:p>
      </dgm:t>
    </dgm:pt>
    <dgm:pt modelId="{419833AD-EB14-4C69-B9A0-A386D69498DC}" type="parTrans" cxnId="{C4C5F468-DA41-47CE-B089-C07ADE9D28E5}">
      <dgm:prSet/>
      <dgm:spPr/>
      <dgm:t>
        <a:bodyPr/>
        <a:lstStyle/>
        <a:p>
          <a:endParaRPr lang="en-US"/>
        </a:p>
      </dgm:t>
    </dgm:pt>
    <dgm:pt modelId="{48BB4DA5-611C-43E7-AC3C-73C3ABC581C9}">
      <dgm:prSet phldrT="[Text]"/>
      <dgm:spPr/>
      <dgm:t>
        <a:bodyPr/>
        <a:lstStyle/>
        <a:p>
          <a:r>
            <a:rPr lang="en-US" dirty="0"/>
            <a:t>2</a:t>
          </a:r>
        </a:p>
      </dgm:t>
    </dgm:pt>
    <dgm:pt modelId="{C312F5AE-B93B-485A-B7E1-BD850D220489}" type="sibTrans" cxnId="{B1DAB1F1-979C-4D1D-A660-EDD91260D63F}">
      <dgm:prSet/>
      <dgm:spPr/>
      <dgm:t>
        <a:bodyPr/>
        <a:lstStyle/>
        <a:p>
          <a:endParaRPr lang="en-US"/>
        </a:p>
      </dgm:t>
    </dgm:pt>
    <dgm:pt modelId="{1AA2AB58-EA30-45E1-89C8-0926A6C5A0B3}" type="parTrans" cxnId="{B1DAB1F1-979C-4D1D-A660-EDD91260D63F}">
      <dgm:prSet/>
      <dgm:spPr/>
      <dgm:t>
        <a:bodyPr/>
        <a:lstStyle/>
        <a:p>
          <a:endParaRPr lang="en-US"/>
        </a:p>
      </dgm:t>
    </dgm:pt>
    <dgm:pt modelId="{D3B31038-BB08-490E-8D98-9B5E56C9442C}">
      <dgm:prSet custT="1"/>
      <dgm:spPr>
        <a:solidFill>
          <a:schemeClr val="accent5">
            <a:lumMod val="10000"/>
            <a:lumOff val="90000"/>
            <a:alpha val="90000"/>
          </a:schemeClr>
        </a:solidFill>
      </dgm:spPr>
      <dgm:t>
        <a:bodyPr/>
        <a:lstStyle/>
        <a:p>
          <a:r>
            <a:rPr lang="en-US" sz="2000" b="0" i="0" dirty="0">
              <a:solidFill>
                <a:srgbClr val="000000"/>
              </a:solidFill>
            </a:rPr>
            <a:t>Click Enter</a:t>
          </a:r>
        </a:p>
      </dgm:t>
    </dgm:pt>
    <dgm:pt modelId="{AC13B49B-E7CD-4DE5-AD4C-E80D8D909FDF}" type="sibTrans" cxnId="{40444420-E09B-4CAC-A55F-51DD99CAF2C5}">
      <dgm:prSet/>
      <dgm:spPr/>
      <dgm:t>
        <a:bodyPr/>
        <a:lstStyle/>
        <a:p>
          <a:endParaRPr lang="en-US"/>
        </a:p>
      </dgm:t>
    </dgm:pt>
    <dgm:pt modelId="{1122D8F4-F95D-49B1-8869-57F3B23FC9E9}" type="parTrans" cxnId="{40444420-E09B-4CAC-A55F-51DD99CAF2C5}">
      <dgm:prSet/>
      <dgm:spPr/>
      <dgm:t>
        <a:bodyPr/>
        <a:lstStyle/>
        <a:p>
          <a:endParaRPr lang="en-US"/>
        </a:p>
      </dgm:t>
    </dgm:pt>
    <dgm:pt modelId="{BBB04D47-0621-4855-8C01-4B196772F4A4}" type="pres">
      <dgm:prSet presAssocID="{6F57050E-D6A0-440B-879D-8DA7490EB0D1}" presName="Name0" presStyleCnt="0">
        <dgm:presLayoutVars>
          <dgm:dir/>
          <dgm:animLvl val="lvl"/>
          <dgm:resizeHandles/>
        </dgm:presLayoutVars>
      </dgm:prSet>
      <dgm:spPr/>
    </dgm:pt>
    <dgm:pt modelId="{38D27116-96FD-4945-81C7-B99F5A415F0E}" type="pres">
      <dgm:prSet presAssocID="{40D3F44B-62E7-4DCF-8546-50611D94C791}" presName="linNode" presStyleCnt="0"/>
      <dgm:spPr/>
    </dgm:pt>
    <dgm:pt modelId="{BFABE958-61C3-4C56-A5B0-C8686A6A25A6}" type="pres">
      <dgm:prSet presAssocID="{40D3F44B-62E7-4DCF-8546-50611D94C791}" presName="parentShp" presStyleLbl="node1" presStyleIdx="0" presStyleCnt="2" custScaleX="35838" custLinFactNeighborX="-4817">
        <dgm:presLayoutVars>
          <dgm:bulletEnabled val="1"/>
        </dgm:presLayoutVars>
      </dgm:prSet>
      <dgm:spPr/>
    </dgm:pt>
    <dgm:pt modelId="{89541A84-881C-4AD8-A124-F99B1F4B68EC}" type="pres">
      <dgm:prSet presAssocID="{40D3F44B-62E7-4DCF-8546-50611D94C791}" presName="childShp" presStyleLbl="bgAccFollowNode1" presStyleIdx="0" presStyleCnt="2" custScaleX="127623">
        <dgm:presLayoutVars>
          <dgm:bulletEnabled val="1"/>
        </dgm:presLayoutVars>
      </dgm:prSet>
      <dgm:spPr/>
    </dgm:pt>
    <dgm:pt modelId="{3D52B482-FC30-41F4-995C-A1FC9CD11AC1}" type="pres">
      <dgm:prSet presAssocID="{5C381204-F68B-44FA-8E23-1DF68A9B568C}" presName="spacing" presStyleCnt="0"/>
      <dgm:spPr/>
    </dgm:pt>
    <dgm:pt modelId="{0C3BB7DB-214E-4F50-9282-FB7E2E21E162}" type="pres">
      <dgm:prSet presAssocID="{48BB4DA5-611C-43E7-AC3C-73C3ABC581C9}" presName="linNode" presStyleCnt="0"/>
      <dgm:spPr/>
    </dgm:pt>
    <dgm:pt modelId="{7AEB5D90-FD6F-446E-A7C9-040EAA1FF93E}" type="pres">
      <dgm:prSet presAssocID="{48BB4DA5-611C-43E7-AC3C-73C3ABC581C9}" presName="parentShp" presStyleLbl="node1" presStyleIdx="1" presStyleCnt="2" custScaleX="35838" custLinFactNeighborX="-4817">
        <dgm:presLayoutVars>
          <dgm:bulletEnabled val="1"/>
        </dgm:presLayoutVars>
      </dgm:prSet>
      <dgm:spPr/>
    </dgm:pt>
    <dgm:pt modelId="{9F1641B2-9520-4A4C-99DA-6988F9591897}" type="pres">
      <dgm:prSet presAssocID="{48BB4DA5-611C-43E7-AC3C-73C3ABC581C9}" presName="childShp" presStyleLbl="bgAccFollowNode1" presStyleIdx="1" presStyleCnt="2" custScaleX="127623">
        <dgm:presLayoutVars>
          <dgm:bulletEnabled val="1"/>
        </dgm:presLayoutVars>
      </dgm:prSet>
      <dgm:spPr/>
    </dgm:pt>
  </dgm:ptLst>
  <dgm:cxnLst>
    <dgm:cxn modelId="{37D25C0C-9E76-4BDE-82F8-66BC10ED86BA}" type="presOf" srcId="{6F57050E-D6A0-440B-879D-8DA7490EB0D1}" destId="{BBB04D47-0621-4855-8C01-4B196772F4A4}" srcOrd="0" destOrd="0" presId="urn:microsoft.com/office/officeart/2005/8/layout/vList6"/>
    <dgm:cxn modelId="{40444420-E09B-4CAC-A55F-51DD99CAF2C5}" srcId="{48BB4DA5-611C-43E7-AC3C-73C3ABC581C9}" destId="{D3B31038-BB08-490E-8D98-9B5E56C9442C}" srcOrd="0" destOrd="0" parTransId="{1122D8F4-F95D-49B1-8869-57F3B23FC9E9}" sibTransId="{AC13B49B-E7CD-4DE5-AD4C-E80D8D909FDF}"/>
    <dgm:cxn modelId="{5AA1CD26-6494-4FFD-ADB2-53DE2C10DD8B}" type="presOf" srcId="{BFD8E156-E1C5-4589-9E13-B9DB51EC79BF}" destId="{89541A84-881C-4AD8-A124-F99B1F4B68EC}" srcOrd="0" destOrd="0" presId="urn:microsoft.com/office/officeart/2005/8/layout/vList6"/>
    <dgm:cxn modelId="{C4C5F468-DA41-47CE-B089-C07ADE9D28E5}" srcId="{40D3F44B-62E7-4DCF-8546-50611D94C791}" destId="{BFD8E156-E1C5-4589-9E13-B9DB51EC79BF}" srcOrd="0" destOrd="0" parTransId="{419833AD-EB14-4C69-B9A0-A386D69498DC}" sibTransId="{DFE89DF9-3904-4EA5-A1BA-3AB7DD865885}"/>
    <dgm:cxn modelId="{7767FF7E-9AB5-43FC-95EB-A724823BBBA8}" type="presOf" srcId="{D3B31038-BB08-490E-8D98-9B5E56C9442C}" destId="{9F1641B2-9520-4A4C-99DA-6988F9591897}" srcOrd="0" destOrd="0" presId="urn:microsoft.com/office/officeart/2005/8/layout/vList6"/>
    <dgm:cxn modelId="{634220CC-C1A3-4130-9CDA-79A4C2EAB5EE}" srcId="{6F57050E-D6A0-440B-879D-8DA7490EB0D1}" destId="{40D3F44B-62E7-4DCF-8546-50611D94C791}" srcOrd="0" destOrd="0" parTransId="{A1B0ECF0-5F43-4D1E-878C-249FE85FB4AA}" sibTransId="{5C381204-F68B-44FA-8E23-1DF68A9B568C}"/>
    <dgm:cxn modelId="{E49BBFE6-1F06-40E4-8819-B9C71E719A2A}" type="presOf" srcId="{48BB4DA5-611C-43E7-AC3C-73C3ABC581C9}" destId="{7AEB5D90-FD6F-446E-A7C9-040EAA1FF93E}" srcOrd="0" destOrd="0" presId="urn:microsoft.com/office/officeart/2005/8/layout/vList6"/>
    <dgm:cxn modelId="{B1DAB1F1-979C-4D1D-A660-EDD91260D63F}" srcId="{6F57050E-D6A0-440B-879D-8DA7490EB0D1}" destId="{48BB4DA5-611C-43E7-AC3C-73C3ABC581C9}" srcOrd="1" destOrd="0" parTransId="{1AA2AB58-EA30-45E1-89C8-0926A6C5A0B3}" sibTransId="{C312F5AE-B93B-485A-B7E1-BD850D220489}"/>
    <dgm:cxn modelId="{5FF481F2-3255-475B-A53E-6D0FC4F8AC42}" type="presOf" srcId="{40D3F44B-62E7-4DCF-8546-50611D94C791}" destId="{BFABE958-61C3-4C56-A5B0-C8686A6A25A6}" srcOrd="0" destOrd="0" presId="urn:microsoft.com/office/officeart/2005/8/layout/vList6"/>
    <dgm:cxn modelId="{BDF377E8-07A0-4AA9-9019-3B06FB77DCF4}" type="presParOf" srcId="{BBB04D47-0621-4855-8C01-4B196772F4A4}" destId="{38D27116-96FD-4945-81C7-B99F5A415F0E}" srcOrd="0" destOrd="0" presId="urn:microsoft.com/office/officeart/2005/8/layout/vList6"/>
    <dgm:cxn modelId="{4FCD7683-A3E6-4B11-80CD-16DE97E5A25F}" type="presParOf" srcId="{38D27116-96FD-4945-81C7-B99F5A415F0E}" destId="{BFABE958-61C3-4C56-A5B0-C8686A6A25A6}" srcOrd="0" destOrd="0" presId="urn:microsoft.com/office/officeart/2005/8/layout/vList6"/>
    <dgm:cxn modelId="{A2A6603B-B281-4300-97A0-856811CEBB1D}" type="presParOf" srcId="{38D27116-96FD-4945-81C7-B99F5A415F0E}" destId="{89541A84-881C-4AD8-A124-F99B1F4B68EC}" srcOrd="1" destOrd="0" presId="urn:microsoft.com/office/officeart/2005/8/layout/vList6"/>
    <dgm:cxn modelId="{0055C1D5-4666-49FC-BBA1-14692B8A7BD8}" type="presParOf" srcId="{BBB04D47-0621-4855-8C01-4B196772F4A4}" destId="{3D52B482-FC30-41F4-995C-A1FC9CD11AC1}" srcOrd="1" destOrd="0" presId="urn:microsoft.com/office/officeart/2005/8/layout/vList6"/>
    <dgm:cxn modelId="{BC1BF992-127E-43A6-A7ED-6780772B764E}" type="presParOf" srcId="{BBB04D47-0621-4855-8C01-4B196772F4A4}" destId="{0C3BB7DB-214E-4F50-9282-FB7E2E21E162}" srcOrd="2" destOrd="0" presId="urn:microsoft.com/office/officeart/2005/8/layout/vList6"/>
    <dgm:cxn modelId="{51CDBDC5-E418-49DF-96F5-A3A0C603DDF7}" type="presParOf" srcId="{0C3BB7DB-214E-4F50-9282-FB7E2E21E162}" destId="{7AEB5D90-FD6F-446E-A7C9-040EAA1FF93E}" srcOrd="0" destOrd="0" presId="urn:microsoft.com/office/officeart/2005/8/layout/vList6"/>
    <dgm:cxn modelId="{B65B037B-CE1B-427B-BA20-8C386AB55EC1}" type="presParOf" srcId="{0C3BB7DB-214E-4F50-9282-FB7E2E21E162}" destId="{9F1641B2-9520-4A4C-99DA-6988F9591897}" srcOrd="1" destOrd="0" presId="urn:microsoft.com/office/officeart/2005/8/layout/v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6F57050E-D6A0-440B-879D-8DA7490EB0D1}"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40D3F44B-62E7-4DCF-8546-50611D94C791}">
      <dgm:prSet phldrT="[Text]"/>
      <dgm:spPr/>
      <dgm:t>
        <a:bodyPr/>
        <a:lstStyle/>
        <a:p>
          <a:r>
            <a:rPr lang="en-US"/>
            <a:t>1</a:t>
          </a:r>
          <a:endParaRPr lang="en-US" dirty="0"/>
        </a:p>
      </dgm:t>
    </dgm:pt>
    <dgm:pt modelId="{A1B0ECF0-5F43-4D1E-878C-249FE85FB4AA}" type="parTrans" cxnId="{634220CC-C1A3-4130-9CDA-79A4C2EAB5EE}">
      <dgm:prSet/>
      <dgm:spPr/>
      <dgm:t>
        <a:bodyPr/>
        <a:lstStyle/>
        <a:p>
          <a:endParaRPr lang="en-US"/>
        </a:p>
      </dgm:t>
    </dgm:pt>
    <dgm:pt modelId="{5C381204-F68B-44FA-8E23-1DF68A9B568C}" type="sibTrans" cxnId="{634220CC-C1A3-4130-9CDA-79A4C2EAB5EE}">
      <dgm:prSet/>
      <dgm:spPr/>
      <dgm:t>
        <a:bodyPr/>
        <a:lstStyle/>
        <a:p>
          <a:endParaRPr lang="en-US"/>
        </a:p>
      </dgm:t>
    </dgm:pt>
    <dgm:pt modelId="{BFD8E156-E1C5-4589-9E13-B9DB51EC79BF}">
      <dgm:prSet phldrT="[Text]" custT="1"/>
      <dgm:spPr>
        <a:solidFill>
          <a:schemeClr val="accent5">
            <a:lumMod val="10000"/>
            <a:lumOff val="90000"/>
            <a:alpha val="90000"/>
          </a:schemeClr>
        </a:solidFill>
      </dgm:spPr>
      <dgm:t>
        <a:bodyPr/>
        <a:lstStyle/>
        <a:p>
          <a:r>
            <a:rPr lang="en-US" sz="2000" dirty="0">
              <a:solidFill>
                <a:srgbClr val="000000"/>
              </a:solidFill>
            </a:rPr>
            <a:t>Type </a:t>
          </a:r>
          <a:r>
            <a:rPr lang="en-US" sz="2000" b="1" i="1" dirty="0">
              <a:solidFill>
                <a:srgbClr val="000000"/>
              </a:solidFill>
            </a:rPr>
            <a:t>cd.. </a:t>
          </a:r>
        </a:p>
      </dgm:t>
    </dgm:pt>
    <dgm:pt modelId="{DFE89DF9-3904-4EA5-A1BA-3AB7DD865885}" type="sibTrans" cxnId="{C4C5F468-DA41-47CE-B089-C07ADE9D28E5}">
      <dgm:prSet/>
      <dgm:spPr/>
      <dgm:t>
        <a:bodyPr/>
        <a:lstStyle/>
        <a:p>
          <a:endParaRPr lang="en-US"/>
        </a:p>
      </dgm:t>
    </dgm:pt>
    <dgm:pt modelId="{419833AD-EB14-4C69-B9A0-A386D69498DC}" type="parTrans" cxnId="{C4C5F468-DA41-47CE-B089-C07ADE9D28E5}">
      <dgm:prSet/>
      <dgm:spPr/>
      <dgm:t>
        <a:bodyPr/>
        <a:lstStyle/>
        <a:p>
          <a:endParaRPr lang="en-US"/>
        </a:p>
      </dgm:t>
    </dgm:pt>
    <dgm:pt modelId="{48BB4DA5-611C-43E7-AC3C-73C3ABC581C9}">
      <dgm:prSet phldrT="[Text]"/>
      <dgm:spPr/>
      <dgm:t>
        <a:bodyPr/>
        <a:lstStyle/>
        <a:p>
          <a:r>
            <a:rPr lang="en-US" dirty="0"/>
            <a:t>2</a:t>
          </a:r>
        </a:p>
      </dgm:t>
    </dgm:pt>
    <dgm:pt modelId="{C312F5AE-B93B-485A-B7E1-BD850D220489}" type="sibTrans" cxnId="{B1DAB1F1-979C-4D1D-A660-EDD91260D63F}">
      <dgm:prSet/>
      <dgm:spPr/>
      <dgm:t>
        <a:bodyPr/>
        <a:lstStyle/>
        <a:p>
          <a:endParaRPr lang="en-US"/>
        </a:p>
      </dgm:t>
    </dgm:pt>
    <dgm:pt modelId="{1AA2AB58-EA30-45E1-89C8-0926A6C5A0B3}" type="parTrans" cxnId="{B1DAB1F1-979C-4D1D-A660-EDD91260D63F}">
      <dgm:prSet/>
      <dgm:spPr/>
      <dgm:t>
        <a:bodyPr/>
        <a:lstStyle/>
        <a:p>
          <a:endParaRPr lang="en-US"/>
        </a:p>
      </dgm:t>
    </dgm:pt>
    <dgm:pt modelId="{D3B31038-BB08-490E-8D98-9B5E56C9442C}">
      <dgm:prSet custT="1"/>
      <dgm:spPr>
        <a:solidFill>
          <a:schemeClr val="accent5">
            <a:lumMod val="10000"/>
            <a:lumOff val="90000"/>
            <a:alpha val="90000"/>
          </a:schemeClr>
        </a:solidFill>
      </dgm:spPr>
      <dgm:t>
        <a:bodyPr/>
        <a:lstStyle/>
        <a:p>
          <a:r>
            <a:rPr lang="en-US" sz="2000" b="0" i="0" dirty="0">
              <a:solidFill>
                <a:srgbClr val="000000"/>
              </a:solidFill>
            </a:rPr>
            <a:t>Click Enter</a:t>
          </a:r>
        </a:p>
      </dgm:t>
    </dgm:pt>
    <dgm:pt modelId="{AC13B49B-E7CD-4DE5-AD4C-E80D8D909FDF}" type="sibTrans" cxnId="{40444420-E09B-4CAC-A55F-51DD99CAF2C5}">
      <dgm:prSet/>
      <dgm:spPr/>
      <dgm:t>
        <a:bodyPr/>
        <a:lstStyle/>
        <a:p>
          <a:endParaRPr lang="en-US"/>
        </a:p>
      </dgm:t>
    </dgm:pt>
    <dgm:pt modelId="{1122D8F4-F95D-49B1-8869-57F3B23FC9E9}" type="parTrans" cxnId="{40444420-E09B-4CAC-A55F-51DD99CAF2C5}">
      <dgm:prSet/>
      <dgm:spPr/>
      <dgm:t>
        <a:bodyPr/>
        <a:lstStyle/>
        <a:p>
          <a:endParaRPr lang="en-US"/>
        </a:p>
      </dgm:t>
    </dgm:pt>
    <dgm:pt modelId="{BBB04D47-0621-4855-8C01-4B196772F4A4}" type="pres">
      <dgm:prSet presAssocID="{6F57050E-D6A0-440B-879D-8DA7490EB0D1}" presName="Name0" presStyleCnt="0">
        <dgm:presLayoutVars>
          <dgm:dir/>
          <dgm:animLvl val="lvl"/>
          <dgm:resizeHandles/>
        </dgm:presLayoutVars>
      </dgm:prSet>
      <dgm:spPr/>
    </dgm:pt>
    <dgm:pt modelId="{38D27116-96FD-4945-81C7-B99F5A415F0E}" type="pres">
      <dgm:prSet presAssocID="{40D3F44B-62E7-4DCF-8546-50611D94C791}" presName="linNode" presStyleCnt="0"/>
      <dgm:spPr/>
    </dgm:pt>
    <dgm:pt modelId="{BFABE958-61C3-4C56-A5B0-C8686A6A25A6}" type="pres">
      <dgm:prSet presAssocID="{40D3F44B-62E7-4DCF-8546-50611D94C791}" presName="parentShp" presStyleLbl="node1" presStyleIdx="0" presStyleCnt="2" custScaleX="35838" custLinFactNeighborX="-4817">
        <dgm:presLayoutVars>
          <dgm:bulletEnabled val="1"/>
        </dgm:presLayoutVars>
      </dgm:prSet>
      <dgm:spPr/>
    </dgm:pt>
    <dgm:pt modelId="{89541A84-881C-4AD8-A124-F99B1F4B68EC}" type="pres">
      <dgm:prSet presAssocID="{40D3F44B-62E7-4DCF-8546-50611D94C791}" presName="childShp" presStyleLbl="bgAccFollowNode1" presStyleIdx="0" presStyleCnt="2" custScaleX="127623">
        <dgm:presLayoutVars>
          <dgm:bulletEnabled val="1"/>
        </dgm:presLayoutVars>
      </dgm:prSet>
      <dgm:spPr/>
    </dgm:pt>
    <dgm:pt modelId="{3D52B482-FC30-41F4-995C-A1FC9CD11AC1}" type="pres">
      <dgm:prSet presAssocID="{5C381204-F68B-44FA-8E23-1DF68A9B568C}" presName="spacing" presStyleCnt="0"/>
      <dgm:spPr/>
    </dgm:pt>
    <dgm:pt modelId="{0C3BB7DB-214E-4F50-9282-FB7E2E21E162}" type="pres">
      <dgm:prSet presAssocID="{48BB4DA5-611C-43E7-AC3C-73C3ABC581C9}" presName="linNode" presStyleCnt="0"/>
      <dgm:spPr/>
    </dgm:pt>
    <dgm:pt modelId="{7AEB5D90-FD6F-446E-A7C9-040EAA1FF93E}" type="pres">
      <dgm:prSet presAssocID="{48BB4DA5-611C-43E7-AC3C-73C3ABC581C9}" presName="parentShp" presStyleLbl="node1" presStyleIdx="1" presStyleCnt="2" custScaleX="35838" custLinFactNeighborX="-4817">
        <dgm:presLayoutVars>
          <dgm:bulletEnabled val="1"/>
        </dgm:presLayoutVars>
      </dgm:prSet>
      <dgm:spPr/>
    </dgm:pt>
    <dgm:pt modelId="{9F1641B2-9520-4A4C-99DA-6988F9591897}" type="pres">
      <dgm:prSet presAssocID="{48BB4DA5-611C-43E7-AC3C-73C3ABC581C9}" presName="childShp" presStyleLbl="bgAccFollowNode1" presStyleIdx="1" presStyleCnt="2" custScaleX="127623">
        <dgm:presLayoutVars>
          <dgm:bulletEnabled val="1"/>
        </dgm:presLayoutVars>
      </dgm:prSet>
      <dgm:spPr/>
    </dgm:pt>
  </dgm:ptLst>
  <dgm:cxnLst>
    <dgm:cxn modelId="{37D25C0C-9E76-4BDE-82F8-66BC10ED86BA}" type="presOf" srcId="{6F57050E-D6A0-440B-879D-8DA7490EB0D1}" destId="{BBB04D47-0621-4855-8C01-4B196772F4A4}" srcOrd="0" destOrd="0" presId="urn:microsoft.com/office/officeart/2005/8/layout/vList6"/>
    <dgm:cxn modelId="{40444420-E09B-4CAC-A55F-51DD99CAF2C5}" srcId="{48BB4DA5-611C-43E7-AC3C-73C3ABC581C9}" destId="{D3B31038-BB08-490E-8D98-9B5E56C9442C}" srcOrd="0" destOrd="0" parTransId="{1122D8F4-F95D-49B1-8869-57F3B23FC9E9}" sibTransId="{AC13B49B-E7CD-4DE5-AD4C-E80D8D909FDF}"/>
    <dgm:cxn modelId="{5AA1CD26-6494-4FFD-ADB2-53DE2C10DD8B}" type="presOf" srcId="{BFD8E156-E1C5-4589-9E13-B9DB51EC79BF}" destId="{89541A84-881C-4AD8-A124-F99B1F4B68EC}" srcOrd="0" destOrd="0" presId="urn:microsoft.com/office/officeart/2005/8/layout/vList6"/>
    <dgm:cxn modelId="{C4C5F468-DA41-47CE-B089-C07ADE9D28E5}" srcId="{40D3F44B-62E7-4DCF-8546-50611D94C791}" destId="{BFD8E156-E1C5-4589-9E13-B9DB51EC79BF}" srcOrd="0" destOrd="0" parTransId="{419833AD-EB14-4C69-B9A0-A386D69498DC}" sibTransId="{DFE89DF9-3904-4EA5-A1BA-3AB7DD865885}"/>
    <dgm:cxn modelId="{7767FF7E-9AB5-43FC-95EB-A724823BBBA8}" type="presOf" srcId="{D3B31038-BB08-490E-8D98-9B5E56C9442C}" destId="{9F1641B2-9520-4A4C-99DA-6988F9591897}" srcOrd="0" destOrd="0" presId="urn:microsoft.com/office/officeart/2005/8/layout/vList6"/>
    <dgm:cxn modelId="{634220CC-C1A3-4130-9CDA-79A4C2EAB5EE}" srcId="{6F57050E-D6A0-440B-879D-8DA7490EB0D1}" destId="{40D3F44B-62E7-4DCF-8546-50611D94C791}" srcOrd="0" destOrd="0" parTransId="{A1B0ECF0-5F43-4D1E-878C-249FE85FB4AA}" sibTransId="{5C381204-F68B-44FA-8E23-1DF68A9B568C}"/>
    <dgm:cxn modelId="{E49BBFE6-1F06-40E4-8819-B9C71E719A2A}" type="presOf" srcId="{48BB4DA5-611C-43E7-AC3C-73C3ABC581C9}" destId="{7AEB5D90-FD6F-446E-A7C9-040EAA1FF93E}" srcOrd="0" destOrd="0" presId="urn:microsoft.com/office/officeart/2005/8/layout/vList6"/>
    <dgm:cxn modelId="{B1DAB1F1-979C-4D1D-A660-EDD91260D63F}" srcId="{6F57050E-D6A0-440B-879D-8DA7490EB0D1}" destId="{48BB4DA5-611C-43E7-AC3C-73C3ABC581C9}" srcOrd="1" destOrd="0" parTransId="{1AA2AB58-EA30-45E1-89C8-0926A6C5A0B3}" sibTransId="{C312F5AE-B93B-485A-B7E1-BD850D220489}"/>
    <dgm:cxn modelId="{5FF481F2-3255-475B-A53E-6D0FC4F8AC42}" type="presOf" srcId="{40D3F44B-62E7-4DCF-8546-50611D94C791}" destId="{BFABE958-61C3-4C56-A5B0-C8686A6A25A6}" srcOrd="0" destOrd="0" presId="urn:microsoft.com/office/officeart/2005/8/layout/vList6"/>
    <dgm:cxn modelId="{BDF377E8-07A0-4AA9-9019-3B06FB77DCF4}" type="presParOf" srcId="{BBB04D47-0621-4855-8C01-4B196772F4A4}" destId="{38D27116-96FD-4945-81C7-B99F5A415F0E}" srcOrd="0" destOrd="0" presId="urn:microsoft.com/office/officeart/2005/8/layout/vList6"/>
    <dgm:cxn modelId="{4FCD7683-A3E6-4B11-80CD-16DE97E5A25F}" type="presParOf" srcId="{38D27116-96FD-4945-81C7-B99F5A415F0E}" destId="{BFABE958-61C3-4C56-A5B0-C8686A6A25A6}" srcOrd="0" destOrd="0" presId="urn:microsoft.com/office/officeart/2005/8/layout/vList6"/>
    <dgm:cxn modelId="{A2A6603B-B281-4300-97A0-856811CEBB1D}" type="presParOf" srcId="{38D27116-96FD-4945-81C7-B99F5A415F0E}" destId="{89541A84-881C-4AD8-A124-F99B1F4B68EC}" srcOrd="1" destOrd="0" presId="urn:microsoft.com/office/officeart/2005/8/layout/vList6"/>
    <dgm:cxn modelId="{0055C1D5-4666-49FC-BBA1-14692B8A7BD8}" type="presParOf" srcId="{BBB04D47-0621-4855-8C01-4B196772F4A4}" destId="{3D52B482-FC30-41F4-995C-A1FC9CD11AC1}" srcOrd="1" destOrd="0" presId="urn:microsoft.com/office/officeart/2005/8/layout/vList6"/>
    <dgm:cxn modelId="{BC1BF992-127E-43A6-A7ED-6780772B764E}" type="presParOf" srcId="{BBB04D47-0621-4855-8C01-4B196772F4A4}" destId="{0C3BB7DB-214E-4F50-9282-FB7E2E21E162}" srcOrd="2" destOrd="0" presId="urn:microsoft.com/office/officeart/2005/8/layout/vList6"/>
    <dgm:cxn modelId="{51CDBDC5-E418-49DF-96F5-A3A0C603DDF7}" type="presParOf" srcId="{0C3BB7DB-214E-4F50-9282-FB7E2E21E162}" destId="{7AEB5D90-FD6F-446E-A7C9-040EAA1FF93E}" srcOrd="0" destOrd="0" presId="urn:microsoft.com/office/officeart/2005/8/layout/vList6"/>
    <dgm:cxn modelId="{B65B037B-CE1B-427B-BA20-8C386AB55EC1}" type="presParOf" srcId="{0C3BB7DB-214E-4F50-9282-FB7E2E21E162}" destId="{9F1641B2-9520-4A4C-99DA-6988F9591897}" srcOrd="1" destOrd="0" presId="urn:microsoft.com/office/officeart/2005/8/layout/v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6F57050E-D6A0-440B-879D-8DA7490EB0D1}"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40D3F44B-62E7-4DCF-8546-50611D94C791}">
      <dgm:prSet phldrT="[Text]"/>
      <dgm:spPr/>
      <dgm:t>
        <a:bodyPr/>
        <a:lstStyle/>
        <a:p>
          <a:r>
            <a:rPr lang="en-US"/>
            <a:t>1</a:t>
          </a:r>
          <a:endParaRPr lang="en-US" dirty="0"/>
        </a:p>
      </dgm:t>
    </dgm:pt>
    <dgm:pt modelId="{A1B0ECF0-5F43-4D1E-878C-249FE85FB4AA}" type="parTrans" cxnId="{634220CC-C1A3-4130-9CDA-79A4C2EAB5EE}">
      <dgm:prSet/>
      <dgm:spPr/>
      <dgm:t>
        <a:bodyPr/>
        <a:lstStyle/>
        <a:p>
          <a:endParaRPr lang="en-US"/>
        </a:p>
      </dgm:t>
    </dgm:pt>
    <dgm:pt modelId="{5C381204-F68B-44FA-8E23-1DF68A9B568C}" type="sibTrans" cxnId="{634220CC-C1A3-4130-9CDA-79A4C2EAB5EE}">
      <dgm:prSet/>
      <dgm:spPr/>
      <dgm:t>
        <a:bodyPr/>
        <a:lstStyle/>
        <a:p>
          <a:endParaRPr lang="en-US"/>
        </a:p>
      </dgm:t>
    </dgm:pt>
    <dgm:pt modelId="{BFD8E156-E1C5-4589-9E13-B9DB51EC79BF}">
      <dgm:prSet phldrT="[Text]" custT="1"/>
      <dgm:spPr>
        <a:solidFill>
          <a:schemeClr val="accent5">
            <a:lumMod val="10000"/>
            <a:lumOff val="90000"/>
            <a:alpha val="90000"/>
          </a:schemeClr>
        </a:solidFill>
      </dgm:spPr>
      <dgm:t>
        <a:bodyPr/>
        <a:lstStyle/>
        <a:p>
          <a:r>
            <a:rPr lang="en-US" sz="2000" dirty="0">
              <a:solidFill>
                <a:srgbClr val="000000"/>
              </a:solidFill>
            </a:rPr>
            <a:t>Type </a:t>
          </a:r>
          <a:r>
            <a:rPr lang="en-US" sz="2000" b="1" i="1" dirty="0" err="1">
              <a:solidFill>
                <a:srgbClr val="000000"/>
              </a:solidFill>
            </a:rPr>
            <a:t>git</a:t>
          </a:r>
          <a:r>
            <a:rPr lang="en-US" sz="2000" b="1" i="1" dirty="0">
              <a:solidFill>
                <a:srgbClr val="000000"/>
              </a:solidFill>
            </a:rPr>
            <a:t> status </a:t>
          </a:r>
        </a:p>
      </dgm:t>
    </dgm:pt>
    <dgm:pt modelId="{DFE89DF9-3904-4EA5-A1BA-3AB7DD865885}" type="sibTrans" cxnId="{C4C5F468-DA41-47CE-B089-C07ADE9D28E5}">
      <dgm:prSet/>
      <dgm:spPr/>
      <dgm:t>
        <a:bodyPr/>
        <a:lstStyle/>
        <a:p>
          <a:endParaRPr lang="en-US"/>
        </a:p>
      </dgm:t>
    </dgm:pt>
    <dgm:pt modelId="{419833AD-EB14-4C69-B9A0-A386D69498DC}" type="parTrans" cxnId="{C4C5F468-DA41-47CE-B089-C07ADE9D28E5}">
      <dgm:prSet/>
      <dgm:spPr/>
      <dgm:t>
        <a:bodyPr/>
        <a:lstStyle/>
        <a:p>
          <a:endParaRPr lang="en-US"/>
        </a:p>
      </dgm:t>
    </dgm:pt>
    <dgm:pt modelId="{48BB4DA5-611C-43E7-AC3C-73C3ABC581C9}">
      <dgm:prSet phldrT="[Text]"/>
      <dgm:spPr/>
      <dgm:t>
        <a:bodyPr/>
        <a:lstStyle/>
        <a:p>
          <a:r>
            <a:rPr lang="en-US" dirty="0"/>
            <a:t>2</a:t>
          </a:r>
        </a:p>
      </dgm:t>
    </dgm:pt>
    <dgm:pt modelId="{C312F5AE-B93B-485A-B7E1-BD850D220489}" type="sibTrans" cxnId="{B1DAB1F1-979C-4D1D-A660-EDD91260D63F}">
      <dgm:prSet/>
      <dgm:spPr/>
      <dgm:t>
        <a:bodyPr/>
        <a:lstStyle/>
        <a:p>
          <a:endParaRPr lang="en-US"/>
        </a:p>
      </dgm:t>
    </dgm:pt>
    <dgm:pt modelId="{1AA2AB58-EA30-45E1-89C8-0926A6C5A0B3}" type="parTrans" cxnId="{B1DAB1F1-979C-4D1D-A660-EDD91260D63F}">
      <dgm:prSet/>
      <dgm:spPr/>
      <dgm:t>
        <a:bodyPr/>
        <a:lstStyle/>
        <a:p>
          <a:endParaRPr lang="en-US"/>
        </a:p>
      </dgm:t>
    </dgm:pt>
    <dgm:pt modelId="{D3B31038-BB08-490E-8D98-9B5E56C9442C}">
      <dgm:prSet custT="1"/>
      <dgm:spPr>
        <a:solidFill>
          <a:schemeClr val="accent5">
            <a:lumMod val="10000"/>
            <a:lumOff val="90000"/>
            <a:alpha val="90000"/>
          </a:schemeClr>
        </a:solidFill>
      </dgm:spPr>
      <dgm:t>
        <a:bodyPr/>
        <a:lstStyle/>
        <a:p>
          <a:r>
            <a:rPr lang="en-US" sz="2000" b="0" i="0" dirty="0">
              <a:solidFill>
                <a:srgbClr val="000000"/>
              </a:solidFill>
            </a:rPr>
            <a:t>Click Enter</a:t>
          </a:r>
        </a:p>
      </dgm:t>
    </dgm:pt>
    <dgm:pt modelId="{AC13B49B-E7CD-4DE5-AD4C-E80D8D909FDF}" type="sibTrans" cxnId="{40444420-E09B-4CAC-A55F-51DD99CAF2C5}">
      <dgm:prSet/>
      <dgm:spPr/>
      <dgm:t>
        <a:bodyPr/>
        <a:lstStyle/>
        <a:p>
          <a:endParaRPr lang="en-US"/>
        </a:p>
      </dgm:t>
    </dgm:pt>
    <dgm:pt modelId="{1122D8F4-F95D-49B1-8869-57F3B23FC9E9}" type="parTrans" cxnId="{40444420-E09B-4CAC-A55F-51DD99CAF2C5}">
      <dgm:prSet/>
      <dgm:spPr/>
      <dgm:t>
        <a:bodyPr/>
        <a:lstStyle/>
        <a:p>
          <a:endParaRPr lang="en-US"/>
        </a:p>
      </dgm:t>
    </dgm:pt>
    <dgm:pt modelId="{BBB04D47-0621-4855-8C01-4B196772F4A4}" type="pres">
      <dgm:prSet presAssocID="{6F57050E-D6A0-440B-879D-8DA7490EB0D1}" presName="Name0" presStyleCnt="0">
        <dgm:presLayoutVars>
          <dgm:dir/>
          <dgm:animLvl val="lvl"/>
          <dgm:resizeHandles/>
        </dgm:presLayoutVars>
      </dgm:prSet>
      <dgm:spPr/>
    </dgm:pt>
    <dgm:pt modelId="{38D27116-96FD-4945-81C7-B99F5A415F0E}" type="pres">
      <dgm:prSet presAssocID="{40D3F44B-62E7-4DCF-8546-50611D94C791}" presName="linNode" presStyleCnt="0"/>
      <dgm:spPr/>
    </dgm:pt>
    <dgm:pt modelId="{BFABE958-61C3-4C56-A5B0-C8686A6A25A6}" type="pres">
      <dgm:prSet presAssocID="{40D3F44B-62E7-4DCF-8546-50611D94C791}" presName="parentShp" presStyleLbl="node1" presStyleIdx="0" presStyleCnt="2" custScaleX="35838" custLinFactNeighborX="-4817">
        <dgm:presLayoutVars>
          <dgm:bulletEnabled val="1"/>
        </dgm:presLayoutVars>
      </dgm:prSet>
      <dgm:spPr/>
    </dgm:pt>
    <dgm:pt modelId="{89541A84-881C-4AD8-A124-F99B1F4B68EC}" type="pres">
      <dgm:prSet presAssocID="{40D3F44B-62E7-4DCF-8546-50611D94C791}" presName="childShp" presStyleLbl="bgAccFollowNode1" presStyleIdx="0" presStyleCnt="2" custScaleX="127623">
        <dgm:presLayoutVars>
          <dgm:bulletEnabled val="1"/>
        </dgm:presLayoutVars>
      </dgm:prSet>
      <dgm:spPr/>
    </dgm:pt>
    <dgm:pt modelId="{3D52B482-FC30-41F4-995C-A1FC9CD11AC1}" type="pres">
      <dgm:prSet presAssocID="{5C381204-F68B-44FA-8E23-1DF68A9B568C}" presName="spacing" presStyleCnt="0"/>
      <dgm:spPr/>
    </dgm:pt>
    <dgm:pt modelId="{0C3BB7DB-214E-4F50-9282-FB7E2E21E162}" type="pres">
      <dgm:prSet presAssocID="{48BB4DA5-611C-43E7-AC3C-73C3ABC581C9}" presName="linNode" presStyleCnt="0"/>
      <dgm:spPr/>
    </dgm:pt>
    <dgm:pt modelId="{7AEB5D90-FD6F-446E-A7C9-040EAA1FF93E}" type="pres">
      <dgm:prSet presAssocID="{48BB4DA5-611C-43E7-AC3C-73C3ABC581C9}" presName="parentShp" presStyleLbl="node1" presStyleIdx="1" presStyleCnt="2" custScaleX="35838" custLinFactNeighborX="-4817">
        <dgm:presLayoutVars>
          <dgm:bulletEnabled val="1"/>
        </dgm:presLayoutVars>
      </dgm:prSet>
      <dgm:spPr/>
    </dgm:pt>
    <dgm:pt modelId="{9F1641B2-9520-4A4C-99DA-6988F9591897}" type="pres">
      <dgm:prSet presAssocID="{48BB4DA5-611C-43E7-AC3C-73C3ABC581C9}" presName="childShp" presStyleLbl="bgAccFollowNode1" presStyleIdx="1" presStyleCnt="2" custScaleX="127623">
        <dgm:presLayoutVars>
          <dgm:bulletEnabled val="1"/>
        </dgm:presLayoutVars>
      </dgm:prSet>
      <dgm:spPr/>
    </dgm:pt>
  </dgm:ptLst>
  <dgm:cxnLst>
    <dgm:cxn modelId="{37D25C0C-9E76-4BDE-82F8-66BC10ED86BA}" type="presOf" srcId="{6F57050E-D6A0-440B-879D-8DA7490EB0D1}" destId="{BBB04D47-0621-4855-8C01-4B196772F4A4}" srcOrd="0" destOrd="0" presId="urn:microsoft.com/office/officeart/2005/8/layout/vList6"/>
    <dgm:cxn modelId="{40444420-E09B-4CAC-A55F-51DD99CAF2C5}" srcId="{48BB4DA5-611C-43E7-AC3C-73C3ABC581C9}" destId="{D3B31038-BB08-490E-8D98-9B5E56C9442C}" srcOrd="0" destOrd="0" parTransId="{1122D8F4-F95D-49B1-8869-57F3B23FC9E9}" sibTransId="{AC13B49B-E7CD-4DE5-AD4C-E80D8D909FDF}"/>
    <dgm:cxn modelId="{5AA1CD26-6494-4FFD-ADB2-53DE2C10DD8B}" type="presOf" srcId="{BFD8E156-E1C5-4589-9E13-B9DB51EC79BF}" destId="{89541A84-881C-4AD8-A124-F99B1F4B68EC}" srcOrd="0" destOrd="0" presId="urn:microsoft.com/office/officeart/2005/8/layout/vList6"/>
    <dgm:cxn modelId="{C4C5F468-DA41-47CE-B089-C07ADE9D28E5}" srcId="{40D3F44B-62E7-4DCF-8546-50611D94C791}" destId="{BFD8E156-E1C5-4589-9E13-B9DB51EC79BF}" srcOrd="0" destOrd="0" parTransId="{419833AD-EB14-4C69-B9A0-A386D69498DC}" sibTransId="{DFE89DF9-3904-4EA5-A1BA-3AB7DD865885}"/>
    <dgm:cxn modelId="{7767FF7E-9AB5-43FC-95EB-A724823BBBA8}" type="presOf" srcId="{D3B31038-BB08-490E-8D98-9B5E56C9442C}" destId="{9F1641B2-9520-4A4C-99DA-6988F9591897}" srcOrd="0" destOrd="0" presId="urn:microsoft.com/office/officeart/2005/8/layout/vList6"/>
    <dgm:cxn modelId="{634220CC-C1A3-4130-9CDA-79A4C2EAB5EE}" srcId="{6F57050E-D6A0-440B-879D-8DA7490EB0D1}" destId="{40D3F44B-62E7-4DCF-8546-50611D94C791}" srcOrd="0" destOrd="0" parTransId="{A1B0ECF0-5F43-4D1E-878C-249FE85FB4AA}" sibTransId="{5C381204-F68B-44FA-8E23-1DF68A9B568C}"/>
    <dgm:cxn modelId="{E49BBFE6-1F06-40E4-8819-B9C71E719A2A}" type="presOf" srcId="{48BB4DA5-611C-43E7-AC3C-73C3ABC581C9}" destId="{7AEB5D90-FD6F-446E-A7C9-040EAA1FF93E}" srcOrd="0" destOrd="0" presId="urn:microsoft.com/office/officeart/2005/8/layout/vList6"/>
    <dgm:cxn modelId="{B1DAB1F1-979C-4D1D-A660-EDD91260D63F}" srcId="{6F57050E-D6A0-440B-879D-8DA7490EB0D1}" destId="{48BB4DA5-611C-43E7-AC3C-73C3ABC581C9}" srcOrd="1" destOrd="0" parTransId="{1AA2AB58-EA30-45E1-89C8-0926A6C5A0B3}" sibTransId="{C312F5AE-B93B-485A-B7E1-BD850D220489}"/>
    <dgm:cxn modelId="{5FF481F2-3255-475B-A53E-6D0FC4F8AC42}" type="presOf" srcId="{40D3F44B-62E7-4DCF-8546-50611D94C791}" destId="{BFABE958-61C3-4C56-A5B0-C8686A6A25A6}" srcOrd="0" destOrd="0" presId="urn:microsoft.com/office/officeart/2005/8/layout/vList6"/>
    <dgm:cxn modelId="{BDF377E8-07A0-4AA9-9019-3B06FB77DCF4}" type="presParOf" srcId="{BBB04D47-0621-4855-8C01-4B196772F4A4}" destId="{38D27116-96FD-4945-81C7-B99F5A415F0E}" srcOrd="0" destOrd="0" presId="urn:microsoft.com/office/officeart/2005/8/layout/vList6"/>
    <dgm:cxn modelId="{4FCD7683-A3E6-4B11-80CD-16DE97E5A25F}" type="presParOf" srcId="{38D27116-96FD-4945-81C7-B99F5A415F0E}" destId="{BFABE958-61C3-4C56-A5B0-C8686A6A25A6}" srcOrd="0" destOrd="0" presId="urn:microsoft.com/office/officeart/2005/8/layout/vList6"/>
    <dgm:cxn modelId="{A2A6603B-B281-4300-97A0-856811CEBB1D}" type="presParOf" srcId="{38D27116-96FD-4945-81C7-B99F5A415F0E}" destId="{89541A84-881C-4AD8-A124-F99B1F4B68EC}" srcOrd="1" destOrd="0" presId="urn:microsoft.com/office/officeart/2005/8/layout/vList6"/>
    <dgm:cxn modelId="{0055C1D5-4666-49FC-BBA1-14692B8A7BD8}" type="presParOf" srcId="{BBB04D47-0621-4855-8C01-4B196772F4A4}" destId="{3D52B482-FC30-41F4-995C-A1FC9CD11AC1}" srcOrd="1" destOrd="0" presId="urn:microsoft.com/office/officeart/2005/8/layout/vList6"/>
    <dgm:cxn modelId="{BC1BF992-127E-43A6-A7ED-6780772B764E}" type="presParOf" srcId="{BBB04D47-0621-4855-8C01-4B196772F4A4}" destId="{0C3BB7DB-214E-4F50-9282-FB7E2E21E162}" srcOrd="2" destOrd="0" presId="urn:microsoft.com/office/officeart/2005/8/layout/vList6"/>
    <dgm:cxn modelId="{51CDBDC5-E418-49DF-96F5-A3A0C603DDF7}" type="presParOf" srcId="{0C3BB7DB-214E-4F50-9282-FB7E2E21E162}" destId="{7AEB5D90-FD6F-446E-A7C9-040EAA1FF93E}" srcOrd="0" destOrd="0" presId="urn:microsoft.com/office/officeart/2005/8/layout/vList6"/>
    <dgm:cxn modelId="{B65B037B-CE1B-427B-BA20-8C386AB55EC1}" type="presParOf" srcId="{0C3BB7DB-214E-4F50-9282-FB7E2E21E162}" destId="{9F1641B2-9520-4A4C-99DA-6988F9591897}" srcOrd="1" destOrd="0" presId="urn:microsoft.com/office/officeart/2005/8/layout/v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6F57050E-D6A0-440B-879D-8DA7490EB0D1}"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40D3F44B-62E7-4DCF-8546-50611D94C791}">
      <dgm:prSet phldrT="[Text]"/>
      <dgm:spPr/>
      <dgm:t>
        <a:bodyPr/>
        <a:lstStyle/>
        <a:p>
          <a:r>
            <a:rPr lang="en-US"/>
            <a:t>1</a:t>
          </a:r>
          <a:endParaRPr lang="en-US" dirty="0"/>
        </a:p>
      </dgm:t>
    </dgm:pt>
    <dgm:pt modelId="{A1B0ECF0-5F43-4D1E-878C-249FE85FB4AA}" type="parTrans" cxnId="{634220CC-C1A3-4130-9CDA-79A4C2EAB5EE}">
      <dgm:prSet/>
      <dgm:spPr/>
      <dgm:t>
        <a:bodyPr/>
        <a:lstStyle/>
        <a:p>
          <a:endParaRPr lang="en-US"/>
        </a:p>
      </dgm:t>
    </dgm:pt>
    <dgm:pt modelId="{5C381204-F68B-44FA-8E23-1DF68A9B568C}" type="sibTrans" cxnId="{634220CC-C1A3-4130-9CDA-79A4C2EAB5EE}">
      <dgm:prSet/>
      <dgm:spPr/>
      <dgm:t>
        <a:bodyPr/>
        <a:lstStyle/>
        <a:p>
          <a:endParaRPr lang="en-US"/>
        </a:p>
      </dgm:t>
    </dgm:pt>
    <dgm:pt modelId="{BFD8E156-E1C5-4589-9E13-B9DB51EC79BF}">
      <dgm:prSet phldrT="[Text]" custT="1"/>
      <dgm:spPr>
        <a:solidFill>
          <a:schemeClr val="accent5">
            <a:lumMod val="10000"/>
            <a:lumOff val="90000"/>
            <a:alpha val="90000"/>
          </a:schemeClr>
        </a:solidFill>
      </dgm:spPr>
      <dgm:t>
        <a:bodyPr/>
        <a:lstStyle/>
        <a:p>
          <a:r>
            <a:rPr lang="en-US" sz="2000" dirty="0">
              <a:solidFill>
                <a:srgbClr val="000000"/>
              </a:solidFill>
            </a:rPr>
            <a:t>Type </a:t>
          </a:r>
          <a:r>
            <a:rPr lang="en-US" sz="2000" b="1" i="1" dirty="0" err="1">
              <a:solidFill>
                <a:srgbClr val="000000"/>
              </a:solidFill>
            </a:rPr>
            <a:t>git</a:t>
          </a:r>
          <a:r>
            <a:rPr lang="en-US" sz="2000" b="1" i="1" dirty="0">
              <a:solidFill>
                <a:srgbClr val="000000"/>
              </a:solidFill>
            </a:rPr>
            <a:t> add -A </a:t>
          </a:r>
        </a:p>
      </dgm:t>
    </dgm:pt>
    <dgm:pt modelId="{DFE89DF9-3904-4EA5-A1BA-3AB7DD865885}" type="sibTrans" cxnId="{C4C5F468-DA41-47CE-B089-C07ADE9D28E5}">
      <dgm:prSet/>
      <dgm:spPr/>
      <dgm:t>
        <a:bodyPr/>
        <a:lstStyle/>
        <a:p>
          <a:endParaRPr lang="en-US"/>
        </a:p>
      </dgm:t>
    </dgm:pt>
    <dgm:pt modelId="{419833AD-EB14-4C69-B9A0-A386D69498DC}" type="parTrans" cxnId="{C4C5F468-DA41-47CE-B089-C07ADE9D28E5}">
      <dgm:prSet/>
      <dgm:spPr/>
      <dgm:t>
        <a:bodyPr/>
        <a:lstStyle/>
        <a:p>
          <a:endParaRPr lang="en-US"/>
        </a:p>
      </dgm:t>
    </dgm:pt>
    <dgm:pt modelId="{48BB4DA5-611C-43E7-AC3C-73C3ABC581C9}">
      <dgm:prSet phldrT="[Text]"/>
      <dgm:spPr/>
      <dgm:t>
        <a:bodyPr/>
        <a:lstStyle/>
        <a:p>
          <a:r>
            <a:rPr lang="en-US" dirty="0"/>
            <a:t>2</a:t>
          </a:r>
        </a:p>
      </dgm:t>
    </dgm:pt>
    <dgm:pt modelId="{C312F5AE-B93B-485A-B7E1-BD850D220489}" type="sibTrans" cxnId="{B1DAB1F1-979C-4D1D-A660-EDD91260D63F}">
      <dgm:prSet/>
      <dgm:spPr/>
      <dgm:t>
        <a:bodyPr/>
        <a:lstStyle/>
        <a:p>
          <a:endParaRPr lang="en-US"/>
        </a:p>
      </dgm:t>
    </dgm:pt>
    <dgm:pt modelId="{1AA2AB58-EA30-45E1-89C8-0926A6C5A0B3}" type="parTrans" cxnId="{B1DAB1F1-979C-4D1D-A660-EDD91260D63F}">
      <dgm:prSet/>
      <dgm:spPr/>
      <dgm:t>
        <a:bodyPr/>
        <a:lstStyle/>
        <a:p>
          <a:endParaRPr lang="en-US"/>
        </a:p>
      </dgm:t>
    </dgm:pt>
    <dgm:pt modelId="{D3B31038-BB08-490E-8D98-9B5E56C9442C}">
      <dgm:prSet custT="1"/>
      <dgm:spPr>
        <a:solidFill>
          <a:schemeClr val="accent5">
            <a:lumMod val="10000"/>
            <a:lumOff val="90000"/>
            <a:alpha val="90000"/>
          </a:schemeClr>
        </a:solidFill>
      </dgm:spPr>
      <dgm:t>
        <a:bodyPr/>
        <a:lstStyle/>
        <a:p>
          <a:r>
            <a:rPr lang="en-US" sz="2000" b="0" i="0" dirty="0">
              <a:solidFill>
                <a:srgbClr val="000000"/>
              </a:solidFill>
            </a:rPr>
            <a:t>Click Enter</a:t>
          </a:r>
        </a:p>
      </dgm:t>
    </dgm:pt>
    <dgm:pt modelId="{AC13B49B-E7CD-4DE5-AD4C-E80D8D909FDF}" type="sibTrans" cxnId="{40444420-E09B-4CAC-A55F-51DD99CAF2C5}">
      <dgm:prSet/>
      <dgm:spPr/>
      <dgm:t>
        <a:bodyPr/>
        <a:lstStyle/>
        <a:p>
          <a:endParaRPr lang="en-US"/>
        </a:p>
      </dgm:t>
    </dgm:pt>
    <dgm:pt modelId="{1122D8F4-F95D-49B1-8869-57F3B23FC9E9}" type="parTrans" cxnId="{40444420-E09B-4CAC-A55F-51DD99CAF2C5}">
      <dgm:prSet/>
      <dgm:spPr/>
      <dgm:t>
        <a:bodyPr/>
        <a:lstStyle/>
        <a:p>
          <a:endParaRPr lang="en-US"/>
        </a:p>
      </dgm:t>
    </dgm:pt>
    <dgm:pt modelId="{BBB04D47-0621-4855-8C01-4B196772F4A4}" type="pres">
      <dgm:prSet presAssocID="{6F57050E-D6A0-440B-879D-8DA7490EB0D1}" presName="Name0" presStyleCnt="0">
        <dgm:presLayoutVars>
          <dgm:dir/>
          <dgm:animLvl val="lvl"/>
          <dgm:resizeHandles/>
        </dgm:presLayoutVars>
      </dgm:prSet>
      <dgm:spPr/>
    </dgm:pt>
    <dgm:pt modelId="{38D27116-96FD-4945-81C7-B99F5A415F0E}" type="pres">
      <dgm:prSet presAssocID="{40D3F44B-62E7-4DCF-8546-50611D94C791}" presName="linNode" presStyleCnt="0"/>
      <dgm:spPr/>
    </dgm:pt>
    <dgm:pt modelId="{BFABE958-61C3-4C56-A5B0-C8686A6A25A6}" type="pres">
      <dgm:prSet presAssocID="{40D3F44B-62E7-4DCF-8546-50611D94C791}" presName="parentShp" presStyleLbl="node1" presStyleIdx="0" presStyleCnt="2" custScaleX="35838" custLinFactNeighborX="-4817">
        <dgm:presLayoutVars>
          <dgm:bulletEnabled val="1"/>
        </dgm:presLayoutVars>
      </dgm:prSet>
      <dgm:spPr/>
    </dgm:pt>
    <dgm:pt modelId="{89541A84-881C-4AD8-A124-F99B1F4B68EC}" type="pres">
      <dgm:prSet presAssocID="{40D3F44B-62E7-4DCF-8546-50611D94C791}" presName="childShp" presStyleLbl="bgAccFollowNode1" presStyleIdx="0" presStyleCnt="2" custScaleX="127623">
        <dgm:presLayoutVars>
          <dgm:bulletEnabled val="1"/>
        </dgm:presLayoutVars>
      </dgm:prSet>
      <dgm:spPr/>
    </dgm:pt>
    <dgm:pt modelId="{3D52B482-FC30-41F4-995C-A1FC9CD11AC1}" type="pres">
      <dgm:prSet presAssocID="{5C381204-F68B-44FA-8E23-1DF68A9B568C}" presName="spacing" presStyleCnt="0"/>
      <dgm:spPr/>
    </dgm:pt>
    <dgm:pt modelId="{0C3BB7DB-214E-4F50-9282-FB7E2E21E162}" type="pres">
      <dgm:prSet presAssocID="{48BB4DA5-611C-43E7-AC3C-73C3ABC581C9}" presName="linNode" presStyleCnt="0"/>
      <dgm:spPr/>
    </dgm:pt>
    <dgm:pt modelId="{7AEB5D90-FD6F-446E-A7C9-040EAA1FF93E}" type="pres">
      <dgm:prSet presAssocID="{48BB4DA5-611C-43E7-AC3C-73C3ABC581C9}" presName="parentShp" presStyleLbl="node1" presStyleIdx="1" presStyleCnt="2" custScaleX="35838" custLinFactNeighborX="-4817">
        <dgm:presLayoutVars>
          <dgm:bulletEnabled val="1"/>
        </dgm:presLayoutVars>
      </dgm:prSet>
      <dgm:spPr/>
    </dgm:pt>
    <dgm:pt modelId="{9F1641B2-9520-4A4C-99DA-6988F9591897}" type="pres">
      <dgm:prSet presAssocID="{48BB4DA5-611C-43E7-AC3C-73C3ABC581C9}" presName="childShp" presStyleLbl="bgAccFollowNode1" presStyleIdx="1" presStyleCnt="2" custScaleX="127623">
        <dgm:presLayoutVars>
          <dgm:bulletEnabled val="1"/>
        </dgm:presLayoutVars>
      </dgm:prSet>
      <dgm:spPr/>
    </dgm:pt>
  </dgm:ptLst>
  <dgm:cxnLst>
    <dgm:cxn modelId="{37D25C0C-9E76-4BDE-82F8-66BC10ED86BA}" type="presOf" srcId="{6F57050E-D6A0-440B-879D-8DA7490EB0D1}" destId="{BBB04D47-0621-4855-8C01-4B196772F4A4}" srcOrd="0" destOrd="0" presId="urn:microsoft.com/office/officeart/2005/8/layout/vList6"/>
    <dgm:cxn modelId="{40444420-E09B-4CAC-A55F-51DD99CAF2C5}" srcId="{48BB4DA5-611C-43E7-AC3C-73C3ABC581C9}" destId="{D3B31038-BB08-490E-8D98-9B5E56C9442C}" srcOrd="0" destOrd="0" parTransId="{1122D8F4-F95D-49B1-8869-57F3B23FC9E9}" sibTransId="{AC13B49B-E7CD-4DE5-AD4C-E80D8D909FDF}"/>
    <dgm:cxn modelId="{5AA1CD26-6494-4FFD-ADB2-53DE2C10DD8B}" type="presOf" srcId="{BFD8E156-E1C5-4589-9E13-B9DB51EC79BF}" destId="{89541A84-881C-4AD8-A124-F99B1F4B68EC}" srcOrd="0" destOrd="0" presId="urn:microsoft.com/office/officeart/2005/8/layout/vList6"/>
    <dgm:cxn modelId="{C4C5F468-DA41-47CE-B089-C07ADE9D28E5}" srcId="{40D3F44B-62E7-4DCF-8546-50611D94C791}" destId="{BFD8E156-E1C5-4589-9E13-B9DB51EC79BF}" srcOrd="0" destOrd="0" parTransId="{419833AD-EB14-4C69-B9A0-A386D69498DC}" sibTransId="{DFE89DF9-3904-4EA5-A1BA-3AB7DD865885}"/>
    <dgm:cxn modelId="{7767FF7E-9AB5-43FC-95EB-A724823BBBA8}" type="presOf" srcId="{D3B31038-BB08-490E-8D98-9B5E56C9442C}" destId="{9F1641B2-9520-4A4C-99DA-6988F9591897}" srcOrd="0" destOrd="0" presId="urn:microsoft.com/office/officeart/2005/8/layout/vList6"/>
    <dgm:cxn modelId="{634220CC-C1A3-4130-9CDA-79A4C2EAB5EE}" srcId="{6F57050E-D6A0-440B-879D-8DA7490EB0D1}" destId="{40D3F44B-62E7-4DCF-8546-50611D94C791}" srcOrd="0" destOrd="0" parTransId="{A1B0ECF0-5F43-4D1E-878C-249FE85FB4AA}" sibTransId="{5C381204-F68B-44FA-8E23-1DF68A9B568C}"/>
    <dgm:cxn modelId="{E49BBFE6-1F06-40E4-8819-B9C71E719A2A}" type="presOf" srcId="{48BB4DA5-611C-43E7-AC3C-73C3ABC581C9}" destId="{7AEB5D90-FD6F-446E-A7C9-040EAA1FF93E}" srcOrd="0" destOrd="0" presId="urn:microsoft.com/office/officeart/2005/8/layout/vList6"/>
    <dgm:cxn modelId="{B1DAB1F1-979C-4D1D-A660-EDD91260D63F}" srcId="{6F57050E-D6A0-440B-879D-8DA7490EB0D1}" destId="{48BB4DA5-611C-43E7-AC3C-73C3ABC581C9}" srcOrd="1" destOrd="0" parTransId="{1AA2AB58-EA30-45E1-89C8-0926A6C5A0B3}" sibTransId="{C312F5AE-B93B-485A-B7E1-BD850D220489}"/>
    <dgm:cxn modelId="{5FF481F2-3255-475B-A53E-6D0FC4F8AC42}" type="presOf" srcId="{40D3F44B-62E7-4DCF-8546-50611D94C791}" destId="{BFABE958-61C3-4C56-A5B0-C8686A6A25A6}" srcOrd="0" destOrd="0" presId="urn:microsoft.com/office/officeart/2005/8/layout/vList6"/>
    <dgm:cxn modelId="{BDF377E8-07A0-4AA9-9019-3B06FB77DCF4}" type="presParOf" srcId="{BBB04D47-0621-4855-8C01-4B196772F4A4}" destId="{38D27116-96FD-4945-81C7-B99F5A415F0E}" srcOrd="0" destOrd="0" presId="urn:microsoft.com/office/officeart/2005/8/layout/vList6"/>
    <dgm:cxn modelId="{4FCD7683-A3E6-4B11-80CD-16DE97E5A25F}" type="presParOf" srcId="{38D27116-96FD-4945-81C7-B99F5A415F0E}" destId="{BFABE958-61C3-4C56-A5B0-C8686A6A25A6}" srcOrd="0" destOrd="0" presId="urn:microsoft.com/office/officeart/2005/8/layout/vList6"/>
    <dgm:cxn modelId="{A2A6603B-B281-4300-97A0-856811CEBB1D}" type="presParOf" srcId="{38D27116-96FD-4945-81C7-B99F5A415F0E}" destId="{89541A84-881C-4AD8-A124-F99B1F4B68EC}" srcOrd="1" destOrd="0" presId="urn:microsoft.com/office/officeart/2005/8/layout/vList6"/>
    <dgm:cxn modelId="{0055C1D5-4666-49FC-BBA1-14692B8A7BD8}" type="presParOf" srcId="{BBB04D47-0621-4855-8C01-4B196772F4A4}" destId="{3D52B482-FC30-41F4-995C-A1FC9CD11AC1}" srcOrd="1" destOrd="0" presId="urn:microsoft.com/office/officeart/2005/8/layout/vList6"/>
    <dgm:cxn modelId="{BC1BF992-127E-43A6-A7ED-6780772B764E}" type="presParOf" srcId="{BBB04D47-0621-4855-8C01-4B196772F4A4}" destId="{0C3BB7DB-214E-4F50-9282-FB7E2E21E162}" srcOrd="2" destOrd="0" presId="urn:microsoft.com/office/officeart/2005/8/layout/vList6"/>
    <dgm:cxn modelId="{51CDBDC5-E418-49DF-96F5-A3A0C603DDF7}" type="presParOf" srcId="{0C3BB7DB-214E-4F50-9282-FB7E2E21E162}" destId="{7AEB5D90-FD6F-446E-A7C9-040EAA1FF93E}" srcOrd="0" destOrd="0" presId="urn:microsoft.com/office/officeart/2005/8/layout/vList6"/>
    <dgm:cxn modelId="{B65B037B-CE1B-427B-BA20-8C386AB55EC1}" type="presParOf" srcId="{0C3BB7DB-214E-4F50-9282-FB7E2E21E162}" destId="{9F1641B2-9520-4A4C-99DA-6988F9591897}" srcOrd="1" destOrd="0" presId="urn:microsoft.com/office/officeart/2005/8/layout/v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6F57050E-D6A0-440B-879D-8DA7490EB0D1}"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40D3F44B-62E7-4DCF-8546-50611D94C791}">
      <dgm:prSet phldrT="[Text]"/>
      <dgm:spPr/>
      <dgm:t>
        <a:bodyPr/>
        <a:lstStyle/>
        <a:p>
          <a:r>
            <a:rPr lang="en-US"/>
            <a:t>1</a:t>
          </a:r>
          <a:endParaRPr lang="en-US" dirty="0"/>
        </a:p>
      </dgm:t>
    </dgm:pt>
    <dgm:pt modelId="{A1B0ECF0-5F43-4D1E-878C-249FE85FB4AA}" type="parTrans" cxnId="{634220CC-C1A3-4130-9CDA-79A4C2EAB5EE}">
      <dgm:prSet/>
      <dgm:spPr/>
      <dgm:t>
        <a:bodyPr/>
        <a:lstStyle/>
        <a:p>
          <a:endParaRPr lang="en-US"/>
        </a:p>
      </dgm:t>
    </dgm:pt>
    <dgm:pt modelId="{5C381204-F68B-44FA-8E23-1DF68A9B568C}" type="sibTrans" cxnId="{634220CC-C1A3-4130-9CDA-79A4C2EAB5EE}">
      <dgm:prSet/>
      <dgm:spPr/>
      <dgm:t>
        <a:bodyPr/>
        <a:lstStyle/>
        <a:p>
          <a:endParaRPr lang="en-US"/>
        </a:p>
      </dgm:t>
    </dgm:pt>
    <dgm:pt modelId="{BFD8E156-E1C5-4589-9E13-B9DB51EC79BF}">
      <dgm:prSet phldrT="[Text]" custT="1"/>
      <dgm:spPr>
        <a:solidFill>
          <a:schemeClr val="accent5">
            <a:lumMod val="10000"/>
            <a:lumOff val="90000"/>
            <a:alpha val="90000"/>
          </a:schemeClr>
        </a:solidFill>
      </dgm:spPr>
      <dgm:t>
        <a:bodyPr/>
        <a:lstStyle/>
        <a:p>
          <a:r>
            <a:rPr lang="en-US" sz="2000" dirty="0">
              <a:solidFill>
                <a:srgbClr val="000000"/>
              </a:solidFill>
            </a:rPr>
            <a:t>Type </a:t>
          </a:r>
          <a:r>
            <a:rPr lang="en-US" sz="2000" b="1" i="1" dirty="0" err="1">
              <a:solidFill>
                <a:srgbClr val="000000"/>
              </a:solidFill>
            </a:rPr>
            <a:t>git</a:t>
          </a:r>
          <a:r>
            <a:rPr lang="en-US" sz="2000" b="1" i="1" dirty="0">
              <a:solidFill>
                <a:srgbClr val="000000"/>
              </a:solidFill>
            </a:rPr>
            <a:t> commit -m(“My first commit”) </a:t>
          </a:r>
        </a:p>
      </dgm:t>
    </dgm:pt>
    <dgm:pt modelId="{DFE89DF9-3904-4EA5-A1BA-3AB7DD865885}" type="sibTrans" cxnId="{C4C5F468-DA41-47CE-B089-C07ADE9D28E5}">
      <dgm:prSet/>
      <dgm:spPr/>
      <dgm:t>
        <a:bodyPr/>
        <a:lstStyle/>
        <a:p>
          <a:endParaRPr lang="en-US"/>
        </a:p>
      </dgm:t>
    </dgm:pt>
    <dgm:pt modelId="{419833AD-EB14-4C69-B9A0-A386D69498DC}" type="parTrans" cxnId="{C4C5F468-DA41-47CE-B089-C07ADE9D28E5}">
      <dgm:prSet/>
      <dgm:spPr/>
      <dgm:t>
        <a:bodyPr/>
        <a:lstStyle/>
        <a:p>
          <a:endParaRPr lang="en-US"/>
        </a:p>
      </dgm:t>
    </dgm:pt>
    <dgm:pt modelId="{48BB4DA5-611C-43E7-AC3C-73C3ABC581C9}">
      <dgm:prSet phldrT="[Text]"/>
      <dgm:spPr/>
      <dgm:t>
        <a:bodyPr/>
        <a:lstStyle/>
        <a:p>
          <a:r>
            <a:rPr lang="en-US" dirty="0"/>
            <a:t>2</a:t>
          </a:r>
        </a:p>
      </dgm:t>
    </dgm:pt>
    <dgm:pt modelId="{C312F5AE-B93B-485A-B7E1-BD850D220489}" type="sibTrans" cxnId="{B1DAB1F1-979C-4D1D-A660-EDD91260D63F}">
      <dgm:prSet/>
      <dgm:spPr/>
      <dgm:t>
        <a:bodyPr/>
        <a:lstStyle/>
        <a:p>
          <a:endParaRPr lang="en-US"/>
        </a:p>
      </dgm:t>
    </dgm:pt>
    <dgm:pt modelId="{1AA2AB58-EA30-45E1-89C8-0926A6C5A0B3}" type="parTrans" cxnId="{B1DAB1F1-979C-4D1D-A660-EDD91260D63F}">
      <dgm:prSet/>
      <dgm:spPr/>
      <dgm:t>
        <a:bodyPr/>
        <a:lstStyle/>
        <a:p>
          <a:endParaRPr lang="en-US"/>
        </a:p>
      </dgm:t>
    </dgm:pt>
    <dgm:pt modelId="{D3B31038-BB08-490E-8D98-9B5E56C9442C}">
      <dgm:prSet custT="1"/>
      <dgm:spPr>
        <a:solidFill>
          <a:schemeClr val="accent5">
            <a:lumMod val="10000"/>
            <a:lumOff val="90000"/>
            <a:alpha val="90000"/>
          </a:schemeClr>
        </a:solidFill>
      </dgm:spPr>
      <dgm:t>
        <a:bodyPr/>
        <a:lstStyle/>
        <a:p>
          <a:r>
            <a:rPr lang="en-US" sz="2000" b="0" i="0" dirty="0">
              <a:solidFill>
                <a:srgbClr val="000000"/>
              </a:solidFill>
            </a:rPr>
            <a:t>Click Enter</a:t>
          </a:r>
        </a:p>
      </dgm:t>
    </dgm:pt>
    <dgm:pt modelId="{AC13B49B-E7CD-4DE5-AD4C-E80D8D909FDF}" type="sibTrans" cxnId="{40444420-E09B-4CAC-A55F-51DD99CAF2C5}">
      <dgm:prSet/>
      <dgm:spPr/>
      <dgm:t>
        <a:bodyPr/>
        <a:lstStyle/>
        <a:p>
          <a:endParaRPr lang="en-US"/>
        </a:p>
      </dgm:t>
    </dgm:pt>
    <dgm:pt modelId="{1122D8F4-F95D-49B1-8869-57F3B23FC9E9}" type="parTrans" cxnId="{40444420-E09B-4CAC-A55F-51DD99CAF2C5}">
      <dgm:prSet/>
      <dgm:spPr/>
      <dgm:t>
        <a:bodyPr/>
        <a:lstStyle/>
        <a:p>
          <a:endParaRPr lang="en-US"/>
        </a:p>
      </dgm:t>
    </dgm:pt>
    <dgm:pt modelId="{BBB04D47-0621-4855-8C01-4B196772F4A4}" type="pres">
      <dgm:prSet presAssocID="{6F57050E-D6A0-440B-879D-8DA7490EB0D1}" presName="Name0" presStyleCnt="0">
        <dgm:presLayoutVars>
          <dgm:dir/>
          <dgm:animLvl val="lvl"/>
          <dgm:resizeHandles/>
        </dgm:presLayoutVars>
      </dgm:prSet>
      <dgm:spPr/>
    </dgm:pt>
    <dgm:pt modelId="{38D27116-96FD-4945-81C7-B99F5A415F0E}" type="pres">
      <dgm:prSet presAssocID="{40D3F44B-62E7-4DCF-8546-50611D94C791}" presName="linNode" presStyleCnt="0"/>
      <dgm:spPr/>
    </dgm:pt>
    <dgm:pt modelId="{BFABE958-61C3-4C56-A5B0-C8686A6A25A6}" type="pres">
      <dgm:prSet presAssocID="{40D3F44B-62E7-4DCF-8546-50611D94C791}" presName="parentShp" presStyleLbl="node1" presStyleIdx="0" presStyleCnt="2" custScaleX="35838" custLinFactNeighborX="-4817">
        <dgm:presLayoutVars>
          <dgm:bulletEnabled val="1"/>
        </dgm:presLayoutVars>
      </dgm:prSet>
      <dgm:spPr/>
    </dgm:pt>
    <dgm:pt modelId="{89541A84-881C-4AD8-A124-F99B1F4B68EC}" type="pres">
      <dgm:prSet presAssocID="{40D3F44B-62E7-4DCF-8546-50611D94C791}" presName="childShp" presStyleLbl="bgAccFollowNode1" presStyleIdx="0" presStyleCnt="2" custScaleX="127623">
        <dgm:presLayoutVars>
          <dgm:bulletEnabled val="1"/>
        </dgm:presLayoutVars>
      </dgm:prSet>
      <dgm:spPr/>
    </dgm:pt>
    <dgm:pt modelId="{3D52B482-FC30-41F4-995C-A1FC9CD11AC1}" type="pres">
      <dgm:prSet presAssocID="{5C381204-F68B-44FA-8E23-1DF68A9B568C}" presName="spacing" presStyleCnt="0"/>
      <dgm:spPr/>
    </dgm:pt>
    <dgm:pt modelId="{0C3BB7DB-214E-4F50-9282-FB7E2E21E162}" type="pres">
      <dgm:prSet presAssocID="{48BB4DA5-611C-43E7-AC3C-73C3ABC581C9}" presName="linNode" presStyleCnt="0"/>
      <dgm:spPr/>
    </dgm:pt>
    <dgm:pt modelId="{7AEB5D90-FD6F-446E-A7C9-040EAA1FF93E}" type="pres">
      <dgm:prSet presAssocID="{48BB4DA5-611C-43E7-AC3C-73C3ABC581C9}" presName="parentShp" presStyleLbl="node1" presStyleIdx="1" presStyleCnt="2" custScaleX="35838" custLinFactNeighborX="-4817">
        <dgm:presLayoutVars>
          <dgm:bulletEnabled val="1"/>
        </dgm:presLayoutVars>
      </dgm:prSet>
      <dgm:spPr/>
    </dgm:pt>
    <dgm:pt modelId="{9F1641B2-9520-4A4C-99DA-6988F9591897}" type="pres">
      <dgm:prSet presAssocID="{48BB4DA5-611C-43E7-AC3C-73C3ABC581C9}" presName="childShp" presStyleLbl="bgAccFollowNode1" presStyleIdx="1" presStyleCnt="2" custScaleX="127623">
        <dgm:presLayoutVars>
          <dgm:bulletEnabled val="1"/>
        </dgm:presLayoutVars>
      </dgm:prSet>
      <dgm:spPr/>
    </dgm:pt>
  </dgm:ptLst>
  <dgm:cxnLst>
    <dgm:cxn modelId="{37D25C0C-9E76-4BDE-82F8-66BC10ED86BA}" type="presOf" srcId="{6F57050E-D6A0-440B-879D-8DA7490EB0D1}" destId="{BBB04D47-0621-4855-8C01-4B196772F4A4}" srcOrd="0" destOrd="0" presId="urn:microsoft.com/office/officeart/2005/8/layout/vList6"/>
    <dgm:cxn modelId="{40444420-E09B-4CAC-A55F-51DD99CAF2C5}" srcId="{48BB4DA5-611C-43E7-AC3C-73C3ABC581C9}" destId="{D3B31038-BB08-490E-8D98-9B5E56C9442C}" srcOrd="0" destOrd="0" parTransId="{1122D8F4-F95D-49B1-8869-57F3B23FC9E9}" sibTransId="{AC13B49B-E7CD-4DE5-AD4C-E80D8D909FDF}"/>
    <dgm:cxn modelId="{5AA1CD26-6494-4FFD-ADB2-53DE2C10DD8B}" type="presOf" srcId="{BFD8E156-E1C5-4589-9E13-B9DB51EC79BF}" destId="{89541A84-881C-4AD8-A124-F99B1F4B68EC}" srcOrd="0" destOrd="0" presId="urn:microsoft.com/office/officeart/2005/8/layout/vList6"/>
    <dgm:cxn modelId="{C4C5F468-DA41-47CE-B089-C07ADE9D28E5}" srcId="{40D3F44B-62E7-4DCF-8546-50611D94C791}" destId="{BFD8E156-E1C5-4589-9E13-B9DB51EC79BF}" srcOrd="0" destOrd="0" parTransId="{419833AD-EB14-4C69-B9A0-A386D69498DC}" sibTransId="{DFE89DF9-3904-4EA5-A1BA-3AB7DD865885}"/>
    <dgm:cxn modelId="{7767FF7E-9AB5-43FC-95EB-A724823BBBA8}" type="presOf" srcId="{D3B31038-BB08-490E-8D98-9B5E56C9442C}" destId="{9F1641B2-9520-4A4C-99DA-6988F9591897}" srcOrd="0" destOrd="0" presId="urn:microsoft.com/office/officeart/2005/8/layout/vList6"/>
    <dgm:cxn modelId="{634220CC-C1A3-4130-9CDA-79A4C2EAB5EE}" srcId="{6F57050E-D6A0-440B-879D-8DA7490EB0D1}" destId="{40D3F44B-62E7-4DCF-8546-50611D94C791}" srcOrd="0" destOrd="0" parTransId="{A1B0ECF0-5F43-4D1E-878C-249FE85FB4AA}" sibTransId="{5C381204-F68B-44FA-8E23-1DF68A9B568C}"/>
    <dgm:cxn modelId="{E49BBFE6-1F06-40E4-8819-B9C71E719A2A}" type="presOf" srcId="{48BB4DA5-611C-43E7-AC3C-73C3ABC581C9}" destId="{7AEB5D90-FD6F-446E-A7C9-040EAA1FF93E}" srcOrd="0" destOrd="0" presId="urn:microsoft.com/office/officeart/2005/8/layout/vList6"/>
    <dgm:cxn modelId="{B1DAB1F1-979C-4D1D-A660-EDD91260D63F}" srcId="{6F57050E-D6A0-440B-879D-8DA7490EB0D1}" destId="{48BB4DA5-611C-43E7-AC3C-73C3ABC581C9}" srcOrd="1" destOrd="0" parTransId="{1AA2AB58-EA30-45E1-89C8-0926A6C5A0B3}" sibTransId="{C312F5AE-B93B-485A-B7E1-BD850D220489}"/>
    <dgm:cxn modelId="{5FF481F2-3255-475B-A53E-6D0FC4F8AC42}" type="presOf" srcId="{40D3F44B-62E7-4DCF-8546-50611D94C791}" destId="{BFABE958-61C3-4C56-A5B0-C8686A6A25A6}" srcOrd="0" destOrd="0" presId="urn:microsoft.com/office/officeart/2005/8/layout/vList6"/>
    <dgm:cxn modelId="{BDF377E8-07A0-4AA9-9019-3B06FB77DCF4}" type="presParOf" srcId="{BBB04D47-0621-4855-8C01-4B196772F4A4}" destId="{38D27116-96FD-4945-81C7-B99F5A415F0E}" srcOrd="0" destOrd="0" presId="urn:microsoft.com/office/officeart/2005/8/layout/vList6"/>
    <dgm:cxn modelId="{4FCD7683-A3E6-4B11-80CD-16DE97E5A25F}" type="presParOf" srcId="{38D27116-96FD-4945-81C7-B99F5A415F0E}" destId="{BFABE958-61C3-4C56-A5B0-C8686A6A25A6}" srcOrd="0" destOrd="0" presId="urn:microsoft.com/office/officeart/2005/8/layout/vList6"/>
    <dgm:cxn modelId="{A2A6603B-B281-4300-97A0-856811CEBB1D}" type="presParOf" srcId="{38D27116-96FD-4945-81C7-B99F5A415F0E}" destId="{89541A84-881C-4AD8-A124-F99B1F4B68EC}" srcOrd="1" destOrd="0" presId="urn:microsoft.com/office/officeart/2005/8/layout/vList6"/>
    <dgm:cxn modelId="{0055C1D5-4666-49FC-BBA1-14692B8A7BD8}" type="presParOf" srcId="{BBB04D47-0621-4855-8C01-4B196772F4A4}" destId="{3D52B482-FC30-41F4-995C-A1FC9CD11AC1}" srcOrd="1" destOrd="0" presId="urn:microsoft.com/office/officeart/2005/8/layout/vList6"/>
    <dgm:cxn modelId="{BC1BF992-127E-43A6-A7ED-6780772B764E}" type="presParOf" srcId="{BBB04D47-0621-4855-8C01-4B196772F4A4}" destId="{0C3BB7DB-214E-4F50-9282-FB7E2E21E162}" srcOrd="2" destOrd="0" presId="urn:microsoft.com/office/officeart/2005/8/layout/vList6"/>
    <dgm:cxn modelId="{51CDBDC5-E418-49DF-96F5-A3A0C603DDF7}" type="presParOf" srcId="{0C3BB7DB-214E-4F50-9282-FB7E2E21E162}" destId="{7AEB5D90-FD6F-446E-A7C9-040EAA1FF93E}" srcOrd="0" destOrd="0" presId="urn:microsoft.com/office/officeart/2005/8/layout/vList6"/>
    <dgm:cxn modelId="{B65B037B-CE1B-427B-BA20-8C386AB55EC1}" type="presParOf" srcId="{0C3BB7DB-214E-4F50-9282-FB7E2E21E162}" destId="{9F1641B2-9520-4A4C-99DA-6988F9591897}" srcOrd="1" destOrd="0" presId="urn:microsoft.com/office/officeart/2005/8/layout/v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6F57050E-D6A0-440B-879D-8DA7490EB0D1}"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40D3F44B-62E7-4DCF-8546-50611D94C791}">
      <dgm:prSet phldrT="[Text]"/>
      <dgm:spPr/>
      <dgm:t>
        <a:bodyPr/>
        <a:lstStyle/>
        <a:p>
          <a:r>
            <a:rPr lang="en-US"/>
            <a:t>1</a:t>
          </a:r>
          <a:endParaRPr lang="en-US" dirty="0"/>
        </a:p>
      </dgm:t>
    </dgm:pt>
    <dgm:pt modelId="{A1B0ECF0-5F43-4D1E-878C-249FE85FB4AA}" type="parTrans" cxnId="{634220CC-C1A3-4130-9CDA-79A4C2EAB5EE}">
      <dgm:prSet/>
      <dgm:spPr/>
      <dgm:t>
        <a:bodyPr/>
        <a:lstStyle/>
        <a:p>
          <a:endParaRPr lang="en-US"/>
        </a:p>
      </dgm:t>
    </dgm:pt>
    <dgm:pt modelId="{5C381204-F68B-44FA-8E23-1DF68A9B568C}" type="sibTrans" cxnId="{634220CC-C1A3-4130-9CDA-79A4C2EAB5EE}">
      <dgm:prSet/>
      <dgm:spPr/>
      <dgm:t>
        <a:bodyPr/>
        <a:lstStyle/>
        <a:p>
          <a:endParaRPr lang="en-US"/>
        </a:p>
      </dgm:t>
    </dgm:pt>
    <dgm:pt modelId="{BFD8E156-E1C5-4589-9E13-B9DB51EC79BF}">
      <dgm:prSet phldrT="[Text]" custT="1"/>
      <dgm:spPr>
        <a:solidFill>
          <a:schemeClr val="accent5">
            <a:lumMod val="10000"/>
            <a:lumOff val="90000"/>
            <a:alpha val="90000"/>
          </a:schemeClr>
        </a:solidFill>
      </dgm:spPr>
      <dgm:t>
        <a:bodyPr/>
        <a:lstStyle/>
        <a:p>
          <a:r>
            <a:rPr lang="en-US" sz="2000" dirty="0">
              <a:solidFill>
                <a:srgbClr val="000000"/>
              </a:solidFill>
            </a:rPr>
            <a:t>Type </a:t>
          </a:r>
          <a:r>
            <a:rPr lang="en-US" sz="2000" b="1" i="1" dirty="0" err="1">
              <a:solidFill>
                <a:srgbClr val="000000"/>
              </a:solidFill>
            </a:rPr>
            <a:t>git</a:t>
          </a:r>
          <a:r>
            <a:rPr lang="en-US" sz="2000" b="1" i="1" dirty="0">
              <a:solidFill>
                <a:srgbClr val="000000"/>
              </a:solidFill>
            </a:rPr>
            <a:t> push </a:t>
          </a:r>
        </a:p>
      </dgm:t>
    </dgm:pt>
    <dgm:pt modelId="{DFE89DF9-3904-4EA5-A1BA-3AB7DD865885}" type="sibTrans" cxnId="{C4C5F468-DA41-47CE-B089-C07ADE9D28E5}">
      <dgm:prSet/>
      <dgm:spPr/>
      <dgm:t>
        <a:bodyPr/>
        <a:lstStyle/>
        <a:p>
          <a:endParaRPr lang="en-US"/>
        </a:p>
      </dgm:t>
    </dgm:pt>
    <dgm:pt modelId="{419833AD-EB14-4C69-B9A0-A386D69498DC}" type="parTrans" cxnId="{C4C5F468-DA41-47CE-B089-C07ADE9D28E5}">
      <dgm:prSet/>
      <dgm:spPr/>
      <dgm:t>
        <a:bodyPr/>
        <a:lstStyle/>
        <a:p>
          <a:endParaRPr lang="en-US"/>
        </a:p>
      </dgm:t>
    </dgm:pt>
    <dgm:pt modelId="{48BB4DA5-611C-43E7-AC3C-73C3ABC581C9}">
      <dgm:prSet phldrT="[Text]"/>
      <dgm:spPr/>
      <dgm:t>
        <a:bodyPr/>
        <a:lstStyle/>
        <a:p>
          <a:r>
            <a:rPr lang="en-US" dirty="0"/>
            <a:t>2</a:t>
          </a:r>
        </a:p>
      </dgm:t>
    </dgm:pt>
    <dgm:pt modelId="{C312F5AE-B93B-485A-B7E1-BD850D220489}" type="sibTrans" cxnId="{B1DAB1F1-979C-4D1D-A660-EDD91260D63F}">
      <dgm:prSet/>
      <dgm:spPr/>
      <dgm:t>
        <a:bodyPr/>
        <a:lstStyle/>
        <a:p>
          <a:endParaRPr lang="en-US"/>
        </a:p>
      </dgm:t>
    </dgm:pt>
    <dgm:pt modelId="{1AA2AB58-EA30-45E1-89C8-0926A6C5A0B3}" type="parTrans" cxnId="{B1DAB1F1-979C-4D1D-A660-EDD91260D63F}">
      <dgm:prSet/>
      <dgm:spPr/>
      <dgm:t>
        <a:bodyPr/>
        <a:lstStyle/>
        <a:p>
          <a:endParaRPr lang="en-US"/>
        </a:p>
      </dgm:t>
    </dgm:pt>
    <dgm:pt modelId="{D3B31038-BB08-490E-8D98-9B5E56C9442C}">
      <dgm:prSet custT="1"/>
      <dgm:spPr>
        <a:solidFill>
          <a:schemeClr val="accent5">
            <a:lumMod val="10000"/>
            <a:lumOff val="90000"/>
            <a:alpha val="90000"/>
          </a:schemeClr>
        </a:solidFill>
      </dgm:spPr>
      <dgm:t>
        <a:bodyPr/>
        <a:lstStyle/>
        <a:p>
          <a:r>
            <a:rPr lang="en-US" sz="2000" b="0" i="0" dirty="0">
              <a:solidFill>
                <a:srgbClr val="000000"/>
              </a:solidFill>
            </a:rPr>
            <a:t>Click Enter</a:t>
          </a:r>
        </a:p>
      </dgm:t>
    </dgm:pt>
    <dgm:pt modelId="{AC13B49B-E7CD-4DE5-AD4C-E80D8D909FDF}" type="sibTrans" cxnId="{40444420-E09B-4CAC-A55F-51DD99CAF2C5}">
      <dgm:prSet/>
      <dgm:spPr/>
      <dgm:t>
        <a:bodyPr/>
        <a:lstStyle/>
        <a:p>
          <a:endParaRPr lang="en-US"/>
        </a:p>
      </dgm:t>
    </dgm:pt>
    <dgm:pt modelId="{1122D8F4-F95D-49B1-8869-57F3B23FC9E9}" type="parTrans" cxnId="{40444420-E09B-4CAC-A55F-51DD99CAF2C5}">
      <dgm:prSet/>
      <dgm:spPr/>
      <dgm:t>
        <a:bodyPr/>
        <a:lstStyle/>
        <a:p>
          <a:endParaRPr lang="en-US"/>
        </a:p>
      </dgm:t>
    </dgm:pt>
    <dgm:pt modelId="{BBB04D47-0621-4855-8C01-4B196772F4A4}" type="pres">
      <dgm:prSet presAssocID="{6F57050E-D6A0-440B-879D-8DA7490EB0D1}" presName="Name0" presStyleCnt="0">
        <dgm:presLayoutVars>
          <dgm:dir/>
          <dgm:animLvl val="lvl"/>
          <dgm:resizeHandles/>
        </dgm:presLayoutVars>
      </dgm:prSet>
      <dgm:spPr/>
    </dgm:pt>
    <dgm:pt modelId="{38D27116-96FD-4945-81C7-B99F5A415F0E}" type="pres">
      <dgm:prSet presAssocID="{40D3F44B-62E7-4DCF-8546-50611D94C791}" presName="linNode" presStyleCnt="0"/>
      <dgm:spPr/>
    </dgm:pt>
    <dgm:pt modelId="{BFABE958-61C3-4C56-A5B0-C8686A6A25A6}" type="pres">
      <dgm:prSet presAssocID="{40D3F44B-62E7-4DCF-8546-50611D94C791}" presName="parentShp" presStyleLbl="node1" presStyleIdx="0" presStyleCnt="2" custScaleX="35838" custLinFactNeighborX="-4817">
        <dgm:presLayoutVars>
          <dgm:bulletEnabled val="1"/>
        </dgm:presLayoutVars>
      </dgm:prSet>
      <dgm:spPr/>
    </dgm:pt>
    <dgm:pt modelId="{89541A84-881C-4AD8-A124-F99B1F4B68EC}" type="pres">
      <dgm:prSet presAssocID="{40D3F44B-62E7-4DCF-8546-50611D94C791}" presName="childShp" presStyleLbl="bgAccFollowNode1" presStyleIdx="0" presStyleCnt="2" custScaleX="127623">
        <dgm:presLayoutVars>
          <dgm:bulletEnabled val="1"/>
        </dgm:presLayoutVars>
      </dgm:prSet>
      <dgm:spPr/>
    </dgm:pt>
    <dgm:pt modelId="{3D52B482-FC30-41F4-995C-A1FC9CD11AC1}" type="pres">
      <dgm:prSet presAssocID="{5C381204-F68B-44FA-8E23-1DF68A9B568C}" presName="spacing" presStyleCnt="0"/>
      <dgm:spPr/>
    </dgm:pt>
    <dgm:pt modelId="{0C3BB7DB-214E-4F50-9282-FB7E2E21E162}" type="pres">
      <dgm:prSet presAssocID="{48BB4DA5-611C-43E7-AC3C-73C3ABC581C9}" presName="linNode" presStyleCnt="0"/>
      <dgm:spPr/>
    </dgm:pt>
    <dgm:pt modelId="{7AEB5D90-FD6F-446E-A7C9-040EAA1FF93E}" type="pres">
      <dgm:prSet presAssocID="{48BB4DA5-611C-43E7-AC3C-73C3ABC581C9}" presName="parentShp" presStyleLbl="node1" presStyleIdx="1" presStyleCnt="2" custScaleX="35838" custLinFactNeighborX="-4817">
        <dgm:presLayoutVars>
          <dgm:bulletEnabled val="1"/>
        </dgm:presLayoutVars>
      </dgm:prSet>
      <dgm:spPr/>
    </dgm:pt>
    <dgm:pt modelId="{9F1641B2-9520-4A4C-99DA-6988F9591897}" type="pres">
      <dgm:prSet presAssocID="{48BB4DA5-611C-43E7-AC3C-73C3ABC581C9}" presName="childShp" presStyleLbl="bgAccFollowNode1" presStyleIdx="1" presStyleCnt="2" custScaleX="127623">
        <dgm:presLayoutVars>
          <dgm:bulletEnabled val="1"/>
        </dgm:presLayoutVars>
      </dgm:prSet>
      <dgm:spPr/>
    </dgm:pt>
  </dgm:ptLst>
  <dgm:cxnLst>
    <dgm:cxn modelId="{37D25C0C-9E76-4BDE-82F8-66BC10ED86BA}" type="presOf" srcId="{6F57050E-D6A0-440B-879D-8DA7490EB0D1}" destId="{BBB04D47-0621-4855-8C01-4B196772F4A4}" srcOrd="0" destOrd="0" presId="urn:microsoft.com/office/officeart/2005/8/layout/vList6"/>
    <dgm:cxn modelId="{40444420-E09B-4CAC-A55F-51DD99CAF2C5}" srcId="{48BB4DA5-611C-43E7-AC3C-73C3ABC581C9}" destId="{D3B31038-BB08-490E-8D98-9B5E56C9442C}" srcOrd="0" destOrd="0" parTransId="{1122D8F4-F95D-49B1-8869-57F3B23FC9E9}" sibTransId="{AC13B49B-E7CD-4DE5-AD4C-E80D8D909FDF}"/>
    <dgm:cxn modelId="{5AA1CD26-6494-4FFD-ADB2-53DE2C10DD8B}" type="presOf" srcId="{BFD8E156-E1C5-4589-9E13-B9DB51EC79BF}" destId="{89541A84-881C-4AD8-A124-F99B1F4B68EC}" srcOrd="0" destOrd="0" presId="urn:microsoft.com/office/officeart/2005/8/layout/vList6"/>
    <dgm:cxn modelId="{C4C5F468-DA41-47CE-B089-C07ADE9D28E5}" srcId="{40D3F44B-62E7-4DCF-8546-50611D94C791}" destId="{BFD8E156-E1C5-4589-9E13-B9DB51EC79BF}" srcOrd="0" destOrd="0" parTransId="{419833AD-EB14-4C69-B9A0-A386D69498DC}" sibTransId="{DFE89DF9-3904-4EA5-A1BA-3AB7DD865885}"/>
    <dgm:cxn modelId="{7767FF7E-9AB5-43FC-95EB-A724823BBBA8}" type="presOf" srcId="{D3B31038-BB08-490E-8D98-9B5E56C9442C}" destId="{9F1641B2-9520-4A4C-99DA-6988F9591897}" srcOrd="0" destOrd="0" presId="urn:microsoft.com/office/officeart/2005/8/layout/vList6"/>
    <dgm:cxn modelId="{634220CC-C1A3-4130-9CDA-79A4C2EAB5EE}" srcId="{6F57050E-D6A0-440B-879D-8DA7490EB0D1}" destId="{40D3F44B-62E7-4DCF-8546-50611D94C791}" srcOrd="0" destOrd="0" parTransId="{A1B0ECF0-5F43-4D1E-878C-249FE85FB4AA}" sibTransId="{5C381204-F68B-44FA-8E23-1DF68A9B568C}"/>
    <dgm:cxn modelId="{E49BBFE6-1F06-40E4-8819-B9C71E719A2A}" type="presOf" srcId="{48BB4DA5-611C-43E7-AC3C-73C3ABC581C9}" destId="{7AEB5D90-FD6F-446E-A7C9-040EAA1FF93E}" srcOrd="0" destOrd="0" presId="urn:microsoft.com/office/officeart/2005/8/layout/vList6"/>
    <dgm:cxn modelId="{B1DAB1F1-979C-4D1D-A660-EDD91260D63F}" srcId="{6F57050E-D6A0-440B-879D-8DA7490EB0D1}" destId="{48BB4DA5-611C-43E7-AC3C-73C3ABC581C9}" srcOrd="1" destOrd="0" parTransId="{1AA2AB58-EA30-45E1-89C8-0926A6C5A0B3}" sibTransId="{C312F5AE-B93B-485A-B7E1-BD850D220489}"/>
    <dgm:cxn modelId="{5FF481F2-3255-475B-A53E-6D0FC4F8AC42}" type="presOf" srcId="{40D3F44B-62E7-4DCF-8546-50611D94C791}" destId="{BFABE958-61C3-4C56-A5B0-C8686A6A25A6}" srcOrd="0" destOrd="0" presId="urn:microsoft.com/office/officeart/2005/8/layout/vList6"/>
    <dgm:cxn modelId="{BDF377E8-07A0-4AA9-9019-3B06FB77DCF4}" type="presParOf" srcId="{BBB04D47-0621-4855-8C01-4B196772F4A4}" destId="{38D27116-96FD-4945-81C7-B99F5A415F0E}" srcOrd="0" destOrd="0" presId="urn:microsoft.com/office/officeart/2005/8/layout/vList6"/>
    <dgm:cxn modelId="{4FCD7683-A3E6-4B11-80CD-16DE97E5A25F}" type="presParOf" srcId="{38D27116-96FD-4945-81C7-B99F5A415F0E}" destId="{BFABE958-61C3-4C56-A5B0-C8686A6A25A6}" srcOrd="0" destOrd="0" presId="urn:microsoft.com/office/officeart/2005/8/layout/vList6"/>
    <dgm:cxn modelId="{A2A6603B-B281-4300-97A0-856811CEBB1D}" type="presParOf" srcId="{38D27116-96FD-4945-81C7-B99F5A415F0E}" destId="{89541A84-881C-4AD8-A124-F99B1F4B68EC}" srcOrd="1" destOrd="0" presId="urn:microsoft.com/office/officeart/2005/8/layout/vList6"/>
    <dgm:cxn modelId="{0055C1D5-4666-49FC-BBA1-14692B8A7BD8}" type="presParOf" srcId="{BBB04D47-0621-4855-8C01-4B196772F4A4}" destId="{3D52B482-FC30-41F4-995C-A1FC9CD11AC1}" srcOrd="1" destOrd="0" presId="urn:microsoft.com/office/officeart/2005/8/layout/vList6"/>
    <dgm:cxn modelId="{BC1BF992-127E-43A6-A7ED-6780772B764E}" type="presParOf" srcId="{BBB04D47-0621-4855-8C01-4B196772F4A4}" destId="{0C3BB7DB-214E-4F50-9282-FB7E2E21E162}" srcOrd="2" destOrd="0" presId="urn:microsoft.com/office/officeart/2005/8/layout/vList6"/>
    <dgm:cxn modelId="{51CDBDC5-E418-49DF-96F5-A3A0C603DDF7}" type="presParOf" srcId="{0C3BB7DB-214E-4F50-9282-FB7E2E21E162}" destId="{7AEB5D90-FD6F-446E-A7C9-040EAA1FF93E}" srcOrd="0" destOrd="0" presId="urn:microsoft.com/office/officeart/2005/8/layout/vList6"/>
    <dgm:cxn modelId="{B65B037B-CE1B-427B-BA20-8C386AB55EC1}" type="presParOf" srcId="{0C3BB7DB-214E-4F50-9282-FB7E2E21E162}" destId="{9F1641B2-9520-4A4C-99DA-6988F9591897}" srcOrd="1" destOrd="0" presId="urn:microsoft.com/office/officeart/2005/8/layout/v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6F57050E-D6A0-440B-879D-8DA7490EB0D1}"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40D3F44B-62E7-4DCF-8546-50611D94C791}">
      <dgm:prSet phldrT="[Text]"/>
      <dgm:spPr/>
      <dgm:t>
        <a:bodyPr/>
        <a:lstStyle/>
        <a:p>
          <a:r>
            <a:rPr lang="en-US"/>
            <a:t>1</a:t>
          </a:r>
          <a:endParaRPr lang="en-US" dirty="0"/>
        </a:p>
      </dgm:t>
    </dgm:pt>
    <dgm:pt modelId="{A1B0ECF0-5F43-4D1E-878C-249FE85FB4AA}" type="parTrans" cxnId="{634220CC-C1A3-4130-9CDA-79A4C2EAB5EE}">
      <dgm:prSet/>
      <dgm:spPr/>
      <dgm:t>
        <a:bodyPr/>
        <a:lstStyle/>
        <a:p>
          <a:endParaRPr lang="en-US"/>
        </a:p>
      </dgm:t>
    </dgm:pt>
    <dgm:pt modelId="{5C381204-F68B-44FA-8E23-1DF68A9B568C}" type="sibTrans" cxnId="{634220CC-C1A3-4130-9CDA-79A4C2EAB5EE}">
      <dgm:prSet/>
      <dgm:spPr/>
      <dgm:t>
        <a:bodyPr/>
        <a:lstStyle/>
        <a:p>
          <a:endParaRPr lang="en-US"/>
        </a:p>
      </dgm:t>
    </dgm:pt>
    <dgm:pt modelId="{BFD8E156-E1C5-4589-9E13-B9DB51EC79BF}">
      <dgm:prSet phldrT="[Text]" custT="1"/>
      <dgm:spPr>
        <a:solidFill>
          <a:srgbClr val="FF0000">
            <a:alpha val="90000"/>
          </a:srgbClr>
        </a:solidFill>
      </dgm:spPr>
      <dgm:t>
        <a:bodyPr/>
        <a:lstStyle/>
        <a:p>
          <a:r>
            <a:rPr lang="en-US" sz="2000" b="0" i="0" dirty="0">
              <a:solidFill>
                <a:schemeClr val="bg1"/>
              </a:solidFill>
            </a:rPr>
            <a:t>Refresh your GitHub browser account</a:t>
          </a:r>
        </a:p>
      </dgm:t>
    </dgm:pt>
    <dgm:pt modelId="{DFE89DF9-3904-4EA5-A1BA-3AB7DD865885}" type="sibTrans" cxnId="{C4C5F468-DA41-47CE-B089-C07ADE9D28E5}">
      <dgm:prSet/>
      <dgm:spPr/>
      <dgm:t>
        <a:bodyPr/>
        <a:lstStyle/>
        <a:p>
          <a:endParaRPr lang="en-US"/>
        </a:p>
      </dgm:t>
    </dgm:pt>
    <dgm:pt modelId="{419833AD-EB14-4C69-B9A0-A386D69498DC}" type="parTrans" cxnId="{C4C5F468-DA41-47CE-B089-C07ADE9D28E5}">
      <dgm:prSet/>
      <dgm:spPr/>
      <dgm:t>
        <a:bodyPr/>
        <a:lstStyle/>
        <a:p>
          <a:endParaRPr lang="en-US"/>
        </a:p>
      </dgm:t>
    </dgm:pt>
    <dgm:pt modelId="{BBB04D47-0621-4855-8C01-4B196772F4A4}" type="pres">
      <dgm:prSet presAssocID="{6F57050E-D6A0-440B-879D-8DA7490EB0D1}" presName="Name0" presStyleCnt="0">
        <dgm:presLayoutVars>
          <dgm:dir/>
          <dgm:animLvl val="lvl"/>
          <dgm:resizeHandles/>
        </dgm:presLayoutVars>
      </dgm:prSet>
      <dgm:spPr/>
    </dgm:pt>
    <dgm:pt modelId="{38D27116-96FD-4945-81C7-B99F5A415F0E}" type="pres">
      <dgm:prSet presAssocID="{40D3F44B-62E7-4DCF-8546-50611D94C791}" presName="linNode" presStyleCnt="0"/>
      <dgm:spPr/>
    </dgm:pt>
    <dgm:pt modelId="{BFABE958-61C3-4C56-A5B0-C8686A6A25A6}" type="pres">
      <dgm:prSet presAssocID="{40D3F44B-62E7-4DCF-8546-50611D94C791}" presName="parentShp" presStyleLbl="node1" presStyleIdx="0" presStyleCnt="1" custScaleX="35838" custLinFactNeighborX="-4817">
        <dgm:presLayoutVars>
          <dgm:bulletEnabled val="1"/>
        </dgm:presLayoutVars>
      </dgm:prSet>
      <dgm:spPr/>
    </dgm:pt>
    <dgm:pt modelId="{89541A84-881C-4AD8-A124-F99B1F4B68EC}" type="pres">
      <dgm:prSet presAssocID="{40D3F44B-62E7-4DCF-8546-50611D94C791}" presName="childShp" presStyleLbl="bgAccFollowNode1" presStyleIdx="0" presStyleCnt="1" custScaleX="127623">
        <dgm:presLayoutVars>
          <dgm:bulletEnabled val="1"/>
        </dgm:presLayoutVars>
      </dgm:prSet>
      <dgm:spPr/>
    </dgm:pt>
  </dgm:ptLst>
  <dgm:cxnLst>
    <dgm:cxn modelId="{37D25C0C-9E76-4BDE-82F8-66BC10ED86BA}" type="presOf" srcId="{6F57050E-D6A0-440B-879D-8DA7490EB0D1}" destId="{BBB04D47-0621-4855-8C01-4B196772F4A4}" srcOrd="0" destOrd="0" presId="urn:microsoft.com/office/officeart/2005/8/layout/vList6"/>
    <dgm:cxn modelId="{5AA1CD26-6494-4FFD-ADB2-53DE2C10DD8B}" type="presOf" srcId="{BFD8E156-E1C5-4589-9E13-B9DB51EC79BF}" destId="{89541A84-881C-4AD8-A124-F99B1F4B68EC}" srcOrd="0" destOrd="0" presId="urn:microsoft.com/office/officeart/2005/8/layout/vList6"/>
    <dgm:cxn modelId="{C4C5F468-DA41-47CE-B089-C07ADE9D28E5}" srcId="{40D3F44B-62E7-4DCF-8546-50611D94C791}" destId="{BFD8E156-E1C5-4589-9E13-B9DB51EC79BF}" srcOrd="0" destOrd="0" parTransId="{419833AD-EB14-4C69-B9A0-A386D69498DC}" sibTransId="{DFE89DF9-3904-4EA5-A1BA-3AB7DD865885}"/>
    <dgm:cxn modelId="{634220CC-C1A3-4130-9CDA-79A4C2EAB5EE}" srcId="{6F57050E-D6A0-440B-879D-8DA7490EB0D1}" destId="{40D3F44B-62E7-4DCF-8546-50611D94C791}" srcOrd="0" destOrd="0" parTransId="{A1B0ECF0-5F43-4D1E-878C-249FE85FB4AA}" sibTransId="{5C381204-F68B-44FA-8E23-1DF68A9B568C}"/>
    <dgm:cxn modelId="{5FF481F2-3255-475B-A53E-6D0FC4F8AC42}" type="presOf" srcId="{40D3F44B-62E7-4DCF-8546-50611D94C791}" destId="{BFABE958-61C3-4C56-A5B0-C8686A6A25A6}" srcOrd="0" destOrd="0" presId="urn:microsoft.com/office/officeart/2005/8/layout/vList6"/>
    <dgm:cxn modelId="{BDF377E8-07A0-4AA9-9019-3B06FB77DCF4}" type="presParOf" srcId="{BBB04D47-0621-4855-8C01-4B196772F4A4}" destId="{38D27116-96FD-4945-81C7-B99F5A415F0E}" srcOrd="0" destOrd="0" presId="urn:microsoft.com/office/officeart/2005/8/layout/vList6"/>
    <dgm:cxn modelId="{4FCD7683-A3E6-4B11-80CD-16DE97E5A25F}" type="presParOf" srcId="{38D27116-96FD-4945-81C7-B99F5A415F0E}" destId="{BFABE958-61C3-4C56-A5B0-C8686A6A25A6}" srcOrd="0" destOrd="0" presId="urn:microsoft.com/office/officeart/2005/8/layout/vList6"/>
    <dgm:cxn modelId="{A2A6603B-B281-4300-97A0-856811CEBB1D}" type="presParOf" srcId="{38D27116-96FD-4945-81C7-B99F5A415F0E}" destId="{89541A84-881C-4AD8-A124-F99B1F4B68EC}" srcOrd="1" destOrd="0" presId="urn:microsoft.com/office/officeart/2005/8/layout/v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9732E1-E261-41D8-A019-650D60516ADF}">
      <dsp:nvSpPr>
        <dsp:cNvPr id="0" name=""/>
        <dsp:cNvSpPr/>
      </dsp:nvSpPr>
      <dsp:spPr>
        <a:xfrm>
          <a:off x="0" y="257091"/>
          <a:ext cx="7315201" cy="1263599"/>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dirty="0"/>
            <a:t>GitHub is a website and cloud-based service that helps developers store and manage their code, as well as track and control changes to their code. </a:t>
          </a:r>
          <a:endParaRPr lang="en-US" sz="2400" kern="1200" dirty="0"/>
        </a:p>
      </dsp:txBody>
      <dsp:txXfrm>
        <a:off x="61684" y="318775"/>
        <a:ext cx="7191833" cy="1140231"/>
      </dsp:txXfrm>
    </dsp:sp>
    <dsp:sp modelId="{FA35CF28-06D5-4DD8-9752-9162026C693B}">
      <dsp:nvSpPr>
        <dsp:cNvPr id="0" name=""/>
        <dsp:cNvSpPr/>
      </dsp:nvSpPr>
      <dsp:spPr>
        <a:xfrm>
          <a:off x="0" y="1589811"/>
          <a:ext cx="7315201" cy="906531"/>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0" i="0" kern="1200" dirty="0"/>
            <a:t>To understand exactly what GitHub is, you need to know two connected principles:</a:t>
          </a:r>
          <a:endParaRPr lang="en-US" sz="2400" kern="1200" dirty="0"/>
        </a:p>
      </dsp:txBody>
      <dsp:txXfrm>
        <a:off x="44253" y="1634064"/>
        <a:ext cx="7226695" cy="818025"/>
      </dsp:txXfrm>
    </dsp:sp>
    <dsp:sp modelId="{943F233B-EB93-4C71-A614-4EEA2C432BA0}">
      <dsp:nvSpPr>
        <dsp:cNvPr id="0" name=""/>
        <dsp:cNvSpPr/>
      </dsp:nvSpPr>
      <dsp:spPr>
        <a:xfrm>
          <a:off x="0" y="2496342"/>
          <a:ext cx="7315201" cy="18878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2258"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b="1" kern="1200" dirty="0"/>
            <a:t>Version Control: </a:t>
          </a:r>
          <a:r>
            <a:rPr lang="en-US" sz="1900" b="0" i="0" kern="1200" dirty="0"/>
            <a:t>Version control helps developers track and manage changes to a software project’s code. As a software project grows, version control becomes essential.</a:t>
          </a:r>
          <a:endParaRPr lang="en-US" sz="1900" kern="1200" dirty="0"/>
        </a:p>
        <a:p>
          <a:pPr marL="171450" lvl="1" indent="-171450" algn="l" defTabSz="844550">
            <a:lnSpc>
              <a:spcPct val="90000"/>
            </a:lnSpc>
            <a:spcBef>
              <a:spcPct val="0"/>
            </a:spcBef>
            <a:spcAft>
              <a:spcPct val="20000"/>
            </a:spcAft>
            <a:buChar char="•"/>
          </a:pPr>
          <a:r>
            <a:rPr lang="en-US" sz="1900" b="1" kern="1200" dirty="0" err="1"/>
            <a:t>Git</a:t>
          </a:r>
          <a:r>
            <a:rPr lang="en-US" sz="1900" b="1" kern="1200" dirty="0"/>
            <a:t>: </a:t>
          </a:r>
          <a:r>
            <a:rPr lang="en-US" sz="1900" b="0" i="0" kern="1200" dirty="0" err="1"/>
            <a:t>Git</a:t>
          </a:r>
          <a:r>
            <a:rPr lang="en-US" sz="1900" b="0" i="0" kern="1200" dirty="0"/>
            <a:t> is a distributed version control system, which means that the entire codebase and history is available on every developer’s computer, which allows for easy branching and merging.</a:t>
          </a:r>
          <a:endParaRPr lang="en-US" sz="1900" kern="1200" dirty="0"/>
        </a:p>
      </dsp:txBody>
      <dsp:txXfrm>
        <a:off x="0" y="2496342"/>
        <a:ext cx="7315201" cy="18878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731626-FD08-43DC-B5E7-E9FFDE895B4F}">
      <dsp:nvSpPr>
        <dsp:cNvPr id="0" name=""/>
        <dsp:cNvSpPr/>
      </dsp:nvSpPr>
      <dsp:spPr>
        <a:xfrm>
          <a:off x="0" y="105839"/>
          <a:ext cx="7315201" cy="1845085"/>
        </a:xfrm>
        <a:prstGeom prst="round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Sublime Text is a shareware cross-platform source code editor. It natively supports many programming languages and markup languages.</a:t>
          </a:r>
        </a:p>
      </dsp:txBody>
      <dsp:txXfrm>
        <a:off x="90070" y="195909"/>
        <a:ext cx="7135061" cy="1664945"/>
      </dsp:txXfrm>
    </dsp:sp>
    <dsp:sp modelId="{AD5FEFFF-CEDC-4D36-899E-B9E0EA71DDA7}">
      <dsp:nvSpPr>
        <dsp:cNvPr id="0" name=""/>
        <dsp:cNvSpPr/>
      </dsp:nvSpPr>
      <dsp:spPr>
        <a:xfrm>
          <a:off x="0" y="1961310"/>
          <a:ext cx="7315201" cy="2043890"/>
        </a:xfrm>
        <a:prstGeom prst="round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Sublime Text is a commonly-used text editor used to write code. Sublime Text's slick user interface along with its numerous extensions for syntax highlighting, source file finding and analyzing code metrics make the editor more accessible to new programmers.</a:t>
          </a:r>
        </a:p>
      </dsp:txBody>
      <dsp:txXfrm>
        <a:off x="99774" y="2061084"/>
        <a:ext cx="7115653" cy="184434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9732E1-E261-41D8-A019-650D60516ADF}">
      <dsp:nvSpPr>
        <dsp:cNvPr id="0" name=""/>
        <dsp:cNvSpPr/>
      </dsp:nvSpPr>
      <dsp:spPr>
        <a:xfrm>
          <a:off x="0" y="0"/>
          <a:ext cx="7204364" cy="92189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i="0" kern="1200" dirty="0"/>
            <a:t>Rust is a systems programming language focused on three goals:</a:t>
          </a:r>
          <a:endParaRPr lang="en-US" sz="2200" kern="1200" dirty="0"/>
        </a:p>
      </dsp:txBody>
      <dsp:txXfrm>
        <a:off x="45003" y="45003"/>
        <a:ext cx="7114358" cy="831887"/>
      </dsp:txXfrm>
    </dsp:sp>
    <dsp:sp modelId="{A29DA15C-BAC8-4B74-8E38-ADE0E1A5383D}">
      <dsp:nvSpPr>
        <dsp:cNvPr id="0" name=""/>
        <dsp:cNvSpPr/>
      </dsp:nvSpPr>
      <dsp:spPr>
        <a:xfrm>
          <a:off x="0" y="947104"/>
          <a:ext cx="7204364" cy="9573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739"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US" sz="2000" b="0" i="0" kern="1200" dirty="0"/>
            <a:t>safety, </a:t>
          </a:r>
          <a:endParaRPr lang="en-US" sz="2000" kern="1200" dirty="0"/>
        </a:p>
        <a:p>
          <a:pPr marL="228600" lvl="1" indent="-228600" algn="l" defTabSz="889000">
            <a:lnSpc>
              <a:spcPct val="90000"/>
            </a:lnSpc>
            <a:spcBef>
              <a:spcPct val="0"/>
            </a:spcBef>
            <a:spcAft>
              <a:spcPct val="20000"/>
            </a:spcAft>
            <a:buChar char="•"/>
          </a:pPr>
          <a:r>
            <a:rPr lang="en-US" sz="2000" b="0" i="0" kern="1200" dirty="0"/>
            <a:t>speed, and</a:t>
          </a:r>
          <a:endParaRPr lang="en-US" sz="2000" kern="1200" dirty="0"/>
        </a:p>
        <a:p>
          <a:pPr marL="228600" lvl="1" indent="-228600" algn="l" defTabSz="889000">
            <a:lnSpc>
              <a:spcPct val="90000"/>
            </a:lnSpc>
            <a:spcBef>
              <a:spcPct val="0"/>
            </a:spcBef>
            <a:spcAft>
              <a:spcPct val="20000"/>
            </a:spcAft>
            <a:buChar char="•"/>
          </a:pPr>
          <a:r>
            <a:rPr lang="en-US" sz="2000" b="0" i="0" kern="1200" dirty="0"/>
            <a:t>concurrency.</a:t>
          </a:r>
          <a:endParaRPr lang="en-US" sz="2000" kern="1200" dirty="0"/>
        </a:p>
      </dsp:txBody>
      <dsp:txXfrm>
        <a:off x="0" y="947104"/>
        <a:ext cx="7204364" cy="957375"/>
      </dsp:txXfrm>
    </dsp:sp>
    <dsp:sp modelId="{FA35CF28-06D5-4DD8-9752-9162026C693B}">
      <dsp:nvSpPr>
        <dsp:cNvPr id="0" name=""/>
        <dsp:cNvSpPr/>
      </dsp:nvSpPr>
      <dsp:spPr>
        <a:xfrm>
          <a:off x="0" y="1904479"/>
          <a:ext cx="7204364" cy="91207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i="0" kern="1200" dirty="0"/>
            <a:t>Its syntax is similar to that of C++. It is an open-source project developed originally at Mozilla Research.</a:t>
          </a:r>
          <a:endParaRPr lang="en-US" sz="2200" kern="1200" dirty="0"/>
        </a:p>
      </dsp:txBody>
      <dsp:txXfrm>
        <a:off x="44524" y="1949003"/>
        <a:ext cx="7115316" cy="823029"/>
      </dsp:txXfrm>
    </dsp:sp>
    <dsp:sp modelId="{4A171896-9A7E-4FD4-BCF9-8AE874637FA2}">
      <dsp:nvSpPr>
        <dsp:cNvPr id="0" name=""/>
        <dsp:cNvSpPr/>
      </dsp:nvSpPr>
      <dsp:spPr>
        <a:xfrm>
          <a:off x="0" y="2888557"/>
          <a:ext cx="7204364" cy="203230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0" i="0" kern="1200" dirty="0"/>
            <a:t>As a systems programming language, it allows you to maintain control over low-level details. You can choose whether to store data on the stack (used for static memory allocation) or on the heap (used for dynamic memory allocation).</a:t>
          </a:r>
          <a:endParaRPr lang="en-US" sz="2200" kern="1200" dirty="0"/>
        </a:p>
      </dsp:txBody>
      <dsp:txXfrm>
        <a:off x="99209" y="2987766"/>
        <a:ext cx="7005946" cy="183388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9732E1-E261-41D8-A019-650D60516ADF}">
      <dsp:nvSpPr>
        <dsp:cNvPr id="0" name=""/>
        <dsp:cNvSpPr/>
      </dsp:nvSpPr>
      <dsp:spPr>
        <a:xfrm>
          <a:off x="0" y="0"/>
          <a:ext cx="7204364" cy="125470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dirty="0"/>
            <a:t>PostgreSQL is a powerful, open source object-relational database system has earned it a strong reputation for reliability, feature robustness, and performance.</a:t>
          </a:r>
          <a:endParaRPr lang="en-US" sz="2000" kern="1200" dirty="0"/>
        </a:p>
      </dsp:txBody>
      <dsp:txXfrm>
        <a:off x="61250" y="61250"/>
        <a:ext cx="7081864" cy="1132205"/>
      </dsp:txXfrm>
    </dsp:sp>
    <dsp:sp modelId="{1A3F517E-B2D1-4FB0-9E5B-BD1DF1277462}">
      <dsp:nvSpPr>
        <dsp:cNvPr id="0" name=""/>
        <dsp:cNvSpPr/>
      </dsp:nvSpPr>
      <dsp:spPr>
        <a:xfrm>
          <a:off x="0" y="1391366"/>
          <a:ext cx="7204364" cy="133631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a:t>PostgreSQL, also known as Postgres, is a free and open-source relational database management system emphasizing extensibility and SQL compliance.</a:t>
          </a:r>
          <a:endParaRPr lang="en-US" sz="2000" kern="1200" dirty="0"/>
        </a:p>
      </dsp:txBody>
      <dsp:txXfrm>
        <a:off x="65233" y="1456599"/>
        <a:ext cx="7073898" cy="1205848"/>
      </dsp:txXfrm>
    </dsp:sp>
    <dsp:sp modelId="{D019B570-0B03-4498-9D3C-716DD962A903}">
      <dsp:nvSpPr>
        <dsp:cNvPr id="0" name=""/>
        <dsp:cNvSpPr/>
      </dsp:nvSpPr>
      <dsp:spPr>
        <a:xfrm>
          <a:off x="0" y="2834241"/>
          <a:ext cx="7204364" cy="10678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dirty="0"/>
            <a:t>PostgreSQL is used as the primary data store or data warehouse for many web, mobile, geospatial, and analytics applications.</a:t>
          </a:r>
          <a:endParaRPr lang="en-US" sz="2000" kern="1200" dirty="0"/>
        </a:p>
      </dsp:txBody>
      <dsp:txXfrm>
        <a:off x="52130" y="2886371"/>
        <a:ext cx="7100104" cy="963620"/>
      </dsp:txXfrm>
    </dsp:sp>
    <dsp:sp modelId="{6982C137-3878-47EB-893A-F344C3AF887D}">
      <dsp:nvSpPr>
        <dsp:cNvPr id="0" name=""/>
        <dsp:cNvSpPr/>
      </dsp:nvSpPr>
      <dsp:spPr>
        <a:xfrm>
          <a:off x="0" y="4038783"/>
          <a:ext cx="7204364" cy="90728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dirty="0"/>
            <a:t>PostgreSQL is an object-relational database that offers more complex data types and allows object inheritance,</a:t>
          </a:r>
          <a:endParaRPr lang="en-US" sz="2000" kern="1200" dirty="0"/>
        </a:p>
      </dsp:txBody>
      <dsp:txXfrm>
        <a:off x="44290" y="4083073"/>
        <a:ext cx="7115784" cy="81870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541A84-881C-4AD8-A124-F99B1F4B68EC}">
      <dsp:nvSpPr>
        <dsp:cNvPr id="0" name=""/>
        <dsp:cNvSpPr/>
      </dsp:nvSpPr>
      <dsp:spPr>
        <a:xfrm>
          <a:off x="949548" y="0"/>
          <a:ext cx="3851049" cy="736022"/>
        </a:xfrm>
        <a:prstGeom prst="rightArrow">
          <a:avLst>
            <a:gd name="adj1" fmla="val 75000"/>
            <a:gd name="adj2" fmla="val 50000"/>
          </a:avLst>
        </a:prstGeom>
        <a:solidFill>
          <a:schemeClr val="bg1">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a:t>Go to </a:t>
          </a:r>
          <a:r>
            <a:rPr lang="en-US" sz="2000" b="0" i="0" kern="1200" dirty="0">
              <a:hlinkClick xmlns:r="http://schemas.openxmlformats.org/officeDocument/2006/relationships" r:id="rId1"/>
            </a:rPr>
            <a:t>https://github.com/join</a:t>
          </a:r>
          <a:r>
            <a:rPr lang="en-US" sz="2000" b="0" i="0" kern="1200" dirty="0"/>
            <a:t>.</a:t>
          </a:r>
          <a:endParaRPr lang="en-US" sz="2000" kern="1200" dirty="0"/>
        </a:p>
      </dsp:txBody>
      <dsp:txXfrm>
        <a:off x="949548" y="92003"/>
        <a:ext cx="3575041" cy="552016"/>
      </dsp:txXfrm>
    </dsp:sp>
    <dsp:sp modelId="{BFABE958-61C3-4C56-A5B0-C8686A6A25A6}">
      <dsp:nvSpPr>
        <dsp:cNvPr id="0" name=""/>
        <dsp:cNvSpPr/>
      </dsp:nvSpPr>
      <dsp:spPr>
        <a:xfrm>
          <a:off x="83248" y="0"/>
          <a:ext cx="720945" cy="73602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74295" rIns="148590" bIns="74295" numCol="1" spcCol="1270" anchor="ctr" anchorCtr="0">
          <a:noAutofit/>
        </a:bodyPr>
        <a:lstStyle/>
        <a:p>
          <a:pPr marL="0" lvl="0" indent="0" algn="ctr" defTabSz="1733550">
            <a:lnSpc>
              <a:spcPct val="90000"/>
            </a:lnSpc>
            <a:spcBef>
              <a:spcPct val="0"/>
            </a:spcBef>
            <a:spcAft>
              <a:spcPct val="35000"/>
            </a:spcAft>
            <a:buNone/>
          </a:pPr>
          <a:r>
            <a:rPr lang="en-US" sz="3900" kern="1200" dirty="0"/>
            <a:t>1</a:t>
          </a:r>
        </a:p>
      </dsp:txBody>
      <dsp:txXfrm>
        <a:off x="118442" y="35194"/>
        <a:ext cx="650557" cy="665634"/>
      </dsp:txXfrm>
    </dsp:sp>
    <dsp:sp modelId="{9F1641B2-9520-4A4C-99DA-6988F9591897}">
      <dsp:nvSpPr>
        <dsp:cNvPr id="0" name=""/>
        <dsp:cNvSpPr/>
      </dsp:nvSpPr>
      <dsp:spPr>
        <a:xfrm>
          <a:off x="949548" y="809624"/>
          <a:ext cx="3851049" cy="736022"/>
        </a:xfrm>
        <a:prstGeom prst="rightArrow">
          <a:avLst>
            <a:gd name="adj1" fmla="val 75000"/>
            <a:gd name="adj2" fmla="val 50000"/>
          </a:avLst>
        </a:prstGeom>
        <a:solidFill>
          <a:schemeClr val="bg1">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a:t>Type a user name, your email address, and a password.</a:t>
          </a:r>
        </a:p>
      </dsp:txBody>
      <dsp:txXfrm>
        <a:off x="949548" y="901627"/>
        <a:ext cx="3575041" cy="552016"/>
      </dsp:txXfrm>
    </dsp:sp>
    <dsp:sp modelId="{7AEB5D90-FD6F-446E-A7C9-040EAA1FF93E}">
      <dsp:nvSpPr>
        <dsp:cNvPr id="0" name=""/>
        <dsp:cNvSpPr/>
      </dsp:nvSpPr>
      <dsp:spPr>
        <a:xfrm>
          <a:off x="83248" y="809624"/>
          <a:ext cx="720945" cy="73602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74295" rIns="148590" bIns="74295" numCol="1" spcCol="1270" anchor="ctr" anchorCtr="0">
          <a:noAutofit/>
        </a:bodyPr>
        <a:lstStyle/>
        <a:p>
          <a:pPr marL="0" lvl="0" indent="0" algn="ctr" defTabSz="1733550">
            <a:lnSpc>
              <a:spcPct val="90000"/>
            </a:lnSpc>
            <a:spcBef>
              <a:spcPct val="0"/>
            </a:spcBef>
            <a:spcAft>
              <a:spcPct val="35000"/>
            </a:spcAft>
            <a:buNone/>
          </a:pPr>
          <a:r>
            <a:rPr lang="en-US" sz="3900" kern="1200" dirty="0"/>
            <a:t>2</a:t>
          </a:r>
        </a:p>
      </dsp:txBody>
      <dsp:txXfrm>
        <a:off x="118442" y="844818"/>
        <a:ext cx="650557" cy="665634"/>
      </dsp:txXfrm>
    </dsp:sp>
    <dsp:sp modelId="{0F1030F7-EEA5-41C1-B631-EDA9346ED096}">
      <dsp:nvSpPr>
        <dsp:cNvPr id="0" name=""/>
        <dsp:cNvSpPr/>
      </dsp:nvSpPr>
      <dsp:spPr>
        <a:xfrm>
          <a:off x="949548" y="1619249"/>
          <a:ext cx="3851049" cy="736022"/>
        </a:xfrm>
        <a:prstGeom prst="rightArrow">
          <a:avLst>
            <a:gd name="adj1" fmla="val 75000"/>
            <a:gd name="adj2" fmla="val 50000"/>
          </a:avLst>
        </a:prstGeom>
        <a:solidFill>
          <a:schemeClr val="bg1">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lang="en-US" sz="1800" b="0" i="0" kern="1200" dirty="0"/>
            <a:t>Choose </a:t>
          </a:r>
          <a:r>
            <a:rPr lang="en-US" sz="1800" b="1" i="0" kern="1200" dirty="0"/>
            <a:t>Sign up for GitHub</a:t>
          </a:r>
          <a:r>
            <a:rPr lang="en-US" sz="1800" b="0" i="0" kern="1200" dirty="0"/>
            <a:t>, and then follow the instructions.</a:t>
          </a:r>
        </a:p>
      </dsp:txBody>
      <dsp:txXfrm>
        <a:off x="949548" y="1711252"/>
        <a:ext cx="3575041" cy="552016"/>
      </dsp:txXfrm>
    </dsp:sp>
    <dsp:sp modelId="{702C4966-D5B8-400B-9424-C97C53886D41}">
      <dsp:nvSpPr>
        <dsp:cNvPr id="0" name=""/>
        <dsp:cNvSpPr/>
      </dsp:nvSpPr>
      <dsp:spPr>
        <a:xfrm>
          <a:off x="83248" y="1619249"/>
          <a:ext cx="720945" cy="73602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74295" rIns="148590" bIns="74295" numCol="1" spcCol="1270" anchor="ctr" anchorCtr="0">
          <a:noAutofit/>
        </a:bodyPr>
        <a:lstStyle/>
        <a:p>
          <a:pPr marL="0" lvl="0" indent="0" algn="ctr" defTabSz="1733550">
            <a:lnSpc>
              <a:spcPct val="90000"/>
            </a:lnSpc>
            <a:spcBef>
              <a:spcPct val="0"/>
            </a:spcBef>
            <a:spcAft>
              <a:spcPct val="35000"/>
            </a:spcAft>
            <a:buNone/>
          </a:pPr>
          <a:r>
            <a:rPr lang="en-US" sz="3900" b="0" i="0" kern="1200" dirty="0"/>
            <a:t>3</a:t>
          </a:r>
        </a:p>
      </dsp:txBody>
      <dsp:txXfrm>
        <a:off x="118442" y="1654443"/>
        <a:ext cx="650557" cy="66563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541A84-881C-4AD8-A124-F99B1F4B68EC}">
      <dsp:nvSpPr>
        <dsp:cNvPr id="0" name=""/>
        <dsp:cNvSpPr/>
      </dsp:nvSpPr>
      <dsp:spPr>
        <a:xfrm>
          <a:off x="679807" y="166"/>
          <a:ext cx="2757073" cy="649685"/>
        </a:xfrm>
        <a:prstGeom prst="rightArrow">
          <a:avLst>
            <a:gd name="adj1" fmla="val 75000"/>
            <a:gd name="adj2" fmla="val 50000"/>
          </a:avLst>
        </a:prstGeom>
        <a:solidFill>
          <a:srgbClr val="FF0000">
            <a:alpha val="90000"/>
          </a:srgb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a:solidFill>
                <a:schemeClr val="bg1"/>
              </a:solidFill>
            </a:rPr>
            <a:t>Go to Repositories.</a:t>
          </a:r>
          <a:endParaRPr lang="en-US" sz="2000" kern="1200" dirty="0">
            <a:solidFill>
              <a:schemeClr val="bg1"/>
            </a:solidFill>
          </a:endParaRPr>
        </a:p>
      </dsp:txBody>
      <dsp:txXfrm>
        <a:off x="679807" y="81377"/>
        <a:ext cx="2513441" cy="487263"/>
      </dsp:txXfrm>
    </dsp:sp>
    <dsp:sp modelId="{BFABE958-61C3-4C56-A5B0-C8686A6A25A6}">
      <dsp:nvSpPr>
        <dsp:cNvPr id="0" name=""/>
        <dsp:cNvSpPr/>
      </dsp:nvSpPr>
      <dsp:spPr>
        <a:xfrm>
          <a:off x="59599" y="166"/>
          <a:ext cx="516145" cy="64968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kern="1200" dirty="0"/>
            <a:t>1</a:t>
          </a:r>
        </a:p>
      </dsp:txBody>
      <dsp:txXfrm>
        <a:off x="84795" y="25362"/>
        <a:ext cx="465753" cy="599293"/>
      </dsp:txXfrm>
    </dsp:sp>
    <dsp:sp modelId="{9F1641B2-9520-4A4C-99DA-6988F9591897}">
      <dsp:nvSpPr>
        <dsp:cNvPr id="0" name=""/>
        <dsp:cNvSpPr/>
      </dsp:nvSpPr>
      <dsp:spPr>
        <a:xfrm>
          <a:off x="679807" y="714820"/>
          <a:ext cx="2757073" cy="649685"/>
        </a:xfrm>
        <a:prstGeom prst="rightArrow">
          <a:avLst>
            <a:gd name="adj1" fmla="val 75000"/>
            <a:gd name="adj2" fmla="val 50000"/>
          </a:avLst>
        </a:prstGeom>
        <a:solidFill>
          <a:srgbClr val="FF0000">
            <a:alpha val="90000"/>
          </a:srgb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a:solidFill>
                <a:schemeClr val="bg1"/>
              </a:solidFill>
            </a:rPr>
            <a:t>Click on New</a:t>
          </a:r>
        </a:p>
      </dsp:txBody>
      <dsp:txXfrm>
        <a:off x="679807" y="796031"/>
        <a:ext cx="2513441" cy="487263"/>
      </dsp:txXfrm>
    </dsp:sp>
    <dsp:sp modelId="{7AEB5D90-FD6F-446E-A7C9-040EAA1FF93E}">
      <dsp:nvSpPr>
        <dsp:cNvPr id="0" name=""/>
        <dsp:cNvSpPr/>
      </dsp:nvSpPr>
      <dsp:spPr>
        <a:xfrm>
          <a:off x="59599" y="714820"/>
          <a:ext cx="516145" cy="64968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kern="1200" dirty="0"/>
            <a:t>2</a:t>
          </a:r>
        </a:p>
      </dsp:txBody>
      <dsp:txXfrm>
        <a:off x="84795" y="740016"/>
        <a:ext cx="465753" cy="59929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541A84-881C-4AD8-A124-F99B1F4B68EC}">
      <dsp:nvSpPr>
        <dsp:cNvPr id="0" name=""/>
        <dsp:cNvSpPr/>
      </dsp:nvSpPr>
      <dsp:spPr>
        <a:xfrm>
          <a:off x="925541" y="166"/>
          <a:ext cx="3753687" cy="649685"/>
        </a:xfrm>
        <a:prstGeom prst="rightArrow">
          <a:avLst>
            <a:gd name="adj1" fmla="val 75000"/>
            <a:gd name="adj2" fmla="val 50000"/>
          </a:avLst>
        </a:prstGeom>
        <a:solidFill>
          <a:schemeClr val="bg2">
            <a:lumMod val="85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a:solidFill>
                <a:srgbClr val="000000"/>
              </a:solidFill>
            </a:rPr>
            <a:t>Enter your repository name.</a:t>
          </a:r>
          <a:endParaRPr lang="en-US" sz="2000" kern="1200" dirty="0">
            <a:solidFill>
              <a:srgbClr val="000000"/>
            </a:solidFill>
          </a:endParaRPr>
        </a:p>
      </dsp:txBody>
      <dsp:txXfrm>
        <a:off x="925541" y="81377"/>
        <a:ext cx="3510055" cy="487263"/>
      </dsp:txXfrm>
    </dsp:sp>
    <dsp:sp modelId="{BFABE958-61C3-4C56-A5B0-C8686A6A25A6}">
      <dsp:nvSpPr>
        <dsp:cNvPr id="0" name=""/>
        <dsp:cNvSpPr/>
      </dsp:nvSpPr>
      <dsp:spPr>
        <a:xfrm>
          <a:off x="81143" y="166"/>
          <a:ext cx="702718" cy="64968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64770" rIns="129540" bIns="64770" numCol="1" spcCol="1270" anchor="ctr" anchorCtr="0">
          <a:noAutofit/>
        </a:bodyPr>
        <a:lstStyle/>
        <a:p>
          <a:pPr marL="0" lvl="0" indent="0" algn="ctr" defTabSz="1511300">
            <a:lnSpc>
              <a:spcPct val="90000"/>
            </a:lnSpc>
            <a:spcBef>
              <a:spcPct val="0"/>
            </a:spcBef>
            <a:spcAft>
              <a:spcPct val="35000"/>
            </a:spcAft>
            <a:buNone/>
          </a:pPr>
          <a:r>
            <a:rPr lang="en-US" sz="3400" kern="1200" dirty="0"/>
            <a:t>1</a:t>
          </a:r>
        </a:p>
      </dsp:txBody>
      <dsp:txXfrm>
        <a:off x="112858" y="31881"/>
        <a:ext cx="639288" cy="586255"/>
      </dsp:txXfrm>
    </dsp:sp>
    <dsp:sp modelId="{9F1641B2-9520-4A4C-99DA-6988F9591897}">
      <dsp:nvSpPr>
        <dsp:cNvPr id="0" name=""/>
        <dsp:cNvSpPr/>
      </dsp:nvSpPr>
      <dsp:spPr>
        <a:xfrm>
          <a:off x="925541" y="714820"/>
          <a:ext cx="3753687" cy="649685"/>
        </a:xfrm>
        <a:prstGeom prst="rightArrow">
          <a:avLst>
            <a:gd name="adj1" fmla="val 75000"/>
            <a:gd name="adj2" fmla="val 50000"/>
          </a:avLst>
        </a:prstGeom>
        <a:solidFill>
          <a:schemeClr val="bg2">
            <a:lumMod val="85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a:solidFill>
                <a:srgbClr val="000000"/>
              </a:solidFill>
            </a:rPr>
            <a:t>Check on Public</a:t>
          </a:r>
        </a:p>
      </dsp:txBody>
      <dsp:txXfrm>
        <a:off x="925541" y="796031"/>
        <a:ext cx="3510055" cy="487263"/>
      </dsp:txXfrm>
    </dsp:sp>
    <dsp:sp modelId="{7AEB5D90-FD6F-446E-A7C9-040EAA1FF93E}">
      <dsp:nvSpPr>
        <dsp:cNvPr id="0" name=""/>
        <dsp:cNvSpPr/>
      </dsp:nvSpPr>
      <dsp:spPr>
        <a:xfrm>
          <a:off x="81143" y="714820"/>
          <a:ext cx="702718" cy="64968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64770" rIns="129540" bIns="64770" numCol="1" spcCol="1270" anchor="ctr" anchorCtr="0">
          <a:noAutofit/>
        </a:bodyPr>
        <a:lstStyle/>
        <a:p>
          <a:pPr marL="0" lvl="0" indent="0" algn="ctr" defTabSz="1511300">
            <a:lnSpc>
              <a:spcPct val="90000"/>
            </a:lnSpc>
            <a:spcBef>
              <a:spcPct val="0"/>
            </a:spcBef>
            <a:spcAft>
              <a:spcPct val="35000"/>
            </a:spcAft>
            <a:buNone/>
          </a:pPr>
          <a:r>
            <a:rPr lang="en-US" sz="3400" kern="1200" dirty="0"/>
            <a:t>2</a:t>
          </a:r>
        </a:p>
      </dsp:txBody>
      <dsp:txXfrm>
        <a:off x="112858" y="746535"/>
        <a:ext cx="639288" cy="58625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541A84-881C-4AD8-A124-F99B1F4B68EC}">
      <dsp:nvSpPr>
        <dsp:cNvPr id="0" name=""/>
        <dsp:cNvSpPr/>
      </dsp:nvSpPr>
      <dsp:spPr>
        <a:xfrm>
          <a:off x="847566" y="166"/>
          <a:ext cx="3437444" cy="649685"/>
        </a:xfrm>
        <a:prstGeom prst="rightArrow">
          <a:avLst>
            <a:gd name="adj1" fmla="val 75000"/>
            <a:gd name="adj2" fmla="val 50000"/>
          </a:avLst>
        </a:prstGeom>
        <a:solidFill>
          <a:schemeClr val="bg2">
            <a:lumMod val="85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kern="1200" dirty="0">
              <a:solidFill>
                <a:srgbClr val="FF0000"/>
              </a:solidFill>
            </a:rPr>
            <a:t>Choose the MIT </a:t>
          </a:r>
          <a:r>
            <a:rPr lang="en-US" sz="2000" kern="1200" dirty="0" err="1">
              <a:solidFill>
                <a:srgbClr val="FF0000"/>
              </a:solidFill>
            </a:rPr>
            <a:t>Licence</a:t>
          </a:r>
          <a:endParaRPr lang="en-US" sz="2000" kern="1200" dirty="0">
            <a:solidFill>
              <a:srgbClr val="FF0000"/>
            </a:solidFill>
          </a:endParaRPr>
        </a:p>
      </dsp:txBody>
      <dsp:txXfrm>
        <a:off x="847566" y="81377"/>
        <a:ext cx="3193812" cy="487263"/>
      </dsp:txXfrm>
    </dsp:sp>
    <dsp:sp modelId="{BFABE958-61C3-4C56-A5B0-C8686A6A25A6}">
      <dsp:nvSpPr>
        <dsp:cNvPr id="0" name=""/>
        <dsp:cNvSpPr/>
      </dsp:nvSpPr>
      <dsp:spPr>
        <a:xfrm>
          <a:off x="74307" y="166"/>
          <a:ext cx="643515" cy="64968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64770" rIns="129540" bIns="64770" numCol="1" spcCol="1270" anchor="ctr" anchorCtr="0">
          <a:noAutofit/>
        </a:bodyPr>
        <a:lstStyle/>
        <a:p>
          <a:pPr marL="0" lvl="0" indent="0" algn="ctr" defTabSz="1511300">
            <a:lnSpc>
              <a:spcPct val="90000"/>
            </a:lnSpc>
            <a:spcBef>
              <a:spcPct val="0"/>
            </a:spcBef>
            <a:spcAft>
              <a:spcPct val="35000"/>
            </a:spcAft>
            <a:buNone/>
          </a:pPr>
          <a:r>
            <a:rPr lang="en-US" sz="3400" kern="1200" dirty="0"/>
            <a:t>1</a:t>
          </a:r>
        </a:p>
      </dsp:txBody>
      <dsp:txXfrm>
        <a:off x="105721" y="31580"/>
        <a:ext cx="580687" cy="586857"/>
      </dsp:txXfrm>
    </dsp:sp>
    <dsp:sp modelId="{9F1641B2-9520-4A4C-99DA-6988F9591897}">
      <dsp:nvSpPr>
        <dsp:cNvPr id="0" name=""/>
        <dsp:cNvSpPr/>
      </dsp:nvSpPr>
      <dsp:spPr>
        <a:xfrm>
          <a:off x="847566" y="714820"/>
          <a:ext cx="3437444" cy="649685"/>
        </a:xfrm>
        <a:prstGeom prst="rightArrow">
          <a:avLst>
            <a:gd name="adj1" fmla="val 75000"/>
            <a:gd name="adj2" fmla="val 50000"/>
          </a:avLst>
        </a:prstGeom>
        <a:solidFill>
          <a:schemeClr val="bg2">
            <a:lumMod val="85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a:solidFill>
                <a:srgbClr val="FF0000"/>
              </a:solidFill>
            </a:rPr>
            <a:t>Click on Create repository</a:t>
          </a:r>
        </a:p>
      </dsp:txBody>
      <dsp:txXfrm>
        <a:off x="847566" y="796031"/>
        <a:ext cx="3193812" cy="487263"/>
      </dsp:txXfrm>
    </dsp:sp>
    <dsp:sp modelId="{7AEB5D90-FD6F-446E-A7C9-040EAA1FF93E}">
      <dsp:nvSpPr>
        <dsp:cNvPr id="0" name=""/>
        <dsp:cNvSpPr/>
      </dsp:nvSpPr>
      <dsp:spPr>
        <a:xfrm>
          <a:off x="74307" y="714820"/>
          <a:ext cx="643515" cy="64968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64770" rIns="129540" bIns="64770" numCol="1" spcCol="1270" anchor="ctr" anchorCtr="0">
          <a:noAutofit/>
        </a:bodyPr>
        <a:lstStyle/>
        <a:p>
          <a:pPr marL="0" lvl="0" indent="0" algn="ctr" defTabSz="1511300">
            <a:lnSpc>
              <a:spcPct val="90000"/>
            </a:lnSpc>
            <a:spcBef>
              <a:spcPct val="0"/>
            </a:spcBef>
            <a:spcAft>
              <a:spcPct val="35000"/>
            </a:spcAft>
            <a:buNone/>
          </a:pPr>
          <a:r>
            <a:rPr lang="en-US" sz="3400" kern="1200" dirty="0"/>
            <a:t>2</a:t>
          </a:r>
        </a:p>
      </dsp:txBody>
      <dsp:txXfrm>
        <a:off x="105721" y="746234"/>
        <a:ext cx="580687" cy="58685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541A84-881C-4AD8-A124-F99B1F4B68EC}">
      <dsp:nvSpPr>
        <dsp:cNvPr id="0" name=""/>
        <dsp:cNvSpPr/>
      </dsp:nvSpPr>
      <dsp:spPr>
        <a:xfrm>
          <a:off x="847566" y="166"/>
          <a:ext cx="3437444" cy="649685"/>
        </a:xfrm>
        <a:prstGeom prst="rightArrow">
          <a:avLst>
            <a:gd name="adj1" fmla="val 75000"/>
            <a:gd name="adj2" fmla="val 50000"/>
          </a:avLst>
        </a:prstGeom>
        <a:solidFill>
          <a:schemeClr val="accent5">
            <a:lumMod val="10000"/>
            <a:lumOff val="9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kern="1200" dirty="0">
              <a:solidFill>
                <a:srgbClr val="FF0000"/>
              </a:solidFill>
            </a:rPr>
            <a:t>Click on Code</a:t>
          </a:r>
        </a:p>
      </dsp:txBody>
      <dsp:txXfrm>
        <a:off x="847566" y="81377"/>
        <a:ext cx="3193812" cy="487263"/>
      </dsp:txXfrm>
    </dsp:sp>
    <dsp:sp modelId="{BFABE958-61C3-4C56-A5B0-C8686A6A25A6}">
      <dsp:nvSpPr>
        <dsp:cNvPr id="0" name=""/>
        <dsp:cNvSpPr/>
      </dsp:nvSpPr>
      <dsp:spPr>
        <a:xfrm>
          <a:off x="74307" y="166"/>
          <a:ext cx="643515" cy="64968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64770" rIns="129540" bIns="64770" numCol="1" spcCol="1270" anchor="ctr" anchorCtr="0">
          <a:noAutofit/>
        </a:bodyPr>
        <a:lstStyle/>
        <a:p>
          <a:pPr marL="0" lvl="0" indent="0" algn="ctr" defTabSz="1511300">
            <a:lnSpc>
              <a:spcPct val="90000"/>
            </a:lnSpc>
            <a:spcBef>
              <a:spcPct val="0"/>
            </a:spcBef>
            <a:spcAft>
              <a:spcPct val="35000"/>
            </a:spcAft>
            <a:buNone/>
          </a:pPr>
          <a:r>
            <a:rPr lang="en-US" sz="3400" kern="1200" dirty="0"/>
            <a:t>1</a:t>
          </a:r>
        </a:p>
      </dsp:txBody>
      <dsp:txXfrm>
        <a:off x="105721" y="31580"/>
        <a:ext cx="580687" cy="586857"/>
      </dsp:txXfrm>
    </dsp:sp>
    <dsp:sp modelId="{9F1641B2-9520-4A4C-99DA-6988F9591897}">
      <dsp:nvSpPr>
        <dsp:cNvPr id="0" name=""/>
        <dsp:cNvSpPr/>
      </dsp:nvSpPr>
      <dsp:spPr>
        <a:xfrm>
          <a:off x="847566" y="714820"/>
          <a:ext cx="3437444" cy="649685"/>
        </a:xfrm>
        <a:prstGeom prst="rightArrow">
          <a:avLst>
            <a:gd name="adj1" fmla="val 75000"/>
            <a:gd name="adj2" fmla="val 50000"/>
          </a:avLst>
        </a:prstGeom>
        <a:solidFill>
          <a:schemeClr val="accent5">
            <a:lumMod val="10000"/>
            <a:lumOff val="9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a:solidFill>
                <a:srgbClr val="FF0000"/>
              </a:solidFill>
            </a:rPr>
            <a:t>Copy the URL</a:t>
          </a:r>
        </a:p>
      </dsp:txBody>
      <dsp:txXfrm>
        <a:off x="847566" y="796031"/>
        <a:ext cx="3193812" cy="487263"/>
      </dsp:txXfrm>
    </dsp:sp>
    <dsp:sp modelId="{7AEB5D90-FD6F-446E-A7C9-040EAA1FF93E}">
      <dsp:nvSpPr>
        <dsp:cNvPr id="0" name=""/>
        <dsp:cNvSpPr/>
      </dsp:nvSpPr>
      <dsp:spPr>
        <a:xfrm>
          <a:off x="74307" y="714820"/>
          <a:ext cx="643515" cy="64968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64770" rIns="129540" bIns="64770" numCol="1" spcCol="1270" anchor="ctr" anchorCtr="0">
          <a:noAutofit/>
        </a:bodyPr>
        <a:lstStyle/>
        <a:p>
          <a:pPr marL="0" lvl="0" indent="0" algn="ctr" defTabSz="1511300">
            <a:lnSpc>
              <a:spcPct val="90000"/>
            </a:lnSpc>
            <a:spcBef>
              <a:spcPct val="0"/>
            </a:spcBef>
            <a:spcAft>
              <a:spcPct val="35000"/>
            </a:spcAft>
            <a:buNone/>
          </a:pPr>
          <a:r>
            <a:rPr lang="en-US" sz="3400" kern="1200" dirty="0"/>
            <a:t>2</a:t>
          </a:r>
        </a:p>
      </dsp:txBody>
      <dsp:txXfrm>
        <a:off x="105721" y="746234"/>
        <a:ext cx="580687" cy="58685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541A84-881C-4AD8-A124-F99B1F4B68EC}">
      <dsp:nvSpPr>
        <dsp:cNvPr id="0" name=""/>
        <dsp:cNvSpPr/>
      </dsp:nvSpPr>
      <dsp:spPr>
        <a:xfrm>
          <a:off x="1177561" y="0"/>
          <a:ext cx="4775793" cy="614497"/>
        </a:xfrm>
        <a:prstGeom prst="rightArrow">
          <a:avLst>
            <a:gd name="adj1" fmla="val 75000"/>
            <a:gd name="adj2" fmla="val 50000"/>
          </a:avLst>
        </a:prstGeom>
        <a:solidFill>
          <a:schemeClr val="accent5">
            <a:lumMod val="10000"/>
            <a:lumOff val="9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kern="1200" dirty="0" err="1">
              <a:solidFill>
                <a:srgbClr val="000000"/>
              </a:solidFill>
            </a:rPr>
            <a:t>Goto</a:t>
          </a:r>
          <a:r>
            <a:rPr lang="en-US" sz="2000" kern="1200" dirty="0">
              <a:solidFill>
                <a:srgbClr val="000000"/>
              </a:solidFill>
            </a:rPr>
            <a:t>: </a:t>
          </a:r>
          <a:r>
            <a:rPr lang="en-US" sz="2000" kern="1200" dirty="0">
              <a:solidFill>
                <a:srgbClr val="FF0000"/>
              </a:solidFill>
            </a:rPr>
            <a:t>https://git-scm.com/downloads</a:t>
          </a:r>
        </a:p>
      </dsp:txBody>
      <dsp:txXfrm>
        <a:off x="1177561" y="76812"/>
        <a:ext cx="4545357" cy="460873"/>
      </dsp:txXfrm>
    </dsp:sp>
    <dsp:sp modelId="{BFABE958-61C3-4C56-A5B0-C8686A6A25A6}">
      <dsp:nvSpPr>
        <dsp:cNvPr id="0" name=""/>
        <dsp:cNvSpPr/>
      </dsp:nvSpPr>
      <dsp:spPr>
        <a:xfrm>
          <a:off x="103238" y="0"/>
          <a:ext cx="894065" cy="61449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pPr>
          <a:r>
            <a:rPr lang="en-US" sz="3200" kern="1200" dirty="0"/>
            <a:t>1</a:t>
          </a:r>
        </a:p>
      </dsp:txBody>
      <dsp:txXfrm>
        <a:off x="133235" y="29997"/>
        <a:ext cx="834071" cy="554503"/>
      </dsp:txXfrm>
    </dsp:sp>
    <dsp:sp modelId="{9F1641B2-9520-4A4C-99DA-6988F9591897}">
      <dsp:nvSpPr>
        <dsp:cNvPr id="0" name=""/>
        <dsp:cNvSpPr/>
      </dsp:nvSpPr>
      <dsp:spPr>
        <a:xfrm>
          <a:off x="1177561" y="675947"/>
          <a:ext cx="4775793" cy="614497"/>
        </a:xfrm>
        <a:prstGeom prst="rightArrow">
          <a:avLst>
            <a:gd name="adj1" fmla="val 75000"/>
            <a:gd name="adj2" fmla="val 50000"/>
          </a:avLst>
        </a:prstGeom>
        <a:solidFill>
          <a:schemeClr val="accent5">
            <a:lumMod val="10000"/>
            <a:lumOff val="9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a:solidFill>
                <a:srgbClr val="000000"/>
              </a:solidFill>
            </a:rPr>
            <a:t>Download </a:t>
          </a:r>
          <a:r>
            <a:rPr lang="en-US" sz="2000" b="0" i="0" kern="1200" dirty="0" err="1">
              <a:solidFill>
                <a:srgbClr val="000000"/>
              </a:solidFill>
            </a:rPr>
            <a:t>git</a:t>
          </a:r>
          <a:r>
            <a:rPr lang="en-US" sz="2000" b="0" i="0" kern="1200" dirty="0">
              <a:solidFill>
                <a:srgbClr val="000000"/>
              </a:solidFill>
            </a:rPr>
            <a:t> for Windows/Mac/Linux</a:t>
          </a:r>
        </a:p>
      </dsp:txBody>
      <dsp:txXfrm>
        <a:off x="1177561" y="752759"/>
        <a:ext cx="4545357" cy="460873"/>
      </dsp:txXfrm>
    </dsp:sp>
    <dsp:sp modelId="{7AEB5D90-FD6F-446E-A7C9-040EAA1FF93E}">
      <dsp:nvSpPr>
        <dsp:cNvPr id="0" name=""/>
        <dsp:cNvSpPr/>
      </dsp:nvSpPr>
      <dsp:spPr>
        <a:xfrm>
          <a:off x="103238" y="675947"/>
          <a:ext cx="894065" cy="61449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pPr>
          <a:r>
            <a:rPr lang="en-US" sz="3200" kern="1200" dirty="0"/>
            <a:t>2</a:t>
          </a:r>
        </a:p>
      </dsp:txBody>
      <dsp:txXfrm>
        <a:off x="133235" y="705944"/>
        <a:ext cx="834071" cy="554503"/>
      </dsp:txXfrm>
    </dsp:sp>
    <dsp:sp modelId="{E72B474F-4E42-4AAA-94EF-0C54E3C96601}">
      <dsp:nvSpPr>
        <dsp:cNvPr id="0" name=""/>
        <dsp:cNvSpPr/>
      </dsp:nvSpPr>
      <dsp:spPr>
        <a:xfrm>
          <a:off x="1160235" y="1351894"/>
          <a:ext cx="4842852" cy="614497"/>
        </a:xfrm>
        <a:prstGeom prst="rightArrow">
          <a:avLst>
            <a:gd name="adj1" fmla="val 75000"/>
            <a:gd name="adj2" fmla="val 50000"/>
          </a:avLst>
        </a:prstGeom>
        <a:solidFill>
          <a:schemeClr val="accent5">
            <a:lumMod val="10000"/>
            <a:lumOff val="9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a:solidFill>
                <a:srgbClr val="000000"/>
              </a:solidFill>
            </a:rPr>
            <a:t>Install </a:t>
          </a:r>
          <a:r>
            <a:rPr lang="en-US" sz="2000" b="0" i="0" kern="1200" dirty="0" err="1">
              <a:solidFill>
                <a:srgbClr val="000000"/>
              </a:solidFill>
            </a:rPr>
            <a:t>git</a:t>
          </a:r>
          <a:r>
            <a:rPr lang="en-US" sz="2000" b="0" i="0" kern="1200" dirty="0">
              <a:solidFill>
                <a:srgbClr val="000000"/>
              </a:solidFill>
            </a:rPr>
            <a:t> by following the instructions </a:t>
          </a:r>
        </a:p>
      </dsp:txBody>
      <dsp:txXfrm>
        <a:off x="1160235" y="1428706"/>
        <a:ext cx="4612416" cy="460873"/>
      </dsp:txXfrm>
    </dsp:sp>
    <dsp:sp modelId="{BF7D599B-6BB4-4C74-AF09-0F11CEBE8E8B}">
      <dsp:nvSpPr>
        <dsp:cNvPr id="0" name=""/>
        <dsp:cNvSpPr/>
      </dsp:nvSpPr>
      <dsp:spPr>
        <a:xfrm>
          <a:off x="113853" y="1351894"/>
          <a:ext cx="915045" cy="614497"/>
        </a:xfrm>
        <a:prstGeom prst="roundRect">
          <a:avLst/>
        </a:prstGeom>
        <a:solidFill>
          <a:schemeClr val="accent6">
            <a:alpha val="9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b="0" i="0" kern="1200" dirty="0">
              <a:solidFill>
                <a:schemeClr val="bg1"/>
              </a:solidFill>
            </a:rPr>
            <a:t>3</a:t>
          </a:r>
        </a:p>
      </dsp:txBody>
      <dsp:txXfrm>
        <a:off x="143850" y="1381891"/>
        <a:ext cx="855051" cy="55450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541A84-881C-4AD8-A124-F99B1F4B68EC}">
      <dsp:nvSpPr>
        <dsp:cNvPr id="0" name=""/>
        <dsp:cNvSpPr/>
      </dsp:nvSpPr>
      <dsp:spPr>
        <a:xfrm>
          <a:off x="1393897" y="0"/>
          <a:ext cx="5653180" cy="494848"/>
        </a:xfrm>
        <a:prstGeom prst="rightArrow">
          <a:avLst>
            <a:gd name="adj1" fmla="val 75000"/>
            <a:gd name="adj2" fmla="val 50000"/>
          </a:avLst>
        </a:prstGeom>
        <a:solidFill>
          <a:schemeClr val="accent5">
            <a:lumMod val="10000"/>
            <a:lumOff val="9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kern="1200" dirty="0">
              <a:solidFill>
                <a:srgbClr val="000000"/>
              </a:solidFill>
            </a:rPr>
            <a:t>Open Documents folder</a:t>
          </a:r>
        </a:p>
      </dsp:txBody>
      <dsp:txXfrm>
        <a:off x="1393897" y="61856"/>
        <a:ext cx="5467612" cy="371136"/>
      </dsp:txXfrm>
    </dsp:sp>
    <dsp:sp modelId="{BFABE958-61C3-4C56-A5B0-C8686A6A25A6}">
      <dsp:nvSpPr>
        <dsp:cNvPr id="0" name=""/>
        <dsp:cNvSpPr/>
      </dsp:nvSpPr>
      <dsp:spPr>
        <a:xfrm>
          <a:off x="122205" y="0"/>
          <a:ext cx="1058318" cy="49484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en-US" sz="2600" kern="1200" dirty="0"/>
            <a:t>1</a:t>
          </a:r>
        </a:p>
      </dsp:txBody>
      <dsp:txXfrm>
        <a:off x="146361" y="24156"/>
        <a:ext cx="1010006" cy="446536"/>
      </dsp:txXfrm>
    </dsp:sp>
    <dsp:sp modelId="{9F1641B2-9520-4A4C-99DA-6988F9591897}">
      <dsp:nvSpPr>
        <dsp:cNvPr id="0" name=""/>
        <dsp:cNvSpPr/>
      </dsp:nvSpPr>
      <dsp:spPr>
        <a:xfrm>
          <a:off x="1393897" y="544333"/>
          <a:ext cx="5653180" cy="494848"/>
        </a:xfrm>
        <a:prstGeom prst="rightArrow">
          <a:avLst>
            <a:gd name="adj1" fmla="val 75000"/>
            <a:gd name="adj2" fmla="val 50000"/>
          </a:avLst>
        </a:prstGeom>
        <a:solidFill>
          <a:schemeClr val="accent5">
            <a:lumMod val="10000"/>
            <a:lumOff val="9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a:solidFill>
                <a:srgbClr val="000000"/>
              </a:solidFill>
            </a:rPr>
            <a:t>Type the </a:t>
          </a:r>
          <a:r>
            <a:rPr lang="en-US" sz="2000" b="1" i="1" kern="1200" dirty="0" err="1">
              <a:solidFill>
                <a:srgbClr val="000000"/>
              </a:solidFill>
            </a:rPr>
            <a:t>cmd</a:t>
          </a:r>
          <a:r>
            <a:rPr lang="en-US" sz="2000" b="1" i="1" kern="1200" dirty="0">
              <a:solidFill>
                <a:srgbClr val="000000"/>
              </a:solidFill>
            </a:rPr>
            <a:t> </a:t>
          </a:r>
          <a:r>
            <a:rPr lang="en-US" sz="2000" b="0" i="0" kern="1200" dirty="0">
              <a:solidFill>
                <a:srgbClr val="000000"/>
              </a:solidFill>
            </a:rPr>
            <a:t>command on the search bar.</a:t>
          </a:r>
        </a:p>
      </dsp:txBody>
      <dsp:txXfrm>
        <a:off x="1393897" y="606189"/>
        <a:ext cx="5467612" cy="371136"/>
      </dsp:txXfrm>
    </dsp:sp>
    <dsp:sp modelId="{7AEB5D90-FD6F-446E-A7C9-040EAA1FF93E}">
      <dsp:nvSpPr>
        <dsp:cNvPr id="0" name=""/>
        <dsp:cNvSpPr/>
      </dsp:nvSpPr>
      <dsp:spPr>
        <a:xfrm>
          <a:off x="122205" y="544333"/>
          <a:ext cx="1058318" cy="49484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en-US" sz="2600" kern="1200" dirty="0"/>
            <a:t>2</a:t>
          </a:r>
        </a:p>
      </dsp:txBody>
      <dsp:txXfrm>
        <a:off x="146361" y="568489"/>
        <a:ext cx="1010006" cy="446536"/>
      </dsp:txXfrm>
    </dsp:sp>
    <dsp:sp modelId="{E72B474F-4E42-4AAA-94EF-0C54E3C96601}">
      <dsp:nvSpPr>
        <dsp:cNvPr id="0" name=""/>
        <dsp:cNvSpPr/>
      </dsp:nvSpPr>
      <dsp:spPr>
        <a:xfrm>
          <a:off x="1373388" y="1088667"/>
          <a:ext cx="5732558" cy="494848"/>
        </a:xfrm>
        <a:prstGeom prst="rightArrow">
          <a:avLst>
            <a:gd name="adj1" fmla="val 75000"/>
            <a:gd name="adj2" fmla="val 50000"/>
          </a:avLst>
        </a:prstGeom>
        <a:solidFill>
          <a:schemeClr val="accent5">
            <a:lumMod val="10000"/>
            <a:lumOff val="9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a:solidFill>
                <a:srgbClr val="000000"/>
              </a:solidFill>
            </a:rPr>
            <a:t>Click Enter</a:t>
          </a:r>
        </a:p>
      </dsp:txBody>
      <dsp:txXfrm>
        <a:off x="1373388" y="1150523"/>
        <a:ext cx="5546990" cy="371136"/>
      </dsp:txXfrm>
    </dsp:sp>
    <dsp:sp modelId="{BF7D599B-6BB4-4C74-AF09-0F11CEBE8E8B}">
      <dsp:nvSpPr>
        <dsp:cNvPr id="0" name=""/>
        <dsp:cNvSpPr/>
      </dsp:nvSpPr>
      <dsp:spPr>
        <a:xfrm>
          <a:off x="134770" y="1088667"/>
          <a:ext cx="1083153" cy="494848"/>
        </a:xfrm>
        <a:prstGeom prst="roundRect">
          <a:avLst/>
        </a:prstGeom>
        <a:solidFill>
          <a:schemeClr val="accent6">
            <a:alpha val="9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b="0" i="0" kern="1200" dirty="0">
              <a:solidFill>
                <a:schemeClr val="bg1"/>
              </a:solidFill>
            </a:rPr>
            <a:t>3</a:t>
          </a:r>
        </a:p>
      </dsp:txBody>
      <dsp:txXfrm>
        <a:off x="158926" y="1112823"/>
        <a:ext cx="1034841" cy="44653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541A84-881C-4AD8-A124-F99B1F4B68EC}">
      <dsp:nvSpPr>
        <dsp:cNvPr id="0" name=""/>
        <dsp:cNvSpPr/>
      </dsp:nvSpPr>
      <dsp:spPr>
        <a:xfrm>
          <a:off x="1393897" y="160"/>
          <a:ext cx="5653180" cy="627131"/>
        </a:xfrm>
        <a:prstGeom prst="rightArrow">
          <a:avLst>
            <a:gd name="adj1" fmla="val 75000"/>
            <a:gd name="adj2" fmla="val 50000"/>
          </a:avLst>
        </a:prstGeom>
        <a:solidFill>
          <a:schemeClr val="accent5">
            <a:lumMod val="10000"/>
            <a:lumOff val="9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kern="1200" dirty="0">
              <a:solidFill>
                <a:srgbClr val="000000"/>
              </a:solidFill>
            </a:rPr>
            <a:t>Type </a:t>
          </a:r>
          <a:r>
            <a:rPr lang="en-US" sz="2000" b="1" i="1" kern="1200" dirty="0" err="1">
              <a:solidFill>
                <a:srgbClr val="000000"/>
              </a:solidFill>
            </a:rPr>
            <a:t>git</a:t>
          </a:r>
          <a:r>
            <a:rPr lang="en-US" sz="2000" b="1" i="1" kern="1200" dirty="0">
              <a:solidFill>
                <a:srgbClr val="000000"/>
              </a:solidFill>
            </a:rPr>
            <a:t> clone (space) “</a:t>
          </a:r>
          <a:r>
            <a:rPr lang="en-US" sz="2000" b="1" i="1" kern="1200" dirty="0" err="1">
              <a:solidFill>
                <a:srgbClr val="000000"/>
              </a:solidFill>
            </a:rPr>
            <a:t>gitHub-url</a:t>
          </a:r>
          <a:r>
            <a:rPr lang="en-US" sz="2000" b="1" i="1" kern="1200" dirty="0">
              <a:solidFill>
                <a:srgbClr val="000000"/>
              </a:solidFill>
            </a:rPr>
            <a:t>”</a:t>
          </a:r>
        </a:p>
      </dsp:txBody>
      <dsp:txXfrm>
        <a:off x="1393897" y="78551"/>
        <a:ext cx="5418006" cy="470349"/>
      </dsp:txXfrm>
    </dsp:sp>
    <dsp:sp modelId="{BFABE958-61C3-4C56-A5B0-C8686A6A25A6}">
      <dsp:nvSpPr>
        <dsp:cNvPr id="0" name=""/>
        <dsp:cNvSpPr/>
      </dsp:nvSpPr>
      <dsp:spPr>
        <a:xfrm>
          <a:off x="122205" y="160"/>
          <a:ext cx="1058318" cy="627131"/>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62865" rIns="125730" bIns="62865" numCol="1" spcCol="1270" anchor="ctr" anchorCtr="0">
          <a:noAutofit/>
        </a:bodyPr>
        <a:lstStyle/>
        <a:p>
          <a:pPr marL="0" lvl="0" indent="0" algn="ctr" defTabSz="1466850">
            <a:lnSpc>
              <a:spcPct val="90000"/>
            </a:lnSpc>
            <a:spcBef>
              <a:spcPct val="0"/>
            </a:spcBef>
            <a:spcAft>
              <a:spcPct val="35000"/>
            </a:spcAft>
            <a:buNone/>
          </a:pPr>
          <a:r>
            <a:rPr lang="en-US" sz="3300" kern="1200"/>
            <a:t>1</a:t>
          </a:r>
          <a:endParaRPr lang="en-US" sz="3300" kern="1200" dirty="0"/>
        </a:p>
      </dsp:txBody>
      <dsp:txXfrm>
        <a:off x="152819" y="30774"/>
        <a:ext cx="997090" cy="565903"/>
      </dsp:txXfrm>
    </dsp:sp>
    <dsp:sp modelId="{9F1641B2-9520-4A4C-99DA-6988F9591897}">
      <dsp:nvSpPr>
        <dsp:cNvPr id="0" name=""/>
        <dsp:cNvSpPr/>
      </dsp:nvSpPr>
      <dsp:spPr>
        <a:xfrm>
          <a:off x="1393897" y="690005"/>
          <a:ext cx="5653180" cy="627131"/>
        </a:xfrm>
        <a:prstGeom prst="rightArrow">
          <a:avLst>
            <a:gd name="adj1" fmla="val 75000"/>
            <a:gd name="adj2" fmla="val 50000"/>
          </a:avLst>
        </a:prstGeom>
        <a:solidFill>
          <a:schemeClr val="accent5">
            <a:lumMod val="10000"/>
            <a:lumOff val="9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a:solidFill>
                <a:srgbClr val="000000"/>
              </a:solidFill>
            </a:rPr>
            <a:t>Click Enter</a:t>
          </a:r>
        </a:p>
      </dsp:txBody>
      <dsp:txXfrm>
        <a:off x="1393897" y="768396"/>
        <a:ext cx="5418006" cy="470349"/>
      </dsp:txXfrm>
    </dsp:sp>
    <dsp:sp modelId="{7AEB5D90-FD6F-446E-A7C9-040EAA1FF93E}">
      <dsp:nvSpPr>
        <dsp:cNvPr id="0" name=""/>
        <dsp:cNvSpPr/>
      </dsp:nvSpPr>
      <dsp:spPr>
        <a:xfrm>
          <a:off x="122205" y="690005"/>
          <a:ext cx="1058318" cy="627131"/>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62865" rIns="125730" bIns="62865" numCol="1" spcCol="1270" anchor="ctr" anchorCtr="0">
          <a:noAutofit/>
        </a:bodyPr>
        <a:lstStyle/>
        <a:p>
          <a:pPr marL="0" lvl="0" indent="0" algn="ctr" defTabSz="1466850">
            <a:lnSpc>
              <a:spcPct val="90000"/>
            </a:lnSpc>
            <a:spcBef>
              <a:spcPct val="0"/>
            </a:spcBef>
            <a:spcAft>
              <a:spcPct val="35000"/>
            </a:spcAft>
            <a:buNone/>
          </a:pPr>
          <a:r>
            <a:rPr lang="en-US" sz="3300" kern="1200" dirty="0"/>
            <a:t>2</a:t>
          </a:r>
        </a:p>
      </dsp:txBody>
      <dsp:txXfrm>
        <a:off x="152819" y="720619"/>
        <a:ext cx="997090" cy="565903"/>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541A84-881C-4AD8-A124-F99B1F4B68EC}">
      <dsp:nvSpPr>
        <dsp:cNvPr id="0" name=""/>
        <dsp:cNvSpPr/>
      </dsp:nvSpPr>
      <dsp:spPr>
        <a:xfrm>
          <a:off x="1393897" y="160"/>
          <a:ext cx="5653180" cy="627131"/>
        </a:xfrm>
        <a:prstGeom prst="rightArrow">
          <a:avLst>
            <a:gd name="adj1" fmla="val 75000"/>
            <a:gd name="adj2" fmla="val 50000"/>
          </a:avLst>
        </a:prstGeom>
        <a:solidFill>
          <a:schemeClr val="accent5">
            <a:lumMod val="10000"/>
            <a:lumOff val="9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kern="1200" dirty="0">
              <a:solidFill>
                <a:srgbClr val="000000"/>
              </a:solidFill>
            </a:rPr>
            <a:t>Type </a:t>
          </a:r>
          <a:r>
            <a:rPr lang="en-US" sz="2000" b="1" i="1" kern="1200" dirty="0">
              <a:solidFill>
                <a:srgbClr val="000000"/>
              </a:solidFill>
            </a:rPr>
            <a:t>cd (space) repository name</a:t>
          </a:r>
        </a:p>
      </dsp:txBody>
      <dsp:txXfrm>
        <a:off x="1393897" y="78551"/>
        <a:ext cx="5418006" cy="470349"/>
      </dsp:txXfrm>
    </dsp:sp>
    <dsp:sp modelId="{BFABE958-61C3-4C56-A5B0-C8686A6A25A6}">
      <dsp:nvSpPr>
        <dsp:cNvPr id="0" name=""/>
        <dsp:cNvSpPr/>
      </dsp:nvSpPr>
      <dsp:spPr>
        <a:xfrm>
          <a:off x="122205" y="160"/>
          <a:ext cx="1058318" cy="627131"/>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62865" rIns="125730" bIns="62865" numCol="1" spcCol="1270" anchor="ctr" anchorCtr="0">
          <a:noAutofit/>
        </a:bodyPr>
        <a:lstStyle/>
        <a:p>
          <a:pPr marL="0" lvl="0" indent="0" algn="ctr" defTabSz="1466850">
            <a:lnSpc>
              <a:spcPct val="90000"/>
            </a:lnSpc>
            <a:spcBef>
              <a:spcPct val="0"/>
            </a:spcBef>
            <a:spcAft>
              <a:spcPct val="35000"/>
            </a:spcAft>
            <a:buNone/>
          </a:pPr>
          <a:r>
            <a:rPr lang="en-US" sz="3300" kern="1200"/>
            <a:t>1</a:t>
          </a:r>
          <a:endParaRPr lang="en-US" sz="3300" kern="1200" dirty="0"/>
        </a:p>
      </dsp:txBody>
      <dsp:txXfrm>
        <a:off x="152819" y="30774"/>
        <a:ext cx="997090" cy="565903"/>
      </dsp:txXfrm>
    </dsp:sp>
    <dsp:sp modelId="{9F1641B2-9520-4A4C-99DA-6988F9591897}">
      <dsp:nvSpPr>
        <dsp:cNvPr id="0" name=""/>
        <dsp:cNvSpPr/>
      </dsp:nvSpPr>
      <dsp:spPr>
        <a:xfrm>
          <a:off x="1393897" y="690005"/>
          <a:ext cx="5653180" cy="627131"/>
        </a:xfrm>
        <a:prstGeom prst="rightArrow">
          <a:avLst>
            <a:gd name="adj1" fmla="val 75000"/>
            <a:gd name="adj2" fmla="val 50000"/>
          </a:avLst>
        </a:prstGeom>
        <a:solidFill>
          <a:schemeClr val="accent5">
            <a:lumMod val="10000"/>
            <a:lumOff val="9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a:solidFill>
                <a:srgbClr val="000000"/>
              </a:solidFill>
            </a:rPr>
            <a:t>Click Enter</a:t>
          </a:r>
        </a:p>
      </dsp:txBody>
      <dsp:txXfrm>
        <a:off x="1393897" y="768396"/>
        <a:ext cx="5418006" cy="470349"/>
      </dsp:txXfrm>
    </dsp:sp>
    <dsp:sp modelId="{7AEB5D90-FD6F-446E-A7C9-040EAA1FF93E}">
      <dsp:nvSpPr>
        <dsp:cNvPr id="0" name=""/>
        <dsp:cNvSpPr/>
      </dsp:nvSpPr>
      <dsp:spPr>
        <a:xfrm>
          <a:off x="122205" y="690005"/>
          <a:ext cx="1058318" cy="627131"/>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62865" rIns="125730" bIns="62865" numCol="1" spcCol="1270" anchor="ctr" anchorCtr="0">
          <a:noAutofit/>
        </a:bodyPr>
        <a:lstStyle/>
        <a:p>
          <a:pPr marL="0" lvl="0" indent="0" algn="ctr" defTabSz="1466850">
            <a:lnSpc>
              <a:spcPct val="90000"/>
            </a:lnSpc>
            <a:spcBef>
              <a:spcPct val="0"/>
            </a:spcBef>
            <a:spcAft>
              <a:spcPct val="35000"/>
            </a:spcAft>
            <a:buNone/>
          </a:pPr>
          <a:r>
            <a:rPr lang="en-US" sz="3300" kern="1200" dirty="0"/>
            <a:t>2</a:t>
          </a:r>
        </a:p>
      </dsp:txBody>
      <dsp:txXfrm>
        <a:off x="152819" y="720619"/>
        <a:ext cx="997090" cy="565903"/>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541A84-881C-4AD8-A124-F99B1F4B68EC}">
      <dsp:nvSpPr>
        <dsp:cNvPr id="0" name=""/>
        <dsp:cNvSpPr/>
      </dsp:nvSpPr>
      <dsp:spPr>
        <a:xfrm>
          <a:off x="861222" y="151"/>
          <a:ext cx="3492831" cy="592323"/>
        </a:xfrm>
        <a:prstGeom prst="rightArrow">
          <a:avLst>
            <a:gd name="adj1" fmla="val 75000"/>
            <a:gd name="adj2" fmla="val 50000"/>
          </a:avLst>
        </a:prstGeom>
        <a:solidFill>
          <a:schemeClr val="accent5">
            <a:lumMod val="10000"/>
            <a:lumOff val="9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kern="1200" dirty="0">
              <a:solidFill>
                <a:srgbClr val="000000"/>
              </a:solidFill>
            </a:rPr>
            <a:t>Type </a:t>
          </a:r>
          <a:r>
            <a:rPr lang="en-US" sz="2000" b="1" i="1" kern="1200" dirty="0" err="1">
              <a:solidFill>
                <a:srgbClr val="000000"/>
              </a:solidFill>
            </a:rPr>
            <a:t>dir</a:t>
          </a:r>
          <a:endParaRPr lang="en-US" sz="2000" b="1" i="1" kern="1200" dirty="0">
            <a:solidFill>
              <a:srgbClr val="000000"/>
            </a:solidFill>
          </a:endParaRPr>
        </a:p>
      </dsp:txBody>
      <dsp:txXfrm>
        <a:off x="861222" y="74191"/>
        <a:ext cx="3270710" cy="444243"/>
      </dsp:txXfrm>
    </dsp:sp>
    <dsp:sp modelId="{BFABE958-61C3-4C56-A5B0-C8686A6A25A6}">
      <dsp:nvSpPr>
        <dsp:cNvPr id="0" name=""/>
        <dsp:cNvSpPr/>
      </dsp:nvSpPr>
      <dsp:spPr>
        <a:xfrm>
          <a:off x="75504" y="151"/>
          <a:ext cx="653884" cy="59232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kern="1200"/>
            <a:t>1</a:t>
          </a:r>
          <a:endParaRPr lang="en-US" sz="3100" kern="1200" dirty="0"/>
        </a:p>
      </dsp:txBody>
      <dsp:txXfrm>
        <a:off x="104419" y="29066"/>
        <a:ext cx="596054" cy="534493"/>
      </dsp:txXfrm>
    </dsp:sp>
    <dsp:sp modelId="{9F1641B2-9520-4A4C-99DA-6988F9591897}">
      <dsp:nvSpPr>
        <dsp:cNvPr id="0" name=""/>
        <dsp:cNvSpPr/>
      </dsp:nvSpPr>
      <dsp:spPr>
        <a:xfrm>
          <a:off x="861222" y="651708"/>
          <a:ext cx="3492831" cy="592323"/>
        </a:xfrm>
        <a:prstGeom prst="rightArrow">
          <a:avLst>
            <a:gd name="adj1" fmla="val 75000"/>
            <a:gd name="adj2" fmla="val 50000"/>
          </a:avLst>
        </a:prstGeom>
        <a:solidFill>
          <a:schemeClr val="accent5">
            <a:lumMod val="10000"/>
            <a:lumOff val="9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a:solidFill>
                <a:srgbClr val="000000"/>
              </a:solidFill>
            </a:rPr>
            <a:t>Click Enter</a:t>
          </a:r>
        </a:p>
      </dsp:txBody>
      <dsp:txXfrm>
        <a:off x="861222" y="725748"/>
        <a:ext cx="3270710" cy="444243"/>
      </dsp:txXfrm>
    </dsp:sp>
    <dsp:sp modelId="{7AEB5D90-FD6F-446E-A7C9-040EAA1FF93E}">
      <dsp:nvSpPr>
        <dsp:cNvPr id="0" name=""/>
        <dsp:cNvSpPr/>
      </dsp:nvSpPr>
      <dsp:spPr>
        <a:xfrm>
          <a:off x="75504" y="651708"/>
          <a:ext cx="653884" cy="59232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kern="1200" dirty="0"/>
            <a:t>2</a:t>
          </a:r>
        </a:p>
      </dsp:txBody>
      <dsp:txXfrm>
        <a:off x="104419" y="680623"/>
        <a:ext cx="596054" cy="534493"/>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541A84-881C-4AD8-A124-F99B1F4B68EC}">
      <dsp:nvSpPr>
        <dsp:cNvPr id="0" name=""/>
        <dsp:cNvSpPr/>
      </dsp:nvSpPr>
      <dsp:spPr>
        <a:xfrm>
          <a:off x="861222" y="151"/>
          <a:ext cx="3492831" cy="592323"/>
        </a:xfrm>
        <a:prstGeom prst="rightArrow">
          <a:avLst>
            <a:gd name="adj1" fmla="val 75000"/>
            <a:gd name="adj2" fmla="val 50000"/>
          </a:avLst>
        </a:prstGeom>
        <a:solidFill>
          <a:schemeClr val="accent5">
            <a:lumMod val="10000"/>
            <a:lumOff val="9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kern="1200" dirty="0">
              <a:solidFill>
                <a:srgbClr val="000000"/>
              </a:solidFill>
            </a:rPr>
            <a:t>Type </a:t>
          </a:r>
          <a:r>
            <a:rPr lang="en-US" sz="2000" b="1" i="1" kern="1200" dirty="0" err="1">
              <a:solidFill>
                <a:srgbClr val="000000"/>
              </a:solidFill>
            </a:rPr>
            <a:t>mkdir</a:t>
          </a:r>
          <a:r>
            <a:rPr lang="en-US" sz="2000" b="1" i="1" kern="1200" dirty="0">
              <a:solidFill>
                <a:srgbClr val="000000"/>
              </a:solidFill>
            </a:rPr>
            <a:t> week-1</a:t>
          </a:r>
        </a:p>
      </dsp:txBody>
      <dsp:txXfrm>
        <a:off x="861222" y="74191"/>
        <a:ext cx="3270710" cy="444243"/>
      </dsp:txXfrm>
    </dsp:sp>
    <dsp:sp modelId="{BFABE958-61C3-4C56-A5B0-C8686A6A25A6}">
      <dsp:nvSpPr>
        <dsp:cNvPr id="0" name=""/>
        <dsp:cNvSpPr/>
      </dsp:nvSpPr>
      <dsp:spPr>
        <a:xfrm>
          <a:off x="75504" y="151"/>
          <a:ext cx="653884" cy="59232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kern="1200" dirty="0"/>
            <a:t>1</a:t>
          </a:r>
        </a:p>
      </dsp:txBody>
      <dsp:txXfrm>
        <a:off x="104419" y="29066"/>
        <a:ext cx="596054" cy="534493"/>
      </dsp:txXfrm>
    </dsp:sp>
    <dsp:sp modelId="{9F1641B2-9520-4A4C-99DA-6988F9591897}">
      <dsp:nvSpPr>
        <dsp:cNvPr id="0" name=""/>
        <dsp:cNvSpPr/>
      </dsp:nvSpPr>
      <dsp:spPr>
        <a:xfrm>
          <a:off x="861222" y="651708"/>
          <a:ext cx="3492831" cy="592323"/>
        </a:xfrm>
        <a:prstGeom prst="rightArrow">
          <a:avLst>
            <a:gd name="adj1" fmla="val 75000"/>
            <a:gd name="adj2" fmla="val 50000"/>
          </a:avLst>
        </a:prstGeom>
        <a:solidFill>
          <a:schemeClr val="accent5">
            <a:lumMod val="10000"/>
            <a:lumOff val="9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a:solidFill>
                <a:srgbClr val="000000"/>
              </a:solidFill>
            </a:rPr>
            <a:t>Click Enter</a:t>
          </a:r>
        </a:p>
      </dsp:txBody>
      <dsp:txXfrm>
        <a:off x="861222" y="725748"/>
        <a:ext cx="3270710" cy="444243"/>
      </dsp:txXfrm>
    </dsp:sp>
    <dsp:sp modelId="{7AEB5D90-FD6F-446E-A7C9-040EAA1FF93E}">
      <dsp:nvSpPr>
        <dsp:cNvPr id="0" name=""/>
        <dsp:cNvSpPr/>
      </dsp:nvSpPr>
      <dsp:spPr>
        <a:xfrm>
          <a:off x="75504" y="651708"/>
          <a:ext cx="653884" cy="59232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kern="1200" dirty="0"/>
            <a:t>2</a:t>
          </a:r>
        </a:p>
      </dsp:txBody>
      <dsp:txXfrm>
        <a:off x="104419" y="680623"/>
        <a:ext cx="596054" cy="534493"/>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541A84-881C-4AD8-A124-F99B1F4B68EC}">
      <dsp:nvSpPr>
        <dsp:cNvPr id="0" name=""/>
        <dsp:cNvSpPr/>
      </dsp:nvSpPr>
      <dsp:spPr>
        <a:xfrm>
          <a:off x="1576448" y="177"/>
          <a:ext cx="6393545" cy="690957"/>
        </a:xfrm>
        <a:prstGeom prst="rightArrow">
          <a:avLst>
            <a:gd name="adj1" fmla="val 75000"/>
            <a:gd name="adj2" fmla="val 50000"/>
          </a:avLst>
        </a:prstGeom>
        <a:solidFill>
          <a:srgbClr val="FF0000">
            <a:alpha val="90000"/>
          </a:srgb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kern="1200" dirty="0">
              <a:solidFill>
                <a:schemeClr val="bg1"/>
              </a:solidFill>
            </a:rPr>
            <a:t>Type the code in Sublime Text Editor</a:t>
          </a:r>
          <a:endParaRPr lang="en-US" sz="2000" b="1" i="1" kern="1200" dirty="0">
            <a:solidFill>
              <a:schemeClr val="bg1"/>
            </a:solidFill>
          </a:endParaRPr>
        </a:p>
      </dsp:txBody>
      <dsp:txXfrm>
        <a:off x="1576448" y="86547"/>
        <a:ext cx="6134436" cy="518217"/>
      </dsp:txXfrm>
    </dsp:sp>
    <dsp:sp modelId="{BFABE958-61C3-4C56-A5B0-C8686A6A25A6}">
      <dsp:nvSpPr>
        <dsp:cNvPr id="0" name=""/>
        <dsp:cNvSpPr/>
      </dsp:nvSpPr>
      <dsp:spPr>
        <a:xfrm>
          <a:off x="138209" y="177"/>
          <a:ext cx="1196920" cy="69095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a:lnSpc>
              <a:spcPct val="90000"/>
            </a:lnSpc>
            <a:spcBef>
              <a:spcPct val="0"/>
            </a:spcBef>
            <a:spcAft>
              <a:spcPct val="35000"/>
            </a:spcAft>
            <a:buNone/>
          </a:pPr>
          <a:r>
            <a:rPr lang="en-US" sz="3600" kern="1200"/>
            <a:t>1</a:t>
          </a:r>
          <a:endParaRPr lang="en-US" sz="3600" kern="1200" dirty="0"/>
        </a:p>
      </dsp:txBody>
      <dsp:txXfrm>
        <a:off x="171939" y="33907"/>
        <a:ext cx="1129460" cy="623497"/>
      </dsp:txXfrm>
    </dsp:sp>
    <dsp:sp modelId="{9F1641B2-9520-4A4C-99DA-6988F9591897}">
      <dsp:nvSpPr>
        <dsp:cNvPr id="0" name=""/>
        <dsp:cNvSpPr/>
      </dsp:nvSpPr>
      <dsp:spPr>
        <a:xfrm>
          <a:off x="1576448" y="760230"/>
          <a:ext cx="6393545" cy="690957"/>
        </a:xfrm>
        <a:prstGeom prst="rightArrow">
          <a:avLst>
            <a:gd name="adj1" fmla="val 75000"/>
            <a:gd name="adj2" fmla="val 50000"/>
          </a:avLst>
        </a:prstGeom>
        <a:solidFill>
          <a:srgbClr val="FF0000">
            <a:alpha val="90000"/>
          </a:srgb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a:solidFill>
                <a:schemeClr val="bg1"/>
              </a:solidFill>
            </a:rPr>
            <a:t>Save as </a:t>
          </a:r>
          <a:r>
            <a:rPr lang="en-US" sz="2000" b="1" i="1" kern="1200" dirty="0">
              <a:solidFill>
                <a:schemeClr val="bg1"/>
              </a:solidFill>
            </a:rPr>
            <a:t>practice_1.rs</a:t>
          </a:r>
          <a:r>
            <a:rPr lang="en-US" sz="2000" b="0" i="0" kern="1200" dirty="0">
              <a:solidFill>
                <a:schemeClr val="bg1"/>
              </a:solidFill>
            </a:rPr>
            <a:t> inside the week-1 folder in the cloned repository </a:t>
          </a:r>
          <a:r>
            <a:rPr lang="en-US" sz="2000" b="0" i="1" kern="1200" dirty="0">
              <a:solidFill>
                <a:schemeClr val="bg1"/>
              </a:solidFill>
            </a:rPr>
            <a:t>(d.moruCSC101)</a:t>
          </a:r>
        </a:p>
      </dsp:txBody>
      <dsp:txXfrm>
        <a:off x="1576448" y="846600"/>
        <a:ext cx="6134436" cy="518217"/>
      </dsp:txXfrm>
    </dsp:sp>
    <dsp:sp modelId="{7AEB5D90-FD6F-446E-A7C9-040EAA1FF93E}">
      <dsp:nvSpPr>
        <dsp:cNvPr id="0" name=""/>
        <dsp:cNvSpPr/>
      </dsp:nvSpPr>
      <dsp:spPr>
        <a:xfrm>
          <a:off x="138209" y="760230"/>
          <a:ext cx="1196920" cy="69095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a:lnSpc>
              <a:spcPct val="90000"/>
            </a:lnSpc>
            <a:spcBef>
              <a:spcPct val="0"/>
            </a:spcBef>
            <a:spcAft>
              <a:spcPct val="35000"/>
            </a:spcAft>
            <a:buNone/>
          </a:pPr>
          <a:r>
            <a:rPr lang="en-US" sz="3600" kern="1200" dirty="0"/>
            <a:t>2</a:t>
          </a:r>
        </a:p>
      </dsp:txBody>
      <dsp:txXfrm>
        <a:off x="171939" y="793960"/>
        <a:ext cx="1129460" cy="623497"/>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541A84-881C-4AD8-A124-F99B1F4B68EC}">
      <dsp:nvSpPr>
        <dsp:cNvPr id="0" name=""/>
        <dsp:cNvSpPr/>
      </dsp:nvSpPr>
      <dsp:spPr>
        <a:xfrm>
          <a:off x="861222" y="151"/>
          <a:ext cx="3492831" cy="592323"/>
        </a:xfrm>
        <a:prstGeom prst="rightArrow">
          <a:avLst>
            <a:gd name="adj1" fmla="val 75000"/>
            <a:gd name="adj2" fmla="val 50000"/>
          </a:avLst>
        </a:prstGeom>
        <a:solidFill>
          <a:schemeClr val="accent5">
            <a:lumMod val="10000"/>
            <a:lumOff val="9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kern="1200" dirty="0">
              <a:solidFill>
                <a:srgbClr val="000000"/>
              </a:solidFill>
            </a:rPr>
            <a:t>Type </a:t>
          </a:r>
          <a:r>
            <a:rPr lang="en-US" sz="2000" b="1" i="1" kern="1200" dirty="0">
              <a:solidFill>
                <a:srgbClr val="000000"/>
              </a:solidFill>
            </a:rPr>
            <a:t>cd (space) week-1</a:t>
          </a:r>
        </a:p>
      </dsp:txBody>
      <dsp:txXfrm>
        <a:off x="861222" y="74191"/>
        <a:ext cx="3270710" cy="444243"/>
      </dsp:txXfrm>
    </dsp:sp>
    <dsp:sp modelId="{BFABE958-61C3-4C56-A5B0-C8686A6A25A6}">
      <dsp:nvSpPr>
        <dsp:cNvPr id="0" name=""/>
        <dsp:cNvSpPr/>
      </dsp:nvSpPr>
      <dsp:spPr>
        <a:xfrm>
          <a:off x="75504" y="151"/>
          <a:ext cx="653884" cy="59232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kern="1200"/>
            <a:t>1</a:t>
          </a:r>
          <a:endParaRPr lang="en-US" sz="3100" kern="1200" dirty="0"/>
        </a:p>
      </dsp:txBody>
      <dsp:txXfrm>
        <a:off x="104419" y="29066"/>
        <a:ext cx="596054" cy="534493"/>
      </dsp:txXfrm>
    </dsp:sp>
    <dsp:sp modelId="{9F1641B2-9520-4A4C-99DA-6988F9591897}">
      <dsp:nvSpPr>
        <dsp:cNvPr id="0" name=""/>
        <dsp:cNvSpPr/>
      </dsp:nvSpPr>
      <dsp:spPr>
        <a:xfrm>
          <a:off x="861222" y="651708"/>
          <a:ext cx="3492831" cy="592323"/>
        </a:xfrm>
        <a:prstGeom prst="rightArrow">
          <a:avLst>
            <a:gd name="adj1" fmla="val 75000"/>
            <a:gd name="adj2" fmla="val 50000"/>
          </a:avLst>
        </a:prstGeom>
        <a:solidFill>
          <a:schemeClr val="accent5">
            <a:lumMod val="10000"/>
            <a:lumOff val="9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a:solidFill>
                <a:srgbClr val="000000"/>
              </a:solidFill>
            </a:rPr>
            <a:t>Click Enter</a:t>
          </a:r>
        </a:p>
      </dsp:txBody>
      <dsp:txXfrm>
        <a:off x="861222" y="725748"/>
        <a:ext cx="3270710" cy="444243"/>
      </dsp:txXfrm>
    </dsp:sp>
    <dsp:sp modelId="{7AEB5D90-FD6F-446E-A7C9-040EAA1FF93E}">
      <dsp:nvSpPr>
        <dsp:cNvPr id="0" name=""/>
        <dsp:cNvSpPr/>
      </dsp:nvSpPr>
      <dsp:spPr>
        <a:xfrm>
          <a:off x="75504" y="651708"/>
          <a:ext cx="653884" cy="59232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kern="1200" dirty="0"/>
            <a:t>2</a:t>
          </a:r>
        </a:p>
      </dsp:txBody>
      <dsp:txXfrm>
        <a:off x="104419" y="680623"/>
        <a:ext cx="596054" cy="534493"/>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541A84-881C-4AD8-A124-F99B1F4B68EC}">
      <dsp:nvSpPr>
        <dsp:cNvPr id="0" name=""/>
        <dsp:cNvSpPr/>
      </dsp:nvSpPr>
      <dsp:spPr>
        <a:xfrm>
          <a:off x="861222" y="151"/>
          <a:ext cx="3492831" cy="592323"/>
        </a:xfrm>
        <a:prstGeom prst="rightArrow">
          <a:avLst>
            <a:gd name="adj1" fmla="val 75000"/>
            <a:gd name="adj2" fmla="val 50000"/>
          </a:avLst>
        </a:prstGeom>
        <a:solidFill>
          <a:schemeClr val="accent5">
            <a:lumMod val="10000"/>
            <a:lumOff val="9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kern="1200" dirty="0">
              <a:solidFill>
                <a:srgbClr val="000000"/>
              </a:solidFill>
            </a:rPr>
            <a:t>Type </a:t>
          </a:r>
          <a:r>
            <a:rPr lang="en-US" sz="2000" b="1" i="1" kern="1200" dirty="0" err="1">
              <a:solidFill>
                <a:srgbClr val="000000"/>
              </a:solidFill>
            </a:rPr>
            <a:t>cls</a:t>
          </a:r>
          <a:r>
            <a:rPr lang="en-US" sz="2000" b="1" i="1" kern="1200" dirty="0">
              <a:solidFill>
                <a:srgbClr val="000000"/>
              </a:solidFill>
            </a:rPr>
            <a:t> to clear screen</a:t>
          </a:r>
        </a:p>
      </dsp:txBody>
      <dsp:txXfrm>
        <a:off x="861222" y="74191"/>
        <a:ext cx="3270710" cy="444243"/>
      </dsp:txXfrm>
    </dsp:sp>
    <dsp:sp modelId="{BFABE958-61C3-4C56-A5B0-C8686A6A25A6}">
      <dsp:nvSpPr>
        <dsp:cNvPr id="0" name=""/>
        <dsp:cNvSpPr/>
      </dsp:nvSpPr>
      <dsp:spPr>
        <a:xfrm>
          <a:off x="75504" y="151"/>
          <a:ext cx="653884" cy="59232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kern="1200"/>
            <a:t>1</a:t>
          </a:r>
          <a:endParaRPr lang="en-US" sz="3100" kern="1200" dirty="0"/>
        </a:p>
      </dsp:txBody>
      <dsp:txXfrm>
        <a:off x="104419" y="29066"/>
        <a:ext cx="596054" cy="534493"/>
      </dsp:txXfrm>
    </dsp:sp>
    <dsp:sp modelId="{9F1641B2-9520-4A4C-99DA-6988F9591897}">
      <dsp:nvSpPr>
        <dsp:cNvPr id="0" name=""/>
        <dsp:cNvSpPr/>
      </dsp:nvSpPr>
      <dsp:spPr>
        <a:xfrm>
          <a:off x="861222" y="651708"/>
          <a:ext cx="3492831" cy="592323"/>
        </a:xfrm>
        <a:prstGeom prst="rightArrow">
          <a:avLst>
            <a:gd name="adj1" fmla="val 75000"/>
            <a:gd name="adj2" fmla="val 50000"/>
          </a:avLst>
        </a:prstGeom>
        <a:solidFill>
          <a:schemeClr val="accent5">
            <a:lumMod val="10000"/>
            <a:lumOff val="9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a:solidFill>
                <a:srgbClr val="000000"/>
              </a:solidFill>
            </a:rPr>
            <a:t>Click Enter</a:t>
          </a:r>
        </a:p>
      </dsp:txBody>
      <dsp:txXfrm>
        <a:off x="861222" y="725748"/>
        <a:ext cx="3270710" cy="444243"/>
      </dsp:txXfrm>
    </dsp:sp>
    <dsp:sp modelId="{7AEB5D90-FD6F-446E-A7C9-040EAA1FF93E}">
      <dsp:nvSpPr>
        <dsp:cNvPr id="0" name=""/>
        <dsp:cNvSpPr/>
      </dsp:nvSpPr>
      <dsp:spPr>
        <a:xfrm>
          <a:off x="75504" y="651708"/>
          <a:ext cx="653884" cy="59232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kern="1200" dirty="0"/>
            <a:t>2</a:t>
          </a:r>
        </a:p>
      </dsp:txBody>
      <dsp:txXfrm>
        <a:off x="104419" y="680623"/>
        <a:ext cx="596054" cy="534493"/>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541A84-881C-4AD8-A124-F99B1F4B68EC}">
      <dsp:nvSpPr>
        <dsp:cNvPr id="0" name=""/>
        <dsp:cNvSpPr/>
      </dsp:nvSpPr>
      <dsp:spPr>
        <a:xfrm>
          <a:off x="861222" y="151"/>
          <a:ext cx="3492831" cy="592323"/>
        </a:xfrm>
        <a:prstGeom prst="rightArrow">
          <a:avLst>
            <a:gd name="adj1" fmla="val 75000"/>
            <a:gd name="adj2" fmla="val 50000"/>
          </a:avLst>
        </a:prstGeom>
        <a:solidFill>
          <a:schemeClr val="accent5">
            <a:lumMod val="10000"/>
            <a:lumOff val="9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kern="1200" dirty="0">
              <a:solidFill>
                <a:srgbClr val="000000"/>
              </a:solidFill>
            </a:rPr>
            <a:t>Type </a:t>
          </a:r>
          <a:r>
            <a:rPr lang="en-US" sz="2000" b="1" i="1" kern="1200" dirty="0" err="1">
              <a:solidFill>
                <a:srgbClr val="000000"/>
              </a:solidFill>
            </a:rPr>
            <a:t>dir</a:t>
          </a:r>
          <a:r>
            <a:rPr lang="en-US" sz="2000" b="1" i="1" kern="1200" dirty="0">
              <a:solidFill>
                <a:srgbClr val="000000"/>
              </a:solidFill>
            </a:rPr>
            <a:t> </a:t>
          </a:r>
        </a:p>
      </dsp:txBody>
      <dsp:txXfrm>
        <a:off x="861222" y="74191"/>
        <a:ext cx="3270710" cy="444243"/>
      </dsp:txXfrm>
    </dsp:sp>
    <dsp:sp modelId="{BFABE958-61C3-4C56-A5B0-C8686A6A25A6}">
      <dsp:nvSpPr>
        <dsp:cNvPr id="0" name=""/>
        <dsp:cNvSpPr/>
      </dsp:nvSpPr>
      <dsp:spPr>
        <a:xfrm>
          <a:off x="75504" y="151"/>
          <a:ext cx="653884" cy="59232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kern="1200"/>
            <a:t>1</a:t>
          </a:r>
          <a:endParaRPr lang="en-US" sz="3100" kern="1200" dirty="0"/>
        </a:p>
      </dsp:txBody>
      <dsp:txXfrm>
        <a:off x="104419" y="29066"/>
        <a:ext cx="596054" cy="534493"/>
      </dsp:txXfrm>
    </dsp:sp>
    <dsp:sp modelId="{9F1641B2-9520-4A4C-99DA-6988F9591897}">
      <dsp:nvSpPr>
        <dsp:cNvPr id="0" name=""/>
        <dsp:cNvSpPr/>
      </dsp:nvSpPr>
      <dsp:spPr>
        <a:xfrm>
          <a:off x="861222" y="651708"/>
          <a:ext cx="3492831" cy="592323"/>
        </a:xfrm>
        <a:prstGeom prst="rightArrow">
          <a:avLst>
            <a:gd name="adj1" fmla="val 75000"/>
            <a:gd name="adj2" fmla="val 50000"/>
          </a:avLst>
        </a:prstGeom>
        <a:solidFill>
          <a:schemeClr val="accent5">
            <a:lumMod val="10000"/>
            <a:lumOff val="9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a:solidFill>
                <a:srgbClr val="000000"/>
              </a:solidFill>
            </a:rPr>
            <a:t>Click Enter</a:t>
          </a:r>
        </a:p>
      </dsp:txBody>
      <dsp:txXfrm>
        <a:off x="861222" y="725748"/>
        <a:ext cx="3270710" cy="444243"/>
      </dsp:txXfrm>
    </dsp:sp>
    <dsp:sp modelId="{7AEB5D90-FD6F-446E-A7C9-040EAA1FF93E}">
      <dsp:nvSpPr>
        <dsp:cNvPr id="0" name=""/>
        <dsp:cNvSpPr/>
      </dsp:nvSpPr>
      <dsp:spPr>
        <a:xfrm>
          <a:off x="75504" y="651708"/>
          <a:ext cx="653884" cy="59232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kern="1200" dirty="0"/>
            <a:t>2</a:t>
          </a:r>
        </a:p>
      </dsp:txBody>
      <dsp:txXfrm>
        <a:off x="104419" y="680623"/>
        <a:ext cx="596054" cy="534493"/>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541A84-881C-4AD8-A124-F99B1F4B68EC}">
      <dsp:nvSpPr>
        <dsp:cNvPr id="0" name=""/>
        <dsp:cNvSpPr/>
      </dsp:nvSpPr>
      <dsp:spPr>
        <a:xfrm>
          <a:off x="861222" y="151"/>
          <a:ext cx="3492831" cy="592323"/>
        </a:xfrm>
        <a:prstGeom prst="rightArrow">
          <a:avLst>
            <a:gd name="adj1" fmla="val 75000"/>
            <a:gd name="adj2" fmla="val 50000"/>
          </a:avLst>
        </a:prstGeom>
        <a:solidFill>
          <a:schemeClr val="accent5">
            <a:lumMod val="10000"/>
            <a:lumOff val="9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kern="1200" dirty="0">
              <a:solidFill>
                <a:srgbClr val="000000"/>
              </a:solidFill>
            </a:rPr>
            <a:t>Type </a:t>
          </a:r>
          <a:r>
            <a:rPr lang="en-US" sz="2000" b="1" i="1" kern="1200" dirty="0">
              <a:solidFill>
                <a:srgbClr val="000000"/>
              </a:solidFill>
            </a:rPr>
            <a:t>cd.. </a:t>
          </a:r>
        </a:p>
      </dsp:txBody>
      <dsp:txXfrm>
        <a:off x="861222" y="74191"/>
        <a:ext cx="3270710" cy="444243"/>
      </dsp:txXfrm>
    </dsp:sp>
    <dsp:sp modelId="{BFABE958-61C3-4C56-A5B0-C8686A6A25A6}">
      <dsp:nvSpPr>
        <dsp:cNvPr id="0" name=""/>
        <dsp:cNvSpPr/>
      </dsp:nvSpPr>
      <dsp:spPr>
        <a:xfrm>
          <a:off x="75504" y="151"/>
          <a:ext cx="653884" cy="59232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kern="1200"/>
            <a:t>1</a:t>
          </a:r>
          <a:endParaRPr lang="en-US" sz="3100" kern="1200" dirty="0"/>
        </a:p>
      </dsp:txBody>
      <dsp:txXfrm>
        <a:off x="104419" y="29066"/>
        <a:ext cx="596054" cy="534493"/>
      </dsp:txXfrm>
    </dsp:sp>
    <dsp:sp modelId="{9F1641B2-9520-4A4C-99DA-6988F9591897}">
      <dsp:nvSpPr>
        <dsp:cNvPr id="0" name=""/>
        <dsp:cNvSpPr/>
      </dsp:nvSpPr>
      <dsp:spPr>
        <a:xfrm>
          <a:off x="861222" y="651708"/>
          <a:ext cx="3492831" cy="592323"/>
        </a:xfrm>
        <a:prstGeom prst="rightArrow">
          <a:avLst>
            <a:gd name="adj1" fmla="val 75000"/>
            <a:gd name="adj2" fmla="val 50000"/>
          </a:avLst>
        </a:prstGeom>
        <a:solidFill>
          <a:schemeClr val="accent5">
            <a:lumMod val="10000"/>
            <a:lumOff val="9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a:solidFill>
                <a:srgbClr val="000000"/>
              </a:solidFill>
            </a:rPr>
            <a:t>Click Enter</a:t>
          </a:r>
        </a:p>
      </dsp:txBody>
      <dsp:txXfrm>
        <a:off x="861222" y="725748"/>
        <a:ext cx="3270710" cy="444243"/>
      </dsp:txXfrm>
    </dsp:sp>
    <dsp:sp modelId="{7AEB5D90-FD6F-446E-A7C9-040EAA1FF93E}">
      <dsp:nvSpPr>
        <dsp:cNvPr id="0" name=""/>
        <dsp:cNvSpPr/>
      </dsp:nvSpPr>
      <dsp:spPr>
        <a:xfrm>
          <a:off x="75504" y="651708"/>
          <a:ext cx="653884" cy="59232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kern="1200" dirty="0"/>
            <a:t>2</a:t>
          </a:r>
        </a:p>
      </dsp:txBody>
      <dsp:txXfrm>
        <a:off x="104419" y="680623"/>
        <a:ext cx="596054" cy="534493"/>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541A84-881C-4AD8-A124-F99B1F4B68EC}">
      <dsp:nvSpPr>
        <dsp:cNvPr id="0" name=""/>
        <dsp:cNvSpPr/>
      </dsp:nvSpPr>
      <dsp:spPr>
        <a:xfrm>
          <a:off x="861222" y="151"/>
          <a:ext cx="3492831" cy="592323"/>
        </a:xfrm>
        <a:prstGeom prst="rightArrow">
          <a:avLst>
            <a:gd name="adj1" fmla="val 75000"/>
            <a:gd name="adj2" fmla="val 50000"/>
          </a:avLst>
        </a:prstGeom>
        <a:solidFill>
          <a:schemeClr val="accent5">
            <a:lumMod val="10000"/>
            <a:lumOff val="9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kern="1200" dirty="0">
              <a:solidFill>
                <a:srgbClr val="000000"/>
              </a:solidFill>
            </a:rPr>
            <a:t>Type </a:t>
          </a:r>
          <a:r>
            <a:rPr lang="en-US" sz="2000" b="1" i="1" kern="1200" dirty="0" err="1">
              <a:solidFill>
                <a:srgbClr val="000000"/>
              </a:solidFill>
            </a:rPr>
            <a:t>git</a:t>
          </a:r>
          <a:r>
            <a:rPr lang="en-US" sz="2000" b="1" i="1" kern="1200" dirty="0">
              <a:solidFill>
                <a:srgbClr val="000000"/>
              </a:solidFill>
            </a:rPr>
            <a:t> status </a:t>
          </a:r>
        </a:p>
      </dsp:txBody>
      <dsp:txXfrm>
        <a:off x="861222" y="74191"/>
        <a:ext cx="3270710" cy="444243"/>
      </dsp:txXfrm>
    </dsp:sp>
    <dsp:sp modelId="{BFABE958-61C3-4C56-A5B0-C8686A6A25A6}">
      <dsp:nvSpPr>
        <dsp:cNvPr id="0" name=""/>
        <dsp:cNvSpPr/>
      </dsp:nvSpPr>
      <dsp:spPr>
        <a:xfrm>
          <a:off x="75504" y="151"/>
          <a:ext cx="653884" cy="59232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kern="1200"/>
            <a:t>1</a:t>
          </a:r>
          <a:endParaRPr lang="en-US" sz="3100" kern="1200" dirty="0"/>
        </a:p>
      </dsp:txBody>
      <dsp:txXfrm>
        <a:off x="104419" y="29066"/>
        <a:ext cx="596054" cy="534493"/>
      </dsp:txXfrm>
    </dsp:sp>
    <dsp:sp modelId="{9F1641B2-9520-4A4C-99DA-6988F9591897}">
      <dsp:nvSpPr>
        <dsp:cNvPr id="0" name=""/>
        <dsp:cNvSpPr/>
      </dsp:nvSpPr>
      <dsp:spPr>
        <a:xfrm>
          <a:off x="861222" y="651708"/>
          <a:ext cx="3492831" cy="592323"/>
        </a:xfrm>
        <a:prstGeom prst="rightArrow">
          <a:avLst>
            <a:gd name="adj1" fmla="val 75000"/>
            <a:gd name="adj2" fmla="val 50000"/>
          </a:avLst>
        </a:prstGeom>
        <a:solidFill>
          <a:schemeClr val="accent5">
            <a:lumMod val="10000"/>
            <a:lumOff val="9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a:solidFill>
                <a:srgbClr val="000000"/>
              </a:solidFill>
            </a:rPr>
            <a:t>Click Enter</a:t>
          </a:r>
        </a:p>
      </dsp:txBody>
      <dsp:txXfrm>
        <a:off x="861222" y="725748"/>
        <a:ext cx="3270710" cy="444243"/>
      </dsp:txXfrm>
    </dsp:sp>
    <dsp:sp modelId="{7AEB5D90-FD6F-446E-A7C9-040EAA1FF93E}">
      <dsp:nvSpPr>
        <dsp:cNvPr id="0" name=""/>
        <dsp:cNvSpPr/>
      </dsp:nvSpPr>
      <dsp:spPr>
        <a:xfrm>
          <a:off x="75504" y="651708"/>
          <a:ext cx="653884" cy="59232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kern="1200" dirty="0"/>
            <a:t>2</a:t>
          </a:r>
        </a:p>
      </dsp:txBody>
      <dsp:txXfrm>
        <a:off x="104419" y="680623"/>
        <a:ext cx="596054" cy="534493"/>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541A84-881C-4AD8-A124-F99B1F4B68EC}">
      <dsp:nvSpPr>
        <dsp:cNvPr id="0" name=""/>
        <dsp:cNvSpPr/>
      </dsp:nvSpPr>
      <dsp:spPr>
        <a:xfrm>
          <a:off x="861222" y="151"/>
          <a:ext cx="3492831" cy="592323"/>
        </a:xfrm>
        <a:prstGeom prst="rightArrow">
          <a:avLst>
            <a:gd name="adj1" fmla="val 75000"/>
            <a:gd name="adj2" fmla="val 50000"/>
          </a:avLst>
        </a:prstGeom>
        <a:solidFill>
          <a:schemeClr val="accent5">
            <a:lumMod val="10000"/>
            <a:lumOff val="9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kern="1200" dirty="0">
              <a:solidFill>
                <a:srgbClr val="000000"/>
              </a:solidFill>
            </a:rPr>
            <a:t>Type </a:t>
          </a:r>
          <a:r>
            <a:rPr lang="en-US" sz="2000" b="1" i="1" kern="1200" dirty="0" err="1">
              <a:solidFill>
                <a:srgbClr val="000000"/>
              </a:solidFill>
            </a:rPr>
            <a:t>git</a:t>
          </a:r>
          <a:r>
            <a:rPr lang="en-US" sz="2000" b="1" i="1" kern="1200" dirty="0">
              <a:solidFill>
                <a:srgbClr val="000000"/>
              </a:solidFill>
            </a:rPr>
            <a:t> add -A </a:t>
          </a:r>
        </a:p>
      </dsp:txBody>
      <dsp:txXfrm>
        <a:off x="861222" y="74191"/>
        <a:ext cx="3270710" cy="444243"/>
      </dsp:txXfrm>
    </dsp:sp>
    <dsp:sp modelId="{BFABE958-61C3-4C56-A5B0-C8686A6A25A6}">
      <dsp:nvSpPr>
        <dsp:cNvPr id="0" name=""/>
        <dsp:cNvSpPr/>
      </dsp:nvSpPr>
      <dsp:spPr>
        <a:xfrm>
          <a:off x="75504" y="151"/>
          <a:ext cx="653884" cy="59232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kern="1200"/>
            <a:t>1</a:t>
          </a:r>
          <a:endParaRPr lang="en-US" sz="3100" kern="1200" dirty="0"/>
        </a:p>
      </dsp:txBody>
      <dsp:txXfrm>
        <a:off x="104419" y="29066"/>
        <a:ext cx="596054" cy="534493"/>
      </dsp:txXfrm>
    </dsp:sp>
    <dsp:sp modelId="{9F1641B2-9520-4A4C-99DA-6988F9591897}">
      <dsp:nvSpPr>
        <dsp:cNvPr id="0" name=""/>
        <dsp:cNvSpPr/>
      </dsp:nvSpPr>
      <dsp:spPr>
        <a:xfrm>
          <a:off x="861222" y="651708"/>
          <a:ext cx="3492831" cy="592323"/>
        </a:xfrm>
        <a:prstGeom prst="rightArrow">
          <a:avLst>
            <a:gd name="adj1" fmla="val 75000"/>
            <a:gd name="adj2" fmla="val 50000"/>
          </a:avLst>
        </a:prstGeom>
        <a:solidFill>
          <a:schemeClr val="accent5">
            <a:lumMod val="10000"/>
            <a:lumOff val="9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a:solidFill>
                <a:srgbClr val="000000"/>
              </a:solidFill>
            </a:rPr>
            <a:t>Click Enter</a:t>
          </a:r>
        </a:p>
      </dsp:txBody>
      <dsp:txXfrm>
        <a:off x="861222" y="725748"/>
        <a:ext cx="3270710" cy="444243"/>
      </dsp:txXfrm>
    </dsp:sp>
    <dsp:sp modelId="{7AEB5D90-FD6F-446E-A7C9-040EAA1FF93E}">
      <dsp:nvSpPr>
        <dsp:cNvPr id="0" name=""/>
        <dsp:cNvSpPr/>
      </dsp:nvSpPr>
      <dsp:spPr>
        <a:xfrm>
          <a:off x="75504" y="651708"/>
          <a:ext cx="653884" cy="59232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kern="1200" dirty="0"/>
            <a:t>2</a:t>
          </a:r>
        </a:p>
      </dsp:txBody>
      <dsp:txXfrm>
        <a:off x="104419" y="680623"/>
        <a:ext cx="596054" cy="534493"/>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541A84-881C-4AD8-A124-F99B1F4B68EC}">
      <dsp:nvSpPr>
        <dsp:cNvPr id="0" name=""/>
        <dsp:cNvSpPr/>
      </dsp:nvSpPr>
      <dsp:spPr>
        <a:xfrm>
          <a:off x="1480751" y="151"/>
          <a:ext cx="6005431" cy="592323"/>
        </a:xfrm>
        <a:prstGeom prst="rightArrow">
          <a:avLst>
            <a:gd name="adj1" fmla="val 75000"/>
            <a:gd name="adj2" fmla="val 50000"/>
          </a:avLst>
        </a:prstGeom>
        <a:solidFill>
          <a:schemeClr val="accent5">
            <a:lumMod val="10000"/>
            <a:lumOff val="9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kern="1200" dirty="0">
              <a:solidFill>
                <a:srgbClr val="000000"/>
              </a:solidFill>
            </a:rPr>
            <a:t>Type </a:t>
          </a:r>
          <a:r>
            <a:rPr lang="en-US" sz="2000" b="1" i="1" kern="1200" dirty="0" err="1">
              <a:solidFill>
                <a:srgbClr val="000000"/>
              </a:solidFill>
            </a:rPr>
            <a:t>git</a:t>
          </a:r>
          <a:r>
            <a:rPr lang="en-US" sz="2000" b="1" i="1" kern="1200" dirty="0">
              <a:solidFill>
                <a:srgbClr val="000000"/>
              </a:solidFill>
            </a:rPr>
            <a:t> commit -m(“My first commit”) </a:t>
          </a:r>
        </a:p>
      </dsp:txBody>
      <dsp:txXfrm>
        <a:off x="1480751" y="74191"/>
        <a:ext cx="5783310" cy="444243"/>
      </dsp:txXfrm>
    </dsp:sp>
    <dsp:sp modelId="{BFABE958-61C3-4C56-A5B0-C8686A6A25A6}">
      <dsp:nvSpPr>
        <dsp:cNvPr id="0" name=""/>
        <dsp:cNvSpPr/>
      </dsp:nvSpPr>
      <dsp:spPr>
        <a:xfrm>
          <a:off x="129819" y="151"/>
          <a:ext cx="1124262" cy="59232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kern="1200"/>
            <a:t>1</a:t>
          </a:r>
          <a:endParaRPr lang="en-US" sz="3100" kern="1200" dirty="0"/>
        </a:p>
      </dsp:txBody>
      <dsp:txXfrm>
        <a:off x="158734" y="29066"/>
        <a:ext cx="1066432" cy="534493"/>
      </dsp:txXfrm>
    </dsp:sp>
    <dsp:sp modelId="{9F1641B2-9520-4A4C-99DA-6988F9591897}">
      <dsp:nvSpPr>
        <dsp:cNvPr id="0" name=""/>
        <dsp:cNvSpPr/>
      </dsp:nvSpPr>
      <dsp:spPr>
        <a:xfrm>
          <a:off x="1480751" y="651708"/>
          <a:ext cx="6005431" cy="592323"/>
        </a:xfrm>
        <a:prstGeom prst="rightArrow">
          <a:avLst>
            <a:gd name="adj1" fmla="val 75000"/>
            <a:gd name="adj2" fmla="val 50000"/>
          </a:avLst>
        </a:prstGeom>
        <a:solidFill>
          <a:schemeClr val="accent5">
            <a:lumMod val="10000"/>
            <a:lumOff val="9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a:solidFill>
                <a:srgbClr val="000000"/>
              </a:solidFill>
            </a:rPr>
            <a:t>Click Enter</a:t>
          </a:r>
        </a:p>
      </dsp:txBody>
      <dsp:txXfrm>
        <a:off x="1480751" y="725748"/>
        <a:ext cx="5783310" cy="444243"/>
      </dsp:txXfrm>
    </dsp:sp>
    <dsp:sp modelId="{7AEB5D90-FD6F-446E-A7C9-040EAA1FF93E}">
      <dsp:nvSpPr>
        <dsp:cNvPr id="0" name=""/>
        <dsp:cNvSpPr/>
      </dsp:nvSpPr>
      <dsp:spPr>
        <a:xfrm>
          <a:off x="129819" y="651708"/>
          <a:ext cx="1124262" cy="59232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kern="1200" dirty="0"/>
            <a:t>2</a:t>
          </a:r>
        </a:p>
      </dsp:txBody>
      <dsp:txXfrm>
        <a:off x="158734" y="680623"/>
        <a:ext cx="1066432" cy="534493"/>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541A84-881C-4AD8-A124-F99B1F4B68EC}">
      <dsp:nvSpPr>
        <dsp:cNvPr id="0" name=""/>
        <dsp:cNvSpPr/>
      </dsp:nvSpPr>
      <dsp:spPr>
        <a:xfrm>
          <a:off x="1480751" y="151"/>
          <a:ext cx="6005431" cy="592323"/>
        </a:xfrm>
        <a:prstGeom prst="rightArrow">
          <a:avLst>
            <a:gd name="adj1" fmla="val 75000"/>
            <a:gd name="adj2" fmla="val 50000"/>
          </a:avLst>
        </a:prstGeom>
        <a:solidFill>
          <a:schemeClr val="accent5">
            <a:lumMod val="10000"/>
            <a:lumOff val="9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kern="1200" dirty="0">
              <a:solidFill>
                <a:srgbClr val="000000"/>
              </a:solidFill>
            </a:rPr>
            <a:t>Type </a:t>
          </a:r>
          <a:r>
            <a:rPr lang="en-US" sz="2000" b="1" i="1" kern="1200" dirty="0" err="1">
              <a:solidFill>
                <a:srgbClr val="000000"/>
              </a:solidFill>
            </a:rPr>
            <a:t>git</a:t>
          </a:r>
          <a:r>
            <a:rPr lang="en-US" sz="2000" b="1" i="1" kern="1200" dirty="0">
              <a:solidFill>
                <a:srgbClr val="000000"/>
              </a:solidFill>
            </a:rPr>
            <a:t> push </a:t>
          </a:r>
        </a:p>
      </dsp:txBody>
      <dsp:txXfrm>
        <a:off x="1480751" y="74191"/>
        <a:ext cx="5783310" cy="444243"/>
      </dsp:txXfrm>
    </dsp:sp>
    <dsp:sp modelId="{BFABE958-61C3-4C56-A5B0-C8686A6A25A6}">
      <dsp:nvSpPr>
        <dsp:cNvPr id="0" name=""/>
        <dsp:cNvSpPr/>
      </dsp:nvSpPr>
      <dsp:spPr>
        <a:xfrm>
          <a:off x="129819" y="151"/>
          <a:ext cx="1124262" cy="59232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kern="1200"/>
            <a:t>1</a:t>
          </a:r>
          <a:endParaRPr lang="en-US" sz="3100" kern="1200" dirty="0"/>
        </a:p>
      </dsp:txBody>
      <dsp:txXfrm>
        <a:off x="158734" y="29066"/>
        <a:ext cx="1066432" cy="534493"/>
      </dsp:txXfrm>
    </dsp:sp>
    <dsp:sp modelId="{9F1641B2-9520-4A4C-99DA-6988F9591897}">
      <dsp:nvSpPr>
        <dsp:cNvPr id="0" name=""/>
        <dsp:cNvSpPr/>
      </dsp:nvSpPr>
      <dsp:spPr>
        <a:xfrm>
          <a:off x="1480751" y="651708"/>
          <a:ext cx="6005431" cy="592323"/>
        </a:xfrm>
        <a:prstGeom prst="rightArrow">
          <a:avLst>
            <a:gd name="adj1" fmla="val 75000"/>
            <a:gd name="adj2" fmla="val 50000"/>
          </a:avLst>
        </a:prstGeom>
        <a:solidFill>
          <a:schemeClr val="accent5">
            <a:lumMod val="10000"/>
            <a:lumOff val="90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a:solidFill>
                <a:srgbClr val="000000"/>
              </a:solidFill>
            </a:rPr>
            <a:t>Click Enter</a:t>
          </a:r>
        </a:p>
      </dsp:txBody>
      <dsp:txXfrm>
        <a:off x="1480751" y="725748"/>
        <a:ext cx="5783310" cy="444243"/>
      </dsp:txXfrm>
    </dsp:sp>
    <dsp:sp modelId="{7AEB5D90-FD6F-446E-A7C9-040EAA1FF93E}">
      <dsp:nvSpPr>
        <dsp:cNvPr id="0" name=""/>
        <dsp:cNvSpPr/>
      </dsp:nvSpPr>
      <dsp:spPr>
        <a:xfrm>
          <a:off x="129819" y="651708"/>
          <a:ext cx="1124262" cy="592323"/>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kern="1200" dirty="0"/>
            <a:t>2</a:t>
          </a:r>
        </a:p>
      </dsp:txBody>
      <dsp:txXfrm>
        <a:off x="158734" y="680623"/>
        <a:ext cx="1066432" cy="534493"/>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541A84-881C-4AD8-A124-F99B1F4B68EC}">
      <dsp:nvSpPr>
        <dsp:cNvPr id="0" name=""/>
        <dsp:cNvSpPr/>
      </dsp:nvSpPr>
      <dsp:spPr>
        <a:xfrm>
          <a:off x="1480751" y="0"/>
          <a:ext cx="6005431" cy="899410"/>
        </a:xfrm>
        <a:prstGeom prst="rightArrow">
          <a:avLst>
            <a:gd name="adj1" fmla="val 75000"/>
            <a:gd name="adj2" fmla="val 50000"/>
          </a:avLst>
        </a:prstGeom>
        <a:solidFill>
          <a:srgbClr val="FF0000">
            <a:alpha val="90000"/>
          </a:srgb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a:solidFill>
                <a:schemeClr val="bg1"/>
              </a:solidFill>
            </a:rPr>
            <a:t>Refresh your GitHub browser account</a:t>
          </a:r>
        </a:p>
      </dsp:txBody>
      <dsp:txXfrm>
        <a:off x="1480751" y="112426"/>
        <a:ext cx="5668152" cy="674558"/>
      </dsp:txXfrm>
    </dsp:sp>
    <dsp:sp modelId="{BFABE958-61C3-4C56-A5B0-C8686A6A25A6}">
      <dsp:nvSpPr>
        <dsp:cNvPr id="0" name=""/>
        <dsp:cNvSpPr/>
      </dsp:nvSpPr>
      <dsp:spPr>
        <a:xfrm>
          <a:off x="129819" y="0"/>
          <a:ext cx="1124262" cy="89941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89535" rIns="179070" bIns="89535" numCol="1" spcCol="1270" anchor="ctr" anchorCtr="0">
          <a:noAutofit/>
        </a:bodyPr>
        <a:lstStyle/>
        <a:p>
          <a:pPr marL="0" lvl="0" indent="0" algn="ctr" defTabSz="2089150">
            <a:lnSpc>
              <a:spcPct val="90000"/>
            </a:lnSpc>
            <a:spcBef>
              <a:spcPct val="0"/>
            </a:spcBef>
            <a:spcAft>
              <a:spcPct val="35000"/>
            </a:spcAft>
            <a:buNone/>
          </a:pPr>
          <a:r>
            <a:rPr lang="en-US" sz="4700" kern="1200"/>
            <a:t>1</a:t>
          </a:r>
          <a:endParaRPr lang="en-US" sz="4700" kern="1200" dirty="0"/>
        </a:p>
      </dsp:txBody>
      <dsp:txXfrm>
        <a:off x="173725" y="43906"/>
        <a:ext cx="1036450" cy="81159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169920" cy="480060"/>
          </a:xfrm>
          <a:prstGeom prst="rect">
            <a:avLst/>
          </a:prstGeom>
          <a:noFill/>
          <a:ln>
            <a:noFill/>
          </a:ln>
        </p:spPr>
        <p:txBody>
          <a:bodyPr spcFirstLastPara="1" wrap="square" lIns="96650" tIns="48325" rIns="96650" bIns="48325" anchor="t"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143587" y="0"/>
            <a:ext cx="3169920" cy="480060"/>
          </a:xfrm>
          <a:prstGeom prst="rect">
            <a:avLst/>
          </a:prstGeom>
          <a:noFill/>
          <a:ln>
            <a:noFill/>
          </a:ln>
        </p:spPr>
        <p:txBody>
          <a:bodyPr spcFirstLastPara="1" wrap="square" lIns="96650" tIns="48325" rIns="96650" bIns="48325" anchor="t" anchorCtr="0">
            <a:noAutofit/>
          </a:bodyPr>
          <a:lstStyle>
            <a:lvl1pPr marR="0" lvl="0" algn="r"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31520" y="4560570"/>
            <a:ext cx="5852160" cy="4320540"/>
          </a:xfrm>
          <a:prstGeom prst="rect">
            <a:avLst/>
          </a:prstGeom>
          <a:noFill/>
          <a:ln>
            <a:noFill/>
          </a:ln>
        </p:spPr>
        <p:txBody>
          <a:bodyPr spcFirstLastPara="1" wrap="square" lIns="96650" tIns="48325" rIns="96650" bIns="483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119474"/>
            <a:ext cx="3169920" cy="480060"/>
          </a:xfrm>
          <a:prstGeom prst="rect">
            <a:avLst/>
          </a:prstGeom>
          <a:noFill/>
          <a:ln>
            <a:noFill/>
          </a:ln>
        </p:spPr>
        <p:txBody>
          <a:bodyPr spcFirstLastPara="1" wrap="square" lIns="96650" tIns="48325" rIns="96650" bIns="48325" anchor="b"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143587" y="9119474"/>
            <a:ext cx="3169920" cy="480060"/>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b="0" i="0" u="none" strike="noStrike" cap="none">
                <a:solidFill>
                  <a:schemeClr val="dk1"/>
                </a:solidFill>
                <a:latin typeface="Calibri"/>
                <a:ea typeface="Calibri"/>
                <a:cs typeface="Calibri"/>
                <a:sym typeface="Calibri"/>
              </a:rPr>
              <a:t>‹#›</a:t>
            </a:fld>
            <a:endParaRPr sz="13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9793300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97" name="Google Shape;97;p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34950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3350246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2680351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30288047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Tree>
    <p:extLst>
      <p:ext uri="{BB962C8B-B14F-4D97-AF65-F5344CB8AC3E}">
        <p14:creationId xmlns:p14="http://schemas.microsoft.com/office/powerpoint/2010/main" val="4316257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31632138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19559132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3037578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3023900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1468666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40433375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200585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3557935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611899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3711812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0038690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4867730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3088129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3851034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6958648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8286470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5087203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40087324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9896913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41160879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29234299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a6f4160a7f_0_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a6f4160a7f_0_0:notes"/>
          <p:cNvSpPr txBox="1">
            <a:spLocks noGrp="1"/>
          </p:cNvSpPr>
          <p:nvPr>
            <p:ph type="body" idx="1"/>
          </p:nvPr>
        </p:nvSpPr>
        <p:spPr>
          <a:xfrm>
            <a:off x="731520" y="4560570"/>
            <a:ext cx="5852100" cy="432060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12" name="Google Shape;112;ga6f4160a7f_0_0:notes"/>
          <p:cNvSpPr txBox="1">
            <a:spLocks noGrp="1"/>
          </p:cNvSpPr>
          <p:nvPr>
            <p:ph type="sldNum" idx="12"/>
          </p:nvPr>
        </p:nvSpPr>
        <p:spPr>
          <a:xfrm>
            <a:off x="4143587" y="9119474"/>
            <a:ext cx="3169800" cy="480000"/>
          </a:xfrm>
          <a:prstGeom prst="rect">
            <a:avLst/>
          </a:prstGeom>
        </p:spPr>
        <p:txBody>
          <a:bodyPr spcFirstLastPara="1" wrap="square" lIns="96650" tIns="48325" rIns="96650" bIns="483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25203045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5"/>
        <p:cNvGrpSpPr/>
        <p:nvPr/>
      </p:nvGrpSpPr>
      <p:grpSpPr>
        <a:xfrm>
          <a:off x="0" y="0"/>
          <a:ext cx="0" cy="0"/>
          <a:chOff x="0" y="0"/>
          <a:chExt cx="0" cy="0"/>
        </a:xfrm>
      </p:grpSpPr>
      <p:sp>
        <p:nvSpPr>
          <p:cNvPr id="16" name="Google Shape;16;p2"/>
          <p:cNvSpPr/>
          <p:nvPr/>
        </p:nvSpPr>
        <p:spPr>
          <a:xfrm rot="10800000" flipH="1">
            <a:off x="0" y="-2"/>
            <a:ext cx="9144000" cy="4953001"/>
          </a:xfrm>
          <a:prstGeom prst="rect">
            <a:avLst/>
          </a:prstGeom>
          <a:solidFill>
            <a:srgbClr val="000F2E"/>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 name="Google Shape;17;p2"/>
          <p:cNvSpPr txBox="1">
            <a:spLocks noGrp="1"/>
          </p:cNvSpPr>
          <p:nvPr>
            <p:ph type="ctrTitle"/>
          </p:nvPr>
        </p:nvSpPr>
        <p:spPr>
          <a:xfrm>
            <a:off x="685800" y="1371600"/>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lt1"/>
              </a:buClr>
              <a:buSzPts val="4400"/>
              <a:buFont typeface="Calibri"/>
              <a:buNone/>
              <a:defRPr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2"/>
          <p:cNvSpPr txBox="1">
            <a:spLocks noGrp="1"/>
          </p:cNvSpPr>
          <p:nvPr>
            <p:ph type="subTitle" idx="1"/>
          </p:nvPr>
        </p:nvSpPr>
        <p:spPr>
          <a:xfrm>
            <a:off x="1371600" y="3127375"/>
            <a:ext cx="6400800" cy="1216025"/>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chemeClr val="lt1"/>
              </a:buClr>
              <a:buSzPts val="3200"/>
              <a:buNone/>
              <a:defRPr b="1">
                <a:solidFill>
                  <a:schemeClr val="lt1"/>
                </a:solidFill>
              </a:defRPr>
            </a:lvl1pPr>
            <a:lvl2pPr lvl="1" algn="ctr">
              <a:spcBef>
                <a:spcPts val="560"/>
              </a:spcBef>
              <a:spcAft>
                <a:spcPts val="0"/>
              </a:spcAft>
              <a:buClr>
                <a:srgbClr val="888A9C"/>
              </a:buClr>
              <a:buSzPts val="2800"/>
              <a:buNone/>
              <a:defRPr>
                <a:solidFill>
                  <a:srgbClr val="888A9C"/>
                </a:solidFill>
              </a:defRPr>
            </a:lvl2pPr>
            <a:lvl3pPr lvl="2" algn="ctr">
              <a:spcBef>
                <a:spcPts val="480"/>
              </a:spcBef>
              <a:spcAft>
                <a:spcPts val="0"/>
              </a:spcAft>
              <a:buClr>
                <a:srgbClr val="888A9C"/>
              </a:buClr>
              <a:buSzPts val="2400"/>
              <a:buNone/>
              <a:defRPr>
                <a:solidFill>
                  <a:srgbClr val="888A9C"/>
                </a:solidFill>
              </a:defRPr>
            </a:lvl3pPr>
            <a:lvl4pPr lvl="3" algn="ctr">
              <a:spcBef>
                <a:spcPts val="400"/>
              </a:spcBef>
              <a:spcAft>
                <a:spcPts val="0"/>
              </a:spcAft>
              <a:buClr>
                <a:srgbClr val="888A9C"/>
              </a:buClr>
              <a:buSzPts val="2000"/>
              <a:buNone/>
              <a:defRPr>
                <a:solidFill>
                  <a:srgbClr val="888A9C"/>
                </a:solidFill>
              </a:defRPr>
            </a:lvl4pPr>
            <a:lvl5pPr lvl="4" algn="ctr">
              <a:spcBef>
                <a:spcPts val="400"/>
              </a:spcBef>
              <a:spcAft>
                <a:spcPts val="0"/>
              </a:spcAft>
              <a:buClr>
                <a:srgbClr val="888A9C"/>
              </a:buClr>
              <a:buSzPts val="2000"/>
              <a:buNone/>
              <a:defRPr>
                <a:solidFill>
                  <a:srgbClr val="888A9C"/>
                </a:solidFill>
              </a:defRPr>
            </a:lvl5pPr>
            <a:lvl6pPr lvl="5" algn="ctr">
              <a:spcBef>
                <a:spcPts val="400"/>
              </a:spcBef>
              <a:spcAft>
                <a:spcPts val="0"/>
              </a:spcAft>
              <a:buClr>
                <a:srgbClr val="888A9C"/>
              </a:buClr>
              <a:buSzPts val="2000"/>
              <a:buNone/>
              <a:defRPr>
                <a:solidFill>
                  <a:srgbClr val="888A9C"/>
                </a:solidFill>
              </a:defRPr>
            </a:lvl6pPr>
            <a:lvl7pPr lvl="6" algn="ctr">
              <a:spcBef>
                <a:spcPts val="400"/>
              </a:spcBef>
              <a:spcAft>
                <a:spcPts val="0"/>
              </a:spcAft>
              <a:buClr>
                <a:srgbClr val="888A9C"/>
              </a:buClr>
              <a:buSzPts val="2000"/>
              <a:buNone/>
              <a:defRPr>
                <a:solidFill>
                  <a:srgbClr val="888A9C"/>
                </a:solidFill>
              </a:defRPr>
            </a:lvl7pPr>
            <a:lvl8pPr lvl="7" algn="ctr">
              <a:spcBef>
                <a:spcPts val="400"/>
              </a:spcBef>
              <a:spcAft>
                <a:spcPts val="0"/>
              </a:spcAft>
              <a:buClr>
                <a:srgbClr val="888A9C"/>
              </a:buClr>
              <a:buSzPts val="2000"/>
              <a:buNone/>
              <a:defRPr>
                <a:solidFill>
                  <a:srgbClr val="888A9C"/>
                </a:solidFill>
              </a:defRPr>
            </a:lvl8pPr>
            <a:lvl9pPr lvl="8" algn="ctr">
              <a:spcBef>
                <a:spcPts val="400"/>
              </a:spcBef>
              <a:spcAft>
                <a:spcPts val="0"/>
              </a:spcAft>
              <a:buClr>
                <a:srgbClr val="888A9C"/>
              </a:buClr>
              <a:buSzPts val="2000"/>
              <a:buNone/>
              <a:defRPr>
                <a:solidFill>
                  <a:srgbClr val="888A9C"/>
                </a:solidFill>
              </a:defRPr>
            </a:lvl9pPr>
          </a:lstStyle>
          <a:p>
            <a:r>
              <a:rPr lang="en-US"/>
              <a:t>Click to edit Master subtitle style</a:t>
            </a:r>
            <a:endParaRPr/>
          </a:p>
        </p:txBody>
      </p:sp>
      <p:sp>
        <p:nvSpPr>
          <p:cNvPr id="19" name="Google Shape;19;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20" name="Google Shape;20;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21" name="Google Shape;21;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pic>
        <p:nvPicPr>
          <p:cNvPr id="22" name="Google Shape;22;p2"/>
          <p:cNvPicPr preferRelativeResize="0"/>
          <p:nvPr/>
        </p:nvPicPr>
        <p:blipFill rotWithShape="1">
          <a:blip r:embed="rId2">
            <a:alphaModFix/>
          </a:blip>
          <a:srcRect/>
          <a:stretch/>
        </p:blipFill>
        <p:spPr>
          <a:xfrm>
            <a:off x="3330414" y="5281369"/>
            <a:ext cx="2843999" cy="1104862"/>
          </a:xfrm>
          <a:prstGeom prst="rect">
            <a:avLst/>
          </a:prstGeom>
          <a:noFill/>
          <a:ln>
            <a:noFill/>
          </a:ln>
        </p:spPr>
      </p:pic>
      <p:sp>
        <p:nvSpPr>
          <p:cNvPr id="23" name="Google Shape;23;p2"/>
          <p:cNvSpPr/>
          <p:nvPr/>
        </p:nvSpPr>
        <p:spPr>
          <a:xfrm>
            <a:off x="0" y="6629400"/>
            <a:ext cx="9144000" cy="228600"/>
          </a:xfrm>
          <a:prstGeom prst="rect">
            <a:avLst/>
          </a:prstGeom>
          <a:solidFill>
            <a:srgbClr val="000F2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502740058"/>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and Content" type="obj">
  <p:cSld name="Title and Content">
    <p:bg>
      <p:bgRef idx="1001">
        <a:schemeClr val="bg1"/>
      </p:bgRef>
    </p:bg>
    <p:spTree>
      <p:nvGrpSpPr>
        <p:cNvPr id="1" name="Shape 24"/>
        <p:cNvGrpSpPr/>
        <p:nvPr/>
      </p:nvGrpSpPr>
      <p:grpSpPr>
        <a:xfrm>
          <a:off x="0" y="0"/>
          <a:ext cx="0" cy="0"/>
          <a:chOff x="0" y="0"/>
          <a:chExt cx="0" cy="0"/>
        </a:xfrm>
      </p:grpSpPr>
      <p:sp>
        <p:nvSpPr>
          <p:cNvPr id="25" name="Google Shape;25;p3"/>
          <p:cNvSpPr/>
          <p:nvPr/>
        </p:nvSpPr>
        <p:spPr>
          <a:xfrm>
            <a:off x="0" y="6629400"/>
            <a:ext cx="9144000" cy="228600"/>
          </a:xfrm>
          <a:prstGeom prst="rect">
            <a:avLst/>
          </a:prstGeom>
          <a:solidFill>
            <a:srgbClr val="000F2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 name="Google Shape;26;p3"/>
          <p:cNvSpPr/>
          <p:nvPr/>
        </p:nvSpPr>
        <p:spPr>
          <a:xfrm rot="10800000" flipH="1">
            <a:off x="-2458" y="1143000"/>
            <a:ext cx="9144000" cy="228600"/>
          </a:xfrm>
          <a:prstGeom prst="rect">
            <a:avLst/>
          </a:prstGeom>
          <a:solidFill>
            <a:srgbClr val="000F2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7" name="Google Shape;27;p3"/>
          <p:cNvSpPr txBox="1">
            <a:spLocks noGrp="1"/>
          </p:cNvSpPr>
          <p:nvPr>
            <p:ph type="title"/>
          </p:nvPr>
        </p:nvSpPr>
        <p:spPr>
          <a:xfrm>
            <a:off x="457200" y="152400"/>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4400"/>
              <a:buFont typeface="Calibri"/>
              <a:buNone/>
              <a:defRPr b="1">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8" name="Google Shape;28;p3"/>
          <p:cNvSpPr txBox="1">
            <a:spLocks noGrp="1"/>
          </p:cNvSpPr>
          <p:nvPr>
            <p:ph type="body" idx="1"/>
          </p:nvPr>
        </p:nvSpPr>
        <p:spPr>
          <a:xfrm>
            <a:off x="457200" y="1524000"/>
            <a:ext cx="8229600" cy="4942175"/>
          </a:xfrm>
          <a:prstGeom prst="rect">
            <a:avLst/>
          </a:prstGeom>
          <a:noFill/>
          <a:ln>
            <a:noFill/>
          </a:ln>
        </p:spPr>
        <p:txBody>
          <a:bodyPr spcFirstLastPara="1" wrap="square" lIns="91425" tIns="45700" rIns="91425" bIns="45700" anchor="t" anchorCtr="0">
            <a:noAutofit/>
          </a:bodyPr>
          <a:lstStyle>
            <a:lvl1pPr marL="457200" lvl="0" indent="-342900" algn="l">
              <a:spcBef>
                <a:spcPts val="600"/>
              </a:spcBef>
              <a:spcAft>
                <a:spcPts val="0"/>
              </a:spcAft>
              <a:buClr>
                <a:schemeClr val="dk1"/>
              </a:buClr>
              <a:buSzPts val="1800"/>
              <a:buFont typeface="Calibri"/>
              <a:buChar char="•"/>
              <a:defRPr sz="30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lvl="0"/>
            <a:r>
              <a:rPr lang="en-US"/>
              <a:t>Edit Master text styles</a:t>
            </a:r>
          </a:p>
        </p:txBody>
      </p:sp>
      <p:sp>
        <p:nvSpPr>
          <p:cNvPr id="29" name="Google Shape;29;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pic>
        <p:nvPicPr>
          <p:cNvPr id="30" name="Google Shape;30;p3"/>
          <p:cNvPicPr preferRelativeResize="0"/>
          <p:nvPr/>
        </p:nvPicPr>
        <p:blipFill rotWithShape="1">
          <a:blip r:embed="rId2">
            <a:alphaModFix/>
          </a:blip>
          <a:srcRect/>
          <a:stretch/>
        </p:blipFill>
        <p:spPr>
          <a:xfrm>
            <a:off x="4304167" y="6400800"/>
            <a:ext cx="365760" cy="405070"/>
          </a:xfrm>
          <a:prstGeom prst="rect">
            <a:avLst/>
          </a:prstGeom>
          <a:noFill/>
          <a:ln>
            <a:noFill/>
          </a:ln>
        </p:spPr>
      </p:pic>
      <p:pic>
        <p:nvPicPr>
          <p:cNvPr id="31" name="Google Shape;31;p3"/>
          <p:cNvPicPr preferRelativeResize="0"/>
          <p:nvPr/>
        </p:nvPicPr>
        <p:blipFill rotWithShape="1">
          <a:blip r:embed="rId3">
            <a:alphaModFix/>
          </a:blip>
          <a:srcRect/>
          <a:stretch/>
        </p:blipFill>
        <p:spPr>
          <a:xfrm>
            <a:off x="4364295" y="6466175"/>
            <a:ext cx="245505" cy="274320"/>
          </a:xfrm>
          <a:prstGeom prst="rect">
            <a:avLst/>
          </a:prstGeom>
          <a:noFill/>
          <a:ln>
            <a:noFill/>
          </a:ln>
        </p:spPr>
      </p:pic>
      <p:sp>
        <p:nvSpPr>
          <p:cNvPr id="32" name="Google Shape;32;p3"/>
          <p:cNvSpPr txBox="1">
            <a:spLocks noGrp="1"/>
          </p:cNvSpPr>
          <p:nvPr>
            <p:ph type="sldNum" idx="12"/>
          </p:nvPr>
        </p:nvSpPr>
        <p:spPr>
          <a:xfrm>
            <a:off x="4296547" y="6400800"/>
            <a:ext cx="38100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100" b="1" i="0" u="none" strike="noStrike" cap="none">
                <a:solidFill>
                  <a:srgbClr val="000F2E"/>
                </a:solidFill>
                <a:latin typeface="Calibri"/>
                <a:ea typeface="Calibri"/>
                <a:cs typeface="Calibri"/>
                <a:sym typeface="Calibri"/>
              </a:defRPr>
            </a:lvl1pPr>
            <a:lvl2pPr marL="0" lvl="1" indent="0" algn="ctr">
              <a:spcBef>
                <a:spcPts val="0"/>
              </a:spcBef>
              <a:buNone/>
              <a:defRPr sz="1100" b="1" i="0" u="none" strike="noStrike" cap="none">
                <a:solidFill>
                  <a:srgbClr val="000F2E"/>
                </a:solidFill>
                <a:latin typeface="Calibri"/>
                <a:ea typeface="Calibri"/>
                <a:cs typeface="Calibri"/>
                <a:sym typeface="Calibri"/>
              </a:defRPr>
            </a:lvl2pPr>
            <a:lvl3pPr marL="0" lvl="2" indent="0" algn="ctr">
              <a:spcBef>
                <a:spcPts val="0"/>
              </a:spcBef>
              <a:buNone/>
              <a:defRPr sz="1100" b="1" i="0" u="none" strike="noStrike" cap="none">
                <a:solidFill>
                  <a:srgbClr val="000F2E"/>
                </a:solidFill>
                <a:latin typeface="Calibri"/>
                <a:ea typeface="Calibri"/>
                <a:cs typeface="Calibri"/>
                <a:sym typeface="Calibri"/>
              </a:defRPr>
            </a:lvl3pPr>
            <a:lvl4pPr marL="0" lvl="3" indent="0" algn="ctr">
              <a:spcBef>
                <a:spcPts val="0"/>
              </a:spcBef>
              <a:buNone/>
              <a:defRPr sz="1100" b="1" i="0" u="none" strike="noStrike" cap="none">
                <a:solidFill>
                  <a:srgbClr val="000F2E"/>
                </a:solidFill>
                <a:latin typeface="Calibri"/>
                <a:ea typeface="Calibri"/>
                <a:cs typeface="Calibri"/>
                <a:sym typeface="Calibri"/>
              </a:defRPr>
            </a:lvl4pPr>
            <a:lvl5pPr marL="0" lvl="4" indent="0" algn="ctr">
              <a:spcBef>
                <a:spcPts val="0"/>
              </a:spcBef>
              <a:buNone/>
              <a:defRPr sz="1100" b="1" i="0" u="none" strike="noStrike" cap="none">
                <a:solidFill>
                  <a:srgbClr val="000F2E"/>
                </a:solidFill>
                <a:latin typeface="Calibri"/>
                <a:ea typeface="Calibri"/>
                <a:cs typeface="Calibri"/>
                <a:sym typeface="Calibri"/>
              </a:defRPr>
            </a:lvl5pPr>
            <a:lvl6pPr marL="0" lvl="5" indent="0" algn="ctr">
              <a:spcBef>
                <a:spcPts val="0"/>
              </a:spcBef>
              <a:buNone/>
              <a:defRPr sz="1100" b="1" i="0" u="none" strike="noStrike" cap="none">
                <a:solidFill>
                  <a:srgbClr val="000F2E"/>
                </a:solidFill>
                <a:latin typeface="Calibri"/>
                <a:ea typeface="Calibri"/>
                <a:cs typeface="Calibri"/>
                <a:sym typeface="Calibri"/>
              </a:defRPr>
            </a:lvl6pPr>
            <a:lvl7pPr marL="0" lvl="6" indent="0" algn="ctr">
              <a:spcBef>
                <a:spcPts val="0"/>
              </a:spcBef>
              <a:buNone/>
              <a:defRPr sz="1100" b="1" i="0" u="none" strike="noStrike" cap="none">
                <a:solidFill>
                  <a:srgbClr val="000F2E"/>
                </a:solidFill>
                <a:latin typeface="Calibri"/>
                <a:ea typeface="Calibri"/>
                <a:cs typeface="Calibri"/>
                <a:sym typeface="Calibri"/>
              </a:defRPr>
            </a:lvl7pPr>
            <a:lvl8pPr marL="0" lvl="7" indent="0" algn="ctr">
              <a:spcBef>
                <a:spcPts val="0"/>
              </a:spcBef>
              <a:buNone/>
              <a:defRPr sz="1100" b="1" i="0" u="none" strike="noStrike" cap="none">
                <a:solidFill>
                  <a:srgbClr val="000F2E"/>
                </a:solidFill>
                <a:latin typeface="Calibri"/>
                <a:ea typeface="Calibri"/>
                <a:cs typeface="Calibri"/>
                <a:sym typeface="Calibri"/>
              </a:defRPr>
            </a:lvl8pPr>
            <a:lvl9pPr marL="0" lvl="8" indent="0" algn="ctr">
              <a:spcBef>
                <a:spcPts val="0"/>
              </a:spcBef>
              <a:buNone/>
              <a:defRPr sz="1100" b="1" i="0" u="none" strike="noStrike" cap="none">
                <a:solidFill>
                  <a:srgbClr val="000F2E"/>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smtClean="0"/>
              <a:t>‹#›</a:t>
            </a:fld>
            <a:endParaRPr lang="en-US"/>
          </a:p>
        </p:txBody>
      </p:sp>
      <p:pic>
        <p:nvPicPr>
          <p:cNvPr id="2" name="Picture 1"/>
          <p:cNvPicPr>
            <a:picLocks noChangeAspect="1"/>
          </p:cNvPicPr>
          <p:nvPr/>
        </p:nvPicPr>
        <p:blipFill rotWithShape="1">
          <a:blip r:embed="rId4">
            <a:duotone>
              <a:schemeClr val="accent4">
                <a:shade val="45000"/>
                <a:satMod val="135000"/>
              </a:schemeClr>
              <a:prstClr val="white"/>
            </a:duotone>
            <a:extLst>
              <a:ext uri="{28A0092B-C50C-407E-A947-70E740481C1C}">
                <a14:useLocalDpi xmlns:a14="http://schemas.microsoft.com/office/drawing/2010/main" val="0"/>
              </a:ext>
            </a:extLst>
          </a:blip>
          <a:srcRect t="6274" r="49256"/>
          <a:stretch/>
        </p:blipFill>
        <p:spPr>
          <a:xfrm>
            <a:off x="6183389" y="1378424"/>
            <a:ext cx="2960611" cy="5468390"/>
          </a:xfrm>
          <a:prstGeom prst="rect">
            <a:avLst/>
          </a:prstGeom>
        </p:spPr>
      </p:pic>
    </p:spTree>
    <p:extLst>
      <p:ext uri="{BB962C8B-B14F-4D97-AF65-F5344CB8AC3E}">
        <p14:creationId xmlns:p14="http://schemas.microsoft.com/office/powerpoint/2010/main" val="274377621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33"/>
        <p:cNvGrpSpPr/>
        <p:nvPr/>
      </p:nvGrpSpPr>
      <p:grpSpPr>
        <a:xfrm>
          <a:off x="0" y="0"/>
          <a:ext cx="0" cy="0"/>
          <a:chOff x="0" y="0"/>
          <a:chExt cx="0" cy="0"/>
        </a:xfrm>
      </p:grpSpPr>
      <p:sp>
        <p:nvSpPr>
          <p:cNvPr id="34" name="Google Shape;34;p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5" name="Google Shape;35;p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A9C"/>
              </a:buClr>
              <a:buSzPts val="2000"/>
              <a:buNone/>
              <a:defRPr sz="2000">
                <a:solidFill>
                  <a:srgbClr val="888A9C"/>
                </a:solidFill>
              </a:defRPr>
            </a:lvl1pPr>
            <a:lvl2pPr marL="914400" lvl="1" indent="-228600" algn="l">
              <a:spcBef>
                <a:spcPts val="360"/>
              </a:spcBef>
              <a:spcAft>
                <a:spcPts val="0"/>
              </a:spcAft>
              <a:buClr>
                <a:srgbClr val="888A9C"/>
              </a:buClr>
              <a:buSzPts val="1800"/>
              <a:buNone/>
              <a:defRPr sz="1800">
                <a:solidFill>
                  <a:srgbClr val="888A9C"/>
                </a:solidFill>
              </a:defRPr>
            </a:lvl2pPr>
            <a:lvl3pPr marL="1371600" lvl="2" indent="-228600" algn="l">
              <a:spcBef>
                <a:spcPts val="320"/>
              </a:spcBef>
              <a:spcAft>
                <a:spcPts val="0"/>
              </a:spcAft>
              <a:buClr>
                <a:srgbClr val="888A9C"/>
              </a:buClr>
              <a:buSzPts val="1600"/>
              <a:buNone/>
              <a:defRPr sz="1600">
                <a:solidFill>
                  <a:srgbClr val="888A9C"/>
                </a:solidFill>
              </a:defRPr>
            </a:lvl3pPr>
            <a:lvl4pPr marL="1828800" lvl="3" indent="-228600" algn="l">
              <a:spcBef>
                <a:spcPts val="280"/>
              </a:spcBef>
              <a:spcAft>
                <a:spcPts val="0"/>
              </a:spcAft>
              <a:buClr>
                <a:srgbClr val="888A9C"/>
              </a:buClr>
              <a:buSzPts val="1400"/>
              <a:buNone/>
              <a:defRPr sz="1400">
                <a:solidFill>
                  <a:srgbClr val="888A9C"/>
                </a:solidFill>
              </a:defRPr>
            </a:lvl4pPr>
            <a:lvl5pPr marL="2286000" lvl="4" indent="-228600" algn="l">
              <a:spcBef>
                <a:spcPts val="280"/>
              </a:spcBef>
              <a:spcAft>
                <a:spcPts val="0"/>
              </a:spcAft>
              <a:buClr>
                <a:srgbClr val="888A9C"/>
              </a:buClr>
              <a:buSzPts val="1400"/>
              <a:buNone/>
              <a:defRPr sz="1400">
                <a:solidFill>
                  <a:srgbClr val="888A9C"/>
                </a:solidFill>
              </a:defRPr>
            </a:lvl5pPr>
            <a:lvl6pPr marL="2743200" lvl="5" indent="-228600" algn="l">
              <a:spcBef>
                <a:spcPts val="280"/>
              </a:spcBef>
              <a:spcAft>
                <a:spcPts val="0"/>
              </a:spcAft>
              <a:buClr>
                <a:srgbClr val="888A9C"/>
              </a:buClr>
              <a:buSzPts val="1400"/>
              <a:buNone/>
              <a:defRPr sz="1400">
                <a:solidFill>
                  <a:srgbClr val="888A9C"/>
                </a:solidFill>
              </a:defRPr>
            </a:lvl6pPr>
            <a:lvl7pPr marL="3200400" lvl="6" indent="-228600" algn="l">
              <a:spcBef>
                <a:spcPts val="280"/>
              </a:spcBef>
              <a:spcAft>
                <a:spcPts val="0"/>
              </a:spcAft>
              <a:buClr>
                <a:srgbClr val="888A9C"/>
              </a:buClr>
              <a:buSzPts val="1400"/>
              <a:buNone/>
              <a:defRPr sz="1400">
                <a:solidFill>
                  <a:srgbClr val="888A9C"/>
                </a:solidFill>
              </a:defRPr>
            </a:lvl7pPr>
            <a:lvl8pPr marL="3657600" lvl="7" indent="-228600" algn="l">
              <a:spcBef>
                <a:spcPts val="280"/>
              </a:spcBef>
              <a:spcAft>
                <a:spcPts val="0"/>
              </a:spcAft>
              <a:buClr>
                <a:srgbClr val="888A9C"/>
              </a:buClr>
              <a:buSzPts val="1400"/>
              <a:buNone/>
              <a:defRPr sz="1400">
                <a:solidFill>
                  <a:srgbClr val="888A9C"/>
                </a:solidFill>
              </a:defRPr>
            </a:lvl8pPr>
            <a:lvl9pPr marL="4114800" lvl="8" indent="-228600" algn="l">
              <a:spcBef>
                <a:spcPts val="280"/>
              </a:spcBef>
              <a:spcAft>
                <a:spcPts val="0"/>
              </a:spcAft>
              <a:buClr>
                <a:srgbClr val="888A9C"/>
              </a:buClr>
              <a:buSzPts val="1400"/>
              <a:buNone/>
              <a:defRPr sz="1400">
                <a:solidFill>
                  <a:srgbClr val="888A9C"/>
                </a:solidFill>
              </a:defRPr>
            </a:lvl9pPr>
          </a:lstStyle>
          <a:p>
            <a:pPr lvl="0"/>
            <a:r>
              <a:rPr lang="en-US"/>
              <a:t>Edit Master text styles</a:t>
            </a:r>
          </a:p>
        </p:txBody>
      </p:sp>
      <p:sp>
        <p:nvSpPr>
          <p:cNvPr id="36" name="Google Shape;36;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37" name="Google Shape;37;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38" name="Google Shape;38;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40188400"/>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9"/>
        <p:cNvGrpSpPr/>
        <p:nvPr/>
      </p:nvGrpSpPr>
      <p:grpSpPr>
        <a:xfrm>
          <a:off x="0" y="0"/>
          <a:ext cx="0" cy="0"/>
          <a:chOff x="0" y="0"/>
          <a:chExt cx="0" cy="0"/>
        </a:xfrm>
      </p:grpSpPr>
      <p:sp>
        <p:nvSpPr>
          <p:cNvPr id="40" name="Google Shape;40;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1" name="Google Shape;41;p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pPr lvl="0"/>
            <a:r>
              <a:rPr lang="en-US"/>
              <a:t>Edit Master text styles</a:t>
            </a:r>
          </a:p>
        </p:txBody>
      </p:sp>
      <p:sp>
        <p:nvSpPr>
          <p:cNvPr id="42" name="Google Shape;42;p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pPr lvl="0"/>
            <a:r>
              <a:rPr lang="en-US"/>
              <a:t>Edit Master text styles</a:t>
            </a:r>
          </a:p>
        </p:txBody>
      </p:sp>
      <p:sp>
        <p:nvSpPr>
          <p:cNvPr id="43" name="Google Shape;43;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44" name="Google Shape;44;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45" name="Google Shape;45;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671974243"/>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6"/>
        <p:cNvGrpSpPr/>
        <p:nvPr/>
      </p:nvGrpSpPr>
      <p:grpSpPr>
        <a:xfrm>
          <a:off x="0" y="0"/>
          <a:ext cx="0" cy="0"/>
          <a:chOff x="0" y="0"/>
          <a:chExt cx="0" cy="0"/>
        </a:xfrm>
      </p:grpSpPr>
      <p:sp>
        <p:nvSpPr>
          <p:cNvPr id="47" name="Google Shape;47;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8" name="Google Shape;48;p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pPr lvl="0"/>
            <a:r>
              <a:rPr lang="en-US"/>
              <a:t>Edit Master text styles</a:t>
            </a:r>
          </a:p>
        </p:txBody>
      </p:sp>
      <p:sp>
        <p:nvSpPr>
          <p:cNvPr id="49" name="Google Shape;49;p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pPr lvl="0"/>
            <a:r>
              <a:rPr lang="en-US"/>
              <a:t>Edit Master text styles</a:t>
            </a:r>
          </a:p>
        </p:txBody>
      </p:sp>
      <p:sp>
        <p:nvSpPr>
          <p:cNvPr id="50" name="Google Shape;50;p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pPr lvl="0"/>
            <a:r>
              <a:rPr lang="en-US"/>
              <a:t>Edit Master text styles</a:t>
            </a:r>
          </a:p>
        </p:txBody>
      </p:sp>
      <p:sp>
        <p:nvSpPr>
          <p:cNvPr id="51" name="Google Shape;51;p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pPr lvl="0"/>
            <a:r>
              <a:rPr lang="en-US"/>
              <a:t>Edit Master text styles</a:t>
            </a:r>
          </a:p>
        </p:txBody>
      </p:sp>
      <p:sp>
        <p:nvSpPr>
          <p:cNvPr id="52" name="Google Shape;52;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53" name="Google Shape;53;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54" name="Google Shape;54;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57792771"/>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55"/>
        <p:cNvGrpSpPr/>
        <p:nvPr/>
      </p:nvGrpSpPr>
      <p:grpSpPr>
        <a:xfrm>
          <a:off x="0" y="0"/>
          <a:ext cx="0" cy="0"/>
          <a:chOff x="0" y="0"/>
          <a:chExt cx="0" cy="0"/>
        </a:xfrm>
      </p:grpSpPr>
      <p:sp>
        <p:nvSpPr>
          <p:cNvPr id="56" name="Google Shape;56;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7" name="Google Shape;57;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58" name="Google Shape;58;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59" name="Google Shape;59;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13036690"/>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62" name="Google Shape;6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63" name="Google Shape;6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163871700"/>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64"/>
        <p:cNvGrpSpPr/>
        <p:nvPr/>
      </p:nvGrpSpPr>
      <p:grpSpPr>
        <a:xfrm>
          <a:off x="0" y="0"/>
          <a:ext cx="0" cy="0"/>
          <a:chOff x="0" y="0"/>
          <a:chExt cx="0" cy="0"/>
        </a:xfrm>
      </p:grpSpPr>
      <p:sp>
        <p:nvSpPr>
          <p:cNvPr id="65" name="Google Shape;6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6" name="Google Shape;6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pPr lvl="0"/>
            <a:r>
              <a:rPr lang="en-US"/>
              <a:t>Edit Master text styles</a:t>
            </a:r>
          </a:p>
        </p:txBody>
      </p:sp>
      <p:sp>
        <p:nvSpPr>
          <p:cNvPr id="67" name="Google Shape;6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pPr lvl="0"/>
            <a:r>
              <a:rPr lang="en-US"/>
              <a:t>Edit Master text styles</a:t>
            </a:r>
          </a:p>
        </p:txBody>
      </p:sp>
      <p:sp>
        <p:nvSpPr>
          <p:cNvPr id="68" name="Google Shape;6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69" name="Google Shape;6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70" name="Google Shape;7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418768870"/>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71"/>
        <p:cNvGrpSpPr/>
        <p:nvPr/>
      </p:nvGrpSpPr>
      <p:grpSpPr>
        <a:xfrm>
          <a:off x="0" y="0"/>
          <a:ext cx="0" cy="0"/>
          <a:chOff x="0" y="0"/>
          <a:chExt cx="0" cy="0"/>
        </a:xfrm>
      </p:grpSpPr>
      <p:sp>
        <p:nvSpPr>
          <p:cNvPr id="72" name="Google Shape;7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73" name="Google Shape;73;p10"/>
          <p:cNvSpPr>
            <a:spLocks noGrp="1"/>
          </p:cNvSpPr>
          <p:nvPr>
            <p:ph type="pic" idx="2"/>
          </p:nvPr>
        </p:nvSpPr>
        <p:spPr>
          <a:xfrm>
            <a:off x="1792288" y="612775"/>
            <a:ext cx="5486400" cy="41148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r>
              <a:rPr lang="en-US"/>
              <a:t>Click icon to add picture</a:t>
            </a:r>
            <a:endParaRPr/>
          </a:p>
        </p:txBody>
      </p:sp>
      <p:sp>
        <p:nvSpPr>
          <p:cNvPr id="74" name="Google Shape;7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pPr lvl="0"/>
            <a:r>
              <a:rPr lang="en-US"/>
              <a:t>Edit Master text styles</a:t>
            </a:r>
          </a:p>
        </p:txBody>
      </p:sp>
      <p:sp>
        <p:nvSpPr>
          <p:cNvPr id="75" name="Google Shape;7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76" name="Google Shape;7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77" name="Google Shape;7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037896746"/>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8"/>
        <p:cNvGrpSpPr/>
        <p:nvPr/>
      </p:nvGrpSpPr>
      <p:grpSpPr>
        <a:xfrm>
          <a:off x="0" y="0"/>
          <a:ext cx="0" cy="0"/>
          <a:chOff x="0" y="0"/>
          <a:chExt cx="0" cy="0"/>
        </a:xfrm>
      </p:grpSpPr>
      <p:sp>
        <p:nvSpPr>
          <p:cNvPr id="79" name="Google Shape;7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80" name="Google Shape;80;p11"/>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lvl="0"/>
            <a:r>
              <a:rPr lang="en-US"/>
              <a:t>Edit Master text styles</a:t>
            </a:r>
          </a:p>
        </p:txBody>
      </p:sp>
      <p:sp>
        <p:nvSpPr>
          <p:cNvPr id="81" name="Google Shape;8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82" name="Google Shape;8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83" name="Google Shape;8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510672242"/>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84"/>
        <p:cNvGrpSpPr/>
        <p:nvPr/>
      </p:nvGrpSpPr>
      <p:grpSpPr>
        <a:xfrm>
          <a:off x="0" y="0"/>
          <a:ext cx="0" cy="0"/>
          <a:chOff x="0" y="0"/>
          <a:chExt cx="0" cy="0"/>
        </a:xfrm>
      </p:grpSpPr>
      <p:sp>
        <p:nvSpPr>
          <p:cNvPr id="85" name="Google Shape;85;p12"/>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86" name="Google Shape;86;p12"/>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lvl="0"/>
            <a:r>
              <a:rPr lang="en-US"/>
              <a:t>Edit Master text styles</a:t>
            </a:r>
          </a:p>
        </p:txBody>
      </p:sp>
      <p:sp>
        <p:nvSpPr>
          <p:cNvPr id="87" name="Google Shape;8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88" name="Google Shape;8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89" name="Google Shape;8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73692257"/>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lang="en-US"/>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lang="en-US"/>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A9C"/>
                </a:solidFill>
                <a:latin typeface="Calibri"/>
                <a:ea typeface="Calibri"/>
                <a:cs typeface="Calibri"/>
                <a:sym typeface="Calibri"/>
              </a:defRPr>
            </a:lvl1pPr>
            <a:lvl2pPr marL="0" marR="0" lvl="1" indent="0" algn="r" rtl="0">
              <a:spcBef>
                <a:spcPts val="0"/>
              </a:spcBef>
              <a:buNone/>
              <a:defRPr sz="1200" b="0" i="0" u="none" strike="noStrike" cap="none">
                <a:solidFill>
                  <a:srgbClr val="888A9C"/>
                </a:solidFill>
                <a:latin typeface="Calibri"/>
                <a:ea typeface="Calibri"/>
                <a:cs typeface="Calibri"/>
                <a:sym typeface="Calibri"/>
              </a:defRPr>
            </a:lvl2pPr>
            <a:lvl3pPr marL="0" marR="0" lvl="2" indent="0" algn="r" rtl="0">
              <a:spcBef>
                <a:spcPts val="0"/>
              </a:spcBef>
              <a:buNone/>
              <a:defRPr sz="1200" b="0" i="0" u="none" strike="noStrike" cap="none">
                <a:solidFill>
                  <a:srgbClr val="888A9C"/>
                </a:solidFill>
                <a:latin typeface="Calibri"/>
                <a:ea typeface="Calibri"/>
                <a:cs typeface="Calibri"/>
                <a:sym typeface="Calibri"/>
              </a:defRPr>
            </a:lvl3pPr>
            <a:lvl4pPr marL="0" marR="0" lvl="3" indent="0" algn="r" rtl="0">
              <a:spcBef>
                <a:spcPts val="0"/>
              </a:spcBef>
              <a:buNone/>
              <a:defRPr sz="1200" b="0" i="0" u="none" strike="noStrike" cap="none">
                <a:solidFill>
                  <a:srgbClr val="888A9C"/>
                </a:solidFill>
                <a:latin typeface="Calibri"/>
                <a:ea typeface="Calibri"/>
                <a:cs typeface="Calibri"/>
                <a:sym typeface="Calibri"/>
              </a:defRPr>
            </a:lvl4pPr>
            <a:lvl5pPr marL="0" marR="0" lvl="4" indent="0" algn="r" rtl="0">
              <a:spcBef>
                <a:spcPts val="0"/>
              </a:spcBef>
              <a:buNone/>
              <a:defRPr sz="1200" b="0" i="0" u="none" strike="noStrike" cap="none">
                <a:solidFill>
                  <a:srgbClr val="888A9C"/>
                </a:solidFill>
                <a:latin typeface="Calibri"/>
                <a:ea typeface="Calibri"/>
                <a:cs typeface="Calibri"/>
                <a:sym typeface="Calibri"/>
              </a:defRPr>
            </a:lvl5pPr>
            <a:lvl6pPr marL="0" marR="0" lvl="5" indent="0" algn="r" rtl="0">
              <a:spcBef>
                <a:spcPts val="0"/>
              </a:spcBef>
              <a:buNone/>
              <a:defRPr sz="1200" b="0" i="0" u="none" strike="noStrike" cap="none">
                <a:solidFill>
                  <a:srgbClr val="888A9C"/>
                </a:solidFill>
                <a:latin typeface="Calibri"/>
                <a:ea typeface="Calibri"/>
                <a:cs typeface="Calibri"/>
                <a:sym typeface="Calibri"/>
              </a:defRPr>
            </a:lvl6pPr>
            <a:lvl7pPr marL="0" marR="0" lvl="6" indent="0" algn="r" rtl="0">
              <a:spcBef>
                <a:spcPts val="0"/>
              </a:spcBef>
              <a:buNone/>
              <a:defRPr sz="1200" b="0" i="0" u="none" strike="noStrike" cap="none">
                <a:solidFill>
                  <a:srgbClr val="888A9C"/>
                </a:solidFill>
                <a:latin typeface="Calibri"/>
                <a:ea typeface="Calibri"/>
                <a:cs typeface="Calibri"/>
                <a:sym typeface="Calibri"/>
              </a:defRPr>
            </a:lvl7pPr>
            <a:lvl8pPr marL="0" marR="0" lvl="7" indent="0" algn="r" rtl="0">
              <a:spcBef>
                <a:spcPts val="0"/>
              </a:spcBef>
              <a:buNone/>
              <a:defRPr sz="1200" b="0" i="0" u="none" strike="noStrike" cap="none">
                <a:solidFill>
                  <a:srgbClr val="888A9C"/>
                </a:solidFill>
                <a:latin typeface="Calibri"/>
                <a:ea typeface="Calibri"/>
                <a:cs typeface="Calibri"/>
                <a:sym typeface="Calibri"/>
              </a:defRPr>
            </a:lvl8pPr>
            <a:lvl9pPr marL="0" marR="0" lvl="8" indent="0" algn="r" rtl="0">
              <a:spcBef>
                <a:spcPts val="0"/>
              </a:spcBef>
              <a:buNone/>
              <a:defRPr sz="1200" b="0" i="0" u="none" strike="noStrike" cap="none">
                <a:solidFill>
                  <a:srgbClr val="888A9C"/>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59536403"/>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jp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7.png"/><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9.png"/><Relationship Id="rId7" Type="http://schemas.openxmlformats.org/officeDocument/2006/relationships/diagramQuickStyle" Target="../diagrams/quickStyle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8.jpg"/><Relationship Id="rId9" Type="http://schemas.microsoft.com/office/2007/relationships/diagramDrawing" Target="../diagrams/drawing2.xml"/></Relationships>
</file>

<file path=ppt/slides/_rels/slide5.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5.jpg"/><Relationship Id="rId7" Type="http://schemas.openxmlformats.org/officeDocument/2006/relationships/diagramColors" Target="../diagrams/colors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6.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6.png"/><Relationship Id="rId7" Type="http://schemas.openxmlformats.org/officeDocument/2006/relationships/diagramColors" Target="../diagrams/colors4.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7.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10.png"/><Relationship Id="rId7" Type="http://schemas.openxmlformats.org/officeDocument/2006/relationships/diagramColors" Target="../diagrams/colors5.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8.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11.png"/><Relationship Id="rId7" Type="http://schemas.openxmlformats.org/officeDocument/2006/relationships/diagramColors" Target="../diagrams/colors6.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9.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12.png"/><Relationship Id="rId7" Type="http://schemas.openxmlformats.org/officeDocument/2006/relationships/diagramColors" Target="../diagrams/colors7.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10.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13.png"/><Relationship Id="rId7" Type="http://schemas.openxmlformats.org/officeDocument/2006/relationships/diagramColors" Target="../diagrams/colors8.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11.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image" Target="../media/image14.png"/><Relationship Id="rId7" Type="http://schemas.openxmlformats.org/officeDocument/2006/relationships/diagramColors" Target="../diagrams/colors9.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12.xml.rels><?xml version="1.0" encoding="UTF-8" standalone="yes"?>
<Relationships xmlns="http://schemas.openxmlformats.org/package/2006/relationships"><Relationship Id="rId8" Type="http://schemas.microsoft.com/office/2007/relationships/diagramDrawing" Target="../diagrams/drawing10.xml"/><Relationship Id="rId3" Type="http://schemas.openxmlformats.org/officeDocument/2006/relationships/image" Target="../media/image15.jpg"/><Relationship Id="rId7" Type="http://schemas.openxmlformats.org/officeDocument/2006/relationships/diagramColors" Target="../diagrams/colors10.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s>
</file>

<file path=ppt/slides/_rels/slide13.xml.rels><?xml version="1.0" encoding="UTF-8" standalone="yes"?>
<Relationships xmlns="http://schemas.openxmlformats.org/package/2006/relationships"><Relationship Id="rId8" Type="http://schemas.microsoft.com/office/2007/relationships/diagramDrawing" Target="../diagrams/drawing11.xml"/><Relationship Id="rId3" Type="http://schemas.openxmlformats.org/officeDocument/2006/relationships/image" Target="../media/image16.png"/><Relationship Id="rId7" Type="http://schemas.openxmlformats.org/officeDocument/2006/relationships/diagramColors" Target="../diagrams/colors11.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QuickStyle" Target="../diagrams/quickStyle11.xml"/><Relationship Id="rId5" Type="http://schemas.openxmlformats.org/officeDocument/2006/relationships/diagramLayout" Target="../diagrams/layout11.xml"/><Relationship Id="rId4" Type="http://schemas.openxmlformats.org/officeDocument/2006/relationships/diagramData" Target="../diagrams/data11.xml"/></Relationships>
</file>

<file path=ppt/slides/_rels/slide14.xml.rels><?xml version="1.0" encoding="UTF-8" standalone="yes"?>
<Relationships xmlns="http://schemas.openxmlformats.org/package/2006/relationships"><Relationship Id="rId8" Type="http://schemas.microsoft.com/office/2007/relationships/diagramDrawing" Target="../diagrams/drawing12.xml"/><Relationship Id="rId3" Type="http://schemas.openxmlformats.org/officeDocument/2006/relationships/image" Target="../media/image17.png"/><Relationship Id="rId7" Type="http://schemas.openxmlformats.org/officeDocument/2006/relationships/diagramColors" Target="../diagrams/colors12.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QuickStyle" Target="../diagrams/quickStyle12.xml"/><Relationship Id="rId5" Type="http://schemas.openxmlformats.org/officeDocument/2006/relationships/diagramLayout" Target="../diagrams/layout12.xml"/><Relationship Id="rId4" Type="http://schemas.openxmlformats.org/officeDocument/2006/relationships/diagramData" Target="../diagrams/data12.xml"/></Relationships>
</file>

<file path=ppt/slides/_rels/slide15.xml.rels><?xml version="1.0" encoding="UTF-8" standalone="yes"?>
<Relationships xmlns="http://schemas.openxmlformats.org/package/2006/relationships"><Relationship Id="rId8" Type="http://schemas.microsoft.com/office/2007/relationships/diagramDrawing" Target="../diagrams/drawing13.xml"/><Relationship Id="rId3" Type="http://schemas.openxmlformats.org/officeDocument/2006/relationships/image" Target="../media/image18.png"/><Relationship Id="rId7" Type="http://schemas.openxmlformats.org/officeDocument/2006/relationships/diagramColors" Target="../diagrams/colors13.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QuickStyle" Target="../diagrams/quickStyle13.xml"/><Relationship Id="rId5" Type="http://schemas.openxmlformats.org/officeDocument/2006/relationships/diagramLayout" Target="../diagrams/layout13.xml"/><Relationship Id="rId4" Type="http://schemas.openxmlformats.org/officeDocument/2006/relationships/diagramData" Target="../diagrams/data13.xml"/></Relationships>
</file>

<file path=ppt/slides/_rels/slide16.xml.rels><?xml version="1.0" encoding="UTF-8" standalone="yes"?>
<Relationships xmlns="http://schemas.openxmlformats.org/package/2006/relationships"><Relationship Id="rId8" Type="http://schemas.microsoft.com/office/2007/relationships/diagramDrawing" Target="../diagrams/drawing14.xml"/><Relationship Id="rId3" Type="http://schemas.openxmlformats.org/officeDocument/2006/relationships/image" Target="../media/image19.png"/><Relationship Id="rId7" Type="http://schemas.openxmlformats.org/officeDocument/2006/relationships/diagramColors" Target="../diagrams/colors14.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QuickStyle" Target="../diagrams/quickStyle14.xml"/><Relationship Id="rId5" Type="http://schemas.openxmlformats.org/officeDocument/2006/relationships/diagramLayout" Target="../diagrams/layout14.xml"/><Relationship Id="rId4" Type="http://schemas.openxmlformats.org/officeDocument/2006/relationships/diagramData" Target="../diagrams/data14.xml"/></Relationships>
</file>

<file path=ppt/slides/_rels/slide17.xml.rels><?xml version="1.0" encoding="UTF-8" standalone="yes"?>
<Relationships xmlns="http://schemas.openxmlformats.org/package/2006/relationships"><Relationship Id="rId8" Type="http://schemas.microsoft.com/office/2007/relationships/diagramDrawing" Target="../diagrams/drawing15.xml"/><Relationship Id="rId3" Type="http://schemas.openxmlformats.org/officeDocument/2006/relationships/image" Target="../media/image20.png"/><Relationship Id="rId7" Type="http://schemas.openxmlformats.org/officeDocument/2006/relationships/diagramColors" Target="../diagrams/colors15.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QuickStyle" Target="../diagrams/quickStyle15.xml"/><Relationship Id="rId5" Type="http://schemas.openxmlformats.org/officeDocument/2006/relationships/diagramLayout" Target="../diagrams/layout15.xml"/><Relationship Id="rId4" Type="http://schemas.openxmlformats.org/officeDocument/2006/relationships/diagramData" Target="../diagrams/data15.xml"/></Relationships>
</file>

<file path=ppt/slides/_rels/slide18.xml.rels><?xml version="1.0" encoding="UTF-8" standalone="yes"?>
<Relationships xmlns="http://schemas.openxmlformats.org/package/2006/relationships"><Relationship Id="rId8" Type="http://schemas.microsoft.com/office/2007/relationships/diagramDrawing" Target="../diagrams/drawing16.xml"/><Relationship Id="rId3" Type="http://schemas.openxmlformats.org/officeDocument/2006/relationships/image" Target="../media/image21.png"/><Relationship Id="rId7" Type="http://schemas.openxmlformats.org/officeDocument/2006/relationships/diagramColors" Target="../diagrams/colors16.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QuickStyle" Target="../diagrams/quickStyle16.xml"/><Relationship Id="rId5" Type="http://schemas.openxmlformats.org/officeDocument/2006/relationships/diagramLayout" Target="../diagrams/layout16.xml"/><Relationship Id="rId4" Type="http://schemas.openxmlformats.org/officeDocument/2006/relationships/diagramData" Target="../diagrams/data16.xml"/></Relationships>
</file>

<file path=ppt/slides/_rels/slide19.xml.rels><?xml version="1.0" encoding="UTF-8" standalone="yes"?>
<Relationships xmlns="http://schemas.openxmlformats.org/package/2006/relationships"><Relationship Id="rId8" Type="http://schemas.microsoft.com/office/2007/relationships/diagramDrawing" Target="../diagrams/drawing17.xml"/><Relationship Id="rId3" Type="http://schemas.openxmlformats.org/officeDocument/2006/relationships/image" Target="../media/image22.png"/><Relationship Id="rId7" Type="http://schemas.openxmlformats.org/officeDocument/2006/relationships/diagramColors" Target="../diagrams/colors17.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QuickStyle" Target="../diagrams/quickStyle17.xml"/><Relationship Id="rId5" Type="http://schemas.openxmlformats.org/officeDocument/2006/relationships/diagramLayout" Target="../diagrams/layout17.xml"/><Relationship Id="rId4" Type="http://schemas.openxmlformats.org/officeDocument/2006/relationships/diagramData" Target="../diagrams/data17.xml"/></Relationships>
</file>

<file path=ppt/slides/_rels/slide20.xml.rels><?xml version="1.0" encoding="UTF-8" standalone="yes"?>
<Relationships xmlns="http://schemas.openxmlformats.org/package/2006/relationships"><Relationship Id="rId8" Type="http://schemas.microsoft.com/office/2007/relationships/diagramDrawing" Target="../diagrams/drawing18.xml"/><Relationship Id="rId3" Type="http://schemas.openxmlformats.org/officeDocument/2006/relationships/image" Target="../media/image23.png"/><Relationship Id="rId7" Type="http://schemas.openxmlformats.org/officeDocument/2006/relationships/diagramColors" Target="../diagrams/colors18.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QuickStyle" Target="../diagrams/quickStyle18.xml"/><Relationship Id="rId5" Type="http://schemas.openxmlformats.org/officeDocument/2006/relationships/diagramLayout" Target="../diagrams/layout18.xml"/><Relationship Id="rId4" Type="http://schemas.openxmlformats.org/officeDocument/2006/relationships/diagramData" Target="../diagrams/data18.xml"/></Relationships>
</file>

<file path=ppt/slides/_rels/slide21.xml.rels><?xml version="1.0" encoding="UTF-8" standalone="yes"?>
<Relationships xmlns="http://schemas.openxmlformats.org/package/2006/relationships"><Relationship Id="rId8" Type="http://schemas.microsoft.com/office/2007/relationships/diagramDrawing" Target="../diagrams/drawing19.xml"/><Relationship Id="rId3" Type="http://schemas.openxmlformats.org/officeDocument/2006/relationships/image" Target="../media/image24.png"/><Relationship Id="rId7" Type="http://schemas.openxmlformats.org/officeDocument/2006/relationships/diagramColors" Target="../diagrams/colors19.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QuickStyle" Target="../diagrams/quickStyle19.xml"/><Relationship Id="rId5" Type="http://schemas.openxmlformats.org/officeDocument/2006/relationships/diagramLayout" Target="../diagrams/layout19.xml"/><Relationship Id="rId4" Type="http://schemas.openxmlformats.org/officeDocument/2006/relationships/diagramData" Target="../diagrams/data19.xml"/></Relationships>
</file>

<file path=ppt/slides/_rels/slide22.xml.rels><?xml version="1.0" encoding="UTF-8" standalone="yes"?>
<Relationships xmlns="http://schemas.openxmlformats.org/package/2006/relationships"><Relationship Id="rId8" Type="http://schemas.microsoft.com/office/2007/relationships/diagramDrawing" Target="../diagrams/drawing20.xml"/><Relationship Id="rId3" Type="http://schemas.openxmlformats.org/officeDocument/2006/relationships/image" Target="../media/image25.png"/><Relationship Id="rId7" Type="http://schemas.openxmlformats.org/officeDocument/2006/relationships/diagramColors" Target="../diagrams/colors20.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QuickStyle" Target="../diagrams/quickStyle20.xml"/><Relationship Id="rId5" Type="http://schemas.openxmlformats.org/officeDocument/2006/relationships/diagramLayout" Target="../diagrams/layout20.xml"/><Relationship Id="rId4" Type="http://schemas.openxmlformats.org/officeDocument/2006/relationships/diagramData" Target="../diagrams/data20.xml"/></Relationships>
</file>

<file path=ppt/slides/_rels/slide23.xml.rels><?xml version="1.0" encoding="UTF-8" standalone="yes"?>
<Relationships xmlns="http://schemas.openxmlformats.org/package/2006/relationships"><Relationship Id="rId8" Type="http://schemas.microsoft.com/office/2007/relationships/diagramDrawing" Target="../diagrams/drawing21.xml"/><Relationship Id="rId3" Type="http://schemas.openxmlformats.org/officeDocument/2006/relationships/image" Target="../media/image26.png"/><Relationship Id="rId7" Type="http://schemas.openxmlformats.org/officeDocument/2006/relationships/diagramColors" Target="../diagrams/colors21.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QuickStyle" Target="../diagrams/quickStyle21.xml"/><Relationship Id="rId5" Type="http://schemas.openxmlformats.org/officeDocument/2006/relationships/diagramLayout" Target="../diagrams/layout21.xml"/><Relationship Id="rId4" Type="http://schemas.openxmlformats.org/officeDocument/2006/relationships/diagramData" Target="../diagrams/data21.xml"/></Relationships>
</file>

<file path=ppt/slides/_rels/slide24.xml.rels><?xml version="1.0" encoding="UTF-8" standalone="yes"?>
<Relationships xmlns="http://schemas.openxmlformats.org/package/2006/relationships"><Relationship Id="rId8" Type="http://schemas.microsoft.com/office/2007/relationships/diagramDrawing" Target="../diagrams/drawing22.xml"/><Relationship Id="rId3" Type="http://schemas.openxmlformats.org/officeDocument/2006/relationships/image" Target="../media/image27.png"/><Relationship Id="rId7" Type="http://schemas.openxmlformats.org/officeDocument/2006/relationships/diagramColors" Target="../diagrams/colors22.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QuickStyle" Target="../diagrams/quickStyle22.xml"/><Relationship Id="rId5" Type="http://schemas.openxmlformats.org/officeDocument/2006/relationships/diagramLayout" Target="../diagrams/layout22.xml"/><Relationship Id="rId4" Type="http://schemas.openxmlformats.org/officeDocument/2006/relationships/diagramData" Target="../diagrams/data22.xml"/></Relationships>
</file>

<file path=ppt/slides/_rels/slide25.xml.rels><?xml version="1.0" encoding="UTF-8" standalone="yes"?>
<Relationships xmlns="http://schemas.openxmlformats.org/package/2006/relationships"><Relationship Id="rId8" Type="http://schemas.microsoft.com/office/2007/relationships/diagramDrawing" Target="../diagrams/drawing23.xml"/><Relationship Id="rId3" Type="http://schemas.openxmlformats.org/officeDocument/2006/relationships/image" Target="../media/image28.png"/><Relationship Id="rId7" Type="http://schemas.openxmlformats.org/officeDocument/2006/relationships/diagramColors" Target="../diagrams/colors23.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diagramQuickStyle" Target="../diagrams/quickStyle23.xml"/><Relationship Id="rId5" Type="http://schemas.openxmlformats.org/officeDocument/2006/relationships/diagramLayout" Target="../diagrams/layout23.xml"/><Relationship Id="rId4" Type="http://schemas.openxmlformats.org/officeDocument/2006/relationships/diagramData" Target="../diagrams/data23.xml"/></Relationships>
</file>

<file path=ppt/slides/_rels/slide26.xml.rels><?xml version="1.0" encoding="UTF-8" standalone="yes"?>
<Relationships xmlns="http://schemas.openxmlformats.org/package/2006/relationships"><Relationship Id="rId8" Type="http://schemas.microsoft.com/office/2007/relationships/diagramDrawing" Target="../diagrams/drawing24.xml"/><Relationship Id="rId3" Type="http://schemas.openxmlformats.org/officeDocument/2006/relationships/image" Target="../media/image29.png"/><Relationship Id="rId7" Type="http://schemas.openxmlformats.org/officeDocument/2006/relationships/diagramColors" Target="../diagrams/colors24.xm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diagramQuickStyle" Target="../diagrams/quickStyle24.xml"/><Relationship Id="rId5" Type="http://schemas.openxmlformats.org/officeDocument/2006/relationships/diagramLayout" Target="../diagrams/layout24.xml"/><Relationship Id="rId4" Type="http://schemas.openxmlformats.org/officeDocument/2006/relationships/diagramData" Target="../diagrams/data24.xml"/></Relationships>
</file>

<file path=ppt/slides/_rels/slide27.xml.rels><?xml version="1.0" encoding="UTF-8" standalone="yes"?>
<Relationships xmlns="http://schemas.openxmlformats.org/package/2006/relationships"><Relationship Id="rId8" Type="http://schemas.microsoft.com/office/2007/relationships/diagramDrawing" Target="../diagrams/drawing25.xml"/><Relationship Id="rId3" Type="http://schemas.openxmlformats.org/officeDocument/2006/relationships/image" Target="../media/image30.png"/><Relationship Id="rId7" Type="http://schemas.openxmlformats.org/officeDocument/2006/relationships/diagramColors" Target="../diagrams/colors25.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diagramQuickStyle" Target="../diagrams/quickStyle25.xml"/><Relationship Id="rId5" Type="http://schemas.openxmlformats.org/officeDocument/2006/relationships/diagramLayout" Target="../diagrams/layout25.xml"/><Relationship Id="rId4" Type="http://schemas.openxmlformats.org/officeDocument/2006/relationships/diagramData" Target="../diagrams/data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3"/>
          <p:cNvSpPr txBox="1">
            <a:spLocks noGrp="1"/>
          </p:cNvSpPr>
          <p:nvPr>
            <p:ph type="ctrTitle"/>
          </p:nvPr>
        </p:nvSpPr>
        <p:spPr>
          <a:xfrm>
            <a:off x="0" y="1065670"/>
            <a:ext cx="9144001" cy="1470025"/>
          </a:xfrm>
          <a:prstGeom prst="rect">
            <a:avLst/>
          </a:prstGeom>
          <a:noFill/>
          <a:ln>
            <a:noFill/>
          </a:ln>
        </p:spPr>
        <p:txBody>
          <a:bodyPr spcFirstLastPara="1" wrap="square" lIns="91425" tIns="45700" rIns="91425" bIns="45700" anchor="ctr" anchorCtr="0">
            <a:noAutofit/>
          </a:bodyPr>
          <a:lstStyle/>
          <a:p>
            <a:pPr>
              <a:buSzPts val="4400"/>
            </a:pPr>
            <a:r>
              <a:rPr lang="en-US" sz="4000" b="1" dirty="0"/>
              <a:t>Installation Packages</a:t>
            </a:r>
            <a:br>
              <a:rPr lang="en-US" sz="4000" b="1" dirty="0"/>
            </a:br>
            <a:endParaRPr sz="4000" dirty="0"/>
          </a:p>
        </p:txBody>
      </p:sp>
      <p:sp>
        <p:nvSpPr>
          <p:cNvPr id="100" name="Google Shape;100;p13"/>
          <p:cNvSpPr txBox="1">
            <a:spLocks noGrp="1"/>
          </p:cNvSpPr>
          <p:nvPr>
            <p:ph type="subTitle" idx="1"/>
          </p:nvPr>
        </p:nvSpPr>
        <p:spPr>
          <a:xfrm>
            <a:off x="1371600" y="2535695"/>
            <a:ext cx="6400800" cy="1216025"/>
          </a:xfrm>
          <a:prstGeom prst="rect">
            <a:avLst/>
          </a:prstGeom>
          <a:noFill/>
          <a:ln>
            <a:noFill/>
          </a:ln>
        </p:spPr>
        <p:txBody>
          <a:bodyPr spcFirstLastPara="1" wrap="square" lIns="91425" tIns="45700" rIns="91425" bIns="45700" anchor="t" anchorCtr="0">
            <a:noAutofit/>
          </a:bodyPr>
          <a:lstStyle/>
          <a:p>
            <a:pPr marL="0" lvl="0" indent="0">
              <a:spcBef>
                <a:spcPts val="0"/>
              </a:spcBef>
            </a:pPr>
            <a:r>
              <a:rPr lang="en-US" b="1" i="1" dirty="0"/>
              <a:t>Week I</a:t>
            </a:r>
            <a:endParaRPr dirty="0"/>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Software Packages</a:t>
            </a:r>
            <a:endParaRPr lang="en-GB" sz="4000" dirty="0"/>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2</a:t>
            </a:fld>
            <a:endParaRPr/>
          </a:p>
        </p:txBody>
      </p:sp>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3891" y="4169440"/>
            <a:ext cx="4374930" cy="2187465"/>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23538" y="1650678"/>
            <a:ext cx="2146017" cy="216348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2" name="Picture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7200" y="1784261"/>
            <a:ext cx="2483245" cy="1813036"/>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14" name="Picture 13"/>
          <p:cNvPicPr>
            <a:picLocks noChangeAspect="1"/>
          </p:cNvPicPr>
          <p:nvPr/>
        </p:nvPicPr>
        <p:blipFill rotWithShape="1">
          <a:blip r:embed="rId6">
            <a:extLst>
              <a:ext uri="{28A0092B-C50C-407E-A947-70E740481C1C}">
                <a14:useLocalDpi xmlns:a14="http://schemas.microsoft.com/office/drawing/2010/main" val="0"/>
              </a:ext>
            </a:extLst>
          </a:blip>
          <a:srcRect l="26722" t="15974" r="31803" b="24863"/>
          <a:stretch/>
        </p:blipFill>
        <p:spPr>
          <a:xfrm>
            <a:off x="5652648" y="1714963"/>
            <a:ext cx="2345961" cy="1882334"/>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What is GitHub?</a:t>
            </a:r>
            <a:endParaRPr lang="en-GB" sz="4000" dirty="0"/>
          </a:p>
        </p:txBody>
      </p:sp>
      <p:pic>
        <p:nvPicPr>
          <p:cNvPr id="5" name="Picture 4"/>
          <p:cNvPicPr>
            <a:picLocks noChangeAspect="1"/>
          </p:cNvPicPr>
          <p:nvPr/>
        </p:nvPicPr>
        <p:blipFill>
          <a:blip r:embed="rId3">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457200" y="1619369"/>
            <a:ext cx="2483245" cy="1813036"/>
          </a:xfrm>
          <a:prstGeom prst="round2DiagRect">
            <a:avLst>
              <a:gd name="adj1" fmla="val 0"/>
              <a:gd name="adj2" fmla="val 0"/>
            </a:avLst>
          </a:prstGeom>
          <a:ln w="88900" cap="sq">
            <a:solidFill>
              <a:srgbClr val="FFFFFF"/>
            </a:solidFill>
            <a:miter lim="800000"/>
          </a:ln>
          <a:effectLst>
            <a:outerShdw blurRad="254000" algn="tl" rotWithShape="0">
              <a:srgbClr val="000000">
                <a:alpha val="43000"/>
              </a:srgbClr>
            </a:outerShdw>
          </a:effectLst>
        </p:spPr>
      </p:pic>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3</a:t>
            </a:fld>
            <a:endParaRPr/>
          </a:p>
        </p:txBody>
      </p:sp>
      <p:graphicFrame>
        <p:nvGraphicFramePr>
          <p:cNvPr id="3" name="Diagram 2"/>
          <p:cNvGraphicFramePr/>
          <p:nvPr>
            <p:extLst>
              <p:ext uri="{D42A27DB-BD31-4B8C-83A1-F6EECF244321}">
                <p14:modId xmlns:p14="http://schemas.microsoft.com/office/powerpoint/2010/main" val="447102815"/>
              </p:ext>
            </p:extLst>
          </p:nvPr>
        </p:nvGraphicFramePr>
        <p:xfrm>
          <a:off x="914399" y="1416626"/>
          <a:ext cx="7315201" cy="464127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331775597"/>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4" name="Picture 3"/>
          <p:cNvPicPr>
            <a:picLocks noChangeAspect="1"/>
          </p:cNvPicPr>
          <p:nvPr/>
        </p:nvPicPr>
        <p:blipFill rotWithShape="1">
          <a:blip r:embed="rId3"/>
          <a:srcRect l="5298" t="14191" r="7373" b="7326"/>
          <a:stretch/>
        </p:blipFill>
        <p:spPr>
          <a:xfrm>
            <a:off x="0" y="1534198"/>
            <a:ext cx="9144000" cy="4620254"/>
          </a:xfrm>
          <a:prstGeom prst="rect">
            <a:avLst/>
          </a:prstGeom>
        </p:spPr>
      </p:pic>
      <p:sp>
        <p:nvSpPr>
          <p:cNvPr id="2" name="Title 1"/>
          <p:cNvSpPr>
            <a:spLocks noGrp="1"/>
          </p:cNvSpPr>
          <p:nvPr>
            <p:ph type="title"/>
          </p:nvPr>
        </p:nvSpPr>
        <p:spPr/>
        <p:txBody>
          <a:bodyPr/>
          <a:lstStyle/>
          <a:p>
            <a:r>
              <a:rPr lang="en-US" sz="4000" dirty="0"/>
              <a:t>What is Sublime Text?</a:t>
            </a:r>
            <a:endParaRPr lang="en-GB" sz="4000" dirty="0"/>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4</a:t>
            </a:fld>
            <a:endParaRPr/>
          </a:p>
        </p:txBody>
      </p:sp>
      <p:sp>
        <p:nvSpPr>
          <p:cNvPr id="5" name="Rectangle 4"/>
          <p:cNvSpPr/>
          <p:nvPr/>
        </p:nvSpPr>
        <p:spPr>
          <a:xfrm>
            <a:off x="0" y="1606548"/>
            <a:ext cx="9144000" cy="4794252"/>
          </a:xfrm>
          <a:prstGeom prst="rect">
            <a:avLst/>
          </a:prstGeom>
          <a:solidFill>
            <a:srgbClr val="000000">
              <a:alpha val="4313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l="39154" t="20494" r="40969" b="42756"/>
          <a:stretch/>
        </p:blipFill>
        <p:spPr>
          <a:xfrm>
            <a:off x="7485080" y="1819612"/>
            <a:ext cx="1319133" cy="1371899"/>
          </a:xfrm>
          <a:prstGeom prst="round2DiagRect">
            <a:avLst>
              <a:gd name="adj1" fmla="val 0"/>
              <a:gd name="adj2" fmla="val 0"/>
            </a:avLst>
          </a:prstGeom>
          <a:ln w="88900" cap="sq">
            <a:noFill/>
            <a:miter lim="800000"/>
          </a:ln>
          <a:effectLst>
            <a:outerShdw blurRad="254000" algn="tl" rotWithShape="0">
              <a:srgbClr val="000000">
                <a:alpha val="43000"/>
              </a:srgbClr>
            </a:outerShdw>
          </a:effectLst>
        </p:spPr>
      </p:pic>
      <p:graphicFrame>
        <p:nvGraphicFramePr>
          <p:cNvPr id="3" name="Diagram 2"/>
          <p:cNvGraphicFramePr/>
          <p:nvPr>
            <p:extLst>
              <p:ext uri="{D42A27DB-BD31-4B8C-83A1-F6EECF244321}">
                <p14:modId xmlns:p14="http://schemas.microsoft.com/office/powerpoint/2010/main" val="3793931726"/>
              </p:ext>
            </p:extLst>
          </p:nvPr>
        </p:nvGraphicFramePr>
        <p:xfrm>
          <a:off x="829446" y="1819612"/>
          <a:ext cx="7315201" cy="404942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4026742093"/>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graphicEl>
                                              <a:dgm id="{7A731626-FD08-43DC-B5E7-E9FFDE895B4F}"/>
                                            </p:graphicEl>
                                          </p:spTgt>
                                        </p:tgtEl>
                                        <p:attrNameLst>
                                          <p:attrName>style.visibility</p:attrName>
                                        </p:attrNameLst>
                                      </p:cBhvr>
                                      <p:to>
                                        <p:strVal val="visible"/>
                                      </p:to>
                                    </p:set>
                                    <p:anim calcmode="lin" valueType="num">
                                      <p:cBhvr additive="base">
                                        <p:cTn id="7" dur="500" fill="hold"/>
                                        <p:tgtEl>
                                          <p:spTgt spid="3">
                                            <p:graphicEl>
                                              <a:dgm id="{7A731626-FD08-43DC-B5E7-E9FFDE895B4F}"/>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graphicEl>
                                              <a:dgm id="{7A731626-FD08-43DC-B5E7-E9FFDE895B4F}"/>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graphicEl>
                                              <a:dgm id="{AD5FEFFF-CEDC-4D36-899E-B9E0EA71DDA7}"/>
                                            </p:graphicEl>
                                          </p:spTgt>
                                        </p:tgtEl>
                                        <p:attrNameLst>
                                          <p:attrName>style.visibility</p:attrName>
                                        </p:attrNameLst>
                                      </p:cBhvr>
                                      <p:to>
                                        <p:strVal val="visible"/>
                                      </p:to>
                                    </p:set>
                                    <p:anim calcmode="lin" valueType="num">
                                      <p:cBhvr additive="base">
                                        <p:cTn id="13" dur="500" fill="hold"/>
                                        <p:tgtEl>
                                          <p:spTgt spid="3">
                                            <p:graphicEl>
                                              <a:dgm id="{AD5FEFFF-CEDC-4D36-899E-B9E0EA71DDA7}"/>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graphicEl>
                                              <a:dgm id="{AD5FEFFF-CEDC-4D36-899E-B9E0EA71DDA7}"/>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one"/>
        </p:bldSub>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What is Rust?</a:t>
            </a:r>
            <a:endParaRPr lang="en-GB" sz="4000" dirty="0"/>
          </a:p>
        </p:txBody>
      </p:sp>
      <p:pic>
        <p:nvPicPr>
          <p:cNvPr id="8" name="Picture 7"/>
          <p:cNvPicPr>
            <a:picLocks noChangeAspect="1"/>
          </p:cNvPicPr>
          <p:nvPr/>
        </p:nvPicPr>
        <p:blipFill rotWithShape="1">
          <a:blip r:embed="rId3">
            <a:extLst>
              <a:ext uri="{28A0092B-C50C-407E-A947-70E740481C1C}">
                <a14:useLocalDpi xmlns:a14="http://schemas.microsoft.com/office/drawing/2010/main" val="0"/>
              </a:ext>
            </a:extLst>
          </a:blip>
          <a:srcRect r="50207"/>
          <a:stretch/>
        </p:blipFill>
        <p:spPr>
          <a:xfrm>
            <a:off x="3397835" y="1950896"/>
            <a:ext cx="2178424" cy="2187465"/>
          </a:xfrm>
          <a:prstGeom prst="snip2DiagRect">
            <a:avLst>
              <a:gd name="adj1" fmla="val 0"/>
              <a:gd name="adj2" fmla="val 0"/>
            </a:avLst>
          </a:prstGeom>
          <a:solidFill>
            <a:srgbClr val="FFFFFF">
              <a:shade val="85000"/>
            </a:srgbClr>
          </a:solidFill>
          <a:ln w="88900" cap="sq">
            <a:no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5</a:t>
            </a:fld>
            <a:endParaRPr/>
          </a:p>
        </p:txBody>
      </p:sp>
      <p:graphicFrame>
        <p:nvGraphicFramePr>
          <p:cNvPr id="3" name="Diagram 2"/>
          <p:cNvGraphicFramePr/>
          <p:nvPr>
            <p:extLst>
              <p:ext uri="{D42A27DB-BD31-4B8C-83A1-F6EECF244321}">
                <p14:modId xmlns:p14="http://schemas.microsoft.com/office/powerpoint/2010/main" val="4021471256"/>
              </p:ext>
            </p:extLst>
          </p:nvPr>
        </p:nvGraphicFramePr>
        <p:xfrm>
          <a:off x="969818" y="1454728"/>
          <a:ext cx="7204364" cy="494607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17877759"/>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What is </a:t>
            </a:r>
            <a:r>
              <a:rPr lang="en-US" sz="4000" dirty="0" err="1"/>
              <a:t>Postgresql</a:t>
            </a:r>
            <a:r>
              <a:rPr lang="en-US" sz="4000" dirty="0"/>
              <a:t>?</a:t>
            </a:r>
            <a:endParaRPr lang="en-GB" sz="4000" dirty="0"/>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6</a:t>
            </a:fld>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8506" y="1980460"/>
            <a:ext cx="3810578" cy="3841593"/>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aphicFrame>
        <p:nvGraphicFramePr>
          <p:cNvPr id="3" name="Diagram 2"/>
          <p:cNvGraphicFramePr/>
          <p:nvPr>
            <p:extLst>
              <p:ext uri="{D42A27DB-BD31-4B8C-83A1-F6EECF244321}">
                <p14:modId xmlns:p14="http://schemas.microsoft.com/office/powerpoint/2010/main" val="3726959183"/>
              </p:ext>
            </p:extLst>
          </p:nvPr>
        </p:nvGraphicFramePr>
        <p:xfrm>
          <a:off x="969818" y="1454728"/>
          <a:ext cx="7204364" cy="494607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419368129"/>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
                                            <p:graphicEl>
                                              <a:dgm id="{909732E1-E261-41D8-A019-650D60516ADF}"/>
                                            </p:graphicEl>
                                          </p:spTgt>
                                        </p:tgtEl>
                                        <p:attrNameLst>
                                          <p:attrName>style.visibility</p:attrName>
                                        </p:attrNameLst>
                                      </p:cBhvr>
                                      <p:to>
                                        <p:strVal val="visible"/>
                                      </p:to>
                                    </p:set>
                                    <p:anim calcmode="lin" valueType="num">
                                      <p:cBhvr additive="base">
                                        <p:cTn id="7" dur="500" fill="hold"/>
                                        <p:tgtEl>
                                          <p:spTgt spid="3">
                                            <p:graphicEl>
                                              <a:dgm id="{909732E1-E261-41D8-A019-650D60516ADF}"/>
                                            </p:graphic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
                                            <p:graphicEl>
                                              <a:dgm id="{909732E1-E261-41D8-A019-650D60516ADF}"/>
                                            </p:graphic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
                                            <p:graphicEl>
                                              <a:dgm id="{1A3F517E-B2D1-4FB0-9E5B-BD1DF1277462}"/>
                                            </p:graphicEl>
                                          </p:spTgt>
                                        </p:tgtEl>
                                        <p:attrNameLst>
                                          <p:attrName>style.visibility</p:attrName>
                                        </p:attrNameLst>
                                      </p:cBhvr>
                                      <p:to>
                                        <p:strVal val="visible"/>
                                      </p:to>
                                    </p:set>
                                    <p:anim calcmode="lin" valueType="num">
                                      <p:cBhvr additive="base">
                                        <p:cTn id="13" dur="500" fill="hold"/>
                                        <p:tgtEl>
                                          <p:spTgt spid="3">
                                            <p:graphicEl>
                                              <a:dgm id="{1A3F517E-B2D1-4FB0-9E5B-BD1DF1277462}"/>
                                            </p:graphic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3">
                                            <p:graphicEl>
                                              <a:dgm id="{1A3F517E-B2D1-4FB0-9E5B-BD1DF1277462}"/>
                                            </p:graphic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3">
                                            <p:graphicEl>
                                              <a:dgm id="{D019B570-0B03-4498-9D3C-716DD962A903}"/>
                                            </p:graphicEl>
                                          </p:spTgt>
                                        </p:tgtEl>
                                        <p:attrNameLst>
                                          <p:attrName>style.visibility</p:attrName>
                                        </p:attrNameLst>
                                      </p:cBhvr>
                                      <p:to>
                                        <p:strVal val="visible"/>
                                      </p:to>
                                    </p:set>
                                    <p:anim calcmode="lin" valueType="num">
                                      <p:cBhvr additive="base">
                                        <p:cTn id="19" dur="500" fill="hold"/>
                                        <p:tgtEl>
                                          <p:spTgt spid="3">
                                            <p:graphicEl>
                                              <a:dgm id="{D019B570-0B03-4498-9D3C-716DD962A903}"/>
                                            </p:graphic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3">
                                            <p:graphicEl>
                                              <a:dgm id="{D019B570-0B03-4498-9D3C-716DD962A903}"/>
                                            </p:graphic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3">
                                            <p:graphicEl>
                                              <a:dgm id="{6982C137-3878-47EB-893A-F344C3AF887D}"/>
                                            </p:graphicEl>
                                          </p:spTgt>
                                        </p:tgtEl>
                                        <p:attrNameLst>
                                          <p:attrName>style.visibility</p:attrName>
                                        </p:attrNameLst>
                                      </p:cBhvr>
                                      <p:to>
                                        <p:strVal val="visible"/>
                                      </p:to>
                                    </p:set>
                                    <p:anim calcmode="lin" valueType="num">
                                      <p:cBhvr additive="base">
                                        <p:cTn id="25" dur="500" fill="hold"/>
                                        <p:tgtEl>
                                          <p:spTgt spid="3">
                                            <p:graphicEl>
                                              <a:dgm id="{6982C137-3878-47EB-893A-F344C3AF887D}"/>
                                            </p:graphic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3">
                                            <p:graphicEl>
                                              <a:dgm id="{6982C137-3878-47EB-893A-F344C3AF887D}"/>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Set up a GitHub account</a:t>
            </a:r>
            <a:endParaRPr lang="en-GB" sz="4000" dirty="0"/>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7</a:t>
            </a:fld>
            <a:endParaRPr/>
          </a:p>
        </p:txBody>
      </p:sp>
      <p:pic>
        <p:nvPicPr>
          <p:cNvPr id="4" name="Picture 3"/>
          <p:cNvPicPr>
            <a:picLocks noChangeAspect="1"/>
          </p:cNvPicPr>
          <p:nvPr/>
        </p:nvPicPr>
        <p:blipFill rotWithShape="1">
          <a:blip r:embed="rId3"/>
          <a:srcRect t="3846" r="1458" b="4888"/>
          <a:stretch/>
        </p:blipFill>
        <p:spPr>
          <a:xfrm>
            <a:off x="0" y="1467413"/>
            <a:ext cx="9144000" cy="4761373"/>
          </a:xfrm>
          <a:prstGeom prst="rect">
            <a:avLst/>
          </a:prstGeom>
        </p:spPr>
      </p:pic>
      <p:graphicFrame>
        <p:nvGraphicFramePr>
          <p:cNvPr id="5" name="Diagram 4"/>
          <p:cNvGraphicFramePr/>
          <p:nvPr>
            <p:extLst>
              <p:ext uri="{D42A27DB-BD31-4B8C-83A1-F6EECF244321}">
                <p14:modId xmlns:p14="http://schemas.microsoft.com/office/powerpoint/2010/main" val="3175516110"/>
              </p:ext>
            </p:extLst>
          </p:nvPr>
        </p:nvGraphicFramePr>
        <p:xfrm>
          <a:off x="4114800" y="3576971"/>
          <a:ext cx="5029200" cy="235527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831840966"/>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0-#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Create a GitHub repository</a:t>
            </a:r>
            <a:endParaRPr lang="en-GB" sz="4000" dirty="0"/>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8</a:t>
            </a:fld>
            <a:endParaRPr/>
          </a:p>
        </p:txBody>
      </p:sp>
      <p:pic>
        <p:nvPicPr>
          <p:cNvPr id="3" name="Picture 2"/>
          <p:cNvPicPr>
            <a:picLocks noChangeAspect="1"/>
          </p:cNvPicPr>
          <p:nvPr/>
        </p:nvPicPr>
        <p:blipFill rotWithShape="1">
          <a:blip r:embed="rId3"/>
          <a:srcRect t="4886" r="5423" b="5998"/>
          <a:stretch/>
        </p:blipFill>
        <p:spPr>
          <a:xfrm>
            <a:off x="69273" y="1433945"/>
            <a:ext cx="9074727" cy="4807528"/>
          </a:xfrm>
          <a:prstGeom prst="rect">
            <a:avLst/>
          </a:prstGeom>
        </p:spPr>
      </p:pic>
      <p:sp>
        <p:nvSpPr>
          <p:cNvPr id="7" name="Rounded Rectangle 6"/>
          <p:cNvSpPr/>
          <p:nvPr/>
        </p:nvSpPr>
        <p:spPr>
          <a:xfrm>
            <a:off x="3588327" y="2479964"/>
            <a:ext cx="1089220" cy="387927"/>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8409709" y="2867891"/>
            <a:ext cx="741218" cy="387927"/>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Diagram 9"/>
          <p:cNvGraphicFramePr/>
          <p:nvPr>
            <p:extLst>
              <p:ext uri="{D42A27DB-BD31-4B8C-83A1-F6EECF244321}">
                <p14:modId xmlns:p14="http://schemas.microsoft.com/office/powerpoint/2010/main" val="1636038462"/>
              </p:ext>
            </p:extLst>
          </p:nvPr>
        </p:nvGraphicFramePr>
        <p:xfrm>
          <a:off x="5446474" y="4876801"/>
          <a:ext cx="3600544" cy="136467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503516374"/>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Create a GitHub repository</a:t>
            </a:r>
            <a:endParaRPr lang="en-GB" sz="4000" dirty="0"/>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9</a:t>
            </a:fld>
            <a:endParaRPr/>
          </a:p>
        </p:txBody>
      </p:sp>
      <p:pic>
        <p:nvPicPr>
          <p:cNvPr id="6" name="Picture 5"/>
          <p:cNvPicPr>
            <a:picLocks noChangeAspect="1"/>
          </p:cNvPicPr>
          <p:nvPr/>
        </p:nvPicPr>
        <p:blipFill rotWithShape="1">
          <a:blip r:embed="rId3"/>
          <a:srcRect l="23064" t="24846" r="24539" b="10810"/>
          <a:stretch/>
        </p:blipFill>
        <p:spPr>
          <a:xfrm>
            <a:off x="149903" y="1421428"/>
            <a:ext cx="6516850" cy="4499376"/>
          </a:xfrm>
          <a:prstGeom prst="rect">
            <a:avLst/>
          </a:prstGeom>
        </p:spPr>
      </p:pic>
      <p:sp>
        <p:nvSpPr>
          <p:cNvPr id="7" name="Rounded Rectangle 6"/>
          <p:cNvSpPr/>
          <p:nvPr/>
        </p:nvSpPr>
        <p:spPr>
          <a:xfrm>
            <a:off x="1523094" y="2565362"/>
            <a:ext cx="2854036" cy="720436"/>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167617" y="4268094"/>
            <a:ext cx="4345040" cy="473891"/>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Diagram 9"/>
          <p:cNvGraphicFramePr/>
          <p:nvPr>
            <p:extLst>
              <p:ext uri="{D42A27DB-BD31-4B8C-83A1-F6EECF244321}">
                <p14:modId xmlns:p14="http://schemas.microsoft.com/office/powerpoint/2010/main" val="3590663700"/>
              </p:ext>
            </p:extLst>
          </p:nvPr>
        </p:nvGraphicFramePr>
        <p:xfrm>
          <a:off x="3964857" y="4988003"/>
          <a:ext cx="4902052" cy="136467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034143584"/>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Create a GitHub repository</a:t>
            </a:r>
            <a:endParaRPr lang="en-GB" sz="4000" dirty="0"/>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10</a:t>
            </a:fld>
            <a:endParaRPr/>
          </a:p>
        </p:txBody>
      </p:sp>
      <p:pic>
        <p:nvPicPr>
          <p:cNvPr id="8" name="Picture 7"/>
          <p:cNvPicPr>
            <a:picLocks noChangeAspect="1"/>
          </p:cNvPicPr>
          <p:nvPr/>
        </p:nvPicPr>
        <p:blipFill rotWithShape="1">
          <a:blip r:embed="rId3"/>
          <a:srcRect l="20492" t="28504" r="41957" b="21497"/>
          <a:stretch/>
        </p:blipFill>
        <p:spPr>
          <a:xfrm>
            <a:off x="477793" y="1449827"/>
            <a:ext cx="5417127" cy="4055327"/>
          </a:xfrm>
          <a:prstGeom prst="rect">
            <a:avLst/>
          </a:prstGeom>
        </p:spPr>
      </p:pic>
      <p:sp>
        <p:nvSpPr>
          <p:cNvPr id="7" name="Rounded Rectangle 6"/>
          <p:cNvSpPr/>
          <p:nvPr/>
        </p:nvSpPr>
        <p:spPr>
          <a:xfrm>
            <a:off x="831272" y="3588328"/>
            <a:ext cx="2119746" cy="43988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817417" y="4797137"/>
            <a:ext cx="1842655" cy="45027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Diagram 9"/>
          <p:cNvGraphicFramePr/>
          <p:nvPr>
            <p:extLst>
              <p:ext uri="{D42A27DB-BD31-4B8C-83A1-F6EECF244321}">
                <p14:modId xmlns:p14="http://schemas.microsoft.com/office/powerpoint/2010/main" val="4143754632"/>
              </p:ext>
            </p:extLst>
          </p:nvPr>
        </p:nvGraphicFramePr>
        <p:xfrm>
          <a:off x="3394174" y="4977245"/>
          <a:ext cx="4489061" cy="136467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710960817"/>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Copy GitHub repository </a:t>
            </a:r>
            <a:r>
              <a:rPr lang="en-US" sz="4000" dirty="0" err="1"/>
              <a:t>url</a:t>
            </a:r>
            <a:endParaRPr lang="en-GB" sz="4000" dirty="0"/>
          </a:p>
        </p:txBody>
      </p:sp>
      <p:pic>
        <p:nvPicPr>
          <p:cNvPr id="4" name="Picture 3"/>
          <p:cNvPicPr>
            <a:picLocks noChangeAspect="1"/>
          </p:cNvPicPr>
          <p:nvPr/>
        </p:nvPicPr>
        <p:blipFill rotWithShape="1">
          <a:blip r:embed="rId3"/>
          <a:srcRect l="1841" t="13782" r="28801" b="9374"/>
          <a:stretch/>
        </p:blipFill>
        <p:spPr>
          <a:xfrm>
            <a:off x="407704" y="1397040"/>
            <a:ext cx="7777688" cy="4844905"/>
          </a:xfrm>
          <a:prstGeom prst="rect">
            <a:avLst/>
          </a:prstGeom>
        </p:spPr>
      </p:pic>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11</a:t>
            </a:fld>
            <a:endParaRPr/>
          </a:p>
        </p:txBody>
      </p:sp>
      <p:sp>
        <p:nvSpPr>
          <p:cNvPr id="7" name="Rounded Rectangle 6"/>
          <p:cNvSpPr/>
          <p:nvPr/>
        </p:nvSpPr>
        <p:spPr>
          <a:xfrm>
            <a:off x="7285219" y="2907243"/>
            <a:ext cx="900172" cy="43988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4946261" y="4062619"/>
            <a:ext cx="3103457" cy="37447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Diagram 9"/>
          <p:cNvGraphicFramePr/>
          <p:nvPr>
            <p:extLst>
              <p:ext uri="{D42A27DB-BD31-4B8C-83A1-F6EECF244321}">
                <p14:modId xmlns:p14="http://schemas.microsoft.com/office/powerpoint/2010/main" val="1612539713"/>
              </p:ext>
            </p:extLst>
          </p:nvPr>
        </p:nvGraphicFramePr>
        <p:xfrm>
          <a:off x="457200" y="5006148"/>
          <a:ext cx="4489061" cy="136467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591199854"/>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Install </a:t>
            </a:r>
            <a:r>
              <a:rPr lang="en-US" sz="4000" dirty="0" err="1"/>
              <a:t>Git</a:t>
            </a:r>
            <a:r>
              <a:rPr lang="en-US" sz="4000" dirty="0"/>
              <a:t> Bash</a:t>
            </a:r>
            <a:endParaRPr lang="en-GB" sz="4000" dirty="0"/>
          </a:p>
        </p:txBody>
      </p:sp>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l="1696" t="3771" r="1476" b="5038"/>
          <a:stretch/>
        </p:blipFill>
        <p:spPr>
          <a:xfrm>
            <a:off x="554636" y="1663908"/>
            <a:ext cx="5561351" cy="2788171"/>
          </a:xfrm>
          <a:prstGeom prst="rect">
            <a:avLst/>
          </a:prstGeom>
        </p:spPr>
      </p:pic>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12</a:t>
            </a:fld>
            <a:endParaRPr/>
          </a:p>
        </p:txBody>
      </p:sp>
      <p:graphicFrame>
        <p:nvGraphicFramePr>
          <p:cNvPr id="10" name="Diagram 9"/>
          <p:cNvGraphicFramePr/>
          <p:nvPr>
            <p:extLst>
              <p:ext uri="{D42A27DB-BD31-4B8C-83A1-F6EECF244321}">
                <p14:modId xmlns:p14="http://schemas.microsoft.com/office/powerpoint/2010/main" val="4175366135"/>
              </p:ext>
            </p:extLst>
          </p:nvPr>
        </p:nvGraphicFramePr>
        <p:xfrm>
          <a:off x="343831" y="4408600"/>
          <a:ext cx="6236851" cy="196639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147384768"/>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Open Documents on PC</a:t>
            </a:r>
            <a:endParaRPr lang="en-GB" sz="4000" dirty="0"/>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13</a:t>
            </a:fld>
            <a:endParaRPr/>
          </a:p>
        </p:txBody>
      </p:sp>
      <p:pic>
        <p:nvPicPr>
          <p:cNvPr id="4" name="Picture 3"/>
          <p:cNvPicPr>
            <a:picLocks noChangeAspect="1"/>
          </p:cNvPicPr>
          <p:nvPr/>
        </p:nvPicPr>
        <p:blipFill rotWithShape="1">
          <a:blip r:embed="rId3"/>
          <a:srcRect l="26154" t="12347" r="25228" b="30277"/>
          <a:stretch/>
        </p:blipFill>
        <p:spPr>
          <a:xfrm>
            <a:off x="457200" y="1491237"/>
            <a:ext cx="6213423" cy="4122651"/>
          </a:xfrm>
          <a:prstGeom prst="rect">
            <a:avLst/>
          </a:prstGeom>
        </p:spPr>
      </p:pic>
      <p:sp>
        <p:nvSpPr>
          <p:cNvPr id="9" name="Rounded Rectangle 8"/>
          <p:cNvSpPr/>
          <p:nvPr/>
        </p:nvSpPr>
        <p:spPr>
          <a:xfrm>
            <a:off x="1372970" y="2773179"/>
            <a:ext cx="3993508" cy="475513"/>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Diagram 9"/>
          <p:cNvGraphicFramePr/>
          <p:nvPr>
            <p:extLst>
              <p:ext uri="{D42A27DB-BD31-4B8C-83A1-F6EECF244321}">
                <p14:modId xmlns:p14="http://schemas.microsoft.com/office/powerpoint/2010/main" val="4021626490"/>
              </p:ext>
            </p:extLst>
          </p:nvPr>
        </p:nvGraphicFramePr>
        <p:xfrm>
          <a:off x="605219" y="4822130"/>
          <a:ext cx="7382656" cy="158351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672031640"/>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Clone the GitHub repository</a:t>
            </a:r>
            <a:endParaRPr lang="en-GB" sz="4000" dirty="0"/>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14</a:t>
            </a:fld>
            <a:endParaRPr/>
          </a:p>
        </p:txBody>
      </p:sp>
      <p:pic>
        <p:nvPicPr>
          <p:cNvPr id="6" name="Picture 5"/>
          <p:cNvPicPr>
            <a:picLocks noChangeAspect="1"/>
          </p:cNvPicPr>
          <p:nvPr/>
        </p:nvPicPr>
        <p:blipFill rotWithShape="1">
          <a:blip r:embed="rId3"/>
          <a:srcRect l="4377" t="6814" r="44239" b="27203"/>
          <a:stretch/>
        </p:blipFill>
        <p:spPr>
          <a:xfrm>
            <a:off x="502170" y="1543986"/>
            <a:ext cx="6685613" cy="4826834"/>
          </a:xfrm>
          <a:prstGeom prst="rect">
            <a:avLst/>
          </a:prstGeom>
        </p:spPr>
      </p:pic>
      <p:sp>
        <p:nvSpPr>
          <p:cNvPr id="9" name="Rounded Rectangle 8"/>
          <p:cNvSpPr/>
          <p:nvPr/>
        </p:nvSpPr>
        <p:spPr>
          <a:xfrm>
            <a:off x="386609" y="2263516"/>
            <a:ext cx="6685613" cy="274473"/>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Diagram 9"/>
          <p:cNvGraphicFramePr/>
          <p:nvPr>
            <p:extLst>
              <p:ext uri="{D42A27DB-BD31-4B8C-83A1-F6EECF244321}">
                <p14:modId xmlns:p14="http://schemas.microsoft.com/office/powerpoint/2010/main" val="2974867076"/>
              </p:ext>
            </p:extLst>
          </p:nvPr>
        </p:nvGraphicFramePr>
        <p:xfrm>
          <a:off x="176133" y="4556270"/>
          <a:ext cx="7382656" cy="131729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308942356"/>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4" name="Picture 3"/>
          <p:cNvPicPr>
            <a:picLocks noChangeAspect="1"/>
          </p:cNvPicPr>
          <p:nvPr/>
        </p:nvPicPr>
        <p:blipFill rotWithShape="1">
          <a:blip r:embed="rId3"/>
          <a:srcRect l="4262" t="7018" r="46313" b="32531"/>
          <a:stretch/>
        </p:blipFill>
        <p:spPr>
          <a:xfrm>
            <a:off x="236093" y="1686392"/>
            <a:ext cx="6430780" cy="4422099"/>
          </a:xfrm>
          <a:prstGeom prst="rect">
            <a:avLst/>
          </a:prstGeom>
        </p:spPr>
      </p:pic>
      <p:sp>
        <p:nvSpPr>
          <p:cNvPr id="2" name="Title 1"/>
          <p:cNvSpPr>
            <a:spLocks noGrp="1"/>
          </p:cNvSpPr>
          <p:nvPr>
            <p:ph type="title"/>
          </p:nvPr>
        </p:nvSpPr>
        <p:spPr/>
        <p:txBody>
          <a:bodyPr/>
          <a:lstStyle/>
          <a:p>
            <a:r>
              <a:rPr lang="en-US" sz="4000" dirty="0"/>
              <a:t>Change to cloned Directory</a:t>
            </a:r>
            <a:endParaRPr lang="en-GB" sz="4000" dirty="0"/>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15</a:t>
            </a:fld>
            <a:endParaRPr/>
          </a:p>
        </p:txBody>
      </p:sp>
      <p:sp>
        <p:nvSpPr>
          <p:cNvPr id="9" name="Rounded Rectangle 8"/>
          <p:cNvSpPr/>
          <p:nvPr/>
        </p:nvSpPr>
        <p:spPr>
          <a:xfrm>
            <a:off x="191739" y="3597640"/>
            <a:ext cx="4014868" cy="29980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Diagram 9"/>
          <p:cNvGraphicFramePr/>
          <p:nvPr>
            <p:extLst>
              <p:ext uri="{D42A27DB-BD31-4B8C-83A1-F6EECF244321}">
                <p14:modId xmlns:p14="http://schemas.microsoft.com/office/powerpoint/2010/main" val="2430992895"/>
              </p:ext>
            </p:extLst>
          </p:nvPr>
        </p:nvGraphicFramePr>
        <p:xfrm>
          <a:off x="176133" y="4556270"/>
          <a:ext cx="7382656" cy="131729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781098068"/>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5" name="Picture 4"/>
          <p:cNvPicPr>
            <a:picLocks noChangeAspect="1"/>
          </p:cNvPicPr>
          <p:nvPr/>
        </p:nvPicPr>
        <p:blipFill rotWithShape="1">
          <a:blip r:embed="rId3"/>
          <a:srcRect l="4261" t="6814" r="43663" b="27612"/>
          <a:stretch/>
        </p:blipFill>
        <p:spPr>
          <a:xfrm>
            <a:off x="281679" y="1395412"/>
            <a:ext cx="6775554" cy="4796853"/>
          </a:xfrm>
          <a:prstGeom prst="rect">
            <a:avLst/>
          </a:prstGeom>
        </p:spPr>
      </p:pic>
      <p:sp>
        <p:nvSpPr>
          <p:cNvPr id="2" name="Title 1"/>
          <p:cNvSpPr>
            <a:spLocks noGrp="1"/>
          </p:cNvSpPr>
          <p:nvPr>
            <p:ph type="title"/>
          </p:nvPr>
        </p:nvSpPr>
        <p:spPr/>
        <p:txBody>
          <a:bodyPr/>
          <a:lstStyle/>
          <a:p>
            <a:r>
              <a:rPr lang="en-US" sz="4000" dirty="0"/>
              <a:t>Check the Directory</a:t>
            </a:r>
            <a:endParaRPr lang="en-GB" sz="4000" dirty="0"/>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16</a:t>
            </a:fld>
            <a:endParaRPr/>
          </a:p>
        </p:txBody>
      </p:sp>
      <p:sp>
        <p:nvSpPr>
          <p:cNvPr id="9" name="Rounded Rectangle 8"/>
          <p:cNvSpPr/>
          <p:nvPr/>
        </p:nvSpPr>
        <p:spPr>
          <a:xfrm>
            <a:off x="281679" y="3587569"/>
            <a:ext cx="4014868" cy="29980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Diagram 9"/>
          <p:cNvGraphicFramePr/>
          <p:nvPr>
            <p:extLst>
              <p:ext uri="{D42A27DB-BD31-4B8C-83A1-F6EECF244321}">
                <p14:modId xmlns:p14="http://schemas.microsoft.com/office/powerpoint/2010/main" val="2102061790"/>
              </p:ext>
            </p:extLst>
          </p:nvPr>
        </p:nvGraphicFramePr>
        <p:xfrm>
          <a:off x="4572000" y="5156616"/>
          <a:ext cx="4561392" cy="124418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866390057"/>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Create a folder in the Directory</a:t>
            </a:r>
            <a:endParaRPr lang="en-GB" sz="4000" dirty="0"/>
          </a:p>
        </p:txBody>
      </p:sp>
      <p:pic>
        <p:nvPicPr>
          <p:cNvPr id="5" name="Picture 4"/>
          <p:cNvPicPr>
            <a:picLocks noChangeAspect="1"/>
          </p:cNvPicPr>
          <p:nvPr/>
        </p:nvPicPr>
        <p:blipFill rotWithShape="1">
          <a:blip r:embed="rId3"/>
          <a:srcRect l="4262" t="6814" r="42050" b="27203"/>
          <a:stretch/>
        </p:blipFill>
        <p:spPr>
          <a:xfrm>
            <a:off x="281679" y="1500355"/>
            <a:ext cx="6985416" cy="4826834"/>
          </a:xfrm>
          <a:prstGeom prst="rect">
            <a:avLst/>
          </a:prstGeom>
        </p:spPr>
      </p:pic>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17</a:t>
            </a:fld>
            <a:endParaRPr/>
          </a:p>
        </p:txBody>
      </p:sp>
      <p:sp>
        <p:nvSpPr>
          <p:cNvPr id="9" name="Rounded Rectangle 8"/>
          <p:cNvSpPr/>
          <p:nvPr/>
        </p:nvSpPr>
        <p:spPr>
          <a:xfrm>
            <a:off x="221717" y="1908672"/>
            <a:ext cx="5339634" cy="279894"/>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Diagram 9"/>
          <p:cNvGraphicFramePr/>
          <p:nvPr>
            <p:extLst>
              <p:ext uri="{D42A27DB-BD31-4B8C-83A1-F6EECF244321}">
                <p14:modId xmlns:p14="http://schemas.microsoft.com/office/powerpoint/2010/main" val="2247974381"/>
              </p:ext>
            </p:extLst>
          </p:nvPr>
        </p:nvGraphicFramePr>
        <p:xfrm>
          <a:off x="116155" y="5339178"/>
          <a:ext cx="4561392" cy="124418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Rounded Rectangle 7"/>
          <p:cNvSpPr/>
          <p:nvPr/>
        </p:nvSpPr>
        <p:spPr>
          <a:xfrm>
            <a:off x="236707" y="3582649"/>
            <a:ext cx="5339634" cy="234758"/>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40394257"/>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Open Sublime Text Editor</a:t>
            </a:r>
            <a:endParaRPr lang="en-GB" sz="4000" dirty="0"/>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18</a:t>
            </a:fld>
            <a:endParaRPr/>
          </a:p>
        </p:txBody>
      </p:sp>
      <p:pic>
        <p:nvPicPr>
          <p:cNvPr id="4" name="Picture 3"/>
          <p:cNvPicPr>
            <a:picLocks noChangeAspect="1"/>
          </p:cNvPicPr>
          <p:nvPr/>
        </p:nvPicPr>
        <p:blipFill rotWithShape="1">
          <a:blip r:embed="rId3"/>
          <a:srcRect l="22349" t="6814" r="18893" b="25973"/>
          <a:stretch/>
        </p:blipFill>
        <p:spPr>
          <a:xfrm>
            <a:off x="194872" y="1484025"/>
            <a:ext cx="7644983" cy="4916775"/>
          </a:xfrm>
          <a:prstGeom prst="rect">
            <a:avLst/>
          </a:prstGeom>
        </p:spPr>
      </p:pic>
      <p:sp>
        <p:nvSpPr>
          <p:cNvPr id="11" name="Rounded Rectangle 10"/>
          <p:cNvSpPr/>
          <p:nvPr/>
        </p:nvSpPr>
        <p:spPr>
          <a:xfrm>
            <a:off x="457200" y="1484025"/>
            <a:ext cx="5339634" cy="279894"/>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Diagram 11"/>
          <p:cNvGraphicFramePr/>
          <p:nvPr>
            <p:extLst>
              <p:ext uri="{D42A27DB-BD31-4B8C-83A1-F6EECF244321}">
                <p14:modId xmlns:p14="http://schemas.microsoft.com/office/powerpoint/2010/main" val="2955930432"/>
              </p:ext>
            </p:extLst>
          </p:nvPr>
        </p:nvGraphicFramePr>
        <p:xfrm>
          <a:off x="194872" y="4949434"/>
          <a:ext cx="8349521" cy="145136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294513456"/>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2" grpId="0">
        <p:bldAsOne/>
      </p:bldGraphic>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3" name="Picture 2"/>
          <p:cNvPicPr>
            <a:picLocks noChangeAspect="1"/>
          </p:cNvPicPr>
          <p:nvPr/>
        </p:nvPicPr>
        <p:blipFill rotWithShape="1">
          <a:blip r:embed="rId3"/>
          <a:srcRect l="4147" t="7018" r="38364" b="26384"/>
          <a:stretch/>
        </p:blipFill>
        <p:spPr>
          <a:xfrm>
            <a:off x="281679" y="1420473"/>
            <a:ext cx="7480092" cy="4871804"/>
          </a:xfrm>
          <a:prstGeom prst="rect">
            <a:avLst/>
          </a:prstGeom>
        </p:spPr>
      </p:pic>
      <p:sp>
        <p:nvSpPr>
          <p:cNvPr id="2" name="Title 1"/>
          <p:cNvSpPr>
            <a:spLocks noGrp="1"/>
          </p:cNvSpPr>
          <p:nvPr>
            <p:ph type="title"/>
          </p:nvPr>
        </p:nvSpPr>
        <p:spPr/>
        <p:txBody>
          <a:bodyPr/>
          <a:lstStyle/>
          <a:p>
            <a:r>
              <a:rPr lang="en-US" sz="4000" dirty="0"/>
              <a:t>Change the Directory</a:t>
            </a:r>
            <a:endParaRPr lang="en-GB" sz="4000" dirty="0"/>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19</a:t>
            </a:fld>
            <a:endParaRPr/>
          </a:p>
        </p:txBody>
      </p:sp>
      <p:sp>
        <p:nvSpPr>
          <p:cNvPr id="9" name="Rounded Rectangle 8"/>
          <p:cNvSpPr/>
          <p:nvPr/>
        </p:nvSpPr>
        <p:spPr>
          <a:xfrm>
            <a:off x="286040" y="4067254"/>
            <a:ext cx="4014868" cy="29980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Diagram 9"/>
          <p:cNvGraphicFramePr/>
          <p:nvPr>
            <p:extLst>
              <p:ext uri="{D42A27DB-BD31-4B8C-83A1-F6EECF244321}">
                <p14:modId xmlns:p14="http://schemas.microsoft.com/office/powerpoint/2010/main" val="1648583584"/>
              </p:ext>
            </p:extLst>
          </p:nvPr>
        </p:nvGraphicFramePr>
        <p:xfrm>
          <a:off x="4572000" y="5156616"/>
          <a:ext cx="4561392" cy="124418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259811342"/>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4" name="Picture 3"/>
          <p:cNvPicPr>
            <a:picLocks noChangeAspect="1"/>
          </p:cNvPicPr>
          <p:nvPr/>
        </p:nvPicPr>
        <p:blipFill rotWithShape="1">
          <a:blip r:embed="rId3"/>
          <a:srcRect l="4262" t="7223" r="33525" b="27818"/>
          <a:stretch/>
        </p:blipFill>
        <p:spPr>
          <a:xfrm>
            <a:off x="281679" y="1420473"/>
            <a:ext cx="8094688" cy="4751883"/>
          </a:xfrm>
          <a:prstGeom prst="rect">
            <a:avLst/>
          </a:prstGeom>
        </p:spPr>
      </p:pic>
      <p:sp>
        <p:nvSpPr>
          <p:cNvPr id="2" name="Title 1"/>
          <p:cNvSpPr>
            <a:spLocks noGrp="1"/>
          </p:cNvSpPr>
          <p:nvPr>
            <p:ph type="title"/>
          </p:nvPr>
        </p:nvSpPr>
        <p:spPr/>
        <p:txBody>
          <a:bodyPr/>
          <a:lstStyle/>
          <a:p>
            <a:r>
              <a:rPr lang="en-US" sz="4000" dirty="0"/>
              <a:t>Clear (</a:t>
            </a:r>
            <a:r>
              <a:rPr lang="en-US" sz="4000" dirty="0" err="1"/>
              <a:t>cls</a:t>
            </a:r>
            <a:r>
              <a:rPr lang="en-US" sz="4000" dirty="0"/>
              <a:t>) command </a:t>
            </a:r>
            <a:endParaRPr lang="en-GB" sz="4000" dirty="0"/>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20</a:t>
            </a:fld>
            <a:endParaRPr/>
          </a:p>
        </p:txBody>
      </p:sp>
      <p:sp>
        <p:nvSpPr>
          <p:cNvPr id="9" name="Rounded Rectangle 8"/>
          <p:cNvSpPr/>
          <p:nvPr/>
        </p:nvSpPr>
        <p:spPr>
          <a:xfrm>
            <a:off x="281679" y="4397037"/>
            <a:ext cx="4014868" cy="29980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Diagram 9"/>
          <p:cNvGraphicFramePr/>
          <p:nvPr>
            <p:extLst>
              <p:ext uri="{D42A27DB-BD31-4B8C-83A1-F6EECF244321}">
                <p14:modId xmlns:p14="http://schemas.microsoft.com/office/powerpoint/2010/main" val="813119905"/>
              </p:ext>
            </p:extLst>
          </p:nvPr>
        </p:nvGraphicFramePr>
        <p:xfrm>
          <a:off x="4572000" y="5156616"/>
          <a:ext cx="4561392" cy="124418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730388559"/>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4" name="Picture 3"/>
          <p:cNvPicPr>
            <a:picLocks noChangeAspect="1"/>
          </p:cNvPicPr>
          <p:nvPr/>
        </p:nvPicPr>
        <p:blipFill rotWithShape="1">
          <a:blip r:embed="rId3"/>
          <a:srcRect l="4377" t="6608" r="31336" b="27613"/>
          <a:stretch/>
        </p:blipFill>
        <p:spPr>
          <a:xfrm>
            <a:off x="252018" y="1450453"/>
            <a:ext cx="8364512" cy="4811843"/>
          </a:xfrm>
          <a:prstGeom prst="rect">
            <a:avLst/>
          </a:prstGeom>
        </p:spPr>
      </p:pic>
      <p:sp>
        <p:nvSpPr>
          <p:cNvPr id="2" name="Title 1"/>
          <p:cNvSpPr>
            <a:spLocks noGrp="1"/>
          </p:cNvSpPr>
          <p:nvPr>
            <p:ph type="title"/>
          </p:nvPr>
        </p:nvSpPr>
        <p:spPr/>
        <p:txBody>
          <a:bodyPr/>
          <a:lstStyle/>
          <a:p>
            <a:r>
              <a:rPr lang="en-US" sz="4000" dirty="0"/>
              <a:t>Check the Directory</a:t>
            </a:r>
            <a:endParaRPr lang="en-GB" sz="4000" dirty="0"/>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21</a:t>
            </a:fld>
            <a:endParaRPr/>
          </a:p>
        </p:txBody>
      </p:sp>
      <p:sp>
        <p:nvSpPr>
          <p:cNvPr id="9" name="Rounded Rectangle 8"/>
          <p:cNvSpPr/>
          <p:nvPr/>
        </p:nvSpPr>
        <p:spPr>
          <a:xfrm>
            <a:off x="252018" y="1848710"/>
            <a:ext cx="4014868" cy="29980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Diagram 9"/>
          <p:cNvGraphicFramePr/>
          <p:nvPr>
            <p:extLst>
              <p:ext uri="{D42A27DB-BD31-4B8C-83A1-F6EECF244321}">
                <p14:modId xmlns:p14="http://schemas.microsoft.com/office/powerpoint/2010/main" val="3319414737"/>
              </p:ext>
            </p:extLst>
          </p:nvPr>
        </p:nvGraphicFramePr>
        <p:xfrm>
          <a:off x="4572000" y="5156616"/>
          <a:ext cx="4561392" cy="124418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Rounded Rectangle 7"/>
          <p:cNvSpPr/>
          <p:nvPr/>
        </p:nvSpPr>
        <p:spPr>
          <a:xfrm>
            <a:off x="266689" y="3069628"/>
            <a:ext cx="4014868" cy="29980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82608488"/>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3" name="Picture 2"/>
          <p:cNvPicPr>
            <a:picLocks noChangeAspect="1"/>
          </p:cNvPicPr>
          <p:nvPr/>
        </p:nvPicPr>
        <p:blipFill rotWithShape="1">
          <a:blip r:embed="rId3"/>
          <a:srcRect l="4262" t="6609" r="33179" b="30686"/>
          <a:stretch/>
        </p:blipFill>
        <p:spPr>
          <a:xfrm>
            <a:off x="252018" y="1450453"/>
            <a:ext cx="8139659" cy="4586991"/>
          </a:xfrm>
          <a:prstGeom prst="rect">
            <a:avLst/>
          </a:prstGeom>
        </p:spPr>
      </p:pic>
      <p:sp>
        <p:nvSpPr>
          <p:cNvPr id="2" name="Title 1"/>
          <p:cNvSpPr>
            <a:spLocks noGrp="1"/>
          </p:cNvSpPr>
          <p:nvPr>
            <p:ph type="title"/>
          </p:nvPr>
        </p:nvSpPr>
        <p:spPr/>
        <p:txBody>
          <a:bodyPr/>
          <a:lstStyle/>
          <a:p>
            <a:r>
              <a:rPr lang="en-US" sz="4000" dirty="0"/>
              <a:t>Return to the main Repository</a:t>
            </a:r>
            <a:endParaRPr lang="en-GB" sz="4000" dirty="0"/>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22</a:t>
            </a:fld>
            <a:endParaRPr/>
          </a:p>
        </p:txBody>
      </p:sp>
      <p:sp>
        <p:nvSpPr>
          <p:cNvPr id="9" name="Rounded Rectangle 8"/>
          <p:cNvSpPr/>
          <p:nvPr/>
        </p:nvSpPr>
        <p:spPr>
          <a:xfrm>
            <a:off x="252018" y="1848710"/>
            <a:ext cx="4014868" cy="29980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Diagram 9"/>
          <p:cNvGraphicFramePr/>
          <p:nvPr>
            <p:extLst>
              <p:ext uri="{D42A27DB-BD31-4B8C-83A1-F6EECF244321}">
                <p14:modId xmlns:p14="http://schemas.microsoft.com/office/powerpoint/2010/main" val="1482230167"/>
              </p:ext>
            </p:extLst>
          </p:nvPr>
        </p:nvGraphicFramePr>
        <p:xfrm>
          <a:off x="4572000" y="5156616"/>
          <a:ext cx="4561392" cy="124418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701320098"/>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Check Status of cloned repository</a:t>
            </a:r>
            <a:endParaRPr lang="en-GB" sz="4000" dirty="0"/>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23</a:t>
            </a:fld>
            <a:endParaRPr/>
          </a:p>
        </p:txBody>
      </p:sp>
      <p:pic>
        <p:nvPicPr>
          <p:cNvPr id="3" name="Picture 2"/>
          <p:cNvPicPr>
            <a:picLocks noChangeAspect="1"/>
          </p:cNvPicPr>
          <p:nvPr/>
        </p:nvPicPr>
        <p:blipFill rotWithShape="1">
          <a:blip r:embed="rId3"/>
          <a:srcRect l="4263" t="6608" r="34215" b="29252"/>
          <a:stretch/>
        </p:blipFill>
        <p:spPr>
          <a:xfrm>
            <a:off x="252018" y="1502139"/>
            <a:ext cx="8004747" cy="4691922"/>
          </a:xfrm>
          <a:prstGeom prst="rect">
            <a:avLst/>
          </a:prstGeom>
        </p:spPr>
      </p:pic>
      <p:sp>
        <p:nvSpPr>
          <p:cNvPr id="9" name="Rounded Rectangle 8"/>
          <p:cNvSpPr/>
          <p:nvPr/>
        </p:nvSpPr>
        <p:spPr>
          <a:xfrm>
            <a:off x="239523" y="2225923"/>
            <a:ext cx="4014868" cy="29980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Diagram 9"/>
          <p:cNvGraphicFramePr/>
          <p:nvPr>
            <p:extLst>
              <p:ext uri="{D42A27DB-BD31-4B8C-83A1-F6EECF244321}">
                <p14:modId xmlns:p14="http://schemas.microsoft.com/office/powerpoint/2010/main" val="50517200"/>
              </p:ext>
            </p:extLst>
          </p:nvPr>
        </p:nvGraphicFramePr>
        <p:xfrm>
          <a:off x="252018" y="4811842"/>
          <a:ext cx="4561392" cy="124418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922714672"/>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4" name="Picture 3"/>
          <p:cNvPicPr>
            <a:picLocks noChangeAspect="1"/>
          </p:cNvPicPr>
          <p:nvPr/>
        </p:nvPicPr>
        <p:blipFill rotWithShape="1">
          <a:blip r:embed="rId3"/>
          <a:srcRect l="4377" t="7428" r="32488" b="26793"/>
          <a:stretch/>
        </p:blipFill>
        <p:spPr>
          <a:xfrm>
            <a:off x="252018" y="1502139"/>
            <a:ext cx="8214610" cy="4811844"/>
          </a:xfrm>
          <a:prstGeom prst="rect">
            <a:avLst/>
          </a:prstGeom>
        </p:spPr>
      </p:pic>
      <p:sp>
        <p:nvSpPr>
          <p:cNvPr id="2" name="Title 1"/>
          <p:cNvSpPr>
            <a:spLocks noGrp="1"/>
          </p:cNvSpPr>
          <p:nvPr>
            <p:ph type="title"/>
          </p:nvPr>
        </p:nvSpPr>
        <p:spPr/>
        <p:txBody>
          <a:bodyPr/>
          <a:lstStyle/>
          <a:p>
            <a:r>
              <a:rPr lang="en-US" sz="4000" dirty="0"/>
              <a:t>Add files to </a:t>
            </a:r>
            <a:r>
              <a:rPr lang="en-US" sz="4000" dirty="0" err="1"/>
              <a:t>Git</a:t>
            </a:r>
            <a:r>
              <a:rPr lang="en-US" sz="4000" dirty="0"/>
              <a:t> bash</a:t>
            </a:r>
            <a:endParaRPr lang="en-GB" sz="4000" dirty="0"/>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24</a:t>
            </a:fld>
            <a:endParaRPr/>
          </a:p>
        </p:txBody>
      </p:sp>
      <p:sp>
        <p:nvSpPr>
          <p:cNvPr id="9" name="Rounded Rectangle 8"/>
          <p:cNvSpPr/>
          <p:nvPr/>
        </p:nvSpPr>
        <p:spPr>
          <a:xfrm>
            <a:off x="164571" y="3672589"/>
            <a:ext cx="4392437" cy="295431"/>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Diagram 9"/>
          <p:cNvGraphicFramePr/>
          <p:nvPr>
            <p:extLst>
              <p:ext uri="{D42A27DB-BD31-4B8C-83A1-F6EECF244321}">
                <p14:modId xmlns:p14="http://schemas.microsoft.com/office/powerpoint/2010/main" val="3028583722"/>
              </p:ext>
            </p:extLst>
          </p:nvPr>
        </p:nvGraphicFramePr>
        <p:xfrm>
          <a:off x="252018" y="4811842"/>
          <a:ext cx="4561392" cy="124418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892596567"/>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3" name="Picture 2"/>
          <p:cNvPicPr>
            <a:picLocks noChangeAspect="1"/>
          </p:cNvPicPr>
          <p:nvPr/>
        </p:nvPicPr>
        <p:blipFill rotWithShape="1">
          <a:blip r:embed="rId3"/>
          <a:srcRect l="4261" t="7018" r="37327" b="27408"/>
          <a:stretch/>
        </p:blipFill>
        <p:spPr>
          <a:xfrm>
            <a:off x="252018" y="1502139"/>
            <a:ext cx="7600013" cy="4796854"/>
          </a:xfrm>
          <a:prstGeom prst="rect">
            <a:avLst/>
          </a:prstGeom>
        </p:spPr>
      </p:pic>
      <p:sp>
        <p:nvSpPr>
          <p:cNvPr id="2" name="Title 1"/>
          <p:cNvSpPr>
            <a:spLocks noGrp="1"/>
          </p:cNvSpPr>
          <p:nvPr>
            <p:ph type="title"/>
          </p:nvPr>
        </p:nvSpPr>
        <p:spPr/>
        <p:txBody>
          <a:bodyPr/>
          <a:lstStyle/>
          <a:p>
            <a:r>
              <a:rPr lang="en-US" sz="4000" dirty="0"/>
              <a:t>Commit to GitHub</a:t>
            </a:r>
            <a:endParaRPr lang="en-GB" sz="4000" dirty="0"/>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25</a:t>
            </a:fld>
            <a:endParaRPr/>
          </a:p>
        </p:txBody>
      </p:sp>
      <p:sp>
        <p:nvSpPr>
          <p:cNvPr id="9" name="Rounded Rectangle 8"/>
          <p:cNvSpPr/>
          <p:nvPr/>
        </p:nvSpPr>
        <p:spPr>
          <a:xfrm>
            <a:off x="179563" y="2188563"/>
            <a:ext cx="6146286" cy="224853"/>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Diagram 9"/>
          <p:cNvGraphicFramePr/>
          <p:nvPr>
            <p:extLst>
              <p:ext uri="{D42A27DB-BD31-4B8C-83A1-F6EECF244321}">
                <p14:modId xmlns:p14="http://schemas.microsoft.com/office/powerpoint/2010/main" val="4140651859"/>
              </p:ext>
            </p:extLst>
          </p:nvPr>
        </p:nvGraphicFramePr>
        <p:xfrm>
          <a:off x="252017" y="4811842"/>
          <a:ext cx="7842671" cy="124418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062558925"/>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4" name="Picture 3"/>
          <p:cNvPicPr>
            <a:picLocks noChangeAspect="1"/>
          </p:cNvPicPr>
          <p:nvPr/>
        </p:nvPicPr>
        <p:blipFill rotWithShape="1">
          <a:blip r:embed="rId3"/>
          <a:srcRect l="4262" t="6814" r="33410" b="31506"/>
          <a:stretch/>
        </p:blipFill>
        <p:spPr>
          <a:xfrm>
            <a:off x="252017" y="1543986"/>
            <a:ext cx="8109679" cy="4512040"/>
          </a:xfrm>
          <a:prstGeom prst="rect">
            <a:avLst/>
          </a:prstGeom>
        </p:spPr>
      </p:pic>
      <p:sp>
        <p:nvSpPr>
          <p:cNvPr id="2" name="Title 1"/>
          <p:cNvSpPr>
            <a:spLocks noGrp="1"/>
          </p:cNvSpPr>
          <p:nvPr>
            <p:ph type="title"/>
          </p:nvPr>
        </p:nvSpPr>
        <p:spPr/>
        <p:txBody>
          <a:bodyPr/>
          <a:lstStyle/>
          <a:p>
            <a:r>
              <a:rPr lang="en-US" sz="4000" dirty="0"/>
              <a:t>Push files to GitHub</a:t>
            </a:r>
            <a:endParaRPr lang="en-GB" sz="4000" dirty="0"/>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26</a:t>
            </a:fld>
            <a:endParaRPr/>
          </a:p>
        </p:txBody>
      </p:sp>
      <p:sp>
        <p:nvSpPr>
          <p:cNvPr id="9" name="Rounded Rectangle 8"/>
          <p:cNvSpPr/>
          <p:nvPr/>
        </p:nvSpPr>
        <p:spPr>
          <a:xfrm>
            <a:off x="252017" y="1963711"/>
            <a:ext cx="4044530" cy="194873"/>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Diagram 9"/>
          <p:cNvGraphicFramePr/>
          <p:nvPr>
            <p:extLst>
              <p:ext uri="{D42A27DB-BD31-4B8C-83A1-F6EECF244321}">
                <p14:modId xmlns:p14="http://schemas.microsoft.com/office/powerpoint/2010/main" val="893611181"/>
              </p:ext>
            </p:extLst>
          </p:nvPr>
        </p:nvGraphicFramePr>
        <p:xfrm>
          <a:off x="252017" y="4631960"/>
          <a:ext cx="7842671" cy="124418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974684683"/>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3" name="Picture 2"/>
          <p:cNvPicPr>
            <a:picLocks noChangeAspect="1"/>
          </p:cNvPicPr>
          <p:nvPr/>
        </p:nvPicPr>
        <p:blipFill rotWithShape="1">
          <a:blip r:embed="rId3"/>
          <a:srcRect l="805" t="13370" r="921" b="13884"/>
          <a:stretch/>
        </p:blipFill>
        <p:spPr>
          <a:xfrm>
            <a:off x="0" y="1543986"/>
            <a:ext cx="9133723" cy="3801256"/>
          </a:xfrm>
          <a:prstGeom prst="rect">
            <a:avLst/>
          </a:prstGeom>
        </p:spPr>
      </p:pic>
      <p:sp>
        <p:nvSpPr>
          <p:cNvPr id="2" name="Title 1"/>
          <p:cNvSpPr>
            <a:spLocks noGrp="1"/>
          </p:cNvSpPr>
          <p:nvPr>
            <p:ph type="title"/>
          </p:nvPr>
        </p:nvSpPr>
        <p:spPr/>
        <p:txBody>
          <a:bodyPr/>
          <a:lstStyle/>
          <a:p>
            <a:r>
              <a:rPr lang="en-US" sz="4000" dirty="0"/>
              <a:t>Refresh GitHub repository</a:t>
            </a:r>
            <a:endParaRPr lang="en-GB" sz="4000" dirty="0"/>
          </a:p>
        </p:txBody>
      </p:sp>
      <p:sp>
        <p:nvSpPr>
          <p:cNvPr id="115" name="Google Shape;115;p15"/>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fld id="{00000000-1234-1234-1234-123412341234}" type="slidenum">
              <a:rPr lang="en-US"/>
              <a:t>27</a:t>
            </a:fld>
            <a:endParaRPr/>
          </a:p>
        </p:txBody>
      </p:sp>
      <p:sp>
        <p:nvSpPr>
          <p:cNvPr id="9" name="Rounded Rectangle 8"/>
          <p:cNvSpPr/>
          <p:nvPr/>
        </p:nvSpPr>
        <p:spPr>
          <a:xfrm>
            <a:off x="457200" y="2900596"/>
            <a:ext cx="4044530" cy="194873"/>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Diagram 9"/>
          <p:cNvGraphicFramePr/>
          <p:nvPr>
            <p:extLst>
              <p:ext uri="{D42A27DB-BD31-4B8C-83A1-F6EECF244321}">
                <p14:modId xmlns:p14="http://schemas.microsoft.com/office/powerpoint/2010/main" val="3442655807"/>
              </p:ext>
            </p:extLst>
          </p:nvPr>
        </p:nvGraphicFramePr>
        <p:xfrm>
          <a:off x="267007" y="5345242"/>
          <a:ext cx="7842671" cy="89941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Rounded Rectangle 7"/>
          <p:cNvSpPr/>
          <p:nvPr/>
        </p:nvSpPr>
        <p:spPr>
          <a:xfrm>
            <a:off x="442517" y="3856219"/>
            <a:ext cx="4044530" cy="194873"/>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17192020"/>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4575440"/>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theme/theme1.xml><?xml version="1.0" encoding="utf-8"?>
<a:theme xmlns:a="http://schemas.openxmlformats.org/drawingml/2006/main" name="SST-Theme3">
  <a:themeElements>
    <a:clrScheme name="Custom 1">
      <a:dk1>
        <a:srgbClr val="002060"/>
      </a:dk1>
      <a:lt1>
        <a:srgbClr val="FFFFFF"/>
      </a:lt1>
      <a:dk2>
        <a:srgbClr val="09055B"/>
      </a:dk2>
      <a:lt2>
        <a:srgbClr val="FFFFFF"/>
      </a:lt2>
      <a:accent1>
        <a:srgbClr val="002060"/>
      </a:accent1>
      <a:accent2>
        <a:srgbClr val="002060"/>
      </a:accent2>
      <a:accent3>
        <a:srgbClr val="97BAFF"/>
      </a:accent3>
      <a:accent4>
        <a:srgbClr val="D5E3FF"/>
      </a:accent4>
      <a:accent5>
        <a:srgbClr val="002060"/>
      </a:accent5>
      <a:accent6>
        <a:srgbClr val="002060"/>
      </a:accent6>
      <a:hlink>
        <a:srgbClr val="DB5353"/>
      </a:hlink>
      <a:folHlink>
        <a:srgbClr val="90363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ST-Theme3" id="{19FA4AEF-6FF8-4EA7-B305-9BE5D4ECCCA5}" vid="{A328A429-1CDE-49DF-A990-0DFEB0585E55}"/>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SST-Theme3</Template>
  <TotalTime>10532</TotalTime>
  <Words>753</Words>
  <Application>Microsoft Office PowerPoint</Application>
  <PresentationFormat>On-screen Show (4:3)</PresentationFormat>
  <Paragraphs>184</Paragraphs>
  <Slides>28</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SST-Theme3</vt:lpstr>
      <vt:lpstr>Installation Packages </vt:lpstr>
      <vt:lpstr>Software Packages</vt:lpstr>
      <vt:lpstr>What is GitHub?</vt:lpstr>
      <vt:lpstr>What is Sublime Text?</vt:lpstr>
      <vt:lpstr>What is Rust?</vt:lpstr>
      <vt:lpstr>What is Postgresql?</vt:lpstr>
      <vt:lpstr>Set up a GitHub account</vt:lpstr>
      <vt:lpstr>Create a GitHub repository</vt:lpstr>
      <vt:lpstr>Create a GitHub repository</vt:lpstr>
      <vt:lpstr>Create a GitHub repository</vt:lpstr>
      <vt:lpstr>Copy GitHub repository url</vt:lpstr>
      <vt:lpstr>Install Git Bash</vt:lpstr>
      <vt:lpstr>Open Documents on PC</vt:lpstr>
      <vt:lpstr>Clone the GitHub repository</vt:lpstr>
      <vt:lpstr>Change to cloned Directory</vt:lpstr>
      <vt:lpstr>Check the Directory</vt:lpstr>
      <vt:lpstr>Create a folder in the Directory</vt:lpstr>
      <vt:lpstr>Open Sublime Text Editor</vt:lpstr>
      <vt:lpstr>Change the Directory</vt:lpstr>
      <vt:lpstr>Clear (cls) command </vt:lpstr>
      <vt:lpstr>Check the Directory</vt:lpstr>
      <vt:lpstr>Return to the main Repository</vt:lpstr>
      <vt:lpstr>Check Status of cloned repository</vt:lpstr>
      <vt:lpstr>Add files to Git bash</vt:lpstr>
      <vt:lpstr>Commit to GitHub</vt:lpstr>
      <vt:lpstr>Push files to GitHub</vt:lpstr>
      <vt:lpstr>Refresh GitHub repository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Moruson</dc:creator>
  <cp:lastModifiedBy>Desmond Moru</cp:lastModifiedBy>
  <cp:revision>98</cp:revision>
  <dcterms:modified xsi:type="dcterms:W3CDTF">2025-09-28T21:46:36Z</dcterms:modified>
</cp:coreProperties>
</file>