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60" r:id="rId1"/>
  </p:sldMasterIdLst>
  <p:notesMasterIdLst>
    <p:notesMasterId r:id="rId26"/>
  </p:notesMasterIdLst>
  <p:sldIdLst>
    <p:sldId id="256" r:id="rId2"/>
    <p:sldId id="259" r:id="rId3"/>
    <p:sldId id="278" r:id="rId4"/>
    <p:sldId id="279" r:id="rId5"/>
    <p:sldId id="280" r:id="rId6"/>
    <p:sldId id="281" r:id="rId7"/>
    <p:sldId id="284" r:id="rId8"/>
    <p:sldId id="283" r:id="rId9"/>
    <p:sldId id="282" r:id="rId10"/>
    <p:sldId id="287" r:id="rId11"/>
    <p:sldId id="286" r:id="rId12"/>
    <p:sldId id="291" r:id="rId13"/>
    <p:sldId id="297" r:id="rId14"/>
    <p:sldId id="298" r:id="rId15"/>
    <p:sldId id="296" r:id="rId16"/>
    <p:sldId id="285" r:id="rId17"/>
    <p:sldId id="288" r:id="rId18"/>
    <p:sldId id="289" r:id="rId19"/>
    <p:sldId id="290" r:id="rId20"/>
    <p:sldId id="292" r:id="rId21"/>
    <p:sldId id="293" r:id="rId22"/>
    <p:sldId id="294" r:id="rId23"/>
    <p:sldId id="295" r:id="rId24"/>
    <p:sldId id="277" r:id="rId25"/>
  </p:sldIdLst>
  <p:sldSz cx="9144000" cy="6858000" type="screen4x3"/>
  <p:notesSz cx="7315200" cy="96012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030A0"/>
    <a:srgbClr val="001746"/>
    <a:srgbClr val="FFC000"/>
    <a:srgbClr val="FFFFFF"/>
    <a:srgbClr val="002060"/>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AF62CE-E6BE-41F8-8CCF-6AB0B0AF27CE}" v="2" dt="2025-10-12T19:39:37.05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AF606853-7671-496A-8E4F-DF71F8EC918B}" styleName="Dark Style 1 - Accent 6">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6"/>
          </a:solidFill>
        </a:fill>
      </a:tcStyle>
    </a:wholeTbl>
    <a:band1H>
      <a:tcStyle>
        <a:tcBdr/>
        <a:fill>
          <a:solidFill>
            <a:schemeClr val="accent6">
              <a:shade val="60000"/>
            </a:schemeClr>
          </a:solidFill>
        </a:fill>
      </a:tcStyle>
    </a:band1H>
    <a:band1V>
      <a:tcStyle>
        <a:tcBdr/>
        <a:fill>
          <a:solidFill>
            <a:schemeClr val="accent6">
              <a:shade val="60000"/>
            </a:schemeClr>
          </a:solidFill>
        </a:fill>
      </a:tcStyle>
    </a:band1V>
    <a:lastCol>
      <a:tcTxStyle b="on"/>
      <a:tcStyle>
        <a:tcBdr>
          <a:left>
            <a:ln w="25400" cmpd="sng">
              <a:solidFill>
                <a:schemeClr val="lt1"/>
              </a:solidFill>
            </a:ln>
          </a:left>
        </a:tcBdr>
        <a:fill>
          <a:solidFill>
            <a:schemeClr val="accent6">
              <a:shade val="60000"/>
            </a:schemeClr>
          </a:solidFill>
        </a:fill>
      </a:tcStyle>
    </a:lastCol>
    <a:firstCol>
      <a:tcTxStyle b="on"/>
      <a:tcStyle>
        <a:tcBdr>
          <a:right>
            <a:ln w="25400" cmpd="sng">
              <a:solidFill>
                <a:schemeClr val="lt1"/>
              </a:solidFill>
            </a:ln>
          </a:right>
        </a:tcBdr>
        <a:fill>
          <a:solidFill>
            <a:schemeClr val="accent6">
              <a:shade val="60000"/>
            </a:schemeClr>
          </a:solidFill>
        </a:fill>
      </a:tcStyle>
    </a:firstCol>
    <a:lastRow>
      <a:tcTxStyle b="on"/>
      <a:tcStyle>
        <a:tcBdr>
          <a:top>
            <a:ln w="25400" cmpd="sng">
              <a:solidFill>
                <a:schemeClr val="lt1"/>
              </a:solidFill>
            </a:ln>
          </a:top>
        </a:tcBdr>
        <a:fill>
          <a:solidFill>
            <a:schemeClr val="accent6">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1594" y="43"/>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_rels/data11.xml.rels><?xml version="1.0" encoding="UTF-8" standalone="yes"?>
<Relationships xmlns="http://schemas.openxmlformats.org/package/2006/relationships"><Relationship Id="rId1" Type="http://schemas.openxmlformats.org/officeDocument/2006/relationships/hyperlink" Target="https://en.wikipedia.org/wiki/Machine_language" TargetMode="External"/></Relationships>
</file>

<file path=ppt/diagrams/_rels/drawing11.xml.rels><?xml version="1.0" encoding="UTF-8" standalone="yes"?>
<Relationships xmlns="http://schemas.openxmlformats.org/package/2006/relationships"><Relationship Id="rId1" Type="http://schemas.openxmlformats.org/officeDocument/2006/relationships/hyperlink" Target="https://en.wikipedia.org/wiki/Machine_language" TargetMode="External"/></Relationships>
</file>

<file path=ppt/diagrams/colors1.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5">
  <dgm:title val=""/>
  <dgm:desc val=""/>
  <dgm:catLst>
    <dgm:cat type="accent3" pri="11500"/>
  </dgm:catLst>
  <dgm:styleLbl name="node0">
    <dgm:fillClrLst meth="cycle">
      <a:schemeClr val="accent3">
        <a:alpha val="80000"/>
      </a:schemeClr>
    </dgm:fillClrLst>
    <dgm:linClrLst meth="repeat">
      <a:schemeClr val="lt1"/>
    </dgm:linClrLst>
    <dgm:effectClrLst/>
    <dgm:txLinClrLst/>
    <dgm:txFillClrLst/>
    <dgm:txEffectClrLst/>
  </dgm:styleLbl>
  <dgm:styleLbl name="node1">
    <dgm:fillClrLst>
      <a:schemeClr val="accent3">
        <a:alpha val="90000"/>
      </a:schemeClr>
      <a:schemeClr val="accent3">
        <a:alpha val="50000"/>
      </a:schemeClr>
    </dgm:fillClrLst>
    <dgm:linClrLst meth="repeat">
      <a:schemeClr val="lt1"/>
    </dgm:linClrLst>
    <dgm:effectClrLst/>
    <dgm:txLinClrLst/>
    <dgm:txFillClrLst/>
    <dgm:txEffectClrLst/>
  </dgm:styleLbl>
  <dgm:styleLbl name="alignNode1">
    <dgm:fillClrLst>
      <a:schemeClr val="accent3">
        <a:alpha val="90000"/>
      </a:schemeClr>
      <a:schemeClr val="accent3">
        <a:alpha val="50000"/>
      </a:schemeClr>
    </dgm:fillClrLst>
    <dgm:linClrLst>
      <a:schemeClr val="accent3">
        <a:alpha val="90000"/>
      </a:schemeClr>
      <a:schemeClr val="accent3">
        <a:alpha val="50000"/>
      </a:schemeClr>
    </dgm:linClrLst>
    <dgm:effectClrLst/>
    <dgm:txLinClrLst/>
    <dgm:txFillClrLst/>
    <dgm:txEffectClrLst/>
  </dgm:styleLbl>
  <dgm:styleLbl name="lnNode1">
    <dgm:fillClrLst>
      <a:schemeClr val="accent3">
        <a:shade val="90000"/>
      </a:schemeClr>
      <a:schemeClr val="accent3">
        <a:alpha val="50000"/>
        <a:tint val="5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alpha val="80000"/>
      </a:schemeClr>
    </dgm:fillClrLst>
    <dgm:linClrLst meth="repeat">
      <a:schemeClr val="lt1"/>
    </dgm:linClrLst>
    <dgm:effectClrLst/>
    <dgm:txLinClrLst/>
    <dgm:txFillClrLst/>
    <dgm:txEffectClrLst/>
  </dgm:styleLbl>
  <dgm:styleLbl name="node2">
    <dgm:fillClrLst>
      <a:schemeClr val="accent3">
        <a:alpha val="70000"/>
      </a:schemeClr>
    </dgm:fillClrLst>
    <dgm:linClrLst meth="repeat">
      <a:schemeClr val="lt1"/>
    </dgm:linClrLst>
    <dgm:effectClrLst/>
    <dgm:txLinClrLst/>
    <dgm:txFillClrLst/>
    <dgm:txEffectClrLst/>
  </dgm:styleLbl>
  <dgm:styleLbl name="node3">
    <dgm:fillClrLst>
      <a:schemeClr val="accent3">
        <a:alpha val="50000"/>
      </a:schemeClr>
    </dgm:fillClrLst>
    <dgm:linClrLst meth="repeat">
      <a:schemeClr val="lt1"/>
    </dgm:linClrLst>
    <dgm:effectClrLst/>
    <dgm:txLinClrLst/>
    <dgm:txFillClrLst/>
    <dgm:txEffectClrLst/>
  </dgm:styleLbl>
  <dgm:styleLbl name="node4">
    <dgm:fillClrLst>
      <a:schemeClr val="accent3">
        <a:alpha val="30000"/>
      </a:schemeClr>
    </dgm:fillClrLst>
    <dgm:linClrLst meth="repeat">
      <a:schemeClr val="lt1"/>
    </dgm:linClrLst>
    <dgm:effectClrLst/>
    <dgm:txLinClrLst/>
    <dgm:txFillClrLst/>
    <dgm:txEffectClrLst/>
  </dgm:styleLbl>
  <dgm:styleLbl name="fgImgPlace1">
    <dgm:fillClrLst>
      <a:schemeClr val="accent3">
        <a:tint val="50000"/>
        <a:alpha val="90000"/>
      </a:schemeClr>
      <a:schemeClr val="accent3">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f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bgSibTrans2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dgm:txEffectClrLst/>
  </dgm:styleLbl>
  <dgm:styleLbl name="sibTrans1D1">
    <dgm:fillClrLst>
      <a:schemeClr val="accent3">
        <a:shade val="90000"/>
      </a:schemeClr>
      <a:schemeClr val="accent3">
        <a:tint val="50000"/>
      </a:schemeClr>
    </dgm:fillClrLst>
    <dgm:linClrLst>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alpha val="90000"/>
      </a:schemeClr>
    </dgm:fillClrLst>
    <dgm:linClrLst meth="repeat">
      <a:schemeClr val="lt1"/>
    </dgm:linClrLst>
    <dgm:effectClrLst/>
    <dgm:txLinClrLst/>
    <dgm:txFillClrLst/>
    <dgm:txEffectClrLst/>
  </dgm:styleLbl>
  <dgm:styleLbl name="asst1">
    <dgm:fillClrLst meth="repeat">
      <a:schemeClr val="accent3">
        <a:alpha val="90000"/>
      </a:schemeClr>
    </dgm:fillClrLst>
    <dgm:linClrLst meth="repeat">
      <a:schemeClr val="lt1"/>
    </dgm:linClrLst>
    <dgm:effectClrLst/>
    <dgm:txLinClrLst/>
    <dgm:txFillClrLst/>
    <dgm:txEffectClrLst/>
  </dgm:styleLbl>
  <dgm:styleLbl name="asst2">
    <dgm:fillClrLst>
      <a:schemeClr val="accent3">
        <a:alpha val="90000"/>
      </a:schemeClr>
    </dgm:fillClrLst>
    <dgm:linClrLst meth="repeat">
      <a:schemeClr val="lt1"/>
    </dgm:linClrLst>
    <dgm:effectClrLst/>
    <dgm:txLinClrLst/>
    <dgm:txFillClrLst/>
    <dgm:txEffectClrLst/>
  </dgm:styleLbl>
  <dgm:styleLbl name="asst3">
    <dgm:fillClrLst>
      <a:schemeClr val="accent3">
        <a:alpha val="70000"/>
      </a:schemeClr>
    </dgm:fillClrLst>
    <dgm:linClrLst meth="repeat">
      <a:schemeClr val="lt1"/>
    </dgm:linClrLst>
    <dgm:effectClrLst/>
    <dgm:txLinClrLst/>
    <dgm:txFillClrLst/>
    <dgm:txEffectClrLst/>
  </dgm:styleLbl>
  <dgm:styleLbl name="asst4">
    <dgm:fillClrLst>
      <a:schemeClr val="accent3">
        <a:alpha val="50000"/>
      </a:schemeClr>
    </dgm:fillClrLst>
    <dgm:linClrLst meth="repeat">
      <a:schemeClr val="lt1"/>
    </dgm:linClrLst>
    <dgm:effectClrLst/>
    <dgm:txLinClrLst/>
    <dgm:txFillClrLst/>
    <dgm:txEffectClrLst/>
  </dgm:styleLbl>
  <dgm:styleLbl name="parChTrans2D1">
    <dgm:fillClrLst meth="repeat">
      <a:schemeClr val="accent3">
        <a:shade val="8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3">
        <a:alpha val="90000"/>
      </a:schemeClr>
      <a:schemeClr val="accent3">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a:schemeClr val="accent3">
        <a:alpha val="90000"/>
        <a:tint val="40000"/>
      </a:schemeClr>
      <a:schemeClr val="accent3">
        <a:alpha val="5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3">
  <dgm:title val=""/>
  <dgm:desc val=""/>
  <dgm:catLst>
    <dgm:cat type="accent1" pri="11300"/>
  </dgm:catLst>
  <dgm:styleLbl name="node0">
    <dgm:fillClrLst meth="repeat">
      <a:schemeClr val="accent1">
        <a:shade val="80000"/>
      </a:schemeClr>
    </dgm:fillClrLst>
    <dgm:linClrLst meth="repeat">
      <a:schemeClr val="lt1"/>
    </dgm:linClrLst>
    <dgm:effectClrLst/>
    <dgm:txLinClrLst/>
    <dgm:txFillClrLst/>
    <dgm:txEffectClrLst/>
  </dgm:styleLbl>
  <dgm:styleLbl name="alignNode1">
    <dgm:fillClrLst>
      <a:schemeClr val="accent1">
        <a:shade val="80000"/>
      </a:schemeClr>
      <a:schemeClr val="accent1">
        <a:tint val="70000"/>
      </a:schemeClr>
    </dgm:fillClrLst>
    <dgm:linClrLst>
      <a:schemeClr val="accent1">
        <a:shade val="80000"/>
      </a:schemeClr>
      <a:schemeClr val="accent1">
        <a:tint val="70000"/>
      </a:schemeClr>
    </dgm:linClrLst>
    <dgm:effectClrLst/>
    <dgm:txLinClrLst/>
    <dgm:txFillClrLst/>
    <dgm:txEffectClrLst/>
  </dgm:styleLbl>
  <dgm:styleLbl name="node1">
    <dgm:fillClrLst>
      <a:schemeClr val="accent1">
        <a:shade val="80000"/>
      </a:schemeClr>
      <a:schemeClr val="accent1">
        <a:tint val="70000"/>
      </a:schemeClr>
    </dgm:fillClrLst>
    <dgm:linClrLst meth="repeat">
      <a:schemeClr val="lt1"/>
    </dgm:linClrLst>
    <dgm:effectClrLst/>
    <dgm:txLinClrLst/>
    <dgm:txFillClrLst/>
    <dgm:txEffectClrLst/>
  </dgm:styleLbl>
  <dgm:styleLbl name="lnNode1">
    <dgm:fillClrLst>
      <a:schemeClr val="accent1">
        <a:shade val="80000"/>
      </a:schemeClr>
      <a:schemeClr val="accent1">
        <a:tint val="7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tint val="70000"/>
        <a:alpha val="50000"/>
      </a:schemeClr>
    </dgm:fillClrLst>
    <dgm:linClrLst meth="repeat">
      <a:schemeClr val="lt1"/>
    </dgm:linClrLst>
    <dgm:effectClrLst/>
    <dgm:txLinClrLst/>
    <dgm:txFillClrLst/>
    <dgm:txEffectClrLst/>
  </dgm:styleLbl>
  <dgm:styleLbl name="node2">
    <dgm:fillClrLst>
      <a:schemeClr val="accent1">
        <a:tint val="99000"/>
      </a:schemeClr>
    </dgm:fillClrLst>
    <dgm:linClrLst meth="repeat">
      <a:schemeClr val="lt1"/>
    </dgm:linClrLst>
    <dgm:effectClrLst/>
    <dgm:txLinClrLst/>
    <dgm:txFillClrLst/>
    <dgm:txEffectClrLst/>
  </dgm:styleLbl>
  <dgm:styleLbl name="node3">
    <dgm:fillClrLst>
      <a:schemeClr val="accent1">
        <a:tint val="80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dgm:txEffectClrLst/>
  </dgm:styleLbl>
  <dgm:styleLbl name="f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bgSibTrans2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lt1"/>
    </dgm:txFillClrLst>
    <dgm:txEffectClrLst/>
  </dgm:styleLbl>
  <dgm:styleLbl name="sibTrans1D1">
    <dgm:fillClrLst>
      <a:schemeClr val="accent1">
        <a:shade val="90000"/>
      </a:schemeClr>
      <a:schemeClr val="accent1">
        <a:tint val="70000"/>
      </a:schemeClr>
    </dgm:fillClrLst>
    <dgm:linClrLst>
      <a:schemeClr val="accent1">
        <a:shade val="90000"/>
      </a:schemeClr>
      <a:schemeClr val="accent1">
        <a:tint val="7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9000"/>
      </a:schemeClr>
    </dgm:fillClrLst>
    <dgm:linClrLst meth="repeat">
      <a:schemeClr val="lt1"/>
    </dgm:linClrLst>
    <dgm:effectClrLst/>
    <dgm:txLinClrLst/>
    <dgm:txFillClrLst/>
    <dgm:txEffectClrLst/>
  </dgm:styleLbl>
  <dgm:styleLbl name="asst3">
    <dgm:fillClrLst>
      <a:schemeClr val="accent1">
        <a:tint val="80000"/>
      </a:schemeClr>
    </dgm:fillClrLst>
    <dgm:linClrLst meth="repeat">
      <a:schemeClr val="lt1"/>
    </dgm:linClrLst>
    <dgm:effectClrLst/>
    <dgm:txLinClrLst/>
    <dgm:txFillClrLst/>
    <dgm:txEffectClrLst/>
  </dgm:styleLbl>
  <dgm:styleLbl name="asst4">
    <dgm:fillClrLst>
      <a:schemeClr val="accent1">
        <a:tint val="7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lt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9000"/>
      </a:schemeClr>
    </dgm:fillClrLst>
    <dgm:linClrLst meth="repeat">
      <a:schemeClr val="accent1">
        <a:tint val="99000"/>
      </a:schemeClr>
    </dgm:linClrLst>
    <dgm:effectClrLst/>
    <dgm:txLinClrLst/>
    <dgm:txFillClrLst meth="repeat">
      <a:schemeClr val="tx1"/>
    </dgm:txFillClrLst>
    <dgm:txEffectClrLst/>
  </dgm:styleLbl>
  <dgm:styleLbl name="parChTrans1D3">
    <dgm:fillClrLst meth="repeat">
      <a:schemeClr val="accent1">
        <a:tint val="80000"/>
      </a:schemeClr>
    </dgm:fillClrLst>
    <dgm:linClrLst meth="repeat">
      <a:schemeClr val="accent1">
        <a:tint val="80000"/>
      </a:schemeClr>
    </dgm:linClrLst>
    <dgm:effectClrLst/>
    <dgm:txLinClrLst/>
    <dgm:txFillClrLst meth="repeat">
      <a:schemeClr val="tx1"/>
    </dgm:txFillClrLst>
    <dgm:txEffectClrLst/>
  </dgm:styleLbl>
  <dgm:styleLbl name="parChTrans1D4">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1">
        <a:shade val="80000"/>
      </a:schemeClr>
      <a:schemeClr val="accent1">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2_3">
  <dgm:title val=""/>
  <dgm:desc val=""/>
  <dgm:catLst>
    <dgm:cat type="accent2" pri="11300"/>
  </dgm:catLst>
  <dgm:styleLbl name="node0">
    <dgm:fillClrLst meth="repeat">
      <a:schemeClr val="accent2">
        <a:shade val="80000"/>
      </a:schemeClr>
    </dgm:fillClrLst>
    <dgm:linClrLst meth="repeat">
      <a:schemeClr val="lt1"/>
    </dgm:linClrLst>
    <dgm:effectClrLst/>
    <dgm:txLinClrLst/>
    <dgm:txFillClrLst/>
    <dgm:txEffectClrLst/>
  </dgm:styleLbl>
  <dgm:styleLbl name="node1">
    <dgm:fillClrLst>
      <a:schemeClr val="accent2">
        <a:shade val="80000"/>
      </a:schemeClr>
      <a:schemeClr val="accent2">
        <a:tint val="70000"/>
      </a:schemeClr>
    </dgm:fillClrLst>
    <dgm:linClrLst meth="repeat">
      <a:schemeClr val="lt1"/>
    </dgm:linClrLst>
    <dgm:effectClrLst/>
    <dgm:txLinClrLst/>
    <dgm:txFillClrLst/>
    <dgm:txEffectClrLst/>
  </dgm:styleLbl>
  <dgm:styleLbl name="alignNode1">
    <dgm:fillClrLst>
      <a:schemeClr val="accent2">
        <a:shade val="80000"/>
      </a:schemeClr>
      <a:schemeClr val="accent2">
        <a:tint val="70000"/>
      </a:schemeClr>
    </dgm:fillClrLst>
    <dgm:linClrLst>
      <a:schemeClr val="accent2">
        <a:shade val="80000"/>
      </a:schemeClr>
      <a:schemeClr val="accent2">
        <a:tint val="70000"/>
      </a:schemeClr>
    </dgm:linClrLst>
    <dgm:effectClrLst/>
    <dgm:txLinClrLst/>
    <dgm:txFillClrLst/>
    <dgm:txEffectClrLst/>
  </dgm:styleLbl>
  <dgm:styleLbl name="lnNode1">
    <dgm:fillClrLst>
      <a:schemeClr val="accent2">
        <a:shade val="80000"/>
      </a:schemeClr>
      <a:schemeClr val="accent2">
        <a:tint val="7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tint val="70000"/>
        <a:alpha val="50000"/>
      </a:schemeClr>
    </dgm:fillClrLst>
    <dgm:linClrLst meth="repeat">
      <a:schemeClr val="lt1"/>
    </dgm:linClrLst>
    <dgm:effectClrLst/>
    <dgm:txLinClrLst/>
    <dgm:txFillClrLst/>
    <dgm:txEffectClrLst/>
  </dgm:styleLbl>
  <dgm:styleLbl name="node2">
    <dgm:fillClrLst>
      <a:schemeClr val="accent2">
        <a:tint val="99000"/>
      </a:schemeClr>
    </dgm:fillClrLst>
    <dgm:linClrLst meth="repeat">
      <a:schemeClr val="lt1"/>
    </dgm:linClrLst>
    <dgm:effectClrLst/>
    <dgm:txLinClrLst/>
    <dgm:txFillClrLst/>
    <dgm:txEffectClrLst/>
  </dgm:styleLbl>
  <dgm:styleLbl name="node3">
    <dgm:fillClrLst>
      <a:schemeClr val="accent2">
        <a:tint val="80000"/>
      </a:schemeClr>
    </dgm:fillClrLst>
    <dgm:linClrLst meth="repeat">
      <a:schemeClr val="lt1"/>
    </dgm:linClrLst>
    <dgm:effectClrLst/>
    <dgm:txLinClrLst/>
    <dgm:txFillClrLst/>
    <dgm:txEffectClrLst/>
  </dgm:styleLbl>
  <dgm:styleLbl name="node4">
    <dgm:fillClrLst>
      <a:schemeClr val="accent2">
        <a:tint val="70000"/>
      </a:schemeClr>
    </dgm:fillClrLst>
    <dgm:linClrLst meth="repeat">
      <a:schemeClr val="lt1"/>
    </dgm:linClrLst>
    <dgm:effectClrLst/>
    <dgm:txLinClrLst/>
    <dgm:txFillClrLst/>
    <dgm:txEffectClrLst/>
  </dgm:styleLbl>
  <dgm:styleLbl name="f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dgm:txEffectClrLst/>
  </dgm:styleLbl>
  <dgm:styleLbl name="f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bgSibTrans2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lt1"/>
    </dgm:txFillClrLst>
    <dgm:txEffectClrLst/>
  </dgm:styleLbl>
  <dgm:styleLbl name="sibTrans1D1">
    <dgm:fillClrLst>
      <a:schemeClr val="accent2">
        <a:shade val="90000"/>
      </a:schemeClr>
      <a:schemeClr val="accent2">
        <a:tint val="70000"/>
      </a:schemeClr>
    </dgm:fillClrLst>
    <dgm:linClrLst>
      <a:schemeClr val="accent2">
        <a:shade val="90000"/>
      </a:schemeClr>
      <a:schemeClr val="accent2">
        <a:tint val="7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shade val="80000"/>
      </a:schemeClr>
    </dgm:fillClrLst>
    <dgm:linClrLst meth="repeat">
      <a:schemeClr val="lt1"/>
    </dgm:linClrLst>
    <dgm:effectClrLst/>
    <dgm:txLinClrLst/>
    <dgm:txFillClrLst/>
    <dgm:txEffectClrLst/>
  </dgm:styleLbl>
  <dgm:styleLbl name="asst1">
    <dgm:fillClrLst meth="repeat">
      <a:schemeClr val="accent2">
        <a:shade val="80000"/>
      </a:schemeClr>
    </dgm:fillClrLst>
    <dgm:linClrLst meth="repeat">
      <a:schemeClr val="lt1"/>
    </dgm:linClrLst>
    <dgm:effectClrLst/>
    <dgm:txLinClrLst/>
    <dgm:txFillClrLst/>
    <dgm:txEffectClrLst/>
  </dgm:styleLbl>
  <dgm:styleLbl name="asst2">
    <dgm:fillClrLst>
      <a:schemeClr val="accent2">
        <a:tint val="99000"/>
      </a:schemeClr>
    </dgm:fillClrLst>
    <dgm:linClrLst meth="repeat">
      <a:schemeClr val="lt1"/>
    </dgm:linClrLst>
    <dgm:effectClrLst/>
    <dgm:txLinClrLst/>
    <dgm:txFillClrLst/>
    <dgm:txEffectClrLst/>
  </dgm:styleLbl>
  <dgm:styleLbl name="asst3">
    <dgm:fillClrLst>
      <a:schemeClr val="accent2">
        <a:tint val="80000"/>
      </a:schemeClr>
    </dgm:fillClrLst>
    <dgm:linClrLst meth="repeat">
      <a:schemeClr val="lt1"/>
    </dgm:linClrLst>
    <dgm:effectClrLst/>
    <dgm:txLinClrLst/>
    <dgm:txFillClrLst/>
    <dgm:txEffectClrLst/>
  </dgm:styleLbl>
  <dgm:styleLbl name="asst4">
    <dgm:fillClrLst>
      <a:schemeClr val="accent2">
        <a:tint val="70000"/>
      </a:schemeClr>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lt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9000"/>
      </a:schemeClr>
    </dgm:fillClrLst>
    <dgm:linClrLst meth="repeat">
      <a:schemeClr val="accent2">
        <a:tint val="99000"/>
      </a:schemeClr>
    </dgm:linClrLst>
    <dgm:effectClrLst/>
    <dgm:txLinClrLst/>
    <dgm:txFillClrLst meth="repeat">
      <a:schemeClr val="tx1"/>
    </dgm:txFillClrLst>
    <dgm:txEffectClrLst/>
  </dgm:styleLbl>
  <dgm:styleLbl name="parChTrans1D3">
    <dgm:fillClrLst meth="repeat">
      <a:schemeClr val="accent2">
        <a:tint val="80000"/>
      </a:schemeClr>
    </dgm:fillClrLst>
    <dgm:linClrLst meth="repeat">
      <a:schemeClr val="accent2">
        <a:tint val="80000"/>
      </a:schemeClr>
    </dgm:linClrLst>
    <dgm:effectClrLst/>
    <dgm:txLinClrLst/>
    <dgm:txFillClrLst meth="repeat">
      <a:schemeClr val="tx1"/>
    </dgm:txFillClrLst>
    <dgm:txEffectClrLst/>
  </dgm:styleLbl>
  <dgm:styleLbl name="parChTrans1D4">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2">
        <a:shade val="80000"/>
      </a:schemeClr>
      <a:schemeClr val="accent2">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4BB93C-C77C-424D-93D7-D4D9166FCFA0}" type="doc">
      <dgm:prSet loTypeId="urn:diagrams.loki3.com/BracketList" loCatId="list" qsTypeId="urn:microsoft.com/office/officeart/2005/8/quickstyle/simple1" qsCatId="simple" csTypeId="urn:microsoft.com/office/officeart/2005/8/colors/accent1_4" csCatId="accent1" phldr="1"/>
      <dgm:spPr/>
      <dgm:t>
        <a:bodyPr/>
        <a:lstStyle/>
        <a:p>
          <a:endParaRPr lang="en-US"/>
        </a:p>
      </dgm:t>
    </dgm:pt>
    <dgm:pt modelId="{20D242E8-0918-40D6-9C10-2966D2CD4B6B}">
      <dgm:prSet custT="1"/>
      <dgm:spPr/>
      <dgm:t>
        <a:bodyPr/>
        <a:lstStyle/>
        <a:p>
          <a:r>
            <a:rPr lang="en-US" sz="2000" dirty="0"/>
            <a:t>What is an Operating System, Types and Function?</a:t>
          </a:r>
        </a:p>
      </dgm:t>
    </dgm:pt>
    <dgm:pt modelId="{89908905-9ECD-4D11-BD19-C3F6665257E8}" type="parTrans" cxnId="{763DBF73-5948-4543-B92C-C6E215F77118}">
      <dgm:prSet/>
      <dgm:spPr/>
      <dgm:t>
        <a:bodyPr/>
        <a:lstStyle/>
        <a:p>
          <a:endParaRPr lang="en-US" sz="2400"/>
        </a:p>
      </dgm:t>
    </dgm:pt>
    <dgm:pt modelId="{B1E27F0C-976B-4973-ADB5-84CC26A77615}" type="sibTrans" cxnId="{763DBF73-5948-4543-B92C-C6E215F77118}">
      <dgm:prSet/>
      <dgm:spPr/>
      <dgm:t>
        <a:bodyPr/>
        <a:lstStyle/>
        <a:p>
          <a:endParaRPr lang="en-US" sz="2400"/>
        </a:p>
      </dgm:t>
    </dgm:pt>
    <dgm:pt modelId="{BB9B624F-17A3-4D1E-B503-C4A2B169EDAC}">
      <dgm:prSet custT="1"/>
      <dgm:spPr/>
      <dgm:t>
        <a:bodyPr/>
        <a:lstStyle/>
        <a:p>
          <a:r>
            <a:rPr lang="en-US" sz="2000" dirty="0"/>
            <a:t>Characteristics of an OS</a:t>
          </a:r>
        </a:p>
      </dgm:t>
    </dgm:pt>
    <dgm:pt modelId="{920956AF-31A9-46AE-BD18-604428D1F105}" type="parTrans" cxnId="{A50A145B-C3E6-4BCA-9AA0-4B3F93C6E157}">
      <dgm:prSet/>
      <dgm:spPr/>
      <dgm:t>
        <a:bodyPr/>
        <a:lstStyle/>
        <a:p>
          <a:endParaRPr lang="en-US" sz="2400"/>
        </a:p>
      </dgm:t>
    </dgm:pt>
    <dgm:pt modelId="{FE6310F9-E6DE-4A85-AF51-1A128A5884A0}" type="sibTrans" cxnId="{A50A145B-C3E6-4BCA-9AA0-4B3F93C6E157}">
      <dgm:prSet/>
      <dgm:spPr/>
      <dgm:t>
        <a:bodyPr/>
        <a:lstStyle/>
        <a:p>
          <a:endParaRPr lang="en-US" sz="2400"/>
        </a:p>
      </dgm:t>
    </dgm:pt>
    <dgm:pt modelId="{6AD6854A-0BF9-4932-9A6C-8477D8D05515}">
      <dgm:prSet custT="1"/>
      <dgm:spPr/>
      <dgm:t>
        <a:bodyPr/>
        <a:lstStyle/>
        <a:p>
          <a:r>
            <a:rPr lang="en-US" sz="2000" dirty="0"/>
            <a:t>Difference between 32-bit and 64-bit OS</a:t>
          </a:r>
        </a:p>
      </dgm:t>
    </dgm:pt>
    <dgm:pt modelId="{03E005D7-DEBE-4E89-9EB7-0D7E31FE5191}" type="parTrans" cxnId="{3E7865F1-722C-4CAB-9B43-DC8FFF2E20C5}">
      <dgm:prSet/>
      <dgm:spPr/>
      <dgm:t>
        <a:bodyPr/>
        <a:lstStyle/>
        <a:p>
          <a:endParaRPr lang="en-US" sz="2400"/>
        </a:p>
      </dgm:t>
    </dgm:pt>
    <dgm:pt modelId="{0AEEAE51-4CB3-48A9-8A81-FCE7A19830F6}" type="sibTrans" cxnId="{3E7865F1-722C-4CAB-9B43-DC8FFF2E20C5}">
      <dgm:prSet/>
      <dgm:spPr/>
      <dgm:t>
        <a:bodyPr/>
        <a:lstStyle/>
        <a:p>
          <a:endParaRPr lang="en-US" sz="2400"/>
        </a:p>
      </dgm:t>
    </dgm:pt>
    <dgm:pt modelId="{6290CCCE-6A58-4FDB-B4C3-4425FD2F3A3A}">
      <dgm:prSet custT="1"/>
      <dgm:spPr/>
      <dgm:t>
        <a:bodyPr/>
        <a:lstStyle/>
        <a:p>
          <a:r>
            <a:rPr lang="en-US" sz="2000" dirty="0"/>
            <a:t>CPU Scheduling</a:t>
          </a:r>
        </a:p>
      </dgm:t>
    </dgm:pt>
    <dgm:pt modelId="{1607E690-8ECF-4364-9DA1-4DC1B0779C63}" type="parTrans" cxnId="{5D1B4A40-0FFB-41F6-A1F0-9D3F1B00DA59}">
      <dgm:prSet/>
      <dgm:spPr/>
      <dgm:t>
        <a:bodyPr/>
        <a:lstStyle/>
        <a:p>
          <a:endParaRPr lang="en-US" sz="2400"/>
        </a:p>
      </dgm:t>
    </dgm:pt>
    <dgm:pt modelId="{C7CDC3D5-09EC-4FED-85D7-28FC3C460EA3}" type="sibTrans" cxnId="{5D1B4A40-0FFB-41F6-A1F0-9D3F1B00DA59}">
      <dgm:prSet/>
      <dgm:spPr/>
      <dgm:t>
        <a:bodyPr/>
        <a:lstStyle/>
        <a:p>
          <a:endParaRPr lang="en-US" sz="2400"/>
        </a:p>
      </dgm:t>
    </dgm:pt>
    <dgm:pt modelId="{4072152F-D5C7-4387-804E-EA1E83CCC6AD}">
      <dgm:prSet custT="1"/>
      <dgm:spPr/>
      <dgm:t>
        <a:bodyPr/>
        <a:lstStyle/>
        <a:p>
          <a:r>
            <a:rPr lang="en-US" sz="2000" dirty="0"/>
            <a:t>Semaphores in OS</a:t>
          </a:r>
        </a:p>
      </dgm:t>
    </dgm:pt>
    <dgm:pt modelId="{3F7C3987-4C58-47BE-B52F-6F64A8579172}" type="parTrans" cxnId="{E8E93786-FB6F-4E7A-BDD9-21F3DE3997E6}">
      <dgm:prSet/>
      <dgm:spPr/>
      <dgm:t>
        <a:bodyPr/>
        <a:lstStyle/>
        <a:p>
          <a:endParaRPr lang="en-US" sz="2400"/>
        </a:p>
      </dgm:t>
    </dgm:pt>
    <dgm:pt modelId="{98CCB8CC-C8EE-48B9-BB21-FEAA6BDDBBE9}" type="sibTrans" cxnId="{E8E93786-FB6F-4E7A-BDD9-21F3DE3997E6}">
      <dgm:prSet/>
      <dgm:spPr/>
      <dgm:t>
        <a:bodyPr/>
        <a:lstStyle/>
        <a:p>
          <a:endParaRPr lang="en-US" sz="2400"/>
        </a:p>
      </dgm:t>
    </dgm:pt>
    <dgm:pt modelId="{B4E98D1A-5437-4C57-9794-825E99D20154}">
      <dgm:prSet custT="1"/>
      <dgm:spPr/>
      <dgm:t>
        <a:bodyPr/>
        <a:lstStyle/>
        <a:p>
          <a:r>
            <a:rPr lang="en-US" sz="2000" dirty="0"/>
            <a:t>Deadlocks</a:t>
          </a:r>
        </a:p>
      </dgm:t>
    </dgm:pt>
    <dgm:pt modelId="{EE3DE588-7A8A-472C-9914-06761884BDB5}" type="parTrans" cxnId="{80BB3D8B-7C06-4DCF-B893-252E2C4284EE}">
      <dgm:prSet/>
      <dgm:spPr/>
      <dgm:t>
        <a:bodyPr/>
        <a:lstStyle/>
        <a:p>
          <a:endParaRPr lang="en-US" sz="2400"/>
        </a:p>
      </dgm:t>
    </dgm:pt>
    <dgm:pt modelId="{D16D8E68-7BB0-4447-A331-9D98BEAF50C0}" type="sibTrans" cxnId="{80BB3D8B-7C06-4DCF-B893-252E2C4284EE}">
      <dgm:prSet/>
      <dgm:spPr/>
      <dgm:t>
        <a:bodyPr/>
        <a:lstStyle/>
        <a:p>
          <a:endParaRPr lang="en-US" sz="2400"/>
        </a:p>
      </dgm:t>
    </dgm:pt>
    <dgm:pt modelId="{0D5D2E9A-F316-4427-AF7F-5A17034FD1EE}">
      <dgm:prSet custT="1"/>
      <dgm:spPr/>
      <dgm:t>
        <a:bodyPr/>
        <a:lstStyle/>
        <a:p>
          <a:r>
            <a:rPr lang="en-US" sz="2000" dirty="0"/>
            <a:t>Components of an OS</a:t>
          </a:r>
        </a:p>
      </dgm:t>
    </dgm:pt>
    <dgm:pt modelId="{CCF4009B-77E2-4BBB-85A6-465BAC3C66D8}" type="parTrans" cxnId="{572648E1-684A-4BC4-BF99-941D2F25C4C9}">
      <dgm:prSet/>
      <dgm:spPr/>
      <dgm:t>
        <a:bodyPr/>
        <a:lstStyle/>
        <a:p>
          <a:endParaRPr lang="en-US" sz="2400"/>
        </a:p>
      </dgm:t>
    </dgm:pt>
    <dgm:pt modelId="{15CD09EC-AA70-4E52-99DE-D531224B191C}" type="sibTrans" cxnId="{572648E1-684A-4BC4-BF99-941D2F25C4C9}">
      <dgm:prSet/>
      <dgm:spPr/>
      <dgm:t>
        <a:bodyPr/>
        <a:lstStyle/>
        <a:p>
          <a:endParaRPr lang="en-US" sz="2400"/>
        </a:p>
      </dgm:t>
    </dgm:pt>
    <dgm:pt modelId="{3DF19256-65A4-45AE-8D05-5E7DDEB197D5}">
      <dgm:prSet custT="1"/>
      <dgm:spPr/>
      <dgm:t>
        <a:bodyPr/>
        <a:lstStyle/>
        <a:p>
          <a:r>
            <a:rPr lang="en-US" sz="2000" dirty="0"/>
            <a:t>Processes and Threads</a:t>
          </a:r>
        </a:p>
      </dgm:t>
    </dgm:pt>
    <dgm:pt modelId="{B743B22B-197B-4C7F-9044-C0340B53C766}" type="parTrans" cxnId="{916CDBA7-7575-4473-9A83-1C0CA4FD1891}">
      <dgm:prSet/>
      <dgm:spPr/>
      <dgm:t>
        <a:bodyPr/>
        <a:lstStyle/>
        <a:p>
          <a:endParaRPr lang="en-US" sz="2400"/>
        </a:p>
      </dgm:t>
    </dgm:pt>
    <dgm:pt modelId="{6F8F6526-2A73-4198-803A-ACB2ABB80906}" type="sibTrans" cxnId="{916CDBA7-7575-4473-9A83-1C0CA4FD1891}">
      <dgm:prSet/>
      <dgm:spPr/>
      <dgm:t>
        <a:bodyPr/>
        <a:lstStyle/>
        <a:p>
          <a:endParaRPr lang="en-US" sz="2400"/>
        </a:p>
      </dgm:t>
    </dgm:pt>
    <dgm:pt modelId="{A0DEBB81-0DA7-47CE-8F51-29D941990C25}">
      <dgm:prSet custT="1"/>
      <dgm:spPr/>
      <dgm:t>
        <a:bodyPr/>
        <a:lstStyle/>
        <a:p>
          <a:r>
            <a:rPr lang="en-US" sz="2000" dirty="0"/>
            <a:t>Multitasking, Multithreading &amp; Multiprocessing</a:t>
          </a:r>
        </a:p>
      </dgm:t>
    </dgm:pt>
    <dgm:pt modelId="{2287BE0C-D267-4AF1-86AE-248721D7002E}" type="parTrans" cxnId="{94F878E2-2A87-40D7-9D6F-080745A0BD26}">
      <dgm:prSet/>
      <dgm:spPr/>
      <dgm:t>
        <a:bodyPr/>
        <a:lstStyle/>
        <a:p>
          <a:endParaRPr lang="en-US" sz="2400"/>
        </a:p>
      </dgm:t>
    </dgm:pt>
    <dgm:pt modelId="{D8450DF8-DA21-4330-944C-292ABA401283}" type="sibTrans" cxnId="{94F878E2-2A87-40D7-9D6F-080745A0BD26}">
      <dgm:prSet/>
      <dgm:spPr/>
      <dgm:t>
        <a:bodyPr/>
        <a:lstStyle/>
        <a:p>
          <a:endParaRPr lang="en-US" sz="2400"/>
        </a:p>
      </dgm:t>
    </dgm:pt>
    <dgm:pt modelId="{0AEAF9E5-EC4E-47F0-B4DD-BD1BDAD7A712}">
      <dgm:prSet custT="1"/>
      <dgm:spPr/>
      <dgm:t>
        <a:bodyPr/>
        <a:lstStyle/>
        <a:p>
          <a:r>
            <a:rPr lang="en-US" sz="2000" dirty="0"/>
            <a:t>Compilers and Interpreters</a:t>
          </a:r>
        </a:p>
      </dgm:t>
    </dgm:pt>
    <dgm:pt modelId="{7FEF9EAA-1B4D-4B35-81B6-9C95C02EAB7F}" type="parTrans" cxnId="{82F8E121-F8F8-469D-BD27-C4932A21B48A}">
      <dgm:prSet/>
      <dgm:spPr/>
      <dgm:t>
        <a:bodyPr/>
        <a:lstStyle/>
        <a:p>
          <a:endParaRPr lang="en-US" sz="2400"/>
        </a:p>
      </dgm:t>
    </dgm:pt>
    <dgm:pt modelId="{B2F979CB-F518-4F5E-89A5-EA6DF9273A94}" type="sibTrans" cxnId="{82F8E121-F8F8-469D-BD27-C4932A21B48A}">
      <dgm:prSet/>
      <dgm:spPr/>
      <dgm:t>
        <a:bodyPr/>
        <a:lstStyle/>
        <a:p>
          <a:endParaRPr lang="en-US" sz="2400"/>
        </a:p>
      </dgm:t>
    </dgm:pt>
    <dgm:pt modelId="{A4B45D05-892C-42E3-AA96-0A2C807EECA6}">
      <dgm:prSet custT="1"/>
      <dgm:spPr/>
      <dgm:t>
        <a:bodyPr/>
        <a:lstStyle/>
        <a:p>
          <a:endParaRPr lang="en-US" sz="2000" dirty="0"/>
        </a:p>
      </dgm:t>
    </dgm:pt>
    <dgm:pt modelId="{C0F6ED68-9EDD-476D-ACAA-6BC705D9813C}" type="parTrans" cxnId="{AD4A8233-471E-4D3D-9228-5A913EA034F0}">
      <dgm:prSet/>
      <dgm:spPr/>
      <dgm:t>
        <a:bodyPr/>
        <a:lstStyle/>
        <a:p>
          <a:endParaRPr lang="en-US" sz="2400"/>
        </a:p>
      </dgm:t>
    </dgm:pt>
    <dgm:pt modelId="{CCC5A701-0D3A-4B65-B443-D332EEFB4DF5}" type="sibTrans" cxnId="{AD4A8233-471E-4D3D-9228-5A913EA034F0}">
      <dgm:prSet/>
      <dgm:spPr/>
      <dgm:t>
        <a:bodyPr/>
        <a:lstStyle/>
        <a:p>
          <a:endParaRPr lang="en-US" sz="2400"/>
        </a:p>
      </dgm:t>
    </dgm:pt>
    <dgm:pt modelId="{90CFFFE5-7A6A-4668-8729-A4000AFEF735}">
      <dgm:prSet custT="1"/>
      <dgm:spPr/>
      <dgm:t>
        <a:bodyPr/>
        <a:lstStyle/>
        <a:p>
          <a:endParaRPr lang="en-US" sz="2000" dirty="0"/>
        </a:p>
      </dgm:t>
    </dgm:pt>
    <dgm:pt modelId="{B336D858-3EE0-44CD-8F21-47181E8862AE}" type="parTrans" cxnId="{753B10F7-462A-43CD-9691-FAC733F1CC26}">
      <dgm:prSet/>
      <dgm:spPr/>
      <dgm:t>
        <a:bodyPr/>
        <a:lstStyle/>
        <a:p>
          <a:endParaRPr lang="en-US" sz="2400"/>
        </a:p>
      </dgm:t>
    </dgm:pt>
    <dgm:pt modelId="{945D535F-A298-45AA-83E3-B9B5A877E32A}" type="sibTrans" cxnId="{753B10F7-462A-43CD-9691-FAC733F1CC26}">
      <dgm:prSet/>
      <dgm:spPr/>
      <dgm:t>
        <a:bodyPr/>
        <a:lstStyle/>
        <a:p>
          <a:endParaRPr lang="en-US" sz="2400"/>
        </a:p>
      </dgm:t>
    </dgm:pt>
    <dgm:pt modelId="{10CAF7CE-F11E-41B5-B2BA-B60D7CC2A005}">
      <dgm:prSet custT="1"/>
      <dgm:spPr/>
      <dgm:t>
        <a:bodyPr/>
        <a:lstStyle/>
        <a:p>
          <a:endParaRPr lang="en-US" sz="2000" dirty="0"/>
        </a:p>
      </dgm:t>
    </dgm:pt>
    <dgm:pt modelId="{A72DE774-BAFD-4A85-9CB4-C39018F5279C}" type="parTrans" cxnId="{90CCD06F-C63B-4CE7-A89E-6E884E5523FF}">
      <dgm:prSet/>
      <dgm:spPr/>
      <dgm:t>
        <a:bodyPr/>
        <a:lstStyle/>
        <a:p>
          <a:endParaRPr lang="en-US" sz="2400"/>
        </a:p>
      </dgm:t>
    </dgm:pt>
    <dgm:pt modelId="{5F484653-CB7D-4889-8782-7198580A0CDE}" type="sibTrans" cxnId="{90CCD06F-C63B-4CE7-A89E-6E884E5523FF}">
      <dgm:prSet/>
      <dgm:spPr/>
      <dgm:t>
        <a:bodyPr/>
        <a:lstStyle/>
        <a:p>
          <a:endParaRPr lang="en-US" sz="2400"/>
        </a:p>
      </dgm:t>
    </dgm:pt>
    <dgm:pt modelId="{A17AADC6-8A31-4E92-9C9B-6F7367A0399B}">
      <dgm:prSet custT="1"/>
      <dgm:spPr/>
      <dgm:t>
        <a:bodyPr/>
        <a:lstStyle/>
        <a:p>
          <a:endParaRPr lang="en-US" sz="2000" dirty="0"/>
        </a:p>
      </dgm:t>
    </dgm:pt>
    <dgm:pt modelId="{BF71AB81-C48E-4886-AC24-B6DC39135B27}" type="parTrans" cxnId="{2DC185BE-2BF9-4939-92D0-7FC18450FE40}">
      <dgm:prSet/>
      <dgm:spPr/>
      <dgm:t>
        <a:bodyPr/>
        <a:lstStyle/>
        <a:p>
          <a:endParaRPr lang="en-US" sz="2400"/>
        </a:p>
      </dgm:t>
    </dgm:pt>
    <dgm:pt modelId="{0DB56DA1-F439-4F79-AE2A-482CEF66588F}" type="sibTrans" cxnId="{2DC185BE-2BF9-4939-92D0-7FC18450FE40}">
      <dgm:prSet/>
      <dgm:spPr/>
      <dgm:t>
        <a:bodyPr/>
        <a:lstStyle/>
        <a:p>
          <a:endParaRPr lang="en-US" sz="2400"/>
        </a:p>
      </dgm:t>
    </dgm:pt>
    <dgm:pt modelId="{6E547C64-77A6-4320-BD15-972B11839ECC}">
      <dgm:prSet custT="1"/>
      <dgm:spPr/>
      <dgm:t>
        <a:bodyPr/>
        <a:lstStyle/>
        <a:p>
          <a:endParaRPr lang="en-US" sz="2000" dirty="0"/>
        </a:p>
      </dgm:t>
    </dgm:pt>
    <dgm:pt modelId="{C6A3F8DC-FCE8-4296-A37D-8E9A3A9FCED3}" type="parTrans" cxnId="{92F2439F-069E-4156-8F36-309A11BBD2AD}">
      <dgm:prSet/>
      <dgm:spPr/>
      <dgm:t>
        <a:bodyPr/>
        <a:lstStyle/>
        <a:p>
          <a:endParaRPr lang="en-US" sz="2400"/>
        </a:p>
      </dgm:t>
    </dgm:pt>
    <dgm:pt modelId="{8DAB177D-A291-4D3E-A67F-9C368AF7D2E8}" type="sibTrans" cxnId="{92F2439F-069E-4156-8F36-309A11BBD2AD}">
      <dgm:prSet/>
      <dgm:spPr/>
      <dgm:t>
        <a:bodyPr/>
        <a:lstStyle/>
        <a:p>
          <a:endParaRPr lang="en-US" sz="2400"/>
        </a:p>
      </dgm:t>
    </dgm:pt>
    <dgm:pt modelId="{AFE60046-D276-4E98-8233-9B3A65D280D5}">
      <dgm:prSet custT="1"/>
      <dgm:spPr/>
      <dgm:t>
        <a:bodyPr/>
        <a:lstStyle/>
        <a:p>
          <a:endParaRPr lang="en-US" sz="2000" dirty="0"/>
        </a:p>
      </dgm:t>
    </dgm:pt>
    <dgm:pt modelId="{3D5BB626-480F-4512-A951-197795290EDC}" type="parTrans" cxnId="{8219DBA6-31DB-4EC0-B143-24F3D9BD371C}">
      <dgm:prSet/>
      <dgm:spPr/>
      <dgm:t>
        <a:bodyPr/>
        <a:lstStyle/>
        <a:p>
          <a:endParaRPr lang="en-US" sz="2400"/>
        </a:p>
      </dgm:t>
    </dgm:pt>
    <dgm:pt modelId="{61F586E9-3A30-40E9-94B8-B3122C3E00CF}" type="sibTrans" cxnId="{8219DBA6-31DB-4EC0-B143-24F3D9BD371C}">
      <dgm:prSet/>
      <dgm:spPr/>
      <dgm:t>
        <a:bodyPr/>
        <a:lstStyle/>
        <a:p>
          <a:endParaRPr lang="en-US" sz="2400"/>
        </a:p>
      </dgm:t>
    </dgm:pt>
    <dgm:pt modelId="{10F7C90B-C2E8-414B-A478-DB4461358D4C}">
      <dgm:prSet custT="1"/>
      <dgm:spPr/>
      <dgm:t>
        <a:bodyPr/>
        <a:lstStyle/>
        <a:p>
          <a:endParaRPr lang="en-US" sz="2000" dirty="0"/>
        </a:p>
      </dgm:t>
    </dgm:pt>
    <dgm:pt modelId="{000D2999-46CB-47C0-B983-EC2086F6A977}" type="parTrans" cxnId="{9F9182C2-BCDB-4441-ADA7-4F25D21B5796}">
      <dgm:prSet/>
      <dgm:spPr/>
      <dgm:t>
        <a:bodyPr/>
        <a:lstStyle/>
        <a:p>
          <a:endParaRPr lang="en-US" sz="2400"/>
        </a:p>
      </dgm:t>
    </dgm:pt>
    <dgm:pt modelId="{1E415C23-E551-4942-AE09-BB528AEC0981}" type="sibTrans" cxnId="{9F9182C2-BCDB-4441-ADA7-4F25D21B5796}">
      <dgm:prSet/>
      <dgm:spPr/>
      <dgm:t>
        <a:bodyPr/>
        <a:lstStyle/>
        <a:p>
          <a:endParaRPr lang="en-US" sz="2400"/>
        </a:p>
      </dgm:t>
    </dgm:pt>
    <dgm:pt modelId="{7EA92321-F18E-4A1E-ACA4-C5B8DF1D86D3}">
      <dgm:prSet custT="1"/>
      <dgm:spPr/>
      <dgm:t>
        <a:bodyPr/>
        <a:lstStyle/>
        <a:p>
          <a:endParaRPr lang="en-US" sz="2000" dirty="0"/>
        </a:p>
      </dgm:t>
    </dgm:pt>
    <dgm:pt modelId="{D24746D5-C662-47F9-A21A-BBF69DA66BEE}" type="parTrans" cxnId="{F3B190CE-6F7C-40E4-A110-377955A1793A}">
      <dgm:prSet/>
      <dgm:spPr/>
      <dgm:t>
        <a:bodyPr/>
        <a:lstStyle/>
        <a:p>
          <a:endParaRPr lang="en-US" sz="2400"/>
        </a:p>
      </dgm:t>
    </dgm:pt>
    <dgm:pt modelId="{F009F15F-7B9F-46DB-B18C-AFA476CC23A3}" type="sibTrans" cxnId="{F3B190CE-6F7C-40E4-A110-377955A1793A}">
      <dgm:prSet/>
      <dgm:spPr/>
      <dgm:t>
        <a:bodyPr/>
        <a:lstStyle/>
        <a:p>
          <a:endParaRPr lang="en-US" sz="2400"/>
        </a:p>
      </dgm:t>
    </dgm:pt>
    <dgm:pt modelId="{F0767360-0C06-4869-BE2E-CCBBFC2761D3}">
      <dgm:prSet custT="1"/>
      <dgm:spPr/>
      <dgm:t>
        <a:bodyPr/>
        <a:lstStyle/>
        <a:p>
          <a:endParaRPr lang="en-US" sz="2000" dirty="0"/>
        </a:p>
      </dgm:t>
    </dgm:pt>
    <dgm:pt modelId="{C5AC8A95-20A0-4F4F-B58F-B2CC737A4519}" type="parTrans" cxnId="{6404191D-AAD0-4946-BEA6-0F311306D0D7}">
      <dgm:prSet/>
      <dgm:spPr/>
      <dgm:t>
        <a:bodyPr/>
        <a:lstStyle/>
        <a:p>
          <a:endParaRPr lang="en-US" sz="2400"/>
        </a:p>
      </dgm:t>
    </dgm:pt>
    <dgm:pt modelId="{167771FD-75B0-42AB-949A-1FE5171C9AC2}" type="sibTrans" cxnId="{6404191D-AAD0-4946-BEA6-0F311306D0D7}">
      <dgm:prSet/>
      <dgm:spPr/>
      <dgm:t>
        <a:bodyPr/>
        <a:lstStyle/>
        <a:p>
          <a:endParaRPr lang="en-US" sz="2400"/>
        </a:p>
      </dgm:t>
    </dgm:pt>
    <dgm:pt modelId="{4E064D23-0415-41A3-875C-9DE230B6DA8B}">
      <dgm:prSet custT="1"/>
      <dgm:spPr/>
      <dgm:t>
        <a:bodyPr/>
        <a:lstStyle/>
        <a:p>
          <a:endParaRPr lang="en-US" sz="2000" dirty="0"/>
        </a:p>
      </dgm:t>
    </dgm:pt>
    <dgm:pt modelId="{E216B587-4918-46F0-AD2C-D0B9EF983277}" type="parTrans" cxnId="{1C94478E-6775-4832-981A-A7E3CB865CF3}">
      <dgm:prSet/>
      <dgm:spPr/>
      <dgm:t>
        <a:bodyPr/>
        <a:lstStyle/>
        <a:p>
          <a:endParaRPr lang="en-US" sz="2400"/>
        </a:p>
      </dgm:t>
    </dgm:pt>
    <dgm:pt modelId="{73D4E748-9E81-44FB-AF5F-4CE206BF5C58}" type="sibTrans" cxnId="{1C94478E-6775-4832-981A-A7E3CB865CF3}">
      <dgm:prSet/>
      <dgm:spPr/>
      <dgm:t>
        <a:bodyPr/>
        <a:lstStyle/>
        <a:p>
          <a:endParaRPr lang="en-US" sz="2400"/>
        </a:p>
      </dgm:t>
    </dgm:pt>
    <dgm:pt modelId="{3DAAA67F-3A42-4681-AB38-691D9A6DEB18}" type="pres">
      <dgm:prSet presAssocID="{0D4BB93C-C77C-424D-93D7-D4D9166FCFA0}" presName="Name0" presStyleCnt="0">
        <dgm:presLayoutVars>
          <dgm:dir/>
          <dgm:animLvl val="lvl"/>
          <dgm:resizeHandles val="exact"/>
        </dgm:presLayoutVars>
      </dgm:prSet>
      <dgm:spPr/>
    </dgm:pt>
    <dgm:pt modelId="{0B96D93E-660D-4A79-8256-104F4A05FB00}" type="pres">
      <dgm:prSet presAssocID="{A4B45D05-892C-42E3-AA96-0A2C807EECA6}" presName="linNode" presStyleCnt="0"/>
      <dgm:spPr/>
    </dgm:pt>
    <dgm:pt modelId="{7E712AAD-6C95-4C91-8C31-7017C83CD0FE}" type="pres">
      <dgm:prSet presAssocID="{A4B45D05-892C-42E3-AA96-0A2C807EECA6}" presName="parTx" presStyleLbl="revTx" presStyleIdx="0" presStyleCnt="10">
        <dgm:presLayoutVars>
          <dgm:chMax val="1"/>
          <dgm:bulletEnabled val="1"/>
        </dgm:presLayoutVars>
      </dgm:prSet>
      <dgm:spPr/>
    </dgm:pt>
    <dgm:pt modelId="{0FA14884-8E42-4B42-A5F6-82F38BF243C9}" type="pres">
      <dgm:prSet presAssocID="{A4B45D05-892C-42E3-AA96-0A2C807EECA6}" presName="bracket" presStyleLbl="parChTrans1D1" presStyleIdx="0" presStyleCnt="10"/>
      <dgm:spPr/>
    </dgm:pt>
    <dgm:pt modelId="{4B17F8FB-B53E-482C-94D9-FFF73D894D10}" type="pres">
      <dgm:prSet presAssocID="{A4B45D05-892C-42E3-AA96-0A2C807EECA6}" presName="spH" presStyleCnt="0"/>
      <dgm:spPr/>
    </dgm:pt>
    <dgm:pt modelId="{F49EEEB3-827A-4647-AEF5-C4362CF8E1E9}" type="pres">
      <dgm:prSet presAssocID="{A4B45D05-892C-42E3-AA96-0A2C807EECA6}" presName="desTx" presStyleLbl="node1" presStyleIdx="0" presStyleCnt="10">
        <dgm:presLayoutVars>
          <dgm:bulletEnabled val="1"/>
        </dgm:presLayoutVars>
      </dgm:prSet>
      <dgm:spPr/>
    </dgm:pt>
    <dgm:pt modelId="{448CBAC5-DE6D-4B1E-B027-CFEBB41DC80D}" type="pres">
      <dgm:prSet presAssocID="{CCC5A701-0D3A-4B65-B443-D332EEFB4DF5}" presName="spV" presStyleCnt="0"/>
      <dgm:spPr/>
    </dgm:pt>
    <dgm:pt modelId="{6F22BCFA-E25F-4061-AB6B-9414B7D90EC1}" type="pres">
      <dgm:prSet presAssocID="{90CFFFE5-7A6A-4668-8729-A4000AFEF735}" presName="linNode" presStyleCnt="0"/>
      <dgm:spPr/>
    </dgm:pt>
    <dgm:pt modelId="{0A5248CE-8698-47EF-B9C7-1B78E19EDA41}" type="pres">
      <dgm:prSet presAssocID="{90CFFFE5-7A6A-4668-8729-A4000AFEF735}" presName="parTx" presStyleLbl="revTx" presStyleIdx="1" presStyleCnt="10">
        <dgm:presLayoutVars>
          <dgm:chMax val="1"/>
          <dgm:bulletEnabled val="1"/>
        </dgm:presLayoutVars>
      </dgm:prSet>
      <dgm:spPr/>
    </dgm:pt>
    <dgm:pt modelId="{221F3C21-9418-4DD7-9FF6-6540B692B6AB}" type="pres">
      <dgm:prSet presAssocID="{90CFFFE5-7A6A-4668-8729-A4000AFEF735}" presName="bracket" presStyleLbl="parChTrans1D1" presStyleIdx="1" presStyleCnt="10"/>
      <dgm:spPr/>
    </dgm:pt>
    <dgm:pt modelId="{F1BE465D-F6EE-4876-A0CC-5BD7F7FCFAE1}" type="pres">
      <dgm:prSet presAssocID="{90CFFFE5-7A6A-4668-8729-A4000AFEF735}" presName="spH" presStyleCnt="0"/>
      <dgm:spPr/>
    </dgm:pt>
    <dgm:pt modelId="{17BE2427-C615-4C33-90F1-260E1A7CBEE0}" type="pres">
      <dgm:prSet presAssocID="{90CFFFE5-7A6A-4668-8729-A4000AFEF735}" presName="desTx" presStyleLbl="node1" presStyleIdx="1" presStyleCnt="10">
        <dgm:presLayoutVars>
          <dgm:bulletEnabled val="1"/>
        </dgm:presLayoutVars>
      </dgm:prSet>
      <dgm:spPr/>
    </dgm:pt>
    <dgm:pt modelId="{A299E3D5-DA4F-4F1B-912C-03DBAF429A32}" type="pres">
      <dgm:prSet presAssocID="{945D535F-A298-45AA-83E3-B9B5A877E32A}" presName="spV" presStyleCnt="0"/>
      <dgm:spPr/>
    </dgm:pt>
    <dgm:pt modelId="{5F2C8264-DB41-4CBE-961A-683098EAA895}" type="pres">
      <dgm:prSet presAssocID="{10CAF7CE-F11E-41B5-B2BA-B60D7CC2A005}" presName="linNode" presStyleCnt="0"/>
      <dgm:spPr/>
    </dgm:pt>
    <dgm:pt modelId="{A98055A8-8165-4953-B8A3-9F1EDADFC2B8}" type="pres">
      <dgm:prSet presAssocID="{10CAF7CE-F11E-41B5-B2BA-B60D7CC2A005}" presName="parTx" presStyleLbl="revTx" presStyleIdx="2" presStyleCnt="10">
        <dgm:presLayoutVars>
          <dgm:chMax val="1"/>
          <dgm:bulletEnabled val="1"/>
        </dgm:presLayoutVars>
      </dgm:prSet>
      <dgm:spPr/>
    </dgm:pt>
    <dgm:pt modelId="{73C50C6D-54E6-4846-9BD0-0C93FDECDFEA}" type="pres">
      <dgm:prSet presAssocID="{10CAF7CE-F11E-41B5-B2BA-B60D7CC2A005}" presName="bracket" presStyleLbl="parChTrans1D1" presStyleIdx="2" presStyleCnt="10"/>
      <dgm:spPr/>
    </dgm:pt>
    <dgm:pt modelId="{EEB7C3CA-F8AF-4599-B0B0-4905939CDF82}" type="pres">
      <dgm:prSet presAssocID="{10CAF7CE-F11E-41B5-B2BA-B60D7CC2A005}" presName="spH" presStyleCnt="0"/>
      <dgm:spPr/>
    </dgm:pt>
    <dgm:pt modelId="{1B4335A3-C0B8-4568-BDF0-A4BF1AEE7DD7}" type="pres">
      <dgm:prSet presAssocID="{10CAF7CE-F11E-41B5-B2BA-B60D7CC2A005}" presName="desTx" presStyleLbl="node1" presStyleIdx="2" presStyleCnt="10">
        <dgm:presLayoutVars>
          <dgm:bulletEnabled val="1"/>
        </dgm:presLayoutVars>
      </dgm:prSet>
      <dgm:spPr/>
    </dgm:pt>
    <dgm:pt modelId="{E83D9589-7156-4CD3-8BB5-C50AE5C26B96}" type="pres">
      <dgm:prSet presAssocID="{5F484653-CB7D-4889-8782-7198580A0CDE}" presName="spV" presStyleCnt="0"/>
      <dgm:spPr/>
    </dgm:pt>
    <dgm:pt modelId="{11C8F3A7-91F5-4F77-969E-5F8AA1952382}" type="pres">
      <dgm:prSet presAssocID="{A17AADC6-8A31-4E92-9C9B-6F7367A0399B}" presName="linNode" presStyleCnt="0"/>
      <dgm:spPr/>
    </dgm:pt>
    <dgm:pt modelId="{699F7BB3-CF4E-49E9-9963-DF4316075100}" type="pres">
      <dgm:prSet presAssocID="{A17AADC6-8A31-4E92-9C9B-6F7367A0399B}" presName="parTx" presStyleLbl="revTx" presStyleIdx="3" presStyleCnt="10">
        <dgm:presLayoutVars>
          <dgm:chMax val="1"/>
          <dgm:bulletEnabled val="1"/>
        </dgm:presLayoutVars>
      </dgm:prSet>
      <dgm:spPr/>
    </dgm:pt>
    <dgm:pt modelId="{89C031F5-BCC0-40C1-AC10-1C10453D3987}" type="pres">
      <dgm:prSet presAssocID="{A17AADC6-8A31-4E92-9C9B-6F7367A0399B}" presName="bracket" presStyleLbl="parChTrans1D1" presStyleIdx="3" presStyleCnt="10"/>
      <dgm:spPr/>
    </dgm:pt>
    <dgm:pt modelId="{B3F1EDFB-7D19-457C-A89A-568B655F50D6}" type="pres">
      <dgm:prSet presAssocID="{A17AADC6-8A31-4E92-9C9B-6F7367A0399B}" presName="spH" presStyleCnt="0"/>
      <dgm:spPr/>
    </dgm:pt>
    <dgm:pt modelId="{A949858D-344E-41C9-9E5B-EDBE4EF8494D}" type="pres">
      <dgm:prSet presAssocID="{A17AADC6-8A31-4E92-9C9B-6F7367A0399B}" presName="desTx" presStyleLbl="node1" presStyleIdx="3" presStyleCnt="10">
        <dgm:presLayoutVars>
          <dgm:bulletEnabled val="1"/>
        </dgm:presLayoutVars>
      </dgm:prSet>
      <dgm:spPr/>
    </dgm:pt>
    <dgm:pt modelId="{0557A6AE-4C95-408E-BF29-8F1CCBDA9B89}" type="pres">
      <dgm:prSet presAssocID="{0DB56DA1-F439-4F79-AE2A-482CEF66588F}" presName="spV" presStyleCnt="0"/>
      <dgm:spPr/>
    </dgm:pt>
    <dgm:pt modelId="{6468DF0A-1FA7-4DB1-B35E-58178B74BE17}" type="pres">
      <dgm:prSet presAssocID="{4E064D23-0415-41A3-875C-9DE230B6DA8B}" presName="linNode" presStyleCnt="0"/>
      <dgm:spPr/>
    </dgm:pt>
    <dgm:pt modelId="{F57F2A5B-C774-44BE-96AD-F423DF044808}" type="pres">
      <dgm:prSet presAssocID="{4E064D23-0415-41A3-875C-9DE230B6DA8B}" presName="parTx" presStyleLbl="revTx" presStyleIdx="4" presStyleCnt="10">
        <dgm:presLayoutVars>
          <dgm:chMax val="1"/>
          <dgm:bulletEnabled val="1"/>
        </dgm:presLayoutVars>
      </dgm:prSet>
      <dgm:spPr/>
    </dgm:pt>
    <dgm:pt modelId="{13A43879-CE88-4467-B1AD-080F481905BF}" type="pres">
      <dgm:prSet presAssocID="{4E064D23-0415-41A3-875C-9DE230B6DA8B}" presName="bracket" presStyleLbl="parChTrans1D1" presStyleIdx="4" presStyleCnt="10"/>
      <dgm:spPr/>
    </dgm:pt>
    <dgm:pt modelId="{31D04C9E-9BF8-4E12-8B09-8D180A3C1C79}" type="pres">
      <dgm:prSet presAssocID="{4E064D23-0415-41A3-875C-9DE230B6DA8B}" presName="spH" presStyleCnt="0"/>
      <dgm:spPr/>
    </dgm:pt>
    <dgm:pt modelId="{B6F5EB3D-98A8-4472-B7E6-EB07ABCBEB12}" type="pres">
      <dgm:prSet presAssocID="{4E064D23-0415-41A3-875C-9DE230B6DA8B}" presName="desTx" presStyleLbl="node1" presStyleIdx="4" presStyleCnt="10">
        <dgm:presLayoutVars>
          <dgm:bulletEnabled val="1"/>
        </dgm:presLayoutVars>
      </dgm:prSet>
      <dgm:spPr/>
    </dgm:pt>
    <dgm:pt modelId="{CE110EE4-8F2A-472D-8AC2-7A44B0FB83B7}" type="pres">
      <dgm:prSet presAssocID="{73D4E748-9E81-44FB-AF5F-4CE206BF5C58}" presName="spV" presStyleCnt="0"/>
      <dgm:spPr/>
    </dgm:pt>
    <dgm:pt modelId="{F9559DB6-E899-485A-97BC-35CC0FDA4C42}" type="pres">
      <dgm:prSet presAssocID="{6E547C64-77A6-4320-BD15-972B11839ECC}" presName="linNode" presStyleCnt="0"/>
      <dgm:spPr/>
    </dgm:pt>
    <dgm:pt modelId="{10C899B8-CB5D-4E53-A78E-AAB0EA30A6CA}" type="pres">
      <dgm:prSet presAssocID="{6E547C64-77A6-4320-BD15-972B11839ECC}" presName="parTx" presStyleLbl="revTx" presStyleIdx="5" presStyleCnt="10">
        <dgm:presLayoutVars>
          <dgm:chMax val="1"/>
          <dgm:bulletEnabled val="1"/>
        </dgm:presLayoutVars>
      </dgm:prSet>
      <dgm:spPr/>
    </dgm:pt>
    <dgm:pt modelId="{54D36420-B320-4751-AF25-9495701141FA}" type="pres">
      <dgm:prSet presAssocID="{6E547C64-77A6-4320-BD15-972B11839ECC}" presName="bracket" presStyleLbl="parChTrans1D1" presStyleIdx="5" presStyleCnt="10"/>
      <dgm:spPr/>
    </dgm:pt>
    <dgm:pt modelId="{F7D512C6-4449-4D32-995C-0C4EC11EC1EE}" type="pres">
      <dgm:prSet presAssocID="{6E547C64-77A6-4320-BD15-972B11839ECC}" presName="spH" presStyleCnt="0"/>
      <dgm:spPr/>
    </dgm:pt>
    <dgm:pt modelId="{E21F195A-1AEB-4D68-9CE7-C2880CC90C6C}" type="pres">
      <dgm:prSet presAssocID="{6E547C64-77A6-4320-BD15-972B11839ECC}" presName="desTx" presStyleLbl="node1" presStyleIdx="5" presStyleCnt="10">
        <dgm:presLayoutVars>
          <dgm:bulletEnabled val="1"/>
        </dgm:presLayoutVars>
      </dgm:prSet>
      <dgm:spPr/>
    </dgm:pt>
    <dgm:pt modelId="{6DBEF81F-064A-444C-A9BF-C1056CC09351}" type="pres">
      <dgm:prSet presAssocID="{8DAB177D-A291-4D3E-A67F-9C368AF7D2E8}" presName="spV" presStyleCnt="0"/>
      <dgm:spPr/>
    </dgm:pt>
    <dgm:pt modelId="{313B779C-D9B6-4770-996B-EFD378150BDF}" type="pres">
      <dgm:prSet presAssocID="{AFE60046-D276-4E98-8233-9B3A65D280D5}" presName="linNode" presStyleCnt="0"/>
      <dgm:spPr/>
    </dgm:pt>
    <dgm:pt modelId="{926A831E-61F9-486B-B4B9-7C1FB1E27EEB}" type="pres">
      <dgm:prSet presAssocID="{AFE60046-D276-4E98-8233-9B3A65D280D5}" presName="parTx" presStyleLbl="revTx" presStyleIdx="6" presStyleCnt="10">
        <dgm:presLayoutVars>
          <dgm:chMax val="1"/>
          <dgm:bulletEnabled val="1"/>
        </dgm:presLayoutVars>
      </dgm:prSet>
      <dgm:spPr/>
    </dgm:pt>
    <dgm:pt modelId="{2567B5B0-437B-4AD6-8706-EEC96163CFE5}" type="pres">
      <dgm:prSet presAssocID="{AFE60046-D276-4E98-8233-9B3A65D280D5}" presName="bracket" presStyleLbl="parChTrans1D1" presStyleIdx="6" presStyleCnt="10"/>
      <dgm:spPr/>
    </dgm:pt>
    <dgm:pt modelId="{671A6E78-44DC-4030-947C-A1266985D52C}" type="pres">
      <dgm:prSet presAssocID="{AFE60046-D276-4E98-8233-9B3A65D280D5}" presName="spH" presStyleCnt="0"/>
      <dgm:spPr/>
    </dgm:pt>
    <dgm:pt modelId="{CF87FA44-D80C-4FAE-A114-9C9DAC94D4B6}" type="pres">
      <dgm:prSet presAssocID="{AFE60046-D276-4E98-8233-9B3A65D280D5}" presName="desTx" presStyleLbl="node1" presStyleIdx="6" presStyleCnt="10">
        <dgm:presLayoutVars>
          <dgm:bulletEnabled val="1"/>
        </dgm:presLayoutVars>
      </dgm:prSet>
      <dgm:spPr/>
    </dgm:pt>
    <dgm:pt modelId="{21804655-D217-46A5-B148-6D58D8A7C990}" type="pres">
      <dgm:prSet presAssocID="{61F586E9-3A30-40E9-94B8-B3122C3E00CF}" presName="spV" presStyleCnt="0"/>
      <dgm:spPr/>
    </dgm:pt>
    <dgm:pt modelId="{25899943-2889-43EA-9060-DACF5DE77A29}" type="pres">
      <dgm:prSet presAssocID="{10F7C90B-C2E8-414B-A478-DB4461358D4C}" presName="linNode" presStyleCnt="0"/>
      <dgm:spPr/>
    </dgm:pt>
    <dgm:pt modelId="{E524407C-6E0D-4BCE-BEFD-67FE12645638}" type="pres">
      <dgm:prSet presAssocID="{10F7C90B-C2E8-414B-A478-DB4461358D4C}" presName="parTx" presStyleLbl="revTx" presStyleIdx="7" presStyleCnt="10">
        <dgm:presLayoutVars>
          <dgm:chMax val="1"/>
          <dgm:bulletEnabled val="1"/>
        </dgm:presLayoutVars>
      </dgm:prSet>
      <dgm:spPr/>
    </dgm:pt>
    <dgm:pt modelId="{CEE87A47-F4C6-4564-B0B0-3D6782947F88}" type="pres">
      <dgm:prSet presAssocID="{10F7C90B-C2E8-414B-A478-DB4461358D4C}" presName="bracket" presStyleLbl="parChTrans1D1" presStyleIdx="7" presStyleCnt="10"/>
      <dgm:spPr/>
    </dgm:pt>
    <dgm:pt modelId="{28FDEAE9-E3CC-46DD-83F4-91773F52CD03}" type="pres">
      <dgm:prSet presAssocID="{10F7C90B-C2E8-414B-A478-DB4461358D4C}" presName="spH" presStyleCnt="0"/>
      <dgm:spPr/>
    </dgm:pt>
    <dgm:pt modelId="{F442A93C-37DA-4410-8EEA-F7CE2B74C073}" type="pres">
      <dgm:prSet presAssocID="{10F7C90B-C2E8-414B-A478-DB4461358D4C}" presName="desTx" presStyleLbl="node1" presStyleIdx="7" presStyleCnt="10">
        <dgm:presLayoutVars>
          <dgm:bulletEnabled val="1"/>
        </dgm:presLayoutVars>
      </dgm:prSet>
      <dgm:spPr/>
    </dgm:pt>
    <dgm:pt modelId="{8C073BE5-82B4-4337-999C-C9D53870D7BF}" type="pres">
      <dgm:prSet presAssocID="{1E415C23-E551-4942-AE09-BB528AEC0981}" presName="spV" presStyleCnt="0"/>
      <dgm:spPr/>
    </dgm:pt>
    <dgm:pt modelId="{801AAD07-9CB4-4D63-BA98-47DA3FF83DC8}" type="pres">
      <dgm:prSet presAssocID="{7EA92321-F18E-4A1E-ACA4-C5B8DF1D86D3}" presName="linNode" presStyleCnt="0"/>
      <dgm:spPr/>
    </dgm:pt>
    <dgm:pt modelId="{5F19D1A2-A5C6-4702-9A3A-D0DA60939844}" type="pres">
      <dgm:prSet presAssocID="{7EA92321-F18E-4A1E-ACA4-C5B8DF1D86D3}" presName="parTx" presStyleLbl="revTx" presStyleIdx="8" presStyleCnt="10">
        <dgm:presLayoutVars>
          <dgm:chMax val="1"/>
          <dgm:bulletEnabled val="1"/>
        </dgm:presLayoutVars>
      </dgm:prSet>
      <dgm:spPr/>
    </dgm:pt>
    <dgm:pt modelId="{DE9CBB7A-2E05-4358-A38B-10CE3E65ED13}" type="pres">
      <dgm:prSet presAssocID="{7EA92321-F18E-4A1E-ACA4-C5B8DF1D86D3}" presName="bracket" presStyleLbl="parChTrans1D1" presStyleIdx="8" presStyleCnt="10"/>
      <dgm:spPr/>
    </dgm:pt>
    <dgm:pt modelId="{00DAAE5C-3D6B-45EB-8927-AC9D426DC2DF}" type="pres">
      <dgm:prSet presAssocID="{7EA92321-F18E-4A1E-ACA4-C5B8DF1D86D3}" presName="spH" presStyleCnt="0"/>
      <dgm:spPr/>
    </dgm:pt>
    <dgm:pt modelId="{27C8E0F1-ED9D-431D-856A-17244635FC2B}" type="pres">
      <dgm:prSet presAssocID="{7EA92321-F18E-4A1E-ACA4-C5B8DF1D86D3}" presName="desTx" presStyleLbl="node1" presStyleIdx="8" presStyleCnt="10">
        <dgm:presLayoutVars>
          <dgm:bulletEnabled val="1"/>
        </dgm:presLayoutVars>
      </dgm:prSet>
      <dgm:spPr/>
    </dgm:pt>
    <dgm:pt modelId="{299EB1E2-ACC8-438C-8389-DC307088B060}" type="pres">
      <dgm:prSet presAssocID="{F009F15F-7B9F-46DB-B18C-AFA476CC23A3}" presName="spV" presStyleCnt="0"/>
      <dgm:spPr/>
    </dgm:pt>
    <dgm:pt modelId="{F06C165C-5727-4F10-833B-0D014AE3AC8D}" type="pres">
      <dgm:prSet presAssocID="{F0767360-0C06-4869-BE2E-CCBBFC2761D3}" presName="linNode" presStyleCnt="0"/>
      <dgm:spPr/>
    </dgm:pt>
    <dgm:pt modelId="{5A459711-B14D-4517-874C-8B90C8C6B675}" type="pres">
      <dgm:prSet presAssocID="{F0767360-0C06-4869-BE2E-CCBBFC2761D3}" presName="parTx" presStyleLbl="revTx" presStyleIdx="9" presStyleCnt="10">
        <dgm:presLayoutVars>
          <dgm:chMax val="1"/>
          <dgm:bulletEnabled val="1"/>
        </dgm:presLayoutVars>
      </dgm:prSet>
      <dgm:spPr/>
    </dgm:pt>
    <dgm:pt modelId="{CFCA77D7-89D7-4B75-954F-26AE9BEA7662}" type="pres">
      <dgm:prSet presAssocID="{F0767360-0C06-4869-BE2E-CCBBFC2761D3}" presName="bracket" presStyleLbl="parChTrans1D1" presStyleIdx="9" presStyleCnt="10"/>
      <dgm:spPr/>
    </dgm:pt>
    <dgm:pt modelId="{A573ED80-4650-4117-A745-78D21C86EB17}" type="pres">
      <dgm:prSet presAssocID="{F0767360-0C06-4869-BE2E-CCBBFC2761D3}" presName="spH" presStyleCnt="0"/>
      <dgm:spPr/>
    </dgm:pt>
    <dgm:pt modelId="{32E971DB-FF02-4295-BAF9-E83F4F4BBEB6}" type="pres">
      <dgm:prSet presAssocID="{F0767360-0C06-4869-BE2E-CCBBFC2761D3}" presName="desTx" presStyleLbl="node1" presStyleIdx="9" presStyleCnt="10">
        <dgm:presLayoutVars>
          <dgm:bulletEnabled val="1"/>
        </dgm:presLayoutVars>
      </dgm:prSet>
      <dgm:spPr/>
    </dgm:pt>
  </dgm:ptLst>
  <dgm:cxnLst>
    <dgm:cxn modelId="{F41C9D08-D295-4567-9CC1-1C04D1328ADD}" type="presOf" srcId="{F0767360-0C06-4869-BE2E-CCBBFC2761D3}" destId="{5A459711-B14D-4517-874C-8B90C8C6B675}" srcOrd="0" destOrd="0" presId="urn:diagrams.loki3.com/BracketList"/>
    <dgm:cxn modelId="{C67B350A-C50E-40B1-B04F-B543515E3264}" type="presOf" srcId="{4E064D23-0415-41A3-875C-9DE230B6DA8B}" destId="{F57F2A5B-C774-44BE-96AD-F423DF044808}" srcOrd="0" destOrd="0" presId="urn:diagrams.loki3.com/BracketList"/>
    <dgm:cxn modelId="{83B25F11-4DE6-40B0-A5B7-51BD576F161D}" type="presOf" srcId="{0D5D2E9A-F316-4427-AF7F-5A17034FD1EE}" destId="{1B4335A3-C0B8-4568-BDF0-A4BF1AEE7DD7}" srcOrd="0" destOrd="0" presId="urn:diagrams.loki3.com/BracketList"/>
    <dgm:cxn modelId="{871FC817-FD1A-4516-A34C-C869E157CC5A}" type="presOf" srcId="{3DF19256-65A4-45AE-8D05-5E7DDEB197D5}" destId="{E21F195A-1AEB-4D68-9CE7-C2880CC90C6C}" srcOrd="0" destOrd="0" presId="urn:diagrams.loki3.com/BracketList"/>
    <dgm:cxn modelId="{6404191D-AAD0-4946-BEA6-0F311306D0D7}" srcId="{0D4BB93C-C77C-424D-93D7-D4D9166FCFA0}" destId="{F0767360-0C06-4869-BE2E-CCBBFC2761D3}" srcOrd="9" destOrd="0" parTransId="{C5AC8A95-20A0-4F4F-B58F-B2CC737A4519}" sibTransId="{167771FD-75B0-42AB-949A-1FE5171C9AC2}"/>
    <dgm:cxn modelId="{B1E1C51E-3975-45C0-B1CD-9361425FEBC9}" type="presOf" srcId="{AFE60046-D276-4E98-8233-9B3A65D280D5}" destId="{926A831E-61F9-486B-B4B9-7C1FB1E27EEB}" srcOrd="0" destOrd="0" presId="urn:diagrams.loki3.com/BracketList"/>
    <dgm:cxn modelId="{82F8E121-F8F8-469D-BD27-C4932A21B48A}" srcId="{4E064D23-0415-41A3-875C-9DE230B6DA8B}" destId="{0AEAF9E5-EC4E-47F0-B4DD-BD1BDAD7A712}" srcOrd="0" destOrd="0" parTransId="{7FEF9EAA-1B4D-4B35-81B6-9C95C02EAB7F}" sibTransId="{B2F979CB-F518-4F5E-89A5-EA6DF9273A94}"/>
    <dgm:cxn modelId="{A936E622-D66B-459E-AACA-CC8403BC7C97}" type="presOf" srcId="{90CFFFE5-7A6A-4668-8729-A4000AFEF735}" destId="{0A5248CE-8698-47EF-B9C7-1B78E19EDA41}" srcOrd="0" destOrd="0" presId="urn:diagrams.loki3.com/BracketList"/>
    <dgm:cxn modelId="{941B1C23-BC24-4258-A105-896771ED49D0}" type="presOf" srcId="{A0DEBB81-0DA7-47CE-8F51-29D941990C25}" destId="{CF87FA44-D80C-4FAE-A114-9C9DAC94D4B6}" srcOrd="0" destOrd="0" presId="urn:diagrams.loki3.com/BracketList"/>
    <dgm:cxn modelId="{AD4A8233-471E-4D3D-9228-5A913EA034F0}" srcId="{0D4BB93C-C77C-424D-93D7-D4D9166FCFA0}" destId="{A4B45D05-892C-42E3-AA96-0A2C807EECA6}" srcOrd="0" destOrd="0" parTransId="{C0F6ED68-9EDD-476D-ACAA-6BC705D9813C}" sibTransId="{CCC5A701-0D3A-4B65-B443-D332EEFB4DF5}"/>
    <dgm:cxn modelId="{5D1B4A40-0FFB-41F6-A1F0-9D3F1B00DA59}" srcId="{10F7C90B-C2E8-414B-A478-DB4461358D4C}" destId="{6290CCCE-6A58-4FDB-B4C3-4425FD2F3A3A}" srcOrd="0" destOrd="0" parTransId="{1607E690-8ECF-4364-9DA1-4DC1B0779C63}" sibTransId="{C7CDC3D5-09EC-4FED-85D7-28FC3C460EA3}"/>
    <dgm:cxn modelId="{A50A145B-C3E6-4BCA-9AA0-4B3F93C6E157}" srcId="{90CFFFE5-7A6A-4668-8729-A4000AFEF735}" destId="{BB9B624F-17A3-4D1E-B503-C4A2B169EDAC}" srcOrd="0" destOrd="0" parTransId="{920956AF-31A9-46AE-BD18-604428D1F105}" sibTransId="{FE6310F9-E6DE-4A85-AF51-1A128A5884A0}"/>
    <dgm:cxn modelId="{2D05C660-4653-48F3-9920-0A597B8B840B}" type="presOf" srcId="{7EA92321-F18E-4A1E-ACA4-C5B8DF1D86D3}" destId="{5F19D1A2-A5C6-4702-9A3A-D0DA60939844}" srcOrd="0" destOrd="0" presId="urn:diagrams.loki3.com/BracketList"/>
    <dgm:cxn modelId="{C471C643-BA4B-4AEA-BF6F-89C316C2EBA1}" type="presOf" srcId="{20D242E8-0918-40D6-9C10-2966D2CD4B6B}" destId="{F49EEEB3-827A-4647-AEF5-C4362CF8E1E9}" srcOrd="0" destOrd="0" presId="urn:diagrams.loki3.com/BracketList"/>
    <dgm:cxn modelId="{67F6F84B-0312-46DC-80AB-639B32B89BAE}" type="presOf" srcId="{6AD6854A-0BF9-4932-9A6C-8477D8D05515}" destId="{A949858D-344E-41C9-9E5B-EDBE4EF8494D}" srcOrd="0" destOrd="0" presId="urn:diagrams.loki3.com/BracketList"/>
    <dgm:cxn modelId="{5F01F64E-2AFD-46D8-B9B2-9957B5633146}" type="presOf" srcId="{BB9B624F-17A3-4D1E-B503-C4A2B169EDAC}" destId="{17BE2427-C615-4C33-90F1-260E1A7CBEE0}" srcOrd="0" destOrd="0" presId="urn:diagrams.loki3.com/BracketList"/>
    <dgm:cxn modelId="{90CCD06F-C63B-4CE7-A89E-6E884E5523FF}" srcId="{0D4BB93C-C77C-424D-93D7-D4D9166FCFA0}" destId="{10CAF7CE-F11E-41B5-B2BA-B60D7CC2A005}" srcOrd="2" destOrd="0" parTransId="{A72DE774-BAFD-4A85-9CB4-C39018F5279C}" sibTransId="{5F484653-CB7D-4889-8782-7198580A0CDE}"/>
    <dgm:cxn modelId="{763DBF73-5948-4543-B92C-C6E215F77118}" srcId="{A4B45D05-892C-42E3-AA96-0A2C807EECA6}" destId="{20D242E8-0918-40D6-9C10-2966D2CD4B6B}" srcOrd="0" destOrd="0" parTransId="{89908905-9ECD-4D11-BD19-C3F6665257E8}" sibTransId="{B1E27F0C-976B-4973-ADB5-84CC26A77615}"/>
    <dgm:cxn modelId="{3AB68F55-06F3-40E7-A5F9-B06383073897}" type="presOf" srcId="{10F7C90B-C2E8-414B-A478-DB4461358D4C}" destId="{E524407C-6E0D-4BCE-BEFD-67FE12645638}" srcOrd="0" destOrd="0" presId="urn:diagrams.loki3.com/BracketList"/>
    <dgm:cxn modelId="{E17F8E7A-3BA7-42CD-B3BD-E8EB92D7F39B}" type="presOf" srcId="{A4B45D05-892C-42E3-AA96-0A2C807EECA6}" destId="{7E712AAD-6C95-4C91-8C31-7017C83CD0FE}" srcOrd="0" destOrd="0" presId="urn:diagrams.loki3.com/BracketList"/>
    <dgm:cxn modelId="{E8E93786-FB6F-4E7A-BDD9-21F3DE3997E6}" srcId="{7EA92321-F18E-4A1E-ACA4-C5B8DF1D86D3}" destId="{4072152F-D5C7-4387-804E-EA1E83CCC6AD}" srcOrd="0" destOrd="0" parTransId="{3F7C3987-4C58-47BE-B52F-6F64A8579172}" sibTransId="{98CCB8CC-C8EE-48B9-BB21-FEAA6BDDBBE9}"/>
    <dgm:cxn modelId="{7C213289-FD29-43F8-9865-87922B5F1984}" type="presOf" srcId="{B4E98D1A-5437-4C57-9794-825E99D20154}" destId="{32E971DB-FF02-4295-BAF9-E83F4F4BBEB6}" srcOrd="0" destOrd="0" presId="urn:diagrams.loki3.com/BracketList"/>
    <dgm:cxn modelId="{80BB3D8B-7C06-4DCF-B893-252E2C4284EE}" srcId="{F0767360-0C06-4869-BE2E-CCBBFC2761D3}" destId="{B4E98D1A-5437-4C57-9794-825E99D20154}" srcOrd="0" destOrd="0" parTransId="{EE3DE588-7A8A-472C-9914-06761884BDB5}" sibTransId="{D16D8E68-7BB0-4447-A331-9D98BEAF50C0}"/>
    <dgm:cxn modelId="{1C94478E-6775-4832-981A-A7E3CB865CF3}" srcId="{0D4BB93C-C77C-424D-93D7-D4D9166FCFA0}" destId="{4E064D23-0415-41A3-875C-9DE230B6DA8B}" srcOrd="4" destOrd="0" parTransId="{E216B587-4918-46F0-AD2C-D0B9EF983277}" sibTransId="{73D4E748-9E81-44FB-AF5F-4CE206BF5C58}"/>
    <dgm:cxn modelId="{77ADA79A-4B66-4FB7-970B-BCC806A7AFCC}" type="presOf" srcId="{6290CCCE-6A58-4FDB-B4C3-4425FD2F3A3A}" destId="{F442A93C-37DA-4410-8EEA-F7CE2B74C073}" srcOrd="0" destOrd="0" presId="urn:diagrams.loki3.com/BracketList"/>
    <dgm:cxn modelId="{92F2439F-069E-4156-8F36-309A11BBD2AD}" srcId="{0D4BB93C-C77C-424D-93D7-D4D9166FCFA0}" destId="{6E547C64-77A6-4320-BD15-972B11839ECC}" srcOrd="5" destOrd="0" parTransId="{C6A3F8DC-FCE8-4296-A37D-8E9A3A9FCED3}" sibTransId="{8DAB177D-A291-4D3E-A67F-9C368AF7D2E8}"/>
    <dgm:cxn modelId="{8219DBA6-31DB-4EC0-B143-24F3D9BD371C}" srcId="{0D4BB93C-C77C-424D-93D7-D4D9166FCFA0}" destId="{AFE60046-D276-4E98-8233-9B3A65D280D5}" srcOrd="6" destOrd="0" parTransId="{3D5BB626-480F-4512-A951-197795290EDC}" sibTransId="{61F586E9-3A30-40E9-94B8-B3122C3E00CF}"/>
    <dgm:cxn modelId="{916CDBA7-7575-4473-9A83-1C0CA4FD1891}" srcId="{6E547C64-77A6-4320-BD15-972B11839ECC}" destId="{3DF19256-65A4-45AE-8D05-5E7DDEB197D5}" srcOrd="0" destOrd="0" parTransId="{B743B22B-197B-4C7F-9044-C0340B53C766}" sibTransId="{6F8F6526-2A73-4198-803A-ACB2ABB80906}"/>
    <dgm:cxn modelId="{D9FCE0AC-916E-42FF-96E2-FCA7E67A2511}" type="presOf" srcId="{4072152F-D5C7-4387-804E-EA1E83CCC6AD}" destId="{27C8E0F1-ED9D-431D-856A-17244635FC2B}" srcOrd="0" destOrd="0" presId="urn:diagrams.loki3.com/BracketList"/>
    <dgm:cxn modelId="{9A72DABA-EED7-4AB1-A51F-CE92F1FF30FF}" type="presOf" srcId="{6E547C64-77A6-4320-BD15-972B11839ECC}" destId="{10C899B8-CB5D-4E53-A78E-AAB0EA30A6CA}" srcOrd="0" destOrd="0" presId="urn:diagrams.loki3.com/BracketList"/>
    <dgm:cxn modelId="{2DC185BE-2BF9-4939-92D0-7FC18450FE40}" srcId="{0D4BB93C-C77C-424D-93D7-D4D9166FCFA0}" destId="{A17AADC6-8A31-4E92-9C9B-6F7367A0399B}" srcOrd="3" destOrd="0" parTransId="{BF71AB81-C48E-4886-AC24-B6DC39135B27}" sibTransId="{0DB56DA1-F439-4F79-AE2A-482CEF66588F}"/>
    <dgm:cxn modelId="{982392C0-E2E4-4B9A-AB1F-DDD57894B64C}" type="presOf" srcId="{0AEAF9E5-EC4E-47F0-B4DD-BD1BDAD7A712}" destId="{B6F5EB3D-98A8-4472-B7E6-EB07ABCBEB12}" srcOrd="0" destOrd="0" presId="urn:diagrams.loki3.com/BracketList"/>
    <dgm:cxn modelId="{9F9182C2-BCDB-4441-ADA7-4F25D21B5796}" srcId="{0D4BB93C-C77C-424D-93D7-D4D9166FCFA0}" destId="{10F7C90B-C2E8-414B-A478-DB4461358D4C}" srcOrd="7" destOrd="0" parTransId="{000D2999-46CB-47C0-B983-EC2086F6A977}" sibTransId="{1E415C23-E551-4942-AE09-BB528AEC0981}"/>
    <dgm:cxn modelId="{F3B190CE-6F7C-40E4-A110-377955A1793A}" srcId="{0D4BB93C-C77C-424D-93D7-D4D9166FCFA0}" destId="{7EA92321-F18E-4A1E-ACA4-C5B8DF1D86D3}" srcOrd="8" destOrd="0" parTransId="{D24746D5-C662-47F9-A21A-BBF69DA66BEE}" sibTransId="{F009F15F-7B9F-46DB-B18C-AFA476CC23A3}"/>
    <dgm:cxn modelId="{5CF3C5D4-D6D5-44DD-8F6D-4B1BE7B636CE}" type="presOf" srcId="{A17AADC6-8A31-4E92-9C9B-6F7367A0399B}" destId="{699F7BB3-CF4E-49E9-9963-DF4316075100}" srcOrd="0" destOrd="0" presId="urn:diagrams.loki3.com/BracketList"/>
    <dgm:cxn modelId="{D9D248D8-879F-40CB-A8A5-FC055562F292}" type="presOf" srcId="{10CAF7CE-F11E-41B5-B2BA-B60D7CC2A005}" destId="{A98055A8-8165-4953-B8A3-9F1EDADFC2B8}" srcOrd="0" destOrd="0" presId="urn:diagrams.loki3.com/BracketList"/>
    <dgm:cxn modelId="{78BDFFDE-1C05-4909-9E80-0BBC4BAD7FF1}" type="presOf" srcId="{0D4BB93C-C77C-424D-93D7-D4D9166FCFA0}" destId="{3DAAA67F-3A42-4681-AB38-691D9A6DEB18}" srcOrd="0" destOrd="0" presId="urn:diagrams.loki3.com/BracketList"/>
    <dgm:cxn modelId="{572648E1-684A-4BC4-BF99-941D2F25C4C9}" srcId="{10CAF7CE-F11E-41B5-B2BA-B60D7CC2A005}" destId="{0D5D2E9A-F316-4427-AF7F-5A17034FD1EE}" srcOrd="0" destOrd="0" parTransId="{CCF4009B-77E2-4BBB-85A6-465BAC3C66D8}" sibTransId="{15CD09EC-AA70-4E52-99DE-D531224B191C}"/>
    <dgm:cxn modelId="{94F878E2-2A87-40D7-9D6F-080745A0BD26}" srcId="{AFE60046-D276-4E98-8233-9B3A65D280D5}" destId="{A0DEBB81-0DA7-47CE-8F51-29D941990C25}" srcOrd="0" destOrd="0" parTransId="{2287BE0C-D267-4AF1-86AE-248721D7002E}" sibTransId="{D8450DF8-DA21-4330-944C-292ABA401283}"/>
    <dgm:cxn modelId="{3E7865F1-722C-4CAB-9B43-DC8FFF2E20C5}" srcId="{A17AADC6-8A31-4E92-9C9B-6F7367A0399B}" destId="{6AD6854A-0BF9-4932-9A6C-8477D8D05515}" srcOrd="0" destOrd="0" parTransId="{03E005D7-DEBE-4E89-9EB7-0D7E31FE5191}" sibTransId="{0AEEAE51-4CB3-48A9-8A81-FCE7A19830F6}"/>
    <dgm:cxn modelId="{753B10F7-462A-43CD-9691-FAC733F1CC26}" srcId="{0D4BB93C-C77C-424D-93D7-D4D9166FCFA0}" destId="{90CFFFE5-7A6A-4668-8729-A4000AFEF735}" srcOrd="1" destOrd="0" parTransId="{B336D858-3EE0-44CD-8F21-47181E8862AE}" sibTransId="{945D535F-A298-45AA-83E3-B9B5A877E32A}"/>
    <dgm:cxn modelId="{7AFBE3AF-A4CE-421B-88B4-99307AA62670}" type="presParOf" srcId="{3DAAA67F-3A42-4681-AB38-691D9A6DEB18}" destId="{0B96D93E-660D-4A79-8256-104F4A05FB00}" srcOrd="0" destOrd="0" presId="urn:diagrams.loki3.com/BracketList"/>
    <dgm:cxn modelId="{093A9F1E-252B-4C9A-BADC-A5BC98F4C015}" type="presParOf" srcId="{0B96D93E-660D-4A79-8256-104F4A05FB00}" destId="{7E712AAD-6C95-4C91-8C31-7017C83CD0FE}" srcOrd="0" destOrd="0" presId="urn:diagrams.loki3.com/BracketList"/>
    <dgm:cxn modelId="{91054CE0-983A-4C44-B9C5-759B94E1E8CC}" type="presParOf" srcId="{0B96D93E-660D-4A79-8256-104F4A05FB00}" destId="{0FA14884-8E42-4B42-A5F6-82F38BF243C9}" srcOrd="1" destOrd="0" presId="urn:diagrams.loki3.com/BracketList"/>
    <dgm:cxn modelId="{BFB6A93B-459A-47FA-A509-5695E496CA0C}" type="presParOf" srcId="{0B96D93E-660D-4A79-8256-104F4A05FB00}" destId="{4B17F8FB-B53E-482C-94D9-FFF73D894D10}" srcOrd="2" destOrd="0" presId="urn:diagrams.loki3.com/BracketList"/>
    <dgm:cxn modelId="{32C8E092-855F-4855-ACF8-173D1B495E0A}" type="presParOf" srcId="{0B96D93E-660D-4A79-8256-104F4A05FB00}" destId="{F49EEEB3-827A-4647-AEF5-C4362CF8E1E9}" srcOrd="3" destOrd="0" presId="urn:diagrams.loki3.com/BracketList"/>
    <dgm:cxn modelId="{2A9D3B34-A993-4E9E-8025-1C8488278D26}" type="presParOf" srcId="{3DAAA67F-3A42-4681-AB38-691D9A6DEB18}" destId="{448CBAC5-DE6D-4B1E-B027-CFEBB41DC80D}" srcOrd="1" destOrd="0" presId="urn:diagrams.loki3.com/BracketList"/>
    <dgm:cxn modelId="{82F88204-22A8-4669-A457-0F90A063344C}" type="presParOf" srcId="{3DAAA67F-3A42-4681-AB38-691D9A6DEB18}" destId="{6F22BCFA-E25F-4061-AB6B-9414B7D90EC1}" srcOrd="2" destOrd="0" presId="urn:diagrams.loki3.com/BracketList"/>
    <dgm:cxn modelId="{DE3CDC43-A0AD-4A70-9114-562D1C8624C7}" type="presParOf" srcId="{6F22BCFA-E25F-4061-AB6B-9414B7D90EC1}" destId="{0A5248CE-8698-47EF-B9C7-1B78E19EDA41}" srcOrd="0" destOrd="0" presId="urn:diagrams.loki3.com/BracketList"/>
    <dgm:cxn modelId="{A846E0C2-2A14-4906-A006-8DBAFC334C79}" type="presParOf" srcId="{6F22BCFA-E25F-4061-AB6B-9414B7D90EC1}" destId="{221F3C21-9418-4DD7-9FF6-6540B692B6AB}" srcOrd="1" destOrd="0" presId="urn:diagrams.loki3.com/BracketList"/>
    <dgm:cxn modelId="{73C812A3-793A-49BA-97D7-A633CC30B560}" type="presParOf" srcId="{6F22BCFA-E25F-4061-AB6B-9414B7D90EC1}" destId="{F1BE465D-F6EE-4876-A0CC-5BD7F7FCFAE1}" srcOrd="2" destOrd="0" presId="urn:diagrams.loki3.com/BracketList"/>
    <dgm:cxn modelId="{8DA675C2-6BAE-49C6-80C7-7C32F0DB2154}" type="presParOf" srcId="{6F22BCFA-E25F-4061-AB6B-9414B7D90EC1}" destId="{17BE2427-C615-4C33-90F1-260E1A7CBEE0}" srcOrd="3" destOrd="0" presId="urn:diagrams.loki3.com/BracketList"/>
    <dgm:cxn modelId="{6A1553A2-618F-41BA-B084-4DBB15A53890}" type="presParOf" srcId="{3DAAA67F-3A42-4681-AB38-691D9A6DEB18}" destId="{A299E3D5-DA4F-4F1B-912C-03DBAF429A32}" srcOrd="3" destOrd="0" presId="urn:diagrams.loki3.com/BracketList"/>
    <dgm:cxn modelId="{E77FE833-D4C3-4BE1-8F37-2C004ABF9380}" type="presParOf" srcId="{3DAAA67F-3A42-4681-AB38-691D9A6DEB18}" destId="{5F2C8264-DB41-4CBE-961A-683098EAA895}" srcOrd="4" destOrd="0" presId="urn:diagrams.loki3.com/BracketList"/>
    <dgm:cxn modelId="{AF53AD0B-8981-4445-9210-1FB9286CB353}" type="presParOf" srcId="{5F2C8264-DB41-4CBE-961A-683098EAA895}" destId="{A98055A8-8165-4953-B8A3-9F1EDADFC2B8}" srcOrd="0" destOrd="0" presId="urn:diagrams.loki3.com/BracketList"/>
    <dgm:cxn modelId="{7D8B98D7-6C62-4619-8315-516389DFC456}" type="presParOf" srcId="{5F2C8264-DB41-4CBE-961A-683098EAA895}" destId="{73C50C6D-54E6-4846-9BD0-0C93FDECDFEA}" srcOrd="1" destOrd="0" presId="urn:diagrams.loki3.com/BracketList"/>
    <dgm:cxn modelId="{147E183A-3EA3-4C2B-AC2E-D2DFF0D87205}" type="presParOf" srcId="{5F2C8264-DB41-4CBE-961A-683098EAA895}" destId="{EEB7C3CA-F8AF-4599-B0B0-4905939CDF82}" srcOrd="2" destOrd="0" presId="urn:diagrams.loki3.com/BracketList"/>
    <dgm:cxn modelId="{F9E3279C-55E1-47FB-8D3C-C5D69D4D8762}" type="presParOf" srcId="{5F2C8264-DB41-4CBE-961A-683098EAA895}" destId="{1B4335A3-C0B8-4568-BDF0-A4BF1AEE7DD7}" srcOrd="3" destOrd="0" presId="urn:diagrams.loki3.com/BracketList"/>
    <dgm:cxn modelId="{5215EE81-47C7-46E8-977F-C804707464D5}" type="presParOf" srcId="{3DAAA67F-3A42-4681-AB38-691D9A6DEB18}" destId="{E83D9589-7156-4CD3-8BB5-C50AE5C26B96}" srcOrd="5" destOrd="0" presId="urn:diagrams.loki3.com/BracketList"/>
    <dgm:cxn modelId="{1AA3689F-E897-43AD-92AA-78BFCE3E8728}" type="presParOf" srcId="{3DAAA67F-3A42-4681-AB38-691D9A6DEB18}" destId="{11C8F3A7-91F5-4F77-969E-5F8AA1952382}" srcOrd="6" destOrd="0" presId="urn:diagrams.loki3.com/BracketList"/>
    <dgm:cxn modelId="{A29460E3-9897-430D-9C4E-DED43D794F5D}" type="presParOf" srcId="{11C8F3A7-91F5-4F77-969E-5F8AA1952382}" destId="{699F7BB3-CF4E-49E9-9963-DF4316075100}" srcOrd="0" destOrd="0" presId="urn:diagrams.loki3.com/BracketList"/>
    <dgm:cxn modelId="{F6937A6F-4D32-4083-B811-DB51A3FCE270}" type="presParOf" srcId="{11C8F3A7-91F5-4F77-969E-5F8AA1952382}" destId="{89C031F5-BCC0-40C1-AC10-1C10453D3987}" srcOrd="1" destOrd="0" presId="urn:diagrams.loki3.com/BracketList"/>
    <dgm:cxn modelId="{8752F724-B1A3-4EE6-BD2E-B2F62BDBFB5F}" type="presParOf" srcId="{11C8F3A7-91F5-4F77-969E-5F8AA1952382}" destId="{B3F1EDFB-7D19-457C-A89A-568B655F50D6}" srcOrd="2" destOrd="0" presId="urn:diagrams.loki3.com/BracketList"/>
    <dgm:cxn modelId="{B0CAE73E-FC92-4CE3-B0D6-F6FC8C730BBF}" type="presParOf" srcId="{11C8F3A7-91F5-4F77-969E-5F8AA1952382}" destId="{A949858D-344E-41C9-9E5B-EDBE4EF8494D}" srcOrd="3" destOrd="0" presId="urn:diagrams.loki3.com/BracketList"/>
    <dgm:cxn modelId="{8FA20DB7-CAE4-4040-8D21-D9B7645478CE}" type="presParOf" srcId="{3DAAA67F-3A42-4681-AB38-691D9A6DEB18}" destId="{0557A6AE-4C95-408E-BF29-8F1CCBDA9B89}" srcOrd="7" destOrd="0" presId="urn:diagrams.loki3.com/BracketList"/>
    <dgm:cxn modelId="{E77FCA5D-453D-4F75-B5CE-308E97868474}" type="presParOf" srcId="{3DAAA67F-3A42-4681-AB38-691D9A6DEB18}" destId="{6468DF0A-1FA7-4DB1-B35E-58178B74BE17}" srcOrd="8" destOrd="0" presId="urn:diagrams.loki3.com/BracketList"/>
    <dgm:cxn modelId="{9F6AA34A-C1DC-460F-B637-E04CD5781F80}" type="presParOf" srcId="{6468DF0A-1FA7-4DB1-B35E-58178B74BE17}" destId="{F57F2A5B-C774-44BE-96AD-F423DF044808}" srcOrd="0" destOrd="0" presId="urn:diagrams.loki3.com/BracketList"/>
    <dgm:cxn modelId="{9C80DBFE-6E56-4068-9587-BA6068FF38BF}" type="presParOf" srcId="{6468DF0A-1FA7-4DB1-B35E-58178B74BE17}" destId="{13A43879-CE88-4467-B1AD-080F481905BF}" srcOrd="1" destOrd="0" presId="urn:diagrams.loki3.com/BracketList"/>
    <dgm:cxn modelId="{1941F258-9C8B-4496-880C-E0F7B97B0F9E}" type="presParOf" srcId="{6468DF0A-1FA7-4DB1-B35E-58178B74BE17}" destId="{31D04C9E-9BF8-4E12-8B09-8D180A3C1C79}" srcOrd="2" destOrd="0" presId="urn:diagrams.loki3.com/BracketList"/>
    <dgm:cxn modelId="{50DD76EA-6E92-4906-911B-E487DED50F2E}" type="presParOf" srcId="{6468DF0A-1FA7-4DB1-B35E-58178B74BE17}" destId="{B6F5EB3D-98A8-4472-B7E6-EB07ABCBEB12}" srcOrd="3" destOrd="0" presId="urn:diagrams.loki3.com/BracketList"/>
    <dgm:cxn modelId="{1C48688F-9AFF-4614-853F-41232FE19326}" type="presParOf" srcId="{3DAAA67F-3A42-4681-AB38-691D9A6DEB18}" destId="{CE110EE4-8F2A-472D-8AC2-7A44B0FB83B7}" srcOrd="9" destOrd="0" presId="urn:diagrams.loki3.com/BracketList"/>
    <dgm:cxn modelId="{64462194-3820-4751-B440-31365AF9B526}" type="presParOf" srcId="{3DAAA67F-3A42-4681-AB38-691D9A6DEB18}" destId="{F9559DB6-E899-485A-97BC-35CC0FDA4C42}" srcOrd="10" destOrd="0" presId="urn:diagrams.loki3.com/BracketList"/>
    <dgm:cxn modelId="{0C0FEAED-8872-4CC5-8AA2-8056E47BDC0F}" type="presParOf" srcId="{F9559DB6-E899-485A-97BC-35CC0FDA4C42}" destId="{10C899B8-CB5D-4E53-A78E-AAB0EA30A6CA}" srcOrd="0" destOrd="0" presId="urn:diagrams.loki3.com/BracketList"/>
    <dgm:cxn modelId="{0CAEAAE8-FE96-4857-8304-F37D7C571C43}" type="presParOf" srcId="{F9559DB6-E899-485A-97BC-35CC0FDA4C42}" destId="{54D36420-B320-4751-AF25-9495701141FA}" srcOrd="1" destOrd="0" presId="urn:diagrams.loki3.com/BracketList"/>
    <dgm:cxn modelId="{27A4FF11-322F-4D1F-B17D-03572616AF77}" type="presParOf" srcId="{F9559DB6-E899-485A-97BC-35CC0FDA4C42}" destId="{F7D512C6-4449-4D32-995C-0C4EC11EC1EE}" srcOrd="2" destOrd="0" presId="urn:diagrams.loki3.com/BracketList"/>
    <dgm:cxn modelId="{5BC735F3-BEB3-4A67-82B5-1EF6C3681681}" type="presParOf" srcId="{F9559DB6-E899-485A-97BC-35CC0FDA4C42}" destId="{E21F195A-1AEB-4D68-9CE7-C2880CC90C6C}" srcOrd="3" destOrd="0" presId="urn:diagrams.loki3.com/BracketList"/>
    <dgm:cxn modelId="{C6871F99-3B57-4009-88C1-7AB64C1E70B8}" type="presParOf" srcId="{3DAAA67F-3A42-4681-AB38-691D9A6DEB18}" destId="{6DBEF81F-064A-444C-A9BF-C1056CC09351}" srcOrd="11" destOrd="0" presId="urn:diagrams.loki3.com/BracketList"/>
    <dgm:cxn modelId="{AA91BC47-622E-47A2-A728-65E5246094EA}" type="presParOf" srcId="{3DAAA67F-3A42-4681-AB38-691D9A6DEB18}" destId="{313B779C-D9B6-4770-996B-EFD378150BDF}" srcOrd="12" destOrd="0" presId="urn:diagrams.loki3.com/BracketList"/>
    <dgm:cxn modelId="{07912E7D-C524-4E00-B774-7524370775AA}" type="presParOf" srcId="{313B779C-D9B6-4770-996B-EFD378150BDF}" destId="{926A831E-61F9-486B-B4B9-7C1FB1E27EEB}" srcOrd="0" destOrd="0" presId="urn:diagrams.loki3.com/BracketList"/>
    <dgm:cxn modelId="{F792BE37-A439-4628-B63F-F1389CE36B43}" type="presParOf" srcId="{313B779C-D9B6-4770-996B-EFD378150BDF}" destId="{2567B5B0-437B-4AD6-8706-EEC96163CFE5}" srcOrd="1" destOrd="0" presId="urn:diagrams.loki3.com/BracketList"/>
    <dgm:cxn modelId="{ED80CB77-69F9-4F06-9D65-A9E2D06B48A8}" type="presParOf" srcId="{313B779C-D9B6-4770-996B-EFD378150BDF}" destId="{671A6E78-44DC-4030-947C-A1266985D52C}" srcOrd="2" destOrd="0" presId="urn:diagrams.loki3.com/BracketList"/>
    <dgm:cxn modelId="{F9DDC9A8-7FD2-4203-AADE-EA8BEAC395D4}" type="presParOf" srcId="{313B779C-D9B6-4770-996B-EFD378150BDF}" destId="{CF87FA44-D80C-4FAE-A114-9C9DAC94D4B6}" srcOrd="3" destOrd="0" presId="urn:diagrams.loki3.com/BracketList"/>
    <dgm:cxn modelId="{7D14367D-B5AD-4093-9AAC-4934243FA051}" type="presParOf" srcId="{3DAAA67F-3A42-4681-AB38-691D9A6DEB18}" destId="{21804655-D217-46A5-B148-6D58D8A7C990}" srcOrd="13" destOrd="0" presId="urn:diagrams.loki3.com/BracketList"/>
    <dgm:cxn modelId="{0B2131CA-7FDC-458C-B2E7-14C6191D3E59}" type="presParOf" srcId="{3DAAA67F-3A42-4681-AB38-691D9A6DEB18}" destId="{25899943-2889-43EA-9060-DACF5DE77A29}" srcOrd="14" destOrd="0" presId="urn:diagrams.loki3.com/BracketList"/>
    <dgm:cxn modelId="{9B1D35C1-988D-4459-89F7-8918B1438FDB}" type="presParOf" srcId="{25899943-2889-43EA-9060-DACF5DE77A29}" destId="{E524407C-6E0D-4BCE-BEFD-67FE12645638}" srcOrd="0" destOrd="0" presId="urn:diagrams.loki3.com/BracketList"/>
    <dgm:cxn modelId="{BFF59250-4148-44EF-BC0C-F7116F1E6F62}" type="presParOf" srcId="{25899943-2889-43EA-9060-DACF5DE77A29}" destId="{CEE87A47-F4C6-4564-B0B0-3D6782947F88}" srcOrd="1" destOrd="0" presId="urn:diagrams.loki3.com/BracketList"/>
    <dgm:cxn modelId="{05418072-E744-4458-94AB-61626B1A9F12}" type="presParOf" srcId="{25899943-2889-43EA-9060-DACF5DE77A29}" destId="{28FDEAE9-E3CC-46DD-83F4-91773F52CD03}" srcOrd="2" destOrd="0" presId="urn:diagrams.loki3.com/BracketList"/>
    <dgm:cxn modelId="{9A88107F-B99E-48C3-B7AC-78F41D839105}" type="presParOf" srcId="{25899943-2889-43EA-9060-DACF5DE77A29}" destId="{F442A93C-37DA-4410-8EEA-F7CE2B74C073}" srcOrd="3" destOrd="0" presId="urn:diagrams.loki3.com/BracketList"/>
    <dgm:cxn modelId="{DBAC7321-A570-4760-AB9C-B39D0A2AF028}" type="presParOf" srcId="{3DAAA67F-3A42-4681-AB38-691D9A6DEB18}" destId="{8C073BE5-82B4-4337-999C-C9D53870D7BF}" srcOrd="15" destOrd="0" presId="urn:diagrams.loki3.com/BracketList"/>
    <dgm:cxn modelId="{3BC1A605-684B-4680-99A8-5AD211FE40A9}" type="presParOf" srcId="{3DAAA67F-3A42-4681-AB38-691D9A6DEB18}" destId="{801AAD07-9CB4-4D63-BA98-47DA3FF83DC8}" srcOrd="16" destOrd="0" presId="urn:diagrams.loki3.com/BracketList"/>
    <dgm:cxn modelId="{1CC5B0B8-1AB9-47D4-8C0A-7C9428FFF992}" type="presParOf" srcId="{801AAD07-9CB4-4D63-BA98-47DA3FF83DC8}" destId="{5F19D1A2-A5C6-4702-9A3A-D0DA60939844}" srcOrd="0" destOrd="0" presId="urn:diagrams.loki3.com/BracketList"/>
    <dgm:cxn modelId="{3FB47966-73BB-4F6D-B34B-EC52266CC5E6}" type="presParOf" srcId="{801AAD07-9CB4-4D63-BA98-47DA3FF83DC8}" destId="{DE9CBB7A-2E05-4358-A38B-10CE3E65ED13}" srcOrd="1" destOrd="0" presId="urn:diagrams.loki3.com/BracketList"/>
    <dgm:cxn modelId="{67E4DA1E-E9AF-4781-89A8-12F37F7C8D29}" type="presParOf" srcId="{801AAD07-9CB4-4D63-BA98-47DA3FF83DC8}" destId="{00DAAE5C-3D6B-45EB-8927-AC9D426DC2DF}" srcOrd="2" destOrd="0" presId="urn:diagrams.loki3.com/BracketList"/>
    <dgm:cxn modelId="{383AE7EA-4E31-4060-AE82-BF559E299AF2}" type="presParOf" srcId="{801AAD07-9CB4-4D63-BA98-47DA3FF83DC8}" destId="{27C8E0F1-ED9D-431D-856A-17244635FC2B}" srcOrd="3" destOrd="0" presId="urn:diagrams.loki3.com/BracketList"/>
    <dgm:cxn modelId="{28DB95D4-54E8-465F-B53E-60CEB5AA0C3A}" type="presParOf" srcId="{3DAAA67F-3A42-4681-AB38-691D9A6DEB18}" destId="{299EB1E2-ACC8-438C-8389-DC307088B060}" srcOrd="17" destOrd="0" presId="urn:diagrams.loki3.com/BracketList"/>
    <dgm:cxn modelId="{BE5417DC-7F26-41D6-A500-EF713E0AAE3C}" type="presParOf" srcId="{3DAAA67F-3A42-4681-AB38-691D9A6DEB18}" destId="{F06C165C-5727-4F10-833B-0D014AE3AC8D}" srcOrd="18" destOrd="0" presId="urn:diagrams.loki3.com/BracketList"/>
    <dgm:cxn modelId="{2D1275B7-9CD4-4DFE-922A-D5580CDA64AB}" type="presParOf" srcId="{F06C165C-5727-4F10-833B-0D014AE3AC8D}" destId="{5A459711-B14D-4517-874C-8B90C8C6B675}" srcOrd="0" destOrd="0" presId="urn:diagrams.loki3.com/BracketList"/>
    <dgm:cxn modelId="{EE542DF1-6C0F-4EE0-9301-2E97F5FAD9BA}" type="presParOf" srcId="{F06C165C-5727-4F10-833B-0D014AE3AC8D}" destId="{CFCA77D7-89D7-4B75-954F-26AE9BEA7662}" srcOrd="1" destOrd="0" presId="urn:diagrams.loki3.com/BracketList"/>
    <dgm:cxn modelId="{5A48BA5E-A34F-43D0-A67B-AFAFC86BD3C1}" type="presParOf" srcId="{F06C165C-5727-4F10-833B-0D014AE3AC8D}" destId="{A573ED80-4650-4117-A745-78D21C86EB17}" srcOrd="2" destOrd="0" presId="urn:diagrams.loki3.com/BracketList"/>
    <dgm:cxn modelId="{3AA8319F-EE5B-412B-A792-620133B7DC50}" type="presParOf" srcId="{F06C165C-5727-4F10-833B-0D014AE3AC8D}" destId="{32E971DB-FF02-4295-BAF9-E83F4F4BBEB6}"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0096CA-B36C-4334-A8CE-FAE04996C10C}" type="doc">
      <dgm:prSet loTypeId="urn:microsoft.com/office/officeart/2005/8/layout/default" loCatId="list" qsTypeId="urn:microsoft.com/office/officeart/2005/8/quickstyle/simple1" qsCatId="simple" csTypeId="urn:microsoft.com/office/officeart/2005/8/colors/accent1_2" csCatId="accent1" phldr="1"/>
      <dgm:spPr/>
      <dgm:t>
        <a:bodyPr/>
        <a:lstStyle/>
        <a:p>
          <a:endParaRPr lang="en-US"/>
        </a:p>
      </dgm:t>
    </dgm:pt>
    <dgm:pt modelId="{8ABA7278-28F0-48A5-8557-BC7B7799FA77}">
      <dgm:prSet phldrT="[Text]"/>
      <dgm:spPr/>
      <dgm:t>
        <a:bodyPr/>
        <a:lstStyle/>
        <a:p>
          <a:r>
            <a:rPr lang="en-US" b="0" i="0" dirty="0"/>
            <a:t>An operating system acts as an intermediary between the user of a computer and computer hardware. </a:t>
          </a:r>
          <a:endParaRPr lang="en-US" dirty="0"/>
        </a:p>
      </dgm:t>
    </dgm:pt>
    <dgm:pt modelId="{B780E766-3196-4E7E-A5A8-82ADC9ABB313}" type="parTrans" cxnId="{18264D4D-69E4-4536-8546-2BCCB80989D5}">
      <dgm:prSet/>
      <dgm:spPr/>
      <dgm:t>
        <a:bodyPr/>
        <a:lstStyle/>
        <a:p>
          <a:endParaRPr lang="en-US"/>
        </a:p>
      </dgm:t>
    </dgm:pt>
    <dgm:pt modelId="{809CF7F0-9EC5-4F03-BDAC-A7E7AA96BA51}" type="sibTrans" cxnId="{18264D4D-69E4-4536-8546-2BCCB80989D5}">
      <dgm:prSet/>
      <dgm:spPr/>
      <dgm:t>
        <a:bodyPr/>
        <a:lstStyle/>
        <a:p>
          <a:endParaRPr lang="en-US"/>
        </a:p>
      </dgm:t>
    </dgm:pt>
    <dgm:pt modelId="{0EC439BA-8C68-425E-94CA-2FE54B535126}">
      <dgm:prSet phldrT="[Text]"/>
      <dgm:spPr>
        <a:solidFill>
          <a:srgbClr val="C00000"/>
        </a:solidFill>
      </dgm:spPr>
      <dgm:t>
        <a:bodyPr/>
        <a:lstStyle/>
        <a:p>
          <a:r>
            <a:rPr lang="en-US" b="0" i="0" dirty="0"/>
            <a:t>It is an interface between computer hardware and user. </a:t>
          </a:r>
          <a:endParaRPr lang="en-US" dirty="0"/>
        </a:p>
      </dgm:t>
    </dgm:pt>
    <dgm:pt modelId="{815EAFBF-2688-490A-BA9C-DB03888E8701}" type="parTrans" cxnId="{162E3E89-574A-4E2E-B034-E3FD1190E463}">
      <dgm:prSet/>
      <dgm:spPr/>
      <dgm:t>
        <a:bodyPr/>
        <a:lstStyle/>
        <a:p>
          <a:endParaRPr lang="en-US"/>
        </a:p>
      </dgm:t>
    </dgm:pt>
    <dgm:pt modelId="{6505766F-22D7-4AF5-ADA0-F73532AA8376}" type="sibTrans" cxnId="{162E3E89-574A-4E2E-B034-E3FD1190E463}">
      <dgm:prSet/>
      <dgm:spPr/>
      <dgm:t>
        <a:bodyPr/>
        <a:lstStyle/>
        <a:p>
          <a:endParaRPr lang="en-US"/>
        </a:p>
      </dgm:t>
    </dgm:pt>
    <dgm:pt modelId="{CD5A85FE-9130-4317-A677-1AB5C28C8A04}">
      <dgm:prSet phldrT="[Text]"/>
      <dgm:spPr>
        <a:solidFill>
          <a:srgbClr val="00B050"/>
        </a:solidFill>
      </dgm:spPr>
      <dgm:t>
        <a:bodyPr/>
        <a:lstStyle/>
        <a:p>
          <a:r>
            <a:rPr lang="en-US" b="0" i="0"/>
            <a:t>The </a:t>
          </a:r>
          <a:r>
            <a:rPr lang="en-US" b="0" i="0" dirty="0"/>
            <a:t>purpose of an operating system is to provide an environment in which a user can execute programs conveniently and efficiently.</a:t>
          </a:r>
          <a:endParaRPr lang="en-US" dirty="0"/>
        </a:p>
      </dgm:t>
    </dgm:pt>
    <dgm:pt modelId="{1C0CE022-C6EF-412C-9052-F20362ABF6B3}" type="parTrans" cxnId="{5FA3ED6F-3A3A-40F7-B01C-4A4B025F5C49}">
      <dgm:prSet/>
      <dgm:spPr/>
      <dgm:t>
        <a:bodyPr/>
        <a:lstStyle/>
        <a:p>
          <a:endParaRPr lang="en-US"/>
        </a:p>
      </dgm:t>
    </dgm:pt>
    <dgm:pt modelId="{2804262C-11B8-4D65-A0A9-704E3CAEA446}" type="sibTrans" cxnId="{5FA3ED6F-3A3A-40F7-B01C-4A4B025F5C49}">
      <dgm:prSet/>
      <dgm:spPr/>
      <dgm:t>
        <a:bodyPr/>
        <a:lstStyle/>
        <a:p>
          <a:endParaRPr lang="en-US"/>
        </a:p>
      </dgm:t>
    </dgm:pt>
    <dgm:pt modelId="{2030DF29-3CF3-419E-BAC8-684E9935F07A}" type="pres">
      <dgm:prSet presAssocID="{EE0096CA-B36C-4334-A8CE-FAE04996C10C}" presName="diagram" presStyleCnt="0">
        <dgm:presLayoutVars>
          <dgm:dir/>
          <dgm:resizeHandles val="exact"/>
        </dgm:presLayoutVars>
      </dgm:prSet>
      <dgm:spPr/>
    </dgm:pt>
    <dgm:pt modelId="{964F7C87-6F48-4013-87B0-A6DF592ED51F}" type="pres">
      <dgm:prSet presAssocID="{8ABA7278-28F0-48A5-8557-BC7B7799FA77}" presName="node" presStyleLbl="node1" presStyleIdx="0" presStyleCnt="3">
        <dgm:presLayoutVars>
          <dgm:bulletEnabled val="1"/>
        </dgm:presLayoutVars>
      </dgm:prSet>
      <dgm:spPr/>
    </dgm:pt>
    <dgm:pt modelId="{A60B5D04-F64A-4A87-9E0A-AFC8F3E82E93}" type="pres">
      <dgm:prSet presAssocID="{809CF7F0-9EC5-4F03-BDAC-A7E7AA96BA51}" presName="sibTrans" presStyleCnt="0"/>
      <dgm:spPr/>
    </dgm:pt>
    <dgm:pt modelId="{60C1B2D5-7059-4AAF-96E4-15173A02C31D}" type="pres">
      <dgm:prSet presAssocID="{0EC439BA-8C68-425E-94CA-2FE54B535126}" presName="node" presStyleLbl="node1" presStyleIdx="1" presStyleCnt="3">
        <dgm:presLayoutVars>
          <dgm:bulletEnabled val="1"/>
        </dgm:presLayoutVars>
      </dgm:prSet>
      <dgm:spPr/>
    </dgm:pt>
    <dgm:pt modelId="{9DA56448-A7C5-447F-B42C-3F448C042071}" type="pres">
      <dgm:prSet presAssocID="{6505766F-22D7-4AF5-ADA0-F73532AA8376}" presName="sibTrans" presStyleCnt="0"/>
      <dgm:spPr/>
    </dgm:pt>
    <dgm:pt modelId="{0805C536-1778-459A-BC1E-6FD64E8D6AA5}" type="pres">
      <dgm:prSet presAssocID="{CD5A85FE-9130-4317-A677-1AB5C28C8A04}" presName="node" presStyleLbl="node1" presStyleIdx="2" presStyleCnt="3">
        <dgm:presLayoutVars>
          <dgm:bulletEnabled val="1"/>
        </dgm:presLayoutVars>
      </dgm:prSet>
      <dgm:spPr/>
    </dgm:pt>
  </dgm:ptLst>
  <dgm:cxnLst>
    <dgm:cxn modelId="{E1A66A20-A496-441C-AF2E-A233A3099AA4}" type="presOf" srcId="{8ABA7278-28F0-48A5-8557-BC7B7799FA77}" destId="{964F7C87-6F48-4013-87B0-A6DF592ED51F}" srcOrd="0" destOrd="0" presId="urn:microsoft.com/office/officeart/2005/8/layout/default"/>
    <dgm:cxn modelId="{18264D4D-69E4-4536-8546-2BCCB80989D5}" srcId="{EE0096CA-B36C-4334-A8CE-FAE04996C10C}" destId="{8ABA7278-28F0-48A5-8557-BC7B7799FA77}" srcOrd="0" destOrd="0" parTransId="{B780E766-3196-4E7E-A5A8-82ADC9ABB313}" sibTransId="{809CF7F0-9EC5-4F03-BDAC-A7E7AA96BA51}"/>
    <dgm:cxn modelId="{5FA3ED6F-3A3A-40F7-B01C-4A4B025F5C49}" srcId="{EE0096CA-B36C-4334-A8CE-FAE04996C10C}" destId="{CD5A85FE-9130-4317-A677-1AB5C28C8A04}" srcOrd="2" destOrd="0" parTransId="{1C0CE022-C6EF-412C-9052-F20362ABF6B3}" sibTransId="{2804262C-11B8-4D65-A0A9-704E3CAEA446}"/>
    <dgm:cxn modelId="{9E75FF75-7E16-49AB-B2F8-D086A6B186BD}" type="presOf" srcId="{CD5A85FE-9130-4317-A677-1AB5C28C8A04}" destId="{0805C536-1778-459A-BC1E-6FD64E8D6AA5}" srcOrd="0" destOrd="0" presId="urn:microsoft.com/office/officeart/2005/8/layout/default"/>
    <dgm:cxn modelId="{A8ABAE7F-0384-4573-B295-ABD69F41CC44}" type="presOf" srcId="{0EC439BA-8C68-425E-94CA-2FE54B535126}" destId="{60C1B2D5-7059-4AAF-96E4-15173A02C31D}" srcOrd="0" destOrd="0" presId="urn:microsoft.com/office/officeart/2005/8/layout/default"/>
    <dgm:cxn modelId="{162E3E89-574A-4E2E-B034-E3FD1190E463}" srcId="{EE0096CA-B36C-4334-A8CE-FAE04996C10C}" destId="{0EC439BA-8C68-425E-94CA-2FE54B535126}" srcOrd="1" destOrd="0" parTransId="{815EAFBF-2688-490A-BA9C-DB03888E8701}" sibTransId="{6505766F-22D7-4AF5-ADA0-F73532AA8376}"/>
    <dgm:cxn modelId="{B9325CF3-48A1-4A59-90DC-418A1D4C6C47}" type="presOf" srcId="{EE0096CA-B36C-4334-A8CE-FAE04996C10C}" destId="{2030DF29-3CF3-419E-BAC8-684E9935F07A}" srcOrd="0" destOrd="0" presId="urn:microsoft.com/office/officeart/2005/8/layout/default"/>
    <dgm:cxn modelId="{AB77199F-1BB6-45E5-8320-0DFE9BE70047}" type="presParOf" srcId="{2030DF29-3CF3-419E-BAC8-684E9935F07A}" destId="{964F7C87-6F48-4013-87B0-A6DF592ED51F}" srcOrd="0" destOrd="0" presId="urn:microsoft.com/office/officeart/2005/8/layout/default"/>
    <dgm:cxn modelId="{25D6E86B-B90A-4FEB-AFF0-FCAE51C013BF}" type="presParOf" srcId="{2030DF29-3CF3-419E-BAC8-684E9935F07A}" destId="{A60B5D04-F64A-4A87-9E0A-AFC8F3E82E93}" srcOrd="1" destOrd="0" presId="urn:microsoft.com/office/officeart/2005/8/layout/default"/>
    <dgm:cxn modelId="{85B1C503-34DC-43AE-B098-3D68F9C0FEAD}" type="presParOf" srcId="{2030DF29-3CF3-419E-BAC8-684E9935F07A}" destId="{60C1B2D5-7059-4AAF-96E4-15173A02C31D}" srcOrd="2" destOrd="0" presId="urn:microsoft.com/office/officeart/2005/8/layout/default"/>
    <dgm:cxn modelId="{670B0EE7-CF14-4837-9DAA-1544A8E433F2}" type="presParOf" srcId="{2030DF29-3CF3-419E-BAC8-684E9935F07A}" destId="{9DA56448-A7C5-447F-B42C-3F448C042071}" srcOrd="3" destOrd="0" presId="urn:microsoft.com/office/officeart/2005/8/layout/default"/>
    <dgm:cxn modelId="{C4FB1472-5C6C-496A-A638-BE64721FC416}" type="presParOf" srcId="{2030DF29-3CF3-419E-BAC8-684E9935F07A}" destId="{0805C536-1778-459A-BC1E-6FD64E8D6AA5}" srcOrd="4"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E0096CA-B36C-4334-A8CE-FAE04996C10C}" type="doc">
      <dgm:prSet loTypeId="urn:microsoft.com/office/officeart/2005/8/layout/list1" loCatId="list" qsTypeId="urn:microsoft.com/office/officeart/2005/8/quickstyle/simple1" qsCatId="simple" csTypeId="urn:microsoft.com/office/officeart/2005/8/colors/colorful2" csCatId="colorful" phldr="1"/>
      <dgm:spPr/>
      <dgm:t>
        <a:bodyPr/>
        <a:lstStyle/>
        <a:p>
          <a:endParaRPr lang="en-US"/>
        </a:p>
      </dgm:t>
    </dgm:pt>
    <dgm:pt modelId="{8ABA7278-28F0-48A5-8557-BC7B7799FA77}">
      <dgm:prSet phldrT="[Text]" custT="1"/>
      <dgm:spPr/>
      <dgm:t>
        <a:bodyPr/>
        <a:lstStyle/>
        <a:p>
          <a:r>
            <a:rPr lang="en-US" sz="2000" b="0" i="0" dirty="0"/>
            <a:t>Batch OS</a:t>
          </a:r>
          <a:endParaRPr lang="en-US" sz="2000" dirty="0"/>
        </a:p>
      </dgm:t>
    </dgm:pt>
    <dgm:pt modelId="{B780E766-3196-4E7E-A5A8-82ADC9ABB313}" type="parTrans" cxnId="{18264D4D-69E4-4536-8546-2BCCB80989D5}">
      <dgm:prSet/>
      <dgm:spPr/>
      <dgm:t>
        <a:bodyPr/>
        <a:lstStyle/>
        <a:p>
          <a:endParaRPr lang="en-US" sz="2400"/>
        </a:p>
      </dgm:t>
    </dgm:pt>
    <dgm:pt modelId="{809CF7F0-9EC5-4F03-BDAC-A7E7AA96BA51}" type="sibTrans" cxnId="{18264D4D-69E4-4536-8546-2BCCB80989D5}">
      <dgm:prSet/>
      <dgm:spPr/>
      <dgm:t>
        <a:bodyPr/>
        <a:lstStyle/>
        <a:p>
          <a:endParaRPr lang="en-US" sz="2400"/>
        </a:p>
      </dgm:t>
    </dgm:pt>
    <dgm:pt modelId="{8109DD49-59BB-4E86-9754-32AEA6C97515}">
      <dgm:prSet custT="1"/>
      <dgm:spPr/>
      <dgm:t>
        <a:bodyPr/>
        <a:lstStyle/>
        <a:p>
          <a:pPr>
            <a:buFont typeface="Arial" panose="020B0604020202020204" pitchFamily="34" charset="0"/>
            <a:buChar char="•"/>
          </a:pPr>
          <a:r>
            <a:rPr lang="pt-BR" sz="2000" b="0" i="0" dirty="0"/>
            <a:t>Multi-programmed OS</a:t>
          </a:r>
        </a:p>
      </dgm:t>
    </dgm:pt>
    <dgm:pt modelId="{059B1116-8522-42B8-BAE8-2A78696AF683}" type="parTrans" cxnId="{C39F417F-4D56-42AE-895A-49587BB842B8}">
      <dgm:prSet/>
      <dgm:spPr/>
      <dgm:t>
        <a:bodyPr/>
        <a:lstStyle/>
        <a:p>
          <a:endParaRPr lang="en-US" sz="2400"/>
        </a:p>
      </dgm:t>
    </dgm:pt>
    <dgm:pt modelId="{ECDC82CC-B5E6-4951-9C3D-9C6E0337DD9B}" type="sibTrans" cxnId="{C39F417F-4D56-42AE-895A-49587BB842B8}">
      <dgm:prSet/>
      <dgm:spPr/>
      <dgm:t>
        <a:bodyPr/>
        <a:lstStyle/>
        <a:p>
          <a:endParaRPr lang="en-US" sz="2400"/>
        </a:p>
      </dgm:t>
    </dgm:pt>
    <dgm:pt modelId="{D86ACF03-B7C5-4599-A40D-A90D26346D85}">
      <dgm:prSet custT="1"/>
      <dgm:spPr/>
      <dgm:t>
        <a:bodyPr/>
        <a:lstStyle/>
        <a:p>
          <a:pPr>
            <a:buFont typeface="Arial" panose="020B0604020202020204" pitchFamily="34" charset="0"/>
            <a:buChar char="•"/>
          </a:pPr>
          <a:r>
            <a:rPr lang="en-US" sz="2000" b="0" i="0" dirty="0"/>
            <a:t>Timesharing OS</a:t>
          </a:r>
        </a:p>
      </dgm:t>
    </dgm:pt>
    <dgm:pt modelId="{4B4DB7DD-4121-4571-A21A-27B51FCAB004}" type="parTrans" cxnId="{4CC991C9-5806-479F-AB18-2DC80EBE9FAF}">
      <dgm:prSet/>
      <dgm:spPr/>
      <dgm:t>
        <a:bodyPr/>
        <a:lstStyle/>
        <a:p>
          <a:endParaRPr lang="en-US" sz="2400"/>
        </a:p>
      </dgm:t>
    </dgm:pt>
    <dgm:pt modelId="{B9D573B1-79EF-41E5-8706-B95E8F6C763E}" type="sibTrans" cxnId="{4CC991C9-5806-479F-AB18-2DC80EBE9FAF}">
      <dgm:prSet/>
      <dgm:spPr/>
      <dgm:t>
        <a:bodyPr/>
        <a:lstStyle/>
        <a:p>
          <a:endParaRPr lang="en-US" sz="2400"/>
        </a:p>
      </dgm:t>
    </dgm:pt>
    <dgm:pt modelId="{BFE8B602-5A93-4088-85C5-C528F96E1B4E}">
      <dgm:prSet custT="1"/>
      <dgm:spPr/>
      <dgm:t>
        <a:bodyPr/>
        <a:lstStyle/>
        <a:p>
          <a:pPr>
            <a:buFont typeface="Arial" panose="020B0604020202020204" pitchFamily="34" charset="0"/>
            <a:buChar char="•"/>
          </a:pPr>
          <a:r>
            <a:rPr lang="pt-BR" sz="2000" b="0" i="0" dirty="0"/>
            <a:t>Real-Time OS</a:t>
          </a:r>
        </a:p>
      </dgm:t>
    </dgm:pt>
    <dgm:pt modelId="{600D29F0-537F-4C64-8017-B8ACBB07F04C}" type="parTrans" cxnId="{1C1C53F1-D6C5-45C4-B75B-5A2C2C9D3290}">
      <dgm:prSet/>
      <dgm:spPr/>
      <dgm:t>
        <a:bodyPr/>
        <a:lstStyle/>
        <a:p>
          <a:endParaRPr lang="en-US" sz="2400"/>
        </a:p>
      </dgm:t>
    </dgm:pt>
    <dgm:pt modelId="{27D7C7FF-F6BB-4E92-BCD6-C149D00AB52E}" type="sibTrans" cxnId="{1C1C53F1-D6C5-45C4-B75B-5A2C2C9D3290}">
      <dgm:prSet/>
      <dgm:spPr/>
      <dgm:t>
        <a:bodyPr/>
        <a:lstStyle/>
        <a:p>
          <a:endParaRPr lang="en-US" sz="2400"/>
        </a:p>
      </dgm:t>
    </dgm:pt>
    <dgm:pt modelId="{9AA9866A-6575-4AD0-9EDC-166A7EBE1882}">
      <dgm:prSet custT="1"/>
      <dgm:spPr/>
      <dgm:t>
        <a:bodyPr/>
        <a:lstStyle/>
        <a:p>
          <a:pPr>
            <a:buFont typeface="Arial" panose="020B0604020202020204" pitchFamily="34" charset="0"/>
            <a:buChar char="•"/>
          </a:pPr>
          <a:r>
            <a:rPr lang="pt-BR" sz="2000" b="0" i="0" dirty="0"/>
            <a:t>Distributed OS</a:t>
          </a:r>
        </a:p>
      </dgm:t>
    </dgm:pt>
    <dgm:pt modelId="{C8A6190F-F7F4-4FBB-8330-54EC6EC9C862}" type="parTrans" cxnId="{A5D3CA29-AC1D-4116-82D2-6B0B8B03E925}">
      <dgm:prSet/>
      <dgm:spPr/>
      <dgm:t>
        <a:bodyPr/>
        <a:lstStyle/>
        <a:p>
          <a:endParaRPr lang="en-US" sz="2400"/>
        </a:p>
      </dgm:t>
    </dgm:pt>
    <dgm:pt modelId="{01697E8F-4C66-4533-A6B5-FCF8687B09DA}" type="sibTrans" cxnId="{A5D3CA29-AC1D-4116-82D2-6B0B8B03E925}">
      <dgm:prSet/>
      <dgm:spPr/>
      <dgm:t>
        <a:bodyPr/>
        <a:lstStyle/>
        <a:p>
          <a:endParaRPr lang="en-US" sz="2400"/>
        </a:p>
      </dgm:t>
    </dgm:pt>
    <dgm:pt modelId="{3A01A841-0E0C-471C-B929-1D895AD10B40}">
      <dgm:prSet phldrT="[Text]" custT="1"/>
      <dgm:spPr/>
      <dgm:t>
        <a:bodyPr/>
        <a:lstStyle/>
        <a:p>
          <a:r>
            <a:rPr lang="en-US" sz="2000" b="0" i="0" dirty="0"/>
            <a:t>(e.g. Transactions Process, Payroll System, etc.)</a:t>
          </a:r>
          <a:endParaRPr lang="en-US" sz="2000" dirty="0"/>
        </a:p>
      </dgm:t>
    </dgm:pt>
    <dgm:pt modelId="{3FFDB445-DFF0-461F-9B7A-3EE2A26916EC}" type="parTrans" cxnId="{130320B7-F446-4FE8-B4A3-568CB16D3C8C}">
      <dgm:prSet/>
      <dgm:spPr/>
      <dgm:t>
        <a:bodyPr/>
        <a:lstStyle/>
        <a:p>
          <a:endParaRPr lang="en-US" sz="2400"/>
        </a:p>
      </dgm:t>
    </dgm:pt>
    <dgm:pt modelId="{58C9A2E5-E52F-4C51-BD84-4DD2BFF91643}" type="sibTrans" cxnId="{130320B7-F446-4FE8-B4A3-568CB16D3C8C}">
      <dgm:prSet/>
      <dgm:spPr/>
      <dgm:t>
        <a:bodyPr/>
        <a:lstStyle/>
        <a:p>
          <a:endParaRPr lang="en-US" sz="2400"/>
        </a:p>
      </dgm:t>
    </dgm:pt>
    <dgm:pt modelId="{307E8A2C-6A3B-4E5E-A431-3BD7C972B8CA}">
      <dgm:prSet custT="1"/>
      <dgm:spPr/>
      <dgm:t>
        <a:bodyPr/>
        <a:lstStyle/>
        <a:p>
          <a:pPr>
            <a:buFont typeface="Arial" panose="020B0604020202020204" pitchFamily="34" charset="0"/>
            <a:buChar char="•"/>
          </a:pPr>
          <a:r>
            <a:rPr lang="pt-BR" sz="2000" b="0" i="0" dirty="0"/>
            <a:t>(e.g. Windows, UNIX, macOS, etc.)</a:t>
          </a:r>
        </a:p>
      </dgm:t>
    </dgm:pt>
    <dgm:pt modelId="{8F41D71A-4AE1-4D11-8ADB-A31588788FD1}" type="parTrans" cxnId="{314330E2-136B-49D1-9C6D-CBEBC0A744B2}">
      <dgm:prSet/>
      <dgm:spPr/>
      <dgm:t>
        <a:bodyPr/>
        <a:lstStyle/>
        <a:p>
          <a:endParaRPr lang="en-US" sz="2400"/>
        </a:p>
      </dgm:t>
    </dgm:pt>
    <dgm:pt modelId="{5C4E305F-021D-40FC-A953-AF53E71B264C}" type="sibTrans" cxnId="{314330E2-136B-49D1-9C6D-CBEBC0A744B2}">
      <dgm:prSet/>
      <dgm:spPr/>
      <dgm:t>
        <a:bodyPr/>
        <a:lstStyle/>
        <a:p>
          <a:endParaRPr lang="en-US" sz="2400"/>
        </a:p>
      </dgm:t>
    </dgm:pt>
    <dgm:pt modelId="{E0105B57-8067-46AB-BFEB-C28F0DFBC4AB}">
      <dgm:prSet custT="1"/>
      <dgm:spPr/>
      <dgm:t>
        <a:bodyPr/>
        <a:lstStyle/>
        <a:p>
          <a:pPr>
            <a:buFont typeface="Arial" panose="020B0604020202020204" pitchFamily="34" charset="0"/>
            <a:buChar char="•"/>
          </a:pPr>
          <a:r>
            <a:rPr lang="en-US" sz="2000" b="0" i="0" dirty="0"/>
            <a:t>(e.g. Multics, Linux, etc.)</a:t>
          </a:r>
        </a:p>
      </dgm:t>
    </dgm:pt>
    <dgm:pt modelId="{F8CB647C-238E-4D7D-947D-DB52EF32B789}" type="parTrans" cxnId="{B27CDE1A-CE24-4D8B-BEF7-0202F2815E80}">
      <dgm:prSet/>
      <dgm:spPr/>
      <dgm:t>
        <a:bodyPr/>
        <a:lstStyle/>
        <a:p>
          <a:endParaRPr lang="en-US" sz="2400"/>
        </a:p>
      </dgm:t>
    </dgm:pt>
    <dgm:pt modelId="{A2EB01AD-05DB-4B8C-A2B8-FD2D9FE2C4AC}" type="sibTrans" cxnId="{B27CDE1A-CE24-4D8B-BEF7-0202F2815E80}">
      <dgm:prSet/>
      <dgm:spPr/>
      <dgm:t>
        <a:bodyPr/>
        <a:lstStyle/>
        <a:p>
          <a:endParaRPr lang="en-US" sz="2400"/>
        </a:p>
      </dgm:t>
    </dgm:pt>
    <dgm:pt modelId="{F1209347-12A1-45E3-AE7F-662F8E5414E6}">
      <dgm:prSet custT="1"/>
      <dgm:spPr/>
      <dgm:t>
        <a:bodyPr/>
        <a:lstStyle/>
        <a:p>
          <a:pPr>
            <a:buFont typeface="Arial" panose="020B0604020202020204" pitchFamily="34" charset="0"/>
            <a:buChar char="•"/>
          </a:pPr>
          <a:r>
            <a:rPr lang="pt-BR" sz="2000" b="0" i="0" dirty="0"/>
            <a:t>(e.g. PSOS, VRTX, etc.)</a:t>
          </a:r>
        </a:p>
      </dgm:t>
    </dgm:pt>
    <dgm:pt modelId="{FB9E528A-C0DE-4D77-ABFD-064693C29A77}" type="parTrans" cxnId="{10F72D8A-CF2B-44FE-9BE9-237DF02847AF}">
      <dgm:prSet/>
      <dgm:spPr/>
      <dgm:t>
        <a:bodyPr/>
        <a:lstStyle/>
        <a:p>
          <a:endParaRPr lang="en-US" sz="2400"/>
        </a:p>
      </dgm:t>
    </dgm:pt>
    <dgm:pt modelId="{894E0C89-3A6A-4D1D-B9E9-22C46896DBCE}" type="sibTrans" cxnId="{10F72D8A-CF2B-44FE-9BE9-237DF02847AF}">
      <dgm:prSet/>
      <dgm:spPr/>
      <dgm:t>
        <a:bodyPr/>
        <a:lstStyle/>
        <a:p>
          <a:endParaRPr lang="en-US" sz="2400"/>
        </a:p>
      </dgm:t>
    </dgm:pt>
    <dgm:pt modelId="{9BAE629F-EAC5-48F4-AD3E-C3B47AAEF525}">
      <dgm:prSet custT="1"/>
      <dgm:spPr/>
      <dgm:t>
        <a:bodyPr/>
        <a:lstStyle/>
        <a:p>
          <a:pPr>
            <a:buFont typeface="Arial" panose="020B0604020202020204" pitchFamily="34" charset="0"/>
            <a:buChar char="•"/>
          </a:pPr>
          <a:r>
            <a:rPr lang="pt-BR" sz="2000" b="0" i="0"/>
            <a:t>(</a:t>
          </a:r>
          <a:r>
            <a:rPr lang="pt-BR" sz="2000" b="0" i="0" dirty="0"/>
            <a:t>e.g. LOCUS, Solaris, etc.)</a:t>
          </a:r>
        </a:p>
      </dgm:t>
    </dgm:pt>
    <dgm:pt modelId="{1981A37F-2420-4A1B-A2BE-1E8CD2A313FC}" type="parTrans" cxnId="{3927A2F9-F5A3-43DD-9EFC-8F1A13CC1A52}">
      <dgm:prSet/>
      <dgm:spPr/>
      <dgm:t>
        <a:bodyPr/>
        <a:lstStyle/>
        <a:p>
          <a:endParaRPr lang="en-US" sz="2400"/>
        </a:p>
      </dgm:t>
    </dgm:pt>
    <dgm:pt modelId="{FA22E978-FF0E-4572-9BA8-6EC1F9B98341}" type="sibTrans" cxnId="{3927A2F9-F5A3-43DD-9EFC-8F1A13CC1A52}">
      <dgm:prSet/>
      <dgm:spPr/>
      <dgm:t>
        <a:bodyPr/>
        <a:lstStyle/>
        <a:p>
          <a:endParaRPr lang="en-US" sz="2400"/>
        </a:p>
      </dgm:t>
    </dgm:pt>
    <dgm:pt modelId="{43210FD3-8523-4675-A2F8-A9D7097A9E7F}" type="pres">
      <dgm:prSet presAssocID="{EE0096CA-B36C-4334-A8CE-FAE04996C10C}" presName="linear" presStyleCnt="0">
        <dgm:presLayoutVars>
          <dgm:dir/>
          <dgm:animLvl val="lvl"/>
          <dgm:resizeHandles val="exact"/>
        </dgm:presLayoutVars>
      </dgm:prSet>
      <dgm:spPr/>
    </dgm:pt>
    <dgm:pt modelId="{D9697EE8-2AED-4375-833E-2E7B7ABCA3C9}" type="pres">
      <dgm:prSet presAssocID="{8ABA7278-28F0-48A5-8557-BC7B7799FA77}" presName="parentLin" presStyleCnt="0"/>
      <dgm:spPr/>
    </dgm:pt>
    <dgm:pt modelId="{456EA0CD-128C-453E-9C78-28F8E1C38737}" type="pres">
      <dgm:prSet presAssocID="{8ABA7278-28F0-48A5-8557-BC7B7799FA77}" presName="parentLeftMargin" presStyleLbl="node1" presStyleIdx="0" presStyleCnt="5"/>
      <dgm:spPr/>
    </dgm:pt>
    <dgm:pt modelId="{05CBC86D-7A5D-4CF1-A9BA-D717550D950A}" type="pres">
      <dgm:prSet presAssocID="{8ABA7278-28F0-48A5-8557-BC7B7799FA77}" presName="parentText" presStyleLbl="node1" presStyleIdx="0" presStyleCnt="5">
        <dgm:presLayoutVars>
          <dgm:chMax val="0"/>
          <dgm:bulletEnabled val="1"/>
        </dgm:presLayoutVars>
      </dgm:prSet>
      <dgm:spPr/>
    </dgm:pt>
    <dgm:pt modelId="{AAC13F23-37FB-47DE-B3E1-57EA1073F2CB}" type="pres">
      <dgm:prSet presAssocID="{8ABA7278-28F0-48A5-8557-BC7B7799FA77}" presName="negativeSpace" presStyleCnt="0"/>
      <dgm:spPr/>
    </dgm:pt>
    <dgm:pt modelId="{4495E43A-6765-47E6-AD88-528107FB0D72}" type="pres">
      <dgm:prSet presAssocID="{8ABA7278-28F0-48A5-8557-BC7B7799FA77}" presName="childText" presStyleLbl="conFgAcc1" presStyleIdx="0" presStyleCnt="5">
        <dgm:presLayoutVars>
          <dgm:bulletEnabled val="1"/>
        </dgm:presLayoutVars>
      </dgm:prSet>
      <dgm:spPr/>
    </dgm:pt>
    <dgm:pt modelId="{85BC92DD-966D-4617-9981-15F0B5837B4E}" type="pres">
      <dgm:prSet presAssocID="{809CF7F0-9EC5-4F03-BDAC-A7E7AA96BA51}" presName="spaceBetweenRectangles" presStyleCnt="0"/>
      <dgm:spPr/>
    </dgm:pt>
    <dgm:pt modelId="{E99F65D4-779D-47A9-844D-63A55A432FB2}" type="pres">
      <dgm:prSet presAssocID="{8109DD49-59BB-4E86-9754-32AEA6C97515}" presName="parentLin" presStyleCnt="0"/>
      <dgm:spPr/>
    </dgm:pt>
    <dgm:pt modelId="{34F8FB1E-09D9-4E14-8C63-87B3BD790C08}" type="pres">
      <dgm:prSet presAssocID="{8109DD49-59BB-4E86-9754-32AEA6C97515}" presName="parentLeftMargin" presStyleLbl="node1" presStyleIdx="0" presStyleCnt="5"/>
      <dgm:spPr/>
    </dgm:pt>
    <dgm:pt modelId="{255C1DE5-4FA3-4ABB-B6F9-8F86DB3DFE59}" type="pres">
      <dgm:prSet presAssocID="{8109DD49-59BB-4E86-9754-32AEA6C97515}" presName="parentText" presStyleLbl="node1" presStyleIdx="1" presStyleCnt="5">
        <dgm:presLayoutVars>
          <dgm:chMax val="0"/>
          <dgm:bulletEnabled val="1"/>
        </dgm:presLayoutVars>
      </dgm:prSet>
      <dgm:spPr/>
    </dgm:pt>
    <dgm:pt modelId="{1146B879-467A-4C32-AB93-E60736508CFD}" type="pres">
      <dgm:prSet presAssocID="{8109DD49-59BB-4E86-9754-32AEA6C97515}" presName="negativeSpace" presStyleCnt="0"/>
      <dgm:spPr/>
    </dgm:pt>
    <dgm:pt modelId="{C695A253-9DEE-4957-B43C-2F6D0E2F28B6}" type="pres">
      <dgm:prSet presAssocID="{8109DD49-59BB-4E86-9754-32AEA6C97515}" presName="childText" presStyleLbl="conFgAcc1" presStyleIdx="1" presStyleCnt="5">
        <dgm:presLayoutVars>
          <dgm:bulletEnabled val="1"/>
        </dgm:presLayoutVars>
      </dgm:prSet>
      <dgm:spPr/>
    </dgm:pt>
    <dgm:pt modelId="{F2CDDD49-76F4-4C63-A4F0-3CC11ECB7851}" type="pres">
      <dgm:prSet presAssocID="{ECDC82CC-B5E6-4951-9C3D-9C6E0337DD9B}" presName="spaceBetweenRectangles" presStyleCnt="0"/>
      <dgm:spPr/>
    </dgm:pt>
    <dgm:pt modelId="{A9A2D92E-2588-40E7-ABFB-E4D79705E8BD}" type="pres">
      <dgm:prSet presAssocID="{D86ACF03-B7C5-4599-A40D-A90D26346D85}" presName="parentLin" presStyleCnt="0"/>
      <dgm:spPr/>
    </dgm:pt>
    <dgm:pt modelId="{482AEA0B-9436-4370-BBC9-2DF88A90096A}" type="pres">
      <dgm:prSet presAssocID="{D86ACF03-B7C5-4599-A40D-A90D26346D85}" presName="parentLeftMargin" presStyleLbl="node1" presStyleIdx="1" presStyleCnt="5"/>
      <dgm:spPr/>
    </dgm:pt>
    <dgm:pt modelId="{E1B25F37-D222-4BE2-807D-E451AFDBC41D}" type="pres">
      <dgm:prSet presAssocID="{D86ACF03-B7C5-4599-A40D-A90D26346D85}" presName="parentText" presStyleLbl="node1" presStyleIdx="2" presStyleCnt="5">
        <dgm:presLayoutVars>
          <dgm:chMax val="0"/>
          <dgm:bulletEnabled val="1"/>
        </dgm:presLayoutVars>
      </dgm:prSet>
      <dgm:spPr/>
    </dgm:pt>
    <dgm:pt modelId="{6D0CE90C-EAE7-41B2-816E-4FA648ACE97D}" type="pres">
      <dgm:prSet presAssocID="{D86ACF03-B7C5-4599-A40D-A90D26346D85}" presName="negativeSpace" presStyleCnt="0"/>
      <dgm:spPr/>
    </dgm:pt>
    <dgm:pt modelId="{06F6A6FB-5032-4FD1-8B9F-FED8B39811C6}" type="pres">
      <dgm:prSet presAssocID="{D86ACF03-B7C5-4599-A40D-A90D26346D85}" presName="childText" presStyleLbl="conFgAcc1" presStyleIdx="2" presStyleCnt="5">
        <dgm:presLayoutVars>
          <dgm:bulletEnabled val="1"/>
        </dgm:presLayoutVars>
      </dgm:prSet>
      <dgm:spPr/>
    </dgm:pt>
    <dgm:pt modelId="{93BB3BBA-4363-4516-8C11-5429AAE11337}" type="pres">
      <dgm:prSet presAssocID="{B9D573B1-79EF-41E5-8706-B95E8F6C763E}" presName="spaceBetweenRectangles" presStyleCnt="0"/>
      <dgm:spPr/>
    </dgm:pt>
    <dgm:pt modelId="{72E92EB6-6A36-4D6C-805B-96D7160FAA6A}" type="pres">
      <dgm:prSet presAssocID="{BFE8B602-5A93-4088-85C5-C528F96E1B4E}" presName="parentLin" presStyleCnt="0"/>
      <dgm:spPr/>
    </dgm:pt>
    <dgm:pt modelId="{7C650B90-609B-4BE1-B36A-E97C0BBB8438}" type="pres">
      <dgm:prSet presAssocID="{BFE8B602-5A93-4088-85C5-C528F96E1B4E}" presName="parentLeftMargin" presStyleLbl="node1" presStyleIdx="2" presStyleCnt="5"/>
      <dgm:spPr/>
    </dgm:pt>
    <dgm:pt modelId="{9E874329-28C7-4CD3-8E56-A5FB8F75A3D3}" type="pres">
      <dgm:prSet presAssocID="{BFE8B602-5A93-4088-85C5-C528F96E1B4E}" presName="parentText" presStyleLbl="node1" presStyleIdx="3" presStyleCnt="5">
        <dgm:presLayoutVars>
          <dgm:chMax val="0"/>
          <dgm:bulletEnabled val="1"/>
        </dgm:presLayoutVars>
      </dgm:prSet>
      <dgm:spPr/>
    </dgm:pt>
    <dgm:pt modelId="{D3323075-1BEA-4194-AD28-CCA61997B988}" type="pres">
      <dgm:prSet presAssocID="{BFE8B602-5A93-4088-85C5-C528F96E1B4E}" presName="negativeSpace" presStyleCnt="0"/>
      <dgm:spPr/>
    </dgm:pt>
    <dgm:pt modelId="{067004DC-8343-4636-A31A-45F784FDA0BD}" type="pres">
      <dgm:prSet presAssocID="{BFE8B602-5A93-4088-85C5-C528F96E1B4E}" presName="childText" presStyleLbl="conFgAcc1" presStyleIdx="3" presStyleCnt="5">
        <dgm:presLayoutVars>
          <dgm:bulletEnabled val="1"/>
        </dgm:presLayoutVars>
      </dgm:prSet>
      <dgm:spPr/>
    </dgm:pt>
    <dgm:pt modelId="{2128BBF0-5B13-4163-890E-E992D84F9CB9}" type="pres">
      <dgm:prSet presAssocID="{27D7C7FF-F6BB-4E92-BCD6-C149D00AB52E}" presName="spaceBetweenRectangles" presStyleCnt="0"/>
      <dgm:spPr/>
    </dgm:pt>
    <dgm:pt modelId="{04CB0C06-6A80-46D6-BEEE-42CC40C741F6}" type="pres">
      <dgm:prSet presAssocID="{9AA9866A-6575-4AD0-9EDC-166A7EBE1882}" presName="parentLin" presStyleCnt="0"/>
      <dgm:spPr/>
    </dgm:pt>
    <dgm:pt modelId="{24682868-7C20-4A0C-AF98-36533926940C}" type="pres">
      <dgm:prSet presAssocID="{9AA9866A-6575-4AD0-9EDC-166A7EBE1882}" presName="parentLeftMargin" presStyleLbl="node1" presStyleIdx="3" presStyleCnt="5"/>
      <dgm:spPr/>
    </dgm:pt>
    <dgm:pt modelId="{E381ACF6-1160-45FE-B54B-49227151AC56}" type="pres">
      <dgm:prSet presAssocID="{9AA9866A-6575-4AD0-9EDC-166A7EBE1882}" presName="parentText" presStyleLbl="node1" presStyleIdx="4" presStyleCnt="5">
        <dgm:presLayoutVars>
          <dgm:chMax val="0"/>
          <dgm:bulletEnabled val="1"/>
        </dgm:presLayoutVars>
      </dgm:prSet>
      <dgm:spPr/>
    </dgm:pt>
    <dgm:pt modelId="{A07DA166-3230-4C02-8B56-5E4441C6BBF1}" type="pres">
      <dgm:prSet presAssocID="{9AA9866A-6575-4AD0-9EDC-166A7EBE1882}" presName="negativeSpace" presStyleCnt="0"/>
      <dgm:spPr/>
    </dgm:pt>
    <dgm:pt modelId="{CA476C61-1EC6-4B60-8009-A1B5B4F4585D}" type="pres">
      <dgm:prSet presAssocID="{9AA9866A-6575-4AD0-9EDC-166A7EBE1882}" presName="childText" presStyleLbl="conFgAcc1" presStyleIdx="4" presStyleCnt="5">
        <dgm:presLayoutVars>
          <dgm:bulletEnabled val="1"/>
        </dgm:presLayoutVars>
      </dgm:prSet>
      <dgm:spPr/>
    </dgm:pt>
  </dgm:ptLst>
  <dgm:cxnLst>
    <dgm:cxn modelId="{E6995018-799A-4B08-8811-959DA9D8D121}" type="presOf" srcId="{EE0096CA-B36C-4334-A8CE-FAE04996C10C}" destId="{43210FD3-8523-4675-A2F8-A9D7097A9E7F}" srcOrd="0" destOrd="0" presId="urn:microsoft.com/office/officeart/2005/8/layout/list1"/>
    <dgm:cxn modelId="{B27CDE1A-CE24-4D8B-BEF7-0202F2815E80}" srcId="{D86ACF03-B7C5-4599-A40D-A90D26346D85}" destId="{E0105B57-8067-46AB-BFEB-C28F0DFBC4AB}" srcOrd="0" destOrd="0" parTransId="{F8CB647C-238E-4D7D-947D-DB52EF32B789}" sibTransId="{A2EB01AD-05DB-4B8C-A2B8-FD2D9FE2C4AC}"/>
    <dgm:cxn modelId="{A4E67D23-5500-478D-B048-28C6AC7E2C46}" type="presOf" srcId="{BFE8B602-5A93-4088-85C5-C528F96E1B4E}" destId="{7C650B90-609B-4BE1-B36A-E97C0BBB8438}" srcOrd="0" destOrd="0" presId="urn:microsoft.com/office/officeart/2005/8/layout/list1"/>
    <dgm:cxn modelId="{A5D3CA29-AC1D-4116-82D2-6B0B8B03E925}" srcId="{EE0096CA-B36C-4334-A8CE-FAE04996C10C}" destId="{9AA9866A-6575-4AD0-9EDC-166A7EBE1882}" srcOrd="4" destOrd="0" parTransId="{C8A6190F-F7F4-4FBB-8330-54EC6EC9C862}" sibTransId="{01697E8F-4C66-4533-A6B5-FCF8687B09DA}"/>
    <dgm:cxn modelId="{B8A9185B-CA4F-42E8-82F6-D201DB9B0D66}" type="presOf" srcId="{E0105B57-8067-46AB-BFEB-C28F0DFBC4AB}" destId="{06F6A6FB-5032-4FD1-8B9F-FED8B39811C6}" srcOrd="0" destOrd="0" presId="urn:microsoft.com/office/officeart/2005/8/layout/list1"/>
    <dgm:cxn modelId="{45CCD35E-A63D-418B-AB9D-018BEE742761}" type="presOf" srcId="{307E8A2C-6A3B-4E5E-A431-3BD7C972B8CA}" destId="{C695A253-9DEE-4957-B43C-2F6D0E2F28B6}" srcOrd="0" destOrd="0" presId="urn:microsoft.com/office/officeart/2005/8/layout/list1"/>
    <dgm:cxn modelId="{71FF2765-62DE-45E7-A843-1E6478655809}" type="presOf" srcId="{9AA9866A-6575-4AD0-9EDC-166A7EBE1882}" destId="{E381ACF6-1160-45FE-B54B-49227151AC56}" srcOrd="1" destOrd="0" presId="urn:microsoft.com/office/officeart/2005/8/layout/list1"/>
    <dgm:cxn modelId="{7A109568-3744-4EBB-87BF-70667CB2BE27}" type="presOf" srcId="{9BAE629F-EAC5-48F4-AD3E-C3B47AAEF525}" destId="{CA476C61-1EC6-4B60-8009-A1B5B4F4585D}" srcOrd="0" destOrd="0" presId="urn:microsoft.com/office/officeart/2005/8/layout/list1"/>
    <dgm:cxn modelId="{18264D4D-69E4-4536-8546-2BCCB80989D5}" srcId="{EE0096CA-B36C-4334-A8CE-FAE04996C10C}" destId="{8ABA7278-28F0-48A5-8557-BC7B7799FA77}" srcOrd="0" destOrd="0" parTransId="{B780E766-3196-4E7E-A5A8-82ADC9ABB313}" sibTransId="{809CF7F0-9EC5-4F03-BDAC-A7E7AA96BA51}"/>
    <dgm:cxn modelId="{44FF3B4F-975F-4528-A18C-89D81D3BA7E8}" type="presOf" srcId="{BFE8B602-5A93-4088-85C5-C528F96E1B4E}" destId="{9E874329-28C7-4CD3-8E56-A5FB8F75A3D3}" srcOrd="1" destOrd="0" presId="urn:microsoft.com/office/officeart/2005/8/layout/list1"/>
    <dgm:cxn modelId="{3154766F-9C8A-4075-9D9A-80B195D87A0F}" type="presOf" srcId="{3A01A841-0E0C-471C-B929-1D895AD10B40}" destId="{4495E43A-6765-47E6-AD88-528107FB0D72}" srcOrd="0" destOrd="0" presId="urn:microsoft.com/office/officeart/2005/8/layout/list1"/>
    <dgm:cxn modelId="{75DD6A70-6852-420A-8D09-640C799C6876}" type="presOf" srcId="{8109DD49-59BB-4E86-9754-32AEA6C97515}" destId="{255C1DE5-4FA3-4ABB-B6F9-8F86DB3DFE59}" srcOrd="1" destOrd="0" presId="urn:microsoft.com/office/officeart/2005/8/layout/list1"/>
    <dgm:cxn modelId="{C39F417F-4D56-42AE-895A-49587BB842B8}" srcId="{EE0096CA-B36C-4334-A8CE-FAE04996C10C}" destId="{8109DD49-59BB-4E86-9754-32AEA6C97515}" srcOrd="1" destOrd="0" parTransId="{059B1116-8522-42B8-BAE8-2A78696AF683}" sibTransId="{ECDC82CC-B5E6-4951-9C3D-9C6E0337DD9B}"/>
    <dgm:cxn modelId="{10F72D8A-CF2B-44FE-9BE9-237DF02847AF}" srcId="{BFE8B602-5A93-4088-85C5-C528F96E1B4E}" destId="{F1209347-12A1-45E3-AE7F-662F8E5414E6}" srcOrd="0" destOrd="0" parTransId="{FB9E528A-C0DE-4D77-ABFD-064693C29A77}" sibTransId="{894E0C89-3A6A-4D1D-B9E9-22C46896DBCE}"/>
    <dgm:cxn modelId="{F5128FA9-AC48-41AD-BC6F-7C8AFF2AC404}" type="presOf" srcId="{D86ACF03-B7C5-4599-A40D-A90D26346D85}" destId="{482AEA0B-9436-4370-BBC9-2DF88A90096A}" srcOrd="0" destOrd="0" presId="urn:microsoft.com/office/officeart/2005/8/layout/list1"/>
    <dgm:cxn modelId="{130320B7-F446-4FE8-B4A3-568CB16D3C8C}" srcId="{8ABA7278-28F0-48A5-8557-BC7B7799FA77}" destId="{3A01A841-0E0C-471C-B929-1D895AD10B40}" srcOrd="0" destOrd="0" parTransId="{3FFDB445-DFF0-461F-9B7A-3EE2A26916EC}" sibTransId="{58C9A2E5-E52F-4C51-BD84-4DD2BFF91643}"/>
    <dgm:cxn modelId="{4CC991C9-5806-479F-AB18-2DC80EBE9FAF}" srcId="{EE0096CA-B36C-4334-A8CE-FAE04996C10C}" destId="{D86ACF03-B7C5-4599-A40D-A90D26346D85}" srcOrd="2" destOrd="0" parTransId="{4B4DB7DD-4121-4571-A21A-27B51FCAB004}" sibTransId="{B9D573B1-79EF-41E5-8706-B95E8F6C763E}"/>
    <dgm:cxn modelId="{AB9F78D2-69E6-42D4-81AF-B10EC3D1F0C7}" type="presOf" srcId="{F1209347-12A1-45E3-AE7F-662F8E5414E6}" destId="{067004DC-8343-4636-A31A-45F784FDA0BD}" srcOrd="0" destOrd="0" presId="urn:microsoft.com/office/officeart/2005/8/layout/list1"/>
    <dgm:cxn modelId="{3534D2D5-ED80-4F48-86ED-ABA08A27D9FC}" type="presOf" srcId="{8ABA7278-28F0-48A5-8557-BC7B7799FA77}" destId="{05CBC86D-7A5D-4CF1-A9BA-D717550D950A}" srcOrd="1" destOrd="0" presId="urn:microsoft.com/office/officeart/2005/8/layout/list1"/>
    <dgm:cxn modelId="{AA4A23E0-8AFD-44B2-97A0-777E112C1C94}" type="presOf" srcId="{9AA9866A-6575-4AD0-9EDC-166A7EBE1882}" destId="{24682868-7C20-4A0C-AF98-36533926940C}" srcOrd="0" destOrd="0" presId="urn:microsoft.com/office/officeart/2005/8/layout/list1"/>
    <dgm:cxn modelId="{314330E2-136B-49D1-9C6D-CBEBC0A744B2}" srcId="{8109DD49-59BB-4E86-9754-32AEA6C97515}" destId="{307E8A2C-6A3B-4E5E-A431-3BD7C972B8CA}" srcOrd="0" destOrd="0" parTransId="{8F41D71A-4AE1-4D11-8ADB-A31588788FD1}" sibTransId="{5C4E305F-021D-40FC-A953-AF53E71B264C}"/>
    <dgm:cxn modelId="{15FF2BF0-3D18-4E53-9DDA-3BE6DA8D9570}" type="presOf" srcId="{8ABA7278-28F0-48A5-8557-BC7B7799FA77}" destId="{456EA0CD-128C-453E-9C78-28F8E1C38737}" srcOrd="0" destOrd="0" presId="urn:microsoft.com/office/officeart/2005/8/layout/list1"/>
    <dgm:cxn modelId="{1C1C53F1-D6C5-45C4-B75B-5A2C2C9D3290}" srcId="{EE0096CA-B36C-4334-A8CE-FAE04996C10C}" destId="{BFE8B602-5A93-4088-85C5-C528F96E1B4E}" srcOrd="3" destOrd="0" parTransId="{600D29F0-537F-4C64-8017-B8ACBB07F04C}" sibTransId="{27D7C7FF-F6BB-4E92-BCD6-C149D00AB52E}"/>
    <dgm:cxn modelId="{3927A2F9-F5A3-43DD-9EFC-8F1A13CC1A52}" srcId="{9AA9866A-6575-4AD0-9EDC-166A7EBE1882}" destId="{9BAE629F-EAC5-48F4-AD3E-C3B47AAEF525}" srcOrd="0" destOrd="0" parTransId="{1981A37F-2420-4A1B-A2BE-1E8CD2A313FC}" sibTransId="{FA22E978-FF0E-4572-9BA8-6EC1F9B98341}"/>
    <dgm:cxn modelId="{B32A75FA-3C07-47E6-8A99-B3F3C537FE8E}" type="presOf" srcId="{8109DD49-59BB-4E86-9754-32AEA6C97515}" destId="{34F8FB1E-09D9-4E14-8C63-87B3BD790C08}" srcOrd="0" destOrd="0" presId="urn:microsoft.com/office/officeart/2005/8/layout/list1"/>
    <dgm:cxn modelId="{8A89E9FA-DFCC-49BD-B9BE-9B11C4E87C26}" type="presOf" srcId="{D86ACF03-B7C5-4599-A40D-A90D26346D85}" destId="{E1B25F37-D222-4BE2-807D-E451AFDBC41D}" srcOrd="1" destOrd="0" presId="urn:microsoft.com/office/officeart/2005/8/layout/list1"/>
    <dgm:cxn modelId="{254D838C-7C43-4C5C-8185-382268C72828}" type="presParOf" srcId="{43210FD3-8523-4675-A2F8-A9D7097A9E7F}" destId="{D9697EE8-2AED-4375-833E-2E7B7ABCA3C9}" srcOrd="0" destOrd="0" presId="urn:microsoft.com/office/officeart/2005/8/layout/list1"/>
    <dgm:cxn modelId="{B4051899-7A86-446C-8162-5DFFADDC8ED6}" type="presParOf" srcId="{D9697EE8-2AED-4375-833E-2E7B7ABCA3C9}" destId="{456EA0CD-128C-453E-9C78-28F8E1C38737}" srcOrd="0" destOrd="0" presId="urn:microsoft.com/office/officeart/2005/8/layout/list1"/>
    <dgm:cxn modelId="{175325D9-EDFE-42AC-9CB3-E2D41520623A}" type="presParOf" srcId="{D9697EE8-2AED-4375-833E-2E7B7ABCA3C9}" destId="{05CBC86D-7A5D-4CF1-A9BA-D717550D950A}" srcOrd="1" destOrd="0" presId="urn:microsoft.com/office/officeart/2005/8/layout/list1"/>
    <dgm:cxn modelId="{78909845-37C7-46BD-BDD1-185FC69278A5}" type="presParOf" srcId="{43210FD3-8523-4675-A2F8-A9D7097A9E7F}" destId="{AAC13F23-37FB-47DE-B3E1-57EA1073F2CB}" srcOrd="1" destOrd="0" presId="urn:microsoft.com/office/officeart/2005/8/layout/list1"/>
    <dgm:cxn modelId="{AD893A59-DA41-4699-83C7-95500106160A}" type="presParOf" srcId="{43210FD3-8523-4675-A2F8-A9D7097A9E7F}" destId="{4495E43A-6765-47E6-AD88-528107FB0D72}" srcOrd="2" destOrd="0" presId="urn:microsoft.com/office/officeart/2005/8/layout/list1"/>
    <dgm:cxn modelId="{7F30A931-F3D0-486B-A2A3-0A129F014051}" type="presParOf" srcId="{43210FD3-8523-4675-A2F8-A9D7097A9E7F}" destId="{85BC92DD-966D-4617-9981-15F0B5837B4E}" srcOrd="3" destOrd="0" presId="urn:microsoft.com/office/officeart/2005/8/layout/list1"/>
    <dgm:cxn modelId="{37CBFBD4-A8F9-469E-92F9-92A71BF62EC4}" type="presParOf" srcId="{43210FD3-8523-4675-A2F8-A9D7097A9E7F}" destId="{E99F65D4-779D-47A9-844D-63A55A432FB2}" srcOrd="4" destOrd="0" presId="urn:microsoft.com/office/officeart/2005/8/layout/list1"/>
    <dgm:cxn modelId="{71E4443E-3345-442F-A69F-C3690ABE1009}" type="presParOf" srcId="{E99F65D4-779D-47A9-844D-63A55A432FB2}" destId="{34F8FB1E-09D9-4E14-8C63-87B3BD790C08}" srcOrd="0" destOrd="0" presId="urn:microsoft.com/office/officeart/2005/8/layout/list1"/>
    <dgm:cxn modelId="{20FE5D74-5474-4441-BA40-5016C30C9DF4}" type="presParOf" srcId="{E99F65D4-779D-47A9-844D-63A55A432FB2}" destId="{255C1DE5-4FA3-4ABB-B6F9-8F86DB3DFE59}" srcOrd="1" destOrd="0" presId="urn:microsoft.com/office/officeart/2005/8/layout/list1"/>
    <dgm:cxn modelId="{9B36D367-DB4F-477E-A57D-7975B8C38270}" type="presParOf" srcId="{43210FD3-8523-4675-A2F8-A9D7097A9E7F}" destId="{1146B879-467A-4C32-AB93-E60736508CFD}" srcOrd="5" destOrd="0" presId="urn:microsoft.com/office/officeart/2005/8/layout/list1"/>
    <dgm:cxn modelId="{8A649D0F-1CE2-4129-850D-DBD369D3E907}" type="presParOf" srcId="{43210FD3-8523-4675-A2F8-A9D7097A9E7F}" destId="{C695A253-9DEE-4957-B43C-2F6D0E2F28B6}" srcOrd="6" destOrd="0" presId="urn:microsoft.com/office/officeart/2005/8/layout/list1"/>
    <dgm:cxn modelId="{D7251800-B18E-4C47-98A6-35183E482578}" type="presParOf" srcId="{43210FD3-8523-4675-A2F8-A9D7097A9E7F}" destId="{F2CDDD49-76F4-4C63-A4F0-3CC11ECB7851}" srcOrd="7" destOrd="0" presId="urn:microsoft.com/office/officeart/2005/8/layout/list1"/>
    <dgm:cxn modelId="{251AB646-C78E-40FA-9DFE-AB69175E31AD}" type="presParOf" srcId="{43210FD3-8523-4675-A2F8-A9D7097A9E7F}" destId="{A9A2D92E-2588-40E7-ABFB-E4D79705E8BD}" srcOrd="8" destOrd="0" presId="urn:microsoft.com/office/officeart/2005/8/layout/list1"/>
    <dgm:cxn modelId="{9F4991A6-D4C5-4633-9F57-0DFD82B0FC30}" type="presParOf" srcId="{A9A2D92E-2588-40E7-ABFB-E4D79705E8BD}" destId="{482AEA0B-9436-4370-BBC9-2DF88A90096A}" srcOrd="0" destOrd="0" presId="urn:microsoft.com/office/officeart/2005/8/layout/list1"/>
    <dgm:cxn modelId="{18C9E727-074A-48FC-9E2F-829E552C4FB3}" type="presParOf" srcId="{A9A2D92E-2588-40E7-ABFB-E4D79705E8BD}" destId="{E1B25F37-D222-4BE2-807D-E451AFDBC41D}" srcOrd="1" destOrd="0" presId="urn:microsoft.com/office/officeart/2005/8/layout/list1"/>
    <dgm:cxn modelId="{24520507-B460-4F9C-9472-DA7439DD6053}" type="presParOf" srcId="{43210FD3-8523-4675-A2F8-A9D7097A9E7F}" destId="{6D0CE90C-EAE7-41B2-816E-4FA648ACE97D}" srcOrd="9" destOrd="0" presId="urn:microsoft.com/office/officeart/2005/8/layout/list1"/>
    <dgm:cxn modelId="{55A8B307-5B0C-4A4E-8576-0136FD99D9CF}" type="presParOf" srcId="{43210FD3-8523-4675-A2F8-A9D7097A9E7F}" destId="{06F6A6FB-5032-4FD1-8B9F-FED8B39811C6}" srcOrd="10" destOrd="0" presId="urn:microsoft.com/office/officeart/2005/8/layout/list1"/>
    <dgm:cxn modelId="{7C6CBE73-4A84-43D4-956B-35775A439918}" type="presParOf" srcId="{43210FD3-8523-4675-A2F8-A9D7097A9E7F}" destId="{93BB3BBA-4363-4516-8C11-5429AAE11337}" srcOrd="11" destOrd="0" presId="urn:microsoft.com/office/officeart/2005/8/layout/list1"/>
    <dgm:cxn modelId="{A505CB75-6520-4F3A-9948-9E07521FDACB}" type="presParOf" srcId="{43210FD3-8523-4675-A2F8-A9D7097A9E7F}" destId="{72E92EB6-6A36-4D6C-805B-96D7160FAA6A}" srcOrd="12" destOrd="0" presId="urn:microsoft.com/office/officeart/2005/8/layout/list1"/>
    <dgm:cxn modelId="{1D84A467-AE8D-4303-ABE7-69E4972B5CC9}" type="presParOf" srcId="{72E92EB6-6A36-4D6C-805B-96D7160FAA6A}" destId="{7C650B90-609B-4BE1-B36A-E97C0BBB8438}" srcOrd="0" destOrd="0" presId="urn:microsoft.com/office/officeart/2005/8/layout/list1"/>
    <dgm:cxn modelId="{08D9E94E-5F2D-49AC-8704-3FD90500B394}" type="presParOf" srcId="{72E92EB6-6A36-4D6C-805B-96D7160FAA6A}" destId="{9E874329-28C7-4CD3-8E56-A5FB8F75A3D3}" srcOrd="1" destOrd="0" presId="urn:microsoft.com/office/officeart/2005/8/layout/list1"/>
    <dgm:cxn modelId="{AE698695-36C1-41EC-809E-5BDE19B56615}" type="presParOf" srcId="{43210FD3-8523-4675-A2F8-A9D7097A9E7F}" destId="{D3323075-1BEA-4194-AD28-CCA61997B988}" srcOrd="13" destOrd="0" presId="urn:microsoft.com/office/officeart/2005/8/layout/list1"/>
    <dgm:cxn modelId="{64D4B4CB-70B1-46D5-BB03-7F1103E63750}" type="presParOf" srcId="{43210FD3-8523-4675-A2F8-A9D7097A9E7F}" destId="{067004DC-8343-4636-A31A-45F784FDA0BD}" srcOrd="14" destOrd="0" presId="urn:microsoft.com/office/officeart/2005/8/layout/list1"/>
    <dgm:cxn modelId="{3950897C-BE99-44BF-BAB0-7ED28F8C7FF0}" type="presParOf" srcId="{43210FD3-8523-4675-A2F8-A9D7097A9E7F}" destId="{2128BBF0-5B13-4163-890E-E992D84F9CB9}" srcOrd="15" destOrd="0" presId="urn:microsoft.com/office/officeart/2005/8/layout/list1"/>
    <dgm:cxn modelId="{B36C8364-680D-42F0-964E-BC6FEA41BB64}" type="presParOf" srcId="{43210FD3-8523-4675-A2F8-A9D7097A9E7F}" destId="{04CB0C06-6A80-46D6-BEEE-42CC40C741F6}" srcOrd="16" destOrd="0" presId="urn:microsoft.com/office/officeart/2005/8/layout/list1"/>
    <dgm:cxn modelId="{E9D800A6-2B63-4649-BF98-F04D8102756C}" type="presParOf" srcId="{04CB0C06-6A80-46D6-BEEE-42CC40C741F6}" destId="{24682868-7C20-4A0C-AF98-36533926940C}" srcOrd="0" destOrd="0" presId="urn:microsoft.com/office/officeart/2005/8/layout/list1"/>
    <dgm:cxn modelId="{7DA71C9D-A121-4DD3-8E56-8391ED3429AD}" type="presParOf" srcId="{04CB0C06-6A80-46D6-BEEE-42CC40C741F6}" destId="{E381ACF6-1160-45FE-B54B-49227151AC56}" srcOrd="1" destOrd="0" presId="urn:microsoft.com/office/officeart/2005/8/layout/list1"/>
    <dgm:cxn modelId="{DA627A45-E28A-43C6-A726-FD5E394F20C1}" type="presParOf" srcId="{43210FD3-8523-4675-A2F8-A9D7097A9E7F}" destId="{A07DA166-3230-4C02-8B56-5E4441C6BBF1}" srcOrd="17" destOrd="0" presId="urn:microsoft.com/office/officeart/2005/8/layout/list1"/>
    <dgm:cxn modelId="{05065E86-BC29-4ECC-8658-C95A16F057A1}" type="presParOf" srcId="{43210FD3-8523-4675-A2F8-A9D7097A9E7F}" destId="{CA476C61-1EC6-4B60-8009-A1B5B4F4585D}" srcOrd="18"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E0096CA-B36C-4334-A8CE-FAE04996C10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en-US"/>
        </a:p>
      </dgm:t>
    </dgm:pt>
    <dgm:pt modelId="{8ABA7278-28F0-48A5-8557-BC7B7799FA77}">
      <dgm:prSet phldrT="[Text]" custT="1"/>
      <dgm:spPr/>
      <dgm:t>
        <a:bodyPr/>
        <a:lstStyle/>
        <a:p>
          <a:r>
            <a:rPr lang="en-US" sz="1600" b="1" i="0" dirty="0"/>
            <a:t>Resource Management: </a:t>
          </a:r>
          <a:endParaRPr lang="en-US" sz="1600" dirty="0"/>
        </a:p>
      </dgm:t>
    </dgm:pt>
    <dgm:pt modelId="{B780E766-3196-4E7E-A5A8-82ADC9ABB313}" type="parTrans" cxnId="{18264D4D-69E4-4536-8546-2BCCB80989D5}">
      <dgm:prSet/>
      <dgm:spPr/>
      <dgm:t>
        <a:bodyPr/>
        <a:lstStyle/>
        <a:p>
          <a:endParaRPr lang="en-US"/>
        </a:p>
      </dgm:t>
    </dgm:pt>
    <dgm:pt modelId="{809CF7F0-9EC5-4F03-BDAC-A7E7AA96BA51}" type="sibTrans" cxnId="{18264D4D-69E4-4536-8546-2BCCB80989D5}">
      <dgm:prSet/>
      <dgm:spPr/>
      <dgm:t>
        <a:bodyPr/>
        <a:lstStyle/>
        <a:p>
          <a:endParaRPr lang="en-US"/>
        </a:p>
      </dgm:t>
    </dgm:pt>
    <dgm:pt modelId="{ADFA8B84-179D-46C7-AFDC-FB1000ABA0F8}">
      <dgm:prSet custT="1"/>
      <dgm:spPr/>
      <dgm:t>
        <a:bodyPr/>
        <a:lstStyle/>
        <a:p>
          <a:pPr>
            <a:buFont typeface="Arial" panose="020B0604020202020204" pitchFamily="34" charset="0"/>
            <a:buChar char="•"/>
          </a:pPr>
          <a:r>
            <a:rPr lang="en-US" sz="1600" b="1" i="0" dirty="0"/>
            <a:t>Process Management: </a:t>
          </a:r>
          <a:endParaRPr lang="en-US" sz="1600" b="0" i="0" dirty="0"/>
        </a:p>
      </dgm:t>
    </dgm:pt>
    <dgm:pt modelId="{CE260751-8761-4A93-B23F-5C3775187FD9}" type="parTrans" cxnId="{3FA84E2A-352F-4C2B-9990-3094CDB5D61C}">
      <dgm:prSet/>
      <dgm:spPr/>
      <dgm:t>
        <a:bodyPr/>
        <a:lstStyle/>
        <a:p>
          <a:endParaRPr lang="en-US"/>
        </a:p>
      </dgm:t>
    </dgm:pt>
    <dgm:pt modelId="{C6652EBE-6105-4791-BD48-8ED162A13A93}" type="sibTrans" cxnId="{3FA84E2A-352F-4C2B-9990-3094CDB5D61C}">
      <dgm:prSet/>
      <dgm:spPr/>
      <dgm:t>
        <a:bodyPr/>
        <a:lstStyle/>
        <a:p>
          <a:endParaRPr lang="en-US"/>
        </a:p>
      </dgm:t>
    </dgm:pt>
    <dgm:pt modelId="{5F31F2C9-A70A-4E5B-A661-407327310DDE}">
      <dgm:prSet custT="1"/>
      <dgm:spPr/>
      <dgm:t>
        <a:bodyPr/>
        <a:lstStyle/>
        <a:p>
          <a:pPr>
            <a:buFont typeface="Arial" panose="020B0604020202020204" pitchFamily="34" charset="0"/>
            <a:buChar char="•"/>
          </a:pPr>
          <a:r>
            <a:rPr lang="en-US" sz="1600" b="1" i="0" dirty="0"/>
            <a:t>Storage Management: </a:t>
          </a:r>
          <a:endParaRPr lang="en-US" sz="1600" b="0" i="0" dirty="0"/>
        </a:p>
      </dgm:t>
    </dgm:pt>
    <dgm:pt modelId="{5F1DC3D5-BEFE-4AFF-9AF6-05E12EEC5139}" type="parTrans" cxnId="{4B4F7A5A-A9C3-445F-B515-C4FCF68F3DA7}">
      <dgm:prSet/>
      <dgm:spPr/>
      <dgm:t>
        <a:bodyPr/>
        <a:lstStyle/>
        <a:p>
          <a:endParaRPr lang="en-US"/>
        </a:p>
      </dgm:t>
    </dgm:pt>
    <dgm:pt modelId="{C3EFA3FA-5B6B-4437-B701-91EEE2E736BC}" type="sibTrans" cxnId="{4B4F7A5A-A9C3-445F-B515-C4FCF68F3DA7}">
      <dgm:prSet/>
      <dgm:spPr/>
      <dgm:t>
        <a:bodyPr/>
        <a:lstStyle/>
        <a:p>
          <a:endParaRPr lang="en-US"/>
        </a:p>
      </dgm:t>
    </dgm:pt>
    <dgm:pt modelId="{F2128352-2D31-4FDC-BB29-524F6CA430A2}">
      <dgm:prSet custT="1"/>
      <dgm:spPr/>
      <dgm:t>
        <a:bodyPr/>
        <a:lstStyle/>
        <a:p>
          <a:pPr>
            <a:buFont typeface="Arial" panose="020B0604020202020204" pitchFamily="34" charset="0"/>
            <a:buChar char="•"/>
          </a:pPr>
          <a:r>
            <a:rPr lang="en-US" sz="1600" b="1" i="0" dirty="0"/>
            <a:t>Memory Management: </a:t>
          </a:r>
          <a:endParaRPr lang="en-US" sz="1600" b="0" i="0" dirty="0"/>
        </a:p>
      </dgm:t>
    </dgm:pt>
    <dgm:pt modelId="{5BA83B36-8CCF-4966-8505-9AE142195846}" type="parTrans" cxnId="{727B38ED-74E7-4FCD-9146-97F257E22DD1}">
      <dgm:prSet/>
      <dgm:spPr/>
      <dgm:t>
        <a:bodyPr/>
        <a:lstStyle/>
        <a:p>
          <a:endParaRPr lang="en-US"/>
        </a:p>
      </dgm:t>
    </dgm:pt>
    <dgm:pt modelId="{8C6A1F75-6FB1-4DF9-BACD-2A47609EFA2A}" type="sibTrans" cxnId="{727B38ED-74E7-4FCD-9146-97F257E22DD1}">
      <dgm:prSet/>
      <dgm:spPr/>
      <dgm:t>
        <a:bodyPr/>
        <a:lstStyle/>
        <a:p>
          <a:endParaRPr lang="en-US"/>
        </a:p>
      </dgm:t>
    </dgm:pt>
    <dgm:pt modelId="{18B991A9-32DD-48D1-9AF7-5BC4CC2277D7}">
      <dgm:prSet custT="1"/>
      <dgm:spPr/>
      <dgm:t>
        <a:bodyPr/>
        <a:lstStyle/>
        <a:p>
          <a:pPr>
            <a:buFont typeface="Arial" panose="020B0604020202020204" pitchFamily="34" charset="0"/>
            <a:buChar char="•"/>
          </a:pPr>
          <a:r>
            <a:rPr lang="en-US" sz="1500" b="1" i="0" dirty="0"/>
            <a:t>Security/Privacy Management: </a:t>
          </a:r>
          <a:endParaRPr lang="en-US" sz="1500" b="0" i="0" dirty="0"/>
        </a:p>
      </dgm:t>
    </dgm:pt>
    <dgm:pt modelId="{89C90C3C-4185-4EEB-825E-158E70947386}" type="parTrans" cxnId="{A43015E2-5FF8-427F-B3AA-874DD0E3DC78}">
      <dgm:prSet/>
      <dgm:spPr/>
      <dgm:t>
        <a:bodyPr/>
        <a:lstStyle/>
        <a:p>
          <a:endParaRPr lang="en-US"/>
        </a:p>
      </dgm:t>
    </dgm:pt>
    <dgm:pt modelId="{EF17D16D-A84E-4687-9958-2A34DFA978BA}" type="sibTrans" cxnId="{A43015E2-5FF8-427F-B3AA-874DD0E3DC78}">
      <dgm:prSet/>
      <dgm:spPr/>
      <dgm:t>
        <a:bodyPr/>
        <a:lstStyle/>
        <a:p>
          <a:endParaRPr lang="en-US"/>
        </a:p>
      </dgm:t>
    </dgm:pt>
    <dgm:pt modelId="{63B1ED97-B7D0-43A4-99A6-D85AEB892974}">
      <dgm:prSet phldrT="[Text]"/>
      <dgm:spPr/>
      <dgm:t>
        <a:bodyPr/>
        <a:lstStyle/>
        <a:p>
          <a:r>
            <a:rPr lang="en-US" b="0" i="0" dirty="0"/>
            <a:t>When multiple users are accessing the system, the OS works as a Resource Manager. Its responsibility is to provide hardware to the user. It decreases the load in the system.</a:t>
          </a:r>
          <a:endParaRPr lang="en-US" dirty="0"/>
        </a:p>
      </dgm:t>
    </dgm:pt>
    <dgm:pt modelId="{8BFC9CD1-89EA-47A6-A667-CAA2522AC9FA}" type="parTrans" cxnId="{63A4F52A-F153-401E-9CAF-67624290BCDD}">
      <dgm:prSet/>
      <dgm:spPr/>
      <dgm:t>
        <a:bodyPr/>
        <a:lstStyle/>
        <a:p>
          <a:endParaRPr lang="en-US"/>
        </a:p>
      </dgm:t>
    </dgm:pt>
    <dgm:pt modelId="{F7F6C996-FCC6-4C32-90E5-E3A1F559B0B7}" type="sibTrans" cxnId="{63A4F52A-F153-401E-9CAF-67624290BCDD}">
      <dgm:prSet/>
      <dgm:spPr/>
      <dgm:t>
        <a:bodyPr/>
        <a:lstStyle/>
        <a:p>
          <a:endParaRPr lang="en-US"/>
        </a:p>
      </dgm:t>
    </dgm:pt>
    <dgm:pt modelId="{CA7DF6DF-5C1F-4873-BBA4-8105056E9FE7}">
      <dgm:prSet/>
      <dgm:spPr/>
      <dgm:t>
        <a:bodyPr/>
        <a:lstStyle/>
        <a:p>
          <a:pPr>
            <a:buFont typeface="Arial" panose="020B0604020202020204" pitchFamily="34" charset="0"/>
            <a:buChar char="•"/>
          </a:pPr>
          <a:r>
            <a:rPr lang="en-US" b="0" i="0" dirty="0"/>
            <a:t>It includes various tasks like scheduling and termination of the process. It is done with the help of </a:t>
          </a:r>
          <a:r>
            <a:rPr lang="en-US" b="1" i="0" dirty="0"/>
            <a:t>CPU Scheduling algorithms </a:t>
          </a:r>
          <a:r>
            <a:rPr lang="en-US" b="0" i="0" dirty="0"/>
            <a:t>.</a:t>
          </a:r>
        </a:p>
      </dgm:t>
    </dgm:pt>
    <dgm:pt modelId="{4D4AE133-C577-4929-9C27-E28EAD662C78}" type="parTrans" cxnId="{C967DF5A-6832-41A1-A701-8FC63A0A0DCD}">
      <dgm:prSet/>
      <dgm:spPr/>
      <dgm:t>
        <a:bodyPr/>
        <a:lstStyle/>
        <a:p>
          <a:endParaRPr lang="en-US"/>
        </a:p>
      </dgm:t>
    </dgm:pt>
    <dgm:pt modelId="{848E55C9-9862-411B-86B6-1E80C7E4FD31}" type="sibTrans" cxnId="{C967DF5A-6832-41A1-A701-8FC63A0A0DCD}">
      <dgm:prSet/>
      <dgm:spPr/>
      <dgm:t>
        <a:bodyPr/>
        <a:lstStyle/>
        <a:p>
          <a:endParaRPr lang="en-US"/>
        </a:p>
      </dgm:t>
    </dgm:pt>
    <dgm:pt modelId="{DADED162-8D11-4D10-8512-676B04080BC0}">
      <dgm:prSet/>
      <dgm:spPr/>
      <dgm:t>
        <a:bodyPr/>
        <a:lstStyle/>
        <a:p>
          <a:pPr>
            <a:buFont typeface="Arial" panose="020B0604020202020204" pitchFamily="34" charset="0"/>
            <a:buChar char="•"/>
          </a:pPr>
          <a:r>
            <a:rPr lang="en-US" b="0" i="0" dirty="0"/>
            <a:t>The </a:t>
          </a:r>
          <a:r>
            <a:rPr lang="en-US" b="1" i="0" dirty="0"/>
            <a:t>file system </a:t>
          </a:r>
          <a:r>
            <a:rPr lang="en-US" b="0" i="0" dirty="0"/>
            <a:t>mechanism used for the management of the storage. All the data is stored in various tracks of Hard disks that are all managed by the storage manager. It includes the </a:t>
          </a:r>
          <a:r>
            <a:rPr lang="en-US" b="1" i="0" dirty="0"/>
            <a:t>Hard Disk </a:t>
          </a:r>
          <a:r>
            <a:rPr lang="en-US" b="0" i="0" dirty="0"/>
            <a:t>.</a:t>
          </a:r>
        </a:p>
      </dgm:t>
    </dgm:pt>
    <dgm:pt modelId="{3EC06BD9-A27D-487F-87DC-51FAEB9E8315}" type="parTrans" cxnId="{4D172E78-95D1-4495-A597-1CA8CF9E49E1}">
      <dgm:prSet/>
      <dgm:spPr/>
      <dgm:t>
        <a:bodyPr/>
        <a:lstStyle/>
        <a:p>
          <a:endParaRPr lang="en-US"/>
        </a:p>
      </dgm:t>
    </dgm:pt>
    <dgm:pt modelId="{7416881B-97FD-49A1-BF7F-9A550FEA8B74}" type="sibTrans" cxnId="{4D172E78-95D1-4495-A597-1CA8CF9E49E1}">
      <dgm:prSet/>
      <dgm:spPr/>
      <dgm:t>
        <a:bodyPr/>
        <a:lstStyle/>
        <a:p>
          <a:endParaRPr lang="en-US"/>
        </a:p>
      </dgm:t>
    </dgm:pt>
    <dgm:pt modelId="{B7AFF740-2BC6-4718-A0A7-04F3D98B47AB}">
      <dgm:prSet/>
      <dgm:spPr/>
      <dgm:t>
        <a:bodyPr/>
        <a:lstStyle/>
        <a:p>
          <a:pPr>
            <a:buFont typeface="Arial" panose="020B0604020202020204" pitchFamily="34" charset="0"/>
            <a:buChar char="•"/>
          </a:pPr>
          <a:r>
            <a:rPr lang="en-US" b="0" i="0" dirty="0"/>
            <a:t>The operating system has to keep track of how much memory has been used and by whom. It has to decide which process needs memory space and how much. OS also has to allocate and deallocate the memory space.</a:t>
          </a:r>
        </a:p>
      </dgm:t>
    </dgm:pt>
    <dgm:pt modelId="{FEBA6839-9FB5-4BEA-9896-62CCB7D1FC38}" type="parTrans" cxnId="{5678AF5B-DF84-4B61-92B0-78DFADBD2D50}">
      <dgm:prSet/>
      <dgm:spPr/>
      <dgm:t>
        <a:bodyPr/>
        <a:lstStyle/>
        <a:p>
          <a:endParaRPr lang="en-US"/>
        </a:p>
      </dgm:t>
    </dgm:pt>
    <dgm:pt modelId="{5071AD9C-7A7C-4BC4-A742-69F8527D5F64}" type="sibTrans" cxnId="{5678AF5B-DF84-4B61-92B0-78DFADBD2D50}">
      <dgm:prSet/>
      <dgm:spPr/>
      <dgm:t>
        <a:bodyPr/>
        <a:lstStyle/>
        <a:p>
          <a:endParaRPr lang="en-US"/>
        </a:p>
      </dgm:t>
    </dgm:pt>
    <dgm:pt modelId="{03F56DD1-BD6A-4BB1-8EBE-00FD41EE01DA}">
      <dgm:prSet/>
      <dgm:spPr/>
      <dgm:t>
        <a:bodyPr/>
        <a:lstStyle/>
        <a:p>
          <a:pPr>
            <a:buFont typeface="Arial" panose="020B0604020202020204" pitchFamily="34" charset="0"/>
            <a:buChar char="•"/>
          </a:pPr>
          <a:r>
            <a:rPr lang="en-US" b="0" i="0"/>
            <a:t>Privacy </a:t>
          </a:r>
          <a:r>
            <a:rPr lang="en-US" b="0" i="0" dirty="0"/>
            <a:t>is also provided by the Operating system using passwords so that unauthorized applications can’t access programs or data. For example, Windows uses </a:t>
          </a:r>
          <a:r>
            <a:rPr lang="en-US" b="1" i="0" dirty="0"/>
            <a:t>Kerberos </a:t>
          </a:r>
          <a:r>
            <a:rPr lang="en-US" b="0" i="0" dirty="0"/>
            <a:t>authentication to prevent unauthorized access to data.</a:t>
          </a:r>
        </a:p>
      </dgm:t>
    </dgm:pt>
    <dgm:pt modelId="{CB229148-A21D-414D-9C64-3EB129804D83}" type="parTrans" cxnId="{5D96D752-9910-410B-ADF2-B59C9289A491}">
      <dgm:prSet/>
      <dgm:spPr/>
      <dgm:t>
        <a:bodyPr/>
        <a:lstStyle/>
        <a:p>
          <a:endParaRPr lang="en-US"/>
        </a:p>
      </dgm:t>
    </dgm:pt>
    <dgm:pt modelId="{76A882F2-26D8-4710-AD5C-3A2343DCB724}" type="sibTrans" cxnId="{5D96D752-9910-410B-ADF2-B59C9289A491}">
      <dgm:prSet/>
      <dgm:spPr/>
      <dgm:t>
        <a:bodyPr/>
        <a:lstStyle/>
        <a:p>
          <a:endParaRPr lang="en-US"/>
        </a:p>
      </dgm:t>
    </dgm:pt>
    <dgm:pt modelId="{8828FD2A-0735-447B-8BDE-5037631D2E01}" type="pres">
      <dgm:prSet presAssocID="{EE0096CA-B36C-4334-A8CE-FAE04996C10C}" presName="vert0" presStyleCnt="0">
        <dgm:presLayoutVars>
          <dgm:dir/>
          <dgm:animOne val="branch"/>
          <dgm:animLvl val="lvl"/>
        </dgm:presLayoutVars>
      </dgm:prSet>
      <dgm:spPr/>
    </dgm:pt>
    <dgm:pt modelId="{FC2A7D85-99E0-4DE6-A74D-55E0D7DEFEEF}" type="pres">
      <dgm:prSet presAssocID="{8ABA7278-28F0-48A5-8557-BC7B7799FA77}" presName="thickLine" presStyleLbl="alignNode1" presStyleIdx="0" presStyleCnt="5"/>
      <dgm:spPr/>
    </dgm:pt>
    <dgm:pt modelId="{29A9D1FE-5064-4B1B-ACA6-646E034EA3B2}" type="pres">
      <dgm:prSet presAssocID="{8ABA7278-28F0-48A5-8557-BC7B7799FA77}" presName="horz1" presStyleCnt="0"/>
      <dgm:spPr/>
    </dgm:pt>
    <dgm:pt modelId="{D0D7EDC6-7CFB-406C-B876-A4532D4D3C46}" type="pres">
      <dgm:prSet presAssocID="{8ABA7278-28F0-48A5-8557-BC7B7799FA77}" presName="tx1" presStyleLbl="revTx" presStyleIdx="0" presStyleCnt="10"/>
      <dgm:spPr/>
    </dgm:pt>
    <dgm:pt modelId="{3F66FED8-AB42-43A3-AEBF-D4EA0489ED7F}" type="pres">
      <dgm:prSet presAssocID="{8ABA7278-28F0-48A5-8557-BC7B7799FA77}" presName="vert1" presStyleCnt="0"/>
      <dgm:spPr/>
    </dgm:pt>
    <dgm:pt modelId="{6BDD29DF-144D-477B-BE0E-0ED2E2F740E7}" type="pres">
      <dgm:prSet presAssocID="{63B1ED97-B7D0-43A4-99A6-D85AEB892974}" presName="vertSpace2a" presStyleCnt="0"/>
      <dgm:spPr/>
    </dgm:pt>
    <dgm:pt modelId="{A9C1B531-7706-4466-A4FE-2704AE82A6C8}" type="pres">
      <dgm:prSet presAssocID="{63B1ED97-B7D0-43A4-99A6-D85AEB892974}" presName="horz2" presStyleCnt="0"/>
      <dgm:spPr/>
    </dgm:pt>
    <dgm:pt modelId="{DCE275D0-1E68-4236-A482-0B54526D0D9E}" type="pres">
      <dgm:prSet presAssocID="{63B1ED97-B7D0-43A4-99A6-D85AEB892974}" presName="horzSpace2" presStyleCnt="0"/>
      <dgm:spPr/>
    </dgm:pt>
    <dgm:pt modelId="{DF2979F3-1F2A-4B84-98CE-26ABB047ACBA}" type="pres">
      <dgm:prSet presAssocID="{63B1ED97-B7D0-43A4-99A6-D85AEB892974}" presName="tx2" presStyleLbl="revTx" presStyleIdx="1" presStyleCnt="10"/>
      <dgm:spPr/>
    </dgm:pt>
    <dgm:pt modelId="{7BA6B27E-37C0-44EB-9D36-04098F2669B3}" type="pres">
      <dgm:prSet presAssocID="{63B1ED97-B7D0-43A4-99A6-D85AEB892974}" presName="vert2" presStyleCnt="0"/>
      <dgm:spPr/>
    </dgm:pt>
    <dgm:pt modelId="{A74F6BAF-1F3F-4A02-84A6-4C3CDDD8949D}" type="pres">
      <dgm:prSet presAssocID="{63B1ED97-B7D0-43A4-99A6-D85AEB892974}" presName="thinLine2b" presStyleLbl="callout" presStyleIdx="0" presStyleCnt="5"/>
      <dgm:spPr/>
    </dgm:pt>
    <dgm:pt modelId="{E3311F5A-A391-46C8-8F68-D8402C0DB045}" type="pres">
      <dgm:prSet presAssocID="{63B1ED97-B7D0-43A4-99A6-D85AEB892974}" presName="vertSpace2b" presStyleCnt="0"/>
      <dgm:spPr/>
    </dgm:pt>
    <dgm:pt modelId="{09B6B147-829A-4F09-9A23-C6D59D18024F}" type="pres">
      <dgm:prSet presAssocID="{ADFA8B84-179D-46C7-AFDC-FB1000ABA0F8}" presName="thickLine" presStyleLbl="alignNode1" presStyleIdx="1" presStyleCnt="5"/>
      <dgm:spPr/>
    </dgm:pt>
    <dgm:pt modelId="{6C7DE12A-9BE1-4AD5-9575-6AA86A543819}" type="pres">
      <dgm:prSet presAssocID="{ADFA8B84-179D-46C7-AFDC-FB1000ABA0F8}" presName="horz1" presStyleCnt="0"/>
      <dgm:spPr/>
    </dgm:pt>
    <dgm:pt modelId="{61CC9F6F-71F1-478C-ACE9-51CBDB3B03DC}" type="pres">
      <dgm:prSet presAssocID="{ADFA8B84-179D-46C7-AFDC-FB1000ABA0F8}" presName="tx1" presStyleLbl="revTx" presStyleIdx="2" presStyleCnt="10"/>
      <dgm:spPr/>
    </dgm:pt>
    <dgm:pt modelId="{192C381A-BA94-4F45-9D86-BD78E977276C}" type="pres">
      <dgm:prSet presAssocID="{ADFA8B84-179D-46C7-AFDC-FB1000ABA0F8}" presName="vert1" presStyleCnt="0"/>
      <dgm:spPr/>
    </dgm:pt>
    <dgm:pt modelId="{05289159-5E82-416C-BB3A-5ABEC67324A2}" type="pres">
      <dgm:prSet presAssocID="{CA7DF6DF-5C1F-4873-BBA4-8105056E9FE7}" presName="vertSpace2a" presStyleCnt="0"/>
      <dgm:spPr/>
    </dgm:pt>
    <dgm:pt modelId="{076EE2D9-6714-4899-8891-7DBA09152331}" type="pres">
      <dgm:prSet presAssocID="{CA7DF6DF-5C1F-4873-BBA4-8105056E9FE7}" presName="horz2" presStyleCnt="0"/>
      <dgm:spPr/>
    </dgm:pt>
    <dgm:pt modelId="{9A07FEF2-BF70-4DA1-8272-13F056393151}" type="pres">
      <dgm:prSet presAssocID="{CA7DF6DF-5C1F-4873-BBA4-8105056E9FE7}" presName="horzSpace2" presStyleCnt="0"/>
      <dgm:spPr/>
    </dgm:pt>
    <dgm:pt modelId="{F034160A-A878-4EBC-9F75-1DACE8842F9A}" type="pres">
      <dgm:prSet presAssocID="{CA7DF6DF-5C1F-4873-BBA4-8105056E9FE7}" presName="tx2" presStyleLbl="revTx" presStyleIdx="3" presStyleCnt="10"/>
      <dgm:spPr/>
    </dgm:pt>
    <dgm:pt modelId="{D502B829-2426-4ED2-9804-9D212B5270E7}" type="pres">
      <dgm:prSet presAssocID="{CA7DF6DF-5C1F-4873-BBA4-8105056E9FE7}" presName="vert2" presStyleCnt="0"/>
      <dgm:spPr/>
    </dgm:pt>
    <dgm:pt modelId="{B028072A-24C3-4CAE-B983-5F840474C389}" type="pres">
      <dgm:prSet presAssocID="{CA7DF6DF-5C1F-4873-BBA4-8105056E9FE7}" presName="thinLine2b" presStyleLbl="callout" presStyleIdx="1" presStyleCnt="5"/>
      <dgm:spPr/>
    </dgm:pt>
    <dgm:pt modelId="{6530B871-39E3-46C6-9245-333AA34483D6}" type="pres">
      <dgm:prSet presAssocID="{CA7DF6DF-5C1F-4873-BBA4-8105056E9FE7}" presName="vertSpace2b" presStyleCnt="0"/>
      <dgm:spPr/>
    </dgm:pt>
    <dgm:pt modelId="{A36AB315-BDE8-4C73-AC59-E85B60F66CAB}" type="pres">
      <dgm:prSet presAssocID="{5F31F2C9-A70A-4E5B-A661-407327310DDE}" presName="thickLine" presStyleLbl="alignNode1" presStyleIdx="2" presStyleCnt="5"/>
      <dgm:spPr/>
    </dgm:pt>
    <dgm:pt modelId="{E3E3FE5D-54CC-42E7-8D18-80AA5A8DFB66}" type="pres">
      <dgm:prSet presAssocID="{5F31F2C9-A70A-4E5B-A661-407327310DDE}" presName="horz1" presStyleCnt="0"/>
      <dgm:spPr/>
    </dgm:pt>
    <dgm:pt modelId="{374EFFB7-BDD3-45E5-94FE-954170428ED1}" type="pres">
      <dgm:prSet presAssocID="{5F31F2C9-A70A-4E5B-A661-407327310DDE}" presName="tx1" presStyleLbl="revTx" presStyleIdx="4" presStyleCnt="10"/>
      <dgm:spPr/>
    </dgm:pt>
    <dgm:pt modelId="{3C9CF52B-71A7-419D-A3B1-AF0B3A3DE1B5}" type="pres">
      <dgm:prSet presAssocID="{5F31F2C9-A70A-4E5B-A661-407327310DDE}" presName="vert1" presStyleCnt="0"/>
      <dgm:spPr/>
    </dgm:pt>
    <dgm:pt modelId="{C012EBF0-0B8C-40D1-9727-3E5402FC902D}" type="pres">
      <dgm:prSet presAssocID="{DADED162-8D11-4D10-8512-676B04080BC0}" presName="vertSpace2a" presStyleCnt="0"/>
      <dgm:spPr/>
    </dgm:pt>
    <dgm:pt modelId="{51BDE448-F73E-4597-B471-71009A3498F1}" type="pres">
      <dgm:prSet presAssocID="{DADED162-8D11-4D10-8512-676B04080BC0}" presName="horz2" presStyleCnt="0"/>
      <dgm:spPr/>
    </dgm:pt>
    <dgm:pt modelId="{030F3D66-D541-4CFA-BAEF-F55481AE1B83}" type="pres">
      <dgm:prSet presAssocID="{DADED162-8D11-4D10-8512-676B04080BC0}" presName="horzSpace2" presStyleCnt="0"/>
      <dgm:spPr/>
    </dgm:pt>
    <dgm:pt modelId="{38941F2A-3656-4AAB-8A93-762FBB254DB0}" type="pres">
      <dgm:prSet presAssocID="{DADED162-8D11-4D10-8512-676B04080BC0}" presName="tx2" presStyleLbl="revTx" presStyleIdx="5" presStyleCnt="10"/>
      <dgm:spPr/>
    </dgm:pt>
    <dgm:pt modelId="{26BD3CBD-9C0E-4CAF-8EF8-F0DBD08074CC}" type="pres">
      <dgm:prSet presAssocID="{DADED162-8D11-4D10-8512-676B04080BC0}" presName="vert2" presStyleCnt="0"/>
      <dgm:spPr/>
    </dgm:pt>
    <dgm:pt modelId="{A2064AB6-EB53-46AA-9706-5EA660C71941}" type="pres">
      <dgm:prSet presAssocID="{DADED162-8D11-4D10-8512-676B04080BC0}" presName="thinLine2b" presStyleLbl="callout" presStyleIdx="2" presStyleCnt="5"/>
      <dgm:spPr/>
    </dgm:pt>
    <dgm:pt modelId="{E932AD13-340E-42F7-AC2A-725D119BABF9}" type="pres">
      <dgm:prSet presAssocID="{DADED162-8D11-4D10-8512-676B04080BC0}" presName="vertSpace2b" presStyleCnt="0"/>
      <dgm:spPr/>
    </dgm:pt>
    <dgm:pt modelId="{E8207903-82C8-4F07-B403-FC929D36A631}" type="pres">
      <dgm:prSet presAssocID="{F2128352-2D31-4FDC-BB29-524F6CA430A2}" presName="thickLine" presStyleLbl="alignNode1" presStyleIdx="3" presStyleCnt="5"/>
      <dgm:spPr/>
    </dgm:pt>
    <dgm:pt modelId="{09CC926E-281A-42E9-A0FB-E1F7DF3A2C5F}" type="pres">
      <dgm:prSet presAssocID="{F2128352-2D31-4FDC-BB29-524F6CA430A2}" presName="horz1" presStyleCnt="0"/>
      <dgm:spPr/>
    </dgm:pt>
    <dgm:pt modelId="{8F2D131D-1BCF-4B81-9DE8-104CAC81508F}" type="pres">
      <dgm:prSet presAssocID="{F2128352-2D31-4FDC-BB29-524F6CA430A2}" presName="tx1" presStyleLbl="revTx" presStyleIdx="6" presStyleCnt="10"/>
      <dgm:spPr/>
    </dgm:pt>
    <dgm:pt modelId="{DA353A55-F66A-4F88-9FC0-63452826FAAE}" type="pres">
      <dgm:prSet presAssocID="{F2128352-2D31-4FDC-BB29-524F6CA430A2}" presName="vert1" presStyleCnt="0"/>
      <dgm:spPr/>
    </dgm:pt>
    <dgm:pt modelId="{7BC2D0B9-99B6-4F69-936A-4F97C46EF156}" type="pres">
      <dgm:prSet presAssocID="{B7AFF740-2BC6-4718-A0A7-04F3D98B47AB}" presName="vertSpace2a" presStyleCnt="0"/>
      <dgm:spPr/>
    </dgm:pt>
    <dgm:pt modelId="{113965AE-41FF-40FF-8D5B-77D96BC6ED7F}" type="pres">
      <dgm:prSet presAssocID="{B7AFF740-2BC6-4718-A0A7-04F3D98B47AB}" presName="horz2" presStyleCnt="0"/>
      <dgm:spPr/>
    </dgm:pt>
    <dgm:pt modelId="{9E9A591B-FFC1-4699-90C0-BBAA497C05F5}" type="pres">
      <dgm:prSet presAssocID="{B7AFF740-2BC6-4718-A0A7-04F3D98B47AB}" presName="horzSpace2" presStyleCnt="0"/>
      <dgm:spPr/>
    </dgm:pt>
    <dgm:pt modelId="{78BBFC1B-DDCB-4CB6-8D6C-D3F221CB89AB}" type="pres">
      <dgm:prSet presAssocID="{B7AFF740-2BC6-4718-A0A7-04F3D98B47AB}" presName="tx2" presStyleLbl="revTx" presStyleIdx="7" presStyleCnt="10"/>
      <dgm:spPr/>
    </dgm:pt>
    <dgm:pt modelId="{16BFCD32-F6E5-4763-AD8F-1754BDBF6015}" type="pres">
      <dgm:prSet presAssocID="{B7AFF740-2BC6-4718-A0A7-04F3D98B47AB}" presName="vert2" presStyleCnt="0"/>
      <dgm:spPr/>
    </dgm:pt>
    <dgm:pt modelId="{49B4D081-84F4-48CA-A0E7-2F5205F346CC}" type="pres">
      <dgm:prSet presAssocID="{B7AFF740-2BC6-4718-A0A7-04F3D98B47AB}" presName="thinLine2b" presStyleLbl="callout" presStyleIdx="3" presStyleCnt="5"/>
      <dgm:spPr/>
    </dgm:pt>
    <dgm:pt modelId="{9D52C8AC-BB75-475E-BDA2-CB5D65C94972}" type="pres">
      <dgm:prSet presAssocID="{B7AFF740-2BC6-4718-A0A7-04F3D98B47AB}" presName="vertSpace2b" presStyleCnt="0"/>
      <dgm:spPr/>
    </dgm:pt>
    <dgm:pt modelId="{FB25F0CF-AF8D-4BAC-A0AA-F1DCE291E48F}" type="pres">
      <dgm:prSet presAssocID="{18B991A9-32DD-48D1-9AF7-5BC4CC2277D7}" presName="thickLine" presStyleLbl="alignNode1" presStyleIdx="4" presStyleCnt="5"/>
      <dgm:spPr/>
    </dgm:pt>
    <dgm:pt modelId="{DDB64A5F-A3C2-46B1-99A0-4C9BBAD49C96}" type="pres">
      <dgm:prSet presAssocID="{18B991A9-32DD-48D1-9AF7-5BC4CC2277D7}" presName="horz1" presStyleCnt="0"/>
      <dgm:spPr/>
    </dgm:pt>
    <dgm:pt modelId="{9350E290-FBFA-4030-A325-5AB7FD341A74}" type="pres">
      <dgm:prSet presAssocID="{18B991A9-32DD-48D1-9AF7-5BC4CC2277D7}" presName="tx1" presStyleLbl="revTx" presStyleIdx="8" presStyleCnt="10" custScaleX="106664"/>
      <dgm:spPr/>
    </dgm:pt>
    <dgm:pt modelId="{58FAE8E3-76B3-4446-8928-307D7F6C4FCE}" type="pres">
      <dgm:prSet presAssocID="{18B991A9-32DD-48D1-9AF7-5BC4CC2277D7}" presName="vert1" presStyleCnt="0"/>
      <dgm:spPr/>
    </dgm:pt>
    <dgm:pt modelId="{0DFAC747-F7CF-4B34-9ACE-960FBA6EEF02}" type="pres">
      <dgm:prSet presAssocID="{03F56DD1-BD6A-4BB1-8EBE-00FD41EE01DA}" presName="vertSpace2a" presStyleCnt="0"/>
      <dgm:spPr/>
    </dgm:pt>
    <dgm:pt modelId="{3297C608-9B75-4675-9A61-87B748CEC4CE}" type="pres">
      <dgm:prSet presAssocID="{03F56DD1-BD6A-4BB1-8EBE-00FD41EE01DA}" presName="horz2" presStyleCnt="0"/>
      <dgm:spPr/>
    </dgm:pt>
    <dgm:pt modelId="{BA2726C2-C3D9-412D-82D7-C96D230EDD8C}" type="pres">
      <dgm:prSet presAssocID="{03F56DD1-BD6A-4BB1-8EBE-00FD41EE01DA}" presName="horzSpace2" presStyleCnt="0"/>
      <dgm:spPr/>
    </dgm:pt>
    <dgm:pt modelId="{180BA0E1-18AE-4D2A-B44C-6EE54F14FEE7}" type="pres">
      <dgm:prSet presAssocID="{03F56DD1-BD6A-4BB1-8EBE-00FD41EE01DA}" presName="tx2" presStyleLbl="revTx" presStyleIdx="9" presStyleCnt="10"/>
      <dgm:spPr/>
    </dgm:pt>
    <dgm:pt modelId="{9988F721-6D75-4415-8261-EC8784FFEC8B}" type="pres">
      <dgm:prSet presAssocID="{03F56DD1-BD6A-4BB1-8EBE-00FD41EE01DA}" presName="vert2" presStyleCnt="0"/>
      <dgm:spPr/>
    </dgm:pt>
    <dgm:pt modelId="{73C51BC5-B695-4DF8-9E1C-C9222C3CDDE4}" type="pres">
      <dgm:prSet presAssocID="{03F56DD1-BD6A-4BB1-8EBE-00FD41EE01DA}" presName="thinLine2b" presStyleLbl="callout" presStyleIdx="4" presStyleCnt="5"/>
      <dgm:spPr/>
    </dgm:pt>
    <dgm:pt modelId="{01FD9D1D-88FC-4DDD-A429-658E1DB2B920}" type="pres">
      <dgm:prSet presAssocID="{03F56DD1-BD6A-4BB1-8EBE-00FD41EE01DA}" presName="vertSpace2b" presStyleCnt="0"/>
      <dgm:spPr/>
    </dgm:pt>
  </dgm:ptLst>
  <dgm:cxnLst>
    <dgm:cxn modelId="{3FA84E2A-352F-4C2B-9990-3094CDB5D61C}" srcId="{EE0096CA-B36C-4334-A8CE-FAE04996C10C}" destId="{ADFA8B84-179D-46C7-AFDC-FB1000ABA0F8}" srcOrd="1" destOrd="0" parTransId="{CE260751-8761-4A93-B23F-5C3775187FD9}" sibTransId="{C6652EBE-6105-4791-BD48-8ED162A13A93}"/>
    <dgm:cxn modelId="{63A4F52A-F153-401E-9CAF-67624290BCDD}" srcId="{8ABA7278-28F0-48A5-8557-BC7B7799FA77}" destId="{63B1ED97-B7D0-43A4-99A6-D85AEB892974}" srcOrd="0" destOrd="0" parTransId="{8BFC9CD1-89EA-47A6-A667-CAA2522AC9FA}" sibTransId="{F7F6C996-FCC6-4C32-90E5-E3A1F559B0B7}"/>
    <dgm:cxn modelId="{E47AA231-D020-4953-BB06-39D4FE383EB3}" type="presOf" srcId="{18B991A9-32DD-48D1-9AF7-5BC4CC2277D7}" destId="{9350E290-FBFA-4030-A325-5AB7FD341A74}" srcOrd="0" destOrd="0" presId="urn:microsoft.com/office/officeart/2008/layout/LinedList"/>
    <dgm:cxn modelId="{F3281B3B-3B39-4D74-9B73-6249C366F859}" type="presOf" srcId="{ADFA8B84-179D-46C7-AFDC-FB1000ABA0F8}" destId="{61CC9F6F-71F1-478C-ACE9-51CBDB3B03DC}" srcOrd="0" destOrd="0" presId="urn:microsoft.com/office/officeart/2008/layout/LinedList"/>
    <dgm:cxn modelId="{5678AF5B-DF84-4B61-92B0-78DFADBD2D50}" srcId="{F2128352-2D31-4FDC-BB29-524F6CA430A2}" destId="{B7AFF740-2BC6-4718-A0A7-04F3D98B47AB}" srcOrd="0" destOrd="0" parTransId="{FEBA6839-9FB5-4BEA-9896-62CCB7D1FC38}" sibTransId="{5071AD9C-7A7C-4BC4-A742-69F8527D5F64}"/>
    <dgm:cxn modelId="{F27CE742-CED9-450A-B1CE-DCBEB615DCCF}" type="presOf" srcId="{CA7DF6DF-5C1F-4873-BBA4-8105056E9FE7}" destId="{F034160A-A878-4EBC-9F75-1DACE8842F9A}" srcOrd="0" destOrd="0" presId="urn:microsoft.com/office/officeart/2008/layout/LinedList"/>
    <dgm:cxn modelId="{DB2BED6A-3ED9-4234-A09B-3C50C7EE34E8}" type="presOf" srcId="{EE0096CA-B36C-4334-A8CE-FAE04996C10C}" destId="{8828FD2A-0735-447B-8BDE-5037631D2E01}" srcOrd="0" destOrd="0" presId="urn:microsoft.com/office/officeart/2008/layout/LinedList"/>
    <dgm:cxn modelId="{18264D4D-69E4-4536-8546-2BCCB80989D5}" srcId="{EE0096CA-B36C-4334-A8CE-FAE04996C10C}" destId="{8ABA7278-28F0-48A5-8557-BC7B7799FA77}" srcOrd="0" destOrd="0" parTransId="{B780E766-3196-4E7E-A5A8-82ADC9ABB313}" sibTransId="{809CF7F0-9EC5-4F03-BDAC-A7E7AA96BA51}"/>
    <dgm:cxn modelId="{5D96D752-9910-410B-ADF2-B59C9289A491}" srcId="{18B991A9-32DD-48D1-9AF7-5BC4CC2277D7}" destId="{03F56DD1-BD6A-4BB1-8EBE-00FD41EE01DA}" srcOrd="0" destOrd="0" parTransId="{CB229148-A21D-414D-9C64-3EB129804D83}" sibTransId="{76A882F2-26D8-4710-AD5C-3A2343DCB724}"/>
    <dgm:cxn modelId="{4D172E78-95D1-4495-A597-1CA8CF9E49E1}" srcId="{5F31F2C9-A70A-4E5B-A661-407327310DDE}" destId="{DADED162-8D11-4D10-8512-676B04080BC0}" srcOrd="0" destOrd="0" parTransId="{3EC06BD9-A27D-487F-87DC-51FAEB9E8315}" sibTransId="{7416881B-97FD-49A1-BF7F-9A550FEA8B74}"/>
    <dgm:cxn modelId="{4B4F7A5A-A9C3-445F-B515-C4FCF68F3DA7}" srcId="{EE0096CA-B36C-4334-A8CE-FAE04996C10C}" destId="{5F31F2C9-A70A-4E5B-A661-407327310DDE}" srcOrd="2" destOrd="0" parTransId="{5F1DC3D5-BEFE-4AFF-9AF6-05E12EEC5139}" sibTransId="{C3EFA3FA-5B6B-4437-B701-91EEE2E736BC}"/>
    <dgm:cxn modelId="{C967DF5A-6832-41A1-A701-8FC63A0A0DCD}" srcId="{ADFA8B84-179D-46C7-AFDC-FB1000ABA0F8}" destId="{CA7DF6DF-5C1F-4873-BBA4-8105056E9FE7}" srcOrd="0" destOrd="0" parTransId="{4D4AE133-C577-4929-9C27-E28EAD662C78}" sibTransId="{848E55C9-9862-411B-86B6-1E80C7E4FD31}"/>
    <dgm:cxn modelId="{B6B0498A-9425-4ABB-8F90-96BCED8726C6}" type="presOf" srcId="{63B1ED97-B7D0-43A4-99A6-D85AEB892974}" destId="{DF2979F3-1F2A-4B84-98CE-26ABB047ACBA}" srcOrd="0" destOrd="0" presId="urn:microsoft.com/office/officeart/2008/layout/LinedList"/>
    <dgm:cxn modelId="{14F83B8C-6638-4D3F-8F5B-4C08D731A3B1}" type="presOf" srcId="{03F56DD1-BD6A-4BB1-8EBE-00FD41EE01DA}" destId="{180BA0E1-18AE-4D2A-B44C-6EE54F14FEE7}" srcOrd="0" destOrd="0" presId="urn:microsoft.com/office/officeart/2008/layout/LinedList"/>
    <dgm:cxn modelId="{C756B5A7-C4DB-4B6E-BD5D-46D8F3C12317}" type="presOf" srcId="{B7AFF740-2BC6-4718-A0A7-04F3D98B47AB}" destId="{78BBFC1B-DDCB-4CB6-8D6C-D3F221CB89AB}" srcOrd="0" destOrd="0" presId="urn:microsoft.com/office/officeart/2008/layout/LinedList"/>
    <dgm:cxn modelId="{6F42C3D4-5820-4DB4-B0A2-B8E69825326E}" type="presOf" srcId="{5F31F2C9-A70A-4E5B-A661-407327310DDE}" destId="{374EFFB7-BDD3-45E5-94FE-954170428ED1}" srcOrd="0" destOrd="0" presId="urn:microsoft.com/office/officeart/2008/layout/LinedList"/>
    <dgm:cxn modelId="{A43015E2-5FF8-427F-B3AA-874DD0E3DC78}" srcId="{EE0096CA-B36C-4334-A8CE-FAE04996C10C}" destId="{18B991A9-32DD-48D1-9AF7-5BC4CC2277D7}" srcOrd="4" destOrd="0" parTransId="{89C90C3C-4185-4EEB-825E-158E70947386}" sibTransId="{EF17D16D-A84E-4687-9958-2A34DFA978BA}"/>
    <dgm:cxn modelId="{727B38ED-74E7-4FCD-9146-97F257E22DD1}" srcId="{EE0096CA-B36C-4334-A8CE-FAE04996C10C}" destId="{F2128352-2D31-4FDC-BB29-524F6CA430A2}" srcOrd="3" destOrd="0" parTransId="{5BA83B36-8CCF-4966-8505-9AE142195846}" sibTransId="{8C6A1F75-6FB1-4DF9-BACD-2A47609EFA2A}"/>
    <dgm:cxn modelId="{06436CF0-3F68-40DD-A4D2-8F78E8BC35D2}" type="presOf" srcId="{F2128352-2D31-4FDC-BB29-524F6CA430A2}" destId="{8F2D131D-1BCF-4B81-9DE8-104CAC81508F}" srcOrd="0" destOrd="0" presId="urn:microsoft.com/office/officeart/2008/layout/LinedList"/>
    <dgm:cxn modelId="{139D5FF1-C0B9-4523-97B6-053653E2CBEB}" type="presOf" srcId="{8ABA7278-28F0-48A5-8557-BC7B7799FA77}" destId="{D0D7EDC6-7CFB-406C-B876-A4532D4D3C46}" srcOrd="0" destOrd="0" presId="urn:microsoft.com/office/officeart/2008/layout/LinedList"/>
    <dgm:cxn modelId="{B0D135FC-0D6F-43DF-AD63-F23155E95900}" type="presOf" srcId="{DADED162-8D11-4D10-8512-676B04080BC0}" destId="{38941F2A-3656-4AAB-8A93-762FBB254DB0}" srcOrd="0" destOrd="0" presId="urn:microsoft.com/office/officeart/2008/layout/LinedList"/>
    <dgm:cxn modelId="{D777CD03-C02C-44AE-974A-E793700E619A}" type="presParOf" srcId="{8828FD2A-0735-447B-8BDE-5037631D2E01}" destId="{FC2A7D85-99E0-4DE6-A74D-55E0D7DEFEEF}" srcOrd="0" destOrd="0" presId="urn:microsoft.com/office/officeart/2008/layout/LinedList"/>
    <dgm:cxn modelId="{07515BFA-77EF-45EB-9602-888483C337B4}" type="presParOf" srcId="{8828FD2A-0735-447B-8BDE-5037631D2E01}" destId="{29A9D1FE-5064-4B1B-ACA6-646E034EA3B2}" srcOrd="1" destOrd="0" presId="urn:microsoft.com/office/officeart/2008/layout/LinedList"/>
    <dgm:cxn modelId="{00AB0DBF-355E-4105-8345-D70CD7546D03}" type="presParOf" srcId="{29A9D1FE-5064-4B1B-ACA6-646E034EA3B2}" destId="{D0D7EDC6-7CFB-406C-B876-A4532D4D3C46}" srcOrd="0" destOrd="0" presId="urn:microsoft.com/office/officeart/2008/layout/LinedList"/>
    <dgm:cxn modelId="{BD692BDC-1249-43DC-8D5E-C38CD2B1AA95}" type="presParOf" srcId="{29A9D1FE-5064-4B1B-ACA6-646E034EA3B2}" destId="{3F66FED8-AB42-43A3-AEBF-D4EA0489ED7F}" srcOrd="1" destOrd="0" presId="urn:microsoft.com/office/officeart/2008/layout/LinedList"/>
    <dgm:cxn modelId="{52D5C16D-DF6A-407E-AB1A-6B4A75B1C776}" type="presParOf" srcId="{3F66FED8-AB42-43A3-AEBF-D4EA0489ED7F}" destId="{6BDD29DF-144D-477B-BE0E-0ED2E2F740E7}" srcOrd="0" destOrd="0" presId="urn:microsoft.com/office/officeart/2008/layout/LinedList"/>
    <dgm:cxn modelId="{B0B489A8-34B4-449B-9B75-8417EF4CB5E9}" type="presParOf" srcId="{3F66FED8-AB42-43A3-AEBF-D4EA0489ED7F}" destId="{A9C1B531-7706-4466-A4FE-2704AE82A6C8}" srcOrd="1" destOrd="0" presId="urn:microsoft.com/office/officeart/2008/layout/LinedList"/>
    <dgm:cxn modelId="{2FE54520-81EB-4996-85A6-2DF81C2DD18C}" type="presParOf" srcId="{A9C1B531-7706-4466-A4FE-2704AE82A6C8}" destId="{DCE275D0-1E68-4236-A482-0B54526D0D9E}" srcOrd="0" destOrd="0" presId="urn:microsoft.com/office/officeart/2008/layout/LinedList"/>
    <dgm:cxn modelId="{9FF87224-CF7E-49A3-A6EF-E97CA416788E}" type="presParOf" srcId="{A9C1B531-7706-4466-A4FE-2704AE82A6C8}" destId="{DF2979F3-1F2A-4B84-98CE-26ABB047ACBA}" srcOrd="1" destOrd="0" presId="urn:microsoft.com/office/officeart/2008/layout/LinedList"/>
    <dgm:cxn modelId="{D99F6719-8493-4CD9-A722-C494130F1312}" type="presParOf" srcId="{A9C1B531-7706-4466-A4FE-2704AE82A6C8}" destId="{7BA6B27E-37C0-44EB-9D36-04098F2669B3}" srcOrd="2" destOrd="0" presId="urn:microsoft.com/office/officeart/2008/layout/LinedList"/>
    <dgm:cxn modelId="{D422D862-0329-4C4F-9EAD-FED47CAFB417}" type="presParOf" srcId="{3F66FED8-AB42-43A3-AEBF-D4EA0489ED7F}" destId="{A74F6BAF-1F3F-4A02-84A6-4C3CDDD8949D}" srcOrd="2" destOrd="0" presId="urn:microsoft.com/office/officeart/2008/layout/LinedList"/>
    <dgm:cxn modelId="{3437AED1-C725-4843-B5F3-359536C2DFF2}" type="presParOf" srcId="{3F66FED8-AB42-43A3-AEBF-D4EA0489ED7F}" destId="{E3311F5A-A391-46C8-8F68-D8402C0DB045}" srcOrd="3" destOrd="0" presId="urn:microsoft.com/office/officeart/2008/layout/LinedList"/>
    <dgm:cxn modelId="{3681FB63-195C-4DAC-85A7-E7B2ABC38962}" type="presParOf" srcId="{8828FD2A-0735-447B-8BDE-5037631D2E01}" destId="{09B6B147-829A-4F09-9A23-C6D59D18024F}" srcOrd="2" destOrd="0" presId="urn:microsoft.com/office/officeart/2008/layout/LinedList"/>
    <dgm:cxn modelId="{81E674A8-3077-47D6-8074-6217A077C300}" type="presParOf" srcId="{8828FD2A-0735-447B-8BDE-5037631D2E01}" destId="{6C7DE12A-9BE1-4AD5-9575-6AA86A543819}" srcOrd="3" destOrd="0" presId="urn:microsoft.com/office/officeart/2008/layout/LinedList"/>
    <dgm:cxn modelId="{9F3A7E81-DAF7-48A7-9EF8-B29EA6B04E08}" type="presParOf" srcId="{6C7DE12A-9BE1-4AD5-9575-6AA86A543819}" destId="{61CC9F6F-71F1-478C-ACE9-51CBDB3B03DC}" srcOrd="0" destOrd="0" presId="urn:microsoft.com/office/officeart/2008/layout/LinedList"/>
    <dgm:cxn modelId="{AC9F7125-7E43-4B7D-A954-CCA15C0BC311}" type="presParOf" srcId="{6C7DE12A-9BE1-4AD5-9575-6AA86A543819}" destId="{192C381A-BA94-4F45-9D86-BD78E977276C}" srcOrd="1" destOrd="0" presId="urn:microsoft.com/office/officeart/2008/layout/LinedList"/>
    <dgm:cxn modelId="{D16B0F6C-CEAE-49A4-91EE-1C543E5AF923}" type="presParOf" srcId="{192C381A-BA94-4F45-9D86-BD78E977276C}" destId="{05289159-5E82-416C-BB3A-5ABEC67324A2}" srcOrd="0" destOrd="0" presId="urn:microsoft.com/office/officeart/2008/layout/LinedList"/>
    <dgm:cxn modelId="{3E70EE90-4031-4705-BC11-5B5D35901771}" type="presParOf" srcId="{192C381A-BA94-4F45-9D86-BD78E977276C}" destId="{076EE2D9-6714-4899-8891-7DBA09152331}" srcOrd="1" destOrd="0" presId="urn:microsoft.com/office/officeart/2008/layout/LinedList"/>
    <dgm:cxn modelId="{0D063EA4-60B0-470F-9C67-E0128D7D1531}" type="presParOf" srcId="{076EE2D9-6714-4899-8891-7DBA09152331}" destId="{9A07FEF2-BF70-4DA1-8272-13F056393151}" srcOrd="0" destOrd="0" presId="urn:microsoft.com/office/officeart/2008/layout/LinedList"/>
    <dgm:cxn modelId="{5A925950-59E8-4AB1-AEF7-FB07A370345F}" type="presParOf" srcId="{076EE2D9-6714-4899-8891-7DBA09152331}" destId="{F034160A-A878-4EBC-9F75-1DACE8842F9A}" srcOrd="1" destOrd="0" presId="urn:microsoft.com/office/officeart/2008/layout/LinedList"/>
    <dgm:cxn modelId="{08AFC204-2550-4B9A-B973-221F51DBA13A}" type="presParOf" srcId="{076EE2D9-6714-4899-8891-7DBA09152331}" destId="{D502B829-2426-4ED2-9804-9D212B5270E7}" srcOrd="2" destOrd="0" presId="urn:microsoft.com/office/officeart/2008/layout/LinedList"/>
    <dgm:cxn modelId="{9420C450-C357-43B1-A3DD-90AB432B54A3}" type="presParOf" srcId="{192C381A-BA94-4F45-9D86-BD78E977276C}" destId="{B028072A-24C3-4CAE-B983-5F840474C389}" srcOrd="2" destOrd="0" presId="urn:microsoft.com/office/officeart/2008/layout/LinedList"/>
    <dgm:cxn modelId="{922C8BD1-A421-47C4-A26C-C55D0B65DDC0}" type="presParOf" srcId="{192C381A-BA94-4F45-9D86-BD78E977276C}" destId="{6530B871-39E3-46C6-9245-333AA34483D6}" srcOrd="3" destOrd="0" presId="urn:microsoft.com/office/officeart/2008/layout/LinedList"/>
    <dgm:cxn modelId="{1CFCE4D9-DA52-4199-817F-D4D41BDA063E}" type="presParOf" srcId="{8828FD2A-0735-447B-8BDE-5037631D2E01}" destId="{A36AB315-BDE8-4C73-AC59-E85B60F66CAB}" srcOrd="4" destOrd="0" presId="urn:microsoft.com/office/officeart/2008/layout/LinedList"/>
    <dgm:cxn modelId="{76BEE7A1-D840-4A7E-9E15-D59AB4D88CD7}" type="presParOf" srcId="{8828FD2A-0735-447B-8BDE-5037631D2E01}" destId="{E3E3FE5D-54CC-42E7-8D18-80AA5A8DFB66}" srcOrd="5" destOrd="0" presId="urn:microsoft.com/office/officeart/2008/layout/LinedList"/>
    <dgm:cxn modelId="{C57943A9-124C-4C13-BE9A-C9A1317B0691}" type="presParOf" srcId="{E3E3FE5D-54CC-42E7-8D18-80AA5A8DFB66}" destId="{374EFFB7-BDD3-45E5-94FE-954170428ED1}" srcOrd="0" destOrd="0" presId="urn:microsoft.com/office/officeart/2008/layout/LinedList"/>
    <dgm:cxn modelId="{542B85A8-C659-4366-92EF-EE2C79C54800}" type="presParOf" srcId="{E3E3FE5D-54CC-42E7-8D18-80AA5A8DFB66}" destId="{3C9CF52B-71A7-419D-A3B1-AF0B3A3DE1B5}" srcOrd="1" destOrd="0" presId="urn:microsoft.com/office/officeart/2008/layout/LinedList"/>
    <dgm:cxn modelId="{E4B266AD-AC99-42E4-9A2F-749B4B0675A1}" type="presParOf" srcId="{3C9CF52B-71A7-419D-A3B1-AF0B3A3DE1B5}" destId="{C012EBF0-0B8C-40D1-9727-3E5402FC902D}" srcOrd="0" destOrd="0" presId="urn:microsoft.com/office/officeart/2008/layout/LinedList"/>
    <dgm:cxn modelId="{9233F3B6-CB39-455E-85E4-A72FEE4B476C}" type="presParOf" srcId="{3C9CF52B-71A7-419D-A3B1-AF0B3A3DE1B5}" destId="{51BDE448-F73E-4597-B471-71009A3498F1}" srcOrd="1" destOrd="0" presId="urn:microsoft.com/office/officeart/2008/layout/LinedList"/>
    <dgm:cxn modelId="{D866F123-3A8C-4A65-AD45-3E1C6C0AF535}" type="presParOf" srcId="{51BDE448-F73E-4597-B471-71009A3498F1}" destId="{030F3D66-D541-4CFA-BAEF-F55481AE1B83}" srcOrd="0" destOrd="0" presId="urn:microsoft.com/office/officeart/2008/layout/LinedList"/>
    <dgm:cxn modelId="{AEE2A669-2D60-44EA-A1E1-7EC636B7A13B}" type="presParOf" srcId="{51BDE448-F73E-4597-B471-71009A3498F1}" destId="{38941F2A-3656-4AAB-8A93-762FBB254DB0}" srcOrd="1" destOrd="0" presId="urn:microsoft.com/office/officeart/2008/layout/LinedList"/>
    <dgm:cxn modelId="{0B2CDF7D-65C0-4ED0-9E6E-CE036B6DC012}" type="presParOf" srcId="{51BDE448-F73E-4597-B471-71009A3498F1}" destId="{26BD3CBD-9C0E-4CAF-8EF8-F0DBD08074CC}" srcOrd="2" destOrd="0" presId="urn:microsoft.com/office/officeart/2008/layout/LinedList"/>
    <dgm:cxn modelId="{0696D126-0E9F-4C0B-A006-4D0B54134416}" type="presParOf" srcId="{3C9CF52B-71A7-419D-A3B1-AF0B3A3DE1B5}" destId="{A2064AB6-EB53-46AA-9706-5EA660C71941}" srcOrd="2" destOrd="0" presId="urn:microsoft.com/office/officeart/2008/layout/LinedList"/>
    <dgm:cxn modelId="{38666260-B8AD-4F84-88FA-B791BD7E4538}" type="presParOf" srcId="{3C9CF52B-71A7-419D-A3B1-AF0B3A3DE1B5}" destId="{E932AD13-340E-42F7-AC2A-725D119BABF9}" srcOrd="3" destOrd="0" presId="urn:microsoft.com/office/officeart/2008/layout/LinedList"/>
    <dgm:cxn modelId="{9948D5FE-9E28-4CF2-BDEC-DFC0F1E55C0A}" type="presParOf" srcId="{8828FD2A-0735-447B-8BDE-5037631D2E01}" destId="{E8207903-82C8-4F07-B403-FC929D36A631}" srcOrd="6" destOrd="0" presId="urn:microsoft.com/office/officeart/2008/layout/LinedList"/>
    <dgm:cxn modelId="{3181C241-5C34-4F2D-8258-8903BA23036C}" type="presParOf" srcId="{8828FD2A-0735-447B-8BDE-5037631D2E01}" destId="{09CC926E-281A-42E9-A0FB-E1F7DF3A2C5F}" srcOrd="7" destOrd="0" presId="urn:microsoft.com/office/officeart/2008/layout/LinedList"/>
    <dgm:cxn modelId="{8F40B00C-27E7-47C0-AD9D-A861526A2711}" type="presParOf" srcId="{09CC926E-281A-42E9-A0FB-E1F7DF3A2C5F}" destId="{8F2D131D-1BCF-4B81-9DE8-104CAC81508F}" srcOrd="0" destOrd="0" presId="urn:microsoft.com/office/officeart/2008/layout/LinedList"/>
    <dgm:cxn modelId="{EF71BA52-F7E7-44CB-8ACC-A6ACB0D16B8F}" type="presParOf" srcId="{09CC926E-281A-42E9-A0FB-E1F7DF3A2C5F}" destId="{DA353A55-F66A-4F88-9FC0-63452826FAAE}" srcOrd="1" destOrd="0" presId="urn:microsoft.com/office/officeart/2008/layout/LinedList"/>
    <dgm:cxn modelId="{E131813B-9554-434C-A18A-6724F581AAAD}" type="presParOf" srcId="{DA353A55-F66A-4F88-9FC0-63452826FAAE}" destId="{7BC2D0B9-99B6-4F69-936A-4F97C46EF156}" srcOrd="0" destOrd="0" presId="urn:microsoft.com/office/officeart/2008/layout/LinedList"/>
    <dgm:cxn modelId="{96AABC5D-29C0-49A0-A3BE-C0AB7BEB6956}" type="presParOf" srcId="{DA353A55-F66A-4F88-9FC0-63452826FAAE}" destId="{113965AE-41FF-40FF-8D5B-77D96BC6ED7F}" srcOrd="1" destOrd="0" presId="urn:microsoft.com/office/officeart/2008/layout/LinedList"/>
    <dgm:cxn modelId="{E48365C5-B445-4204-822B-DC42F3253769}" type="presParOf" srcId="{113965AE-41FF-40FF-8D5B-77D96BC6ED7F}" destId="{9E9A591B-FFC1-4699-90C0-BBAA497C05F5}" srcOrd="0" destOrd="0" presId="urn:microsoft.com/office/officeart/2008/layout/LinedList"/>
    <dgm:cxn modelId="{887CDFE8-76F0-482D-8807-188D7D093C56}" type="presParOf" srcId="{113965AE-41FF-40FF-8D5B-77D96BC6ED7F}" destId="{78BBFC1B-DDCB-4CB6-8D6C-D3F221CB89AB}" srcOrd="1" destOrd="0" presId="urn:microsoft.com/office/officeart/2008/layout/LinedList"/>
    <dgm:cxn modelId="{9AAB1787-6E43-463B-B805-D9475F0383E6}" type="presParOf" srcId="{113965AE-41FF-40FF-8D5B-77D96BC6ED7F}" destId="{16BFCD32-F6E5-4763-AD8F-1754BDBF6015}" srcOrd="2" destOrd="0" presId="urn:microsoft.com/office/officeart/2008/layout/LinedList"/>
    <dgm:cxn modelId="{F0B75811-17D1-44B6-B022-C11D0FB22ADB}" type="presParOf" srcId="{DA353A55-F66A-4F88-9FC0-63452826FAAE}" destId="{49B4D081-84F4-48CA-A0E7-2F5205F346CC}" srcOrd="2" destOrd="0" presId="urn:microsoft.com/office/officeart/2008/layout/LinedList"/>
    <dgm:cxn modelId="{A721ACC2-71FA-4F8A-BB02-CF2F95FE803B}" type="presParOf" srcId="{DA353A55-F66A-4F88-9FC0-63452826FAAE}" destId="{9D52C8AC-BB75-475E-BDA2-CB5D65C94972}" srcOrd="3" destOrd="0" presId="urn:microsoft.com/office/officeart/2008/layout/LinedList"/>
    <dgm:cxn modelId="{ADC028CF-34D3-4DA5-AF91-98D7956A131F}" type="presParOf" srcId="{8828FD2A-0735-447B-8BDE-5037631D2E01}" destId="{FB25F0CF-AF8D-4BAC-A0AA-F1DCE291E48F}" srcOrd="8" destOrd="0" presId="urn:microsoft.com/office/officeart/2008/layout/LinedList"/>
    <dgm:cxn modelId="{694A7309-F6DB-424A-9F4E-54F2FEFEDCBC}" type="presParOf" srcId="{8828FD2A-0735-447B-8BDE-5037631D2E01}" destId="{DDB64A5F-A3C2-46B1-99A0-4C9BBAD49C96}" srcOrd="9" destOrd="0" presId="urn:microsoft.com/office/officeart/2008/layout/LinedList"/>
    <dgm:cxn modelId="{EF539387-9F6E-4CB5-8371-583DE5540F6F}" type="presParOf" srcId="{DDB64A5F-A3C2-46B1-99A0-4C9BBAD49C96}" destId="{9350E290-FBFA-4030-A325-5AB7FD341A74}" srcOrd="0" destOrd="0" presId="urn:microsoft.com/office/officeart/2008/layout/LinedList"/>
    <dgm:cxn modelId="{6725E781-E525-448B-98FE-915DBD4AEF2D}" type="presParOf" srcId="{DDB64A5F-A3C2-46B1-99A0-4C9BBAD49C96}" destId="{58FAE8E3-76B3-4446-8928-307D7F6C4FCE}" srcOrd="1" destOrd="0" presId="urn:microsoft.com/office/officeart/2008/layout/LinedList"/>
    <dgm:cxn modelId="{8838F98A-9C3E-4F27-A431-084F17021F54}" type="presParOf" srcId="{58FAE8E3-76B3-4446-8928-307D7F6C4FCE}" destId="{0DFAC747-F7CF-4B34-9ACE-960FBA6EEF02}" srcOrd="0" destOrd="0" presId="urn:microsoft.com/office/officeart/2008/layout/LinedList"/>
    <dgm:cxn modelId="{6FE84671-907B-468E-AEE1-87877FBD505F}" type="presParOf" srcId="{58FAE8E3-76B3-4446-8928-307D7F6C4FCE}" destId="{3297C608-9B75-4675-9A61-87B748CEC4CE}" srcOrd="1" destOrd="0" presId="urn:microsoft.com/office/officeart/2008/layout/LinedList"/>
    <dgm:cxn modelId="{E9BBFFAB-3591-4D98-885D-458FD4799757}" type="presParOf" srcId="{3297C608-9B75-4675-9A61-87B748CEC4CE}" destId="{BA2726C2-C3D9-412D-82D7-C96D230EDD8C}" srcOrd="0" destOrd="0" presId="urn:microsoft.com/office/officeart/2008/layout/LinedList"/>
    <dgm:cxn modelId="{80387772-E941-493D-A39A-A9091FC9B64A}" type="presParOf" srcId="{3297C608-9B75-4675-9A61-87B748CEC4CE}" destId="{180BA0E1-18AE-4D2A-B44C-6EE54F14FEE7}" srcOrd="1" destOrd="0" presId="urn:microsoft.com/office/officeart/2008/layout/LinedList"/>
    <dgm:cxn modelId="{9D68012D-3629-4F58-8303-2B0899CA810C}" type="presParOf" srcId="{3297C608-9B75-4675-9A61-87B748CEC4CE}" destId="{9988F721-6D75-4415-8261-EC8784FFEC8B}" srcOrd="2" destOrd="0" presId="urn:microsoft.com/office/officeart/2008/layout/LinedList"/>
    <dgm:cxn modelId="{733BC9A0-C8DB-471B-89B0-DC56EC3785F1}" type="presParOf" srcId="{58FAE8E3-76B3-4446-8928-307D7F6C4FCE}" destId="{73C51BC5-B695-4DF8-9E1C-C9222C3CDDE4}" srcOrd="2" destOrd="0" presId="urn:microsoft.com/office/officeart/2008/layout/LinedList"/>
    <dgm:cxn modelId="{3B94B14A-23F4-4FD4-ACFE-ABAB0E149EF5}" type="presParOf" srcId="{58FAE8E3-76B3-4446-8928-307D7F6C4FCE}" destId="{01FD9D1D-88FC-4DDD-A429-658E1DB2B920}" srcOrd="3"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81C2F5E-BA49-475C-8FF9-962E99C30DF5}" type="doc">
      <dgm:prSet loTypeId="urn:microsoft.com/office/officeart/2005/8/layout/cycle8" loCatId="cycle" qsTypeId="urn:microsoft.com/office/officeart/2005/8/quickstyle/simple1" qsCatId="simple" csTypeId="urn:microsoft.com/office/officeart/2005/8/colors/colorful2" csCatId="colorful" phldr="1"/>
      <dgm:spPr/>
      <dgm:t>
        <a:bodyPr/>
        <a:lstStyle/>
        <a:p>
          <a:endParaRPr lang="en-US"/>
        </a:p>
      </dgm:t>
    </dgm:pt>
    <dgm:pt modelId="{6B8516B4-7D36-409E-8298-8EC4688F3140}">
      <dgm:prSet phldrT="[Text]" custT="1"/>
      <dgm:spPr>
        <a:solidFill>
          <a:srgbClr val="C00000"/>
        </a:solidFill>
      </dgm:spPr>
      <dgm:t>
        <a:bodyPr/>
        <a:lstStyle/>
        <a:p>
          <a:r>
            <a:rPr lang="en-US" sz="1400" b="0" dirty="0"/>
            <a:t>Virtualization</a:t>
          </a:r>
        </a:p>
      </dgm:t>
    </dgm:pt>
    <dgm:pt modelId="{2F25D55D-010F-4C66-B5B0-599221D48569}" type="sibTrans" cxnId="{517F6D95-5B1D-4442-A4FA-5A362F2A4AEC}">
      <dgm:prSet/>
      <dgm:spPr/>
      <dgm:t>
        <a:bodyPr/>
        <a:lstStyle/>
        <a:p>
          <a:endParaRPr lang="en-US" sz="1800" b="0"/>
        </a:p>
      </dgm:t>
    </dgm:pt>
    <dgm:pt modelId="{6F19AC9E-D1D9-4B53-BAD7-198F89A594AF}" type="parTrans" cxnId="{517F6D95-5B1D-4442-A4FA-5A362F2A4AEC}">
      <dgm:prSet/>
      <dgm:spPr/>
      <dgm:t>
        <a:bodyPr/>
        <a:lstStyle/>
        <a:p>
          <a:endParaRPr lang="en-US" sz="1800" b="0"/>
        </a:p>
      </dgm:t>
    </dgm:pt>
    <dgm:pt modelId="{0386E427-00AA-46FA-A6C2-985F76F667F3}">
      <dgm:prSet phldrT="[Text]" custT="1"/>
      <dgm:spPr>
        <a:solidFill>
          <a:schemeClr val="accent4">
            <a:lumMod val="25000"/>
          </a:schemeClr>
        </a:solidFill>
      </dgm:spPr>
      <dgm:t>
        <a:bodyPr/>
        <a:lstStyle/>
        <a:p>
          <a:r>
            <a:rPr lang="en-US" sz="1400" b="0" dirty="0"/>
            <a:t>Networking</a:t>
          </a:r>
        </a:p>
      </dgm:t>
    </dgm:pt>
    <dgm:pt modelId="{E6D1E13A-572B-4028-8677-D7FACF46D08A}" type="sibTrans" cxnId="{885459A0-0DC3-4596-AFD3-D9DC7B3F5F34}">
      <dgm:prSet/>
      <dgm:spPr/>
      <dgm:t>
        <a:bodyPr/>
        <a:lstStyle/>
        <a:p>
          <a:endParaRPr lang="en-US" sz="1800" b="0"/>
        </a:p>
      </dgm:t>
    </dgm:pt>
    <dgm:pt modelId="{7461813F-C19A-43A4-8AA1-A9C7FCCEE237}" type="parTrans" cxnId="{885459A0-0DC3-4596-AFD3-D9DC7B3F5F34}">
      <dgm:prSet/>
      <dgm:spPr/>
      <dgm:t>
        <a:bodyPr/>
        <a:lstStyle/>
        <a:p>
          <a:endParaRPr lang="en-US" sz="1800" b="0"/>
        </a:p>
      </dgm:t>
    </dgm:pt>
    <dgm:pt modelId="{0A11C686-C5F7-4351-8C44-CC4FBEF2D08B}">
      <dgm:prSet phldrT="[Text]" custT="1"/>
      <dgm:spPr>
        <a:solidFill>
          <a:srgbClr val="7030A0"/>
        </a:solidFill>
      </dgm:spPr>
      <dgm:t>
        <a:bodyPr/>
        <a:lstStyle/>
        <a:p>
          <a:r>
            <a:rPr lang="en-US" sz="1400" b="0" dirty="0"/>
            <a:t>Scheduling</a:t>
          </a:r>
        </a:p>
      </dgm:t>
    </dgm:pt>
    <dgm:pt modelId="{1978F8BC-0413-4471-9CB7-DA91F18385A9}" type="sibTrans" cxnId="{6854E04D-3455-44AC-8139-DD0619A10871}">
      <dgm:prSet/>
      <dgm:spPr/>
      <dgm:t>
        <a:bodyPr/>
        <a:lstStyle/>
        <a:p>
          <a:endParaRPr lang="en-US" sz="1800" b="0"/>
        </a:p>
      </dgm:t>
    </dgm:pt>
    <dgm:pt modelId="{66D234AB-34F8-4020-8B72-212C4CE606A7}" type="parTrans" cxnId="{6854E04D-3455-44AC-8139-DD0619A10871}">
      <dgm:prSet/>
      <dgm:spPr/>
      <dgm:t>
        <a:bodyPr/>
        <a:lstStyle/>
        <a:p>
          <a:endParaRPr lang="en-US" sz="1800" b="0"/>
        </a:p>
      </dgm:t>
    </dgm:pt>
    <dgm:pt modelId="{0114431A-B596-46BB-BC7A-0D7D9B342087}">
      <dgm:prSet phldrT="[Text]" custT="1"/>
      <dgm:spPr>
        <a:solidFill>
          <a:srgbClr val="FFC000"/>
        </a:solidFill>
      </dgm:spPr>
      <dgm:t>
        <a:bodyPr/>
        <a:lstStyle/>
        <a:p>
          <a:r>
            <a:rPr lang="en-US" sz="1400" b="0" dirty="0"/>
            <a:t>Performance Monitoring</a:t>
          </a:r>
        </a:p>
      </dgm:t>
    </dgm:pt>
    <dgm:pt modelId="{87F15C24-0BF9-4B94-964E-968DE9336420}" type="sibTrans" cxnId="{5CF9396D-DF8A-4399-B324-48AC75FFABEC}">
      <dgm:prSet/>
      <dgm:spPr/>
      <dgm:t>
        <a:bodyPr/>
        <a:lstStyle/>
        <a:p>
          <a:endParaRPr lang="en-US" sz="1800" b="0"/>
        </a:p>
      </dgm:t>
    </dgm:pt>
    <dgm:pt modelId="{9561C0F8-3391-4963-91BE-5CF2B880CF91}" type="parTrans" cxnId="{5CF9396D-DF8A-4399-B324-48AC75FFABEC}">
      <dgm:prSet/>
      <dgm:spPr/>
      <dgm:t>
        <a:bodyPr/>
        <a:lstStyle/>
        <a:p>
          <a:endParaRPr lang="en-US" sz="1800" b="0"/>
        </a:p>
      </dgm:t>
    </dgm:pt>
    <dgm:pt modelId="{48A17515-5C17-4603-B77A-E299691DEB8D}">
      <dgm:prSet phldrT="[Text]" custT="1"/>
      <dgm:spPr>
        <a:solidFill>
          <a:srgbClr val="001746"/>
        </a:solidFill>
      </dgm:spPr>
      <dgm:t>
        <a:bodyPr/>
        <a:lstStyle/>
        <a:p>
          <a:r>
            <a:rPr lang="en-US" sz="1400" b="0" dirty="0"/>
            <a:t>Backup &amp; Recovery</a:t>
          </a:r>
        </a:p>
      </dgm:t>
    </dgm:pt>
    <dgm:pt modelId="{DB98CBFF-9015-488C-9383-FA21372BDA96}" type="sibTrans" cxnId="{A5627255-9BB7-41FC-95A3-93352D599BF8}">
      <dgm:prSet/>
      <dgm:spPr/>
      <dgm:t>
        <a:bodyPr/>
        <a:lstStyle/>
        <a:p>
          <a:endParaRPr lang="en-US" sz="1800" b="0"/>
        </a:p>
      </dgm:t>
    </dgm:pt>
    <dgm:pt modelId="{2B325BE6-E2E3-4E1F-86A1-4D64AE72B7B9}" type="parTrans" cxnId="{A5627255-9BB7-41FC-95A3-93352D599BF8}">
      <dgm:prSet/>
      <dgm:spPr/>
      <dgm:t>
        <a:bodyPr/>
        <a:lstStyle/>
        <a:p>
          <a:endParaRPr lang="en-US" sz="1800" b="0"/>
        </a:p>
      </dgm:t>
    </dgm:pt>
    <dgm:pt modelId="{7D4B84D8-0AB3-4E11-BFCB-84722E8AA405}">
      <dgm:prSet phldrT="[Text]" custT="1"/>
      <dgm:spPr>
        <a:solidFill>
          <a:srgbClr val="00B050"/>
        </a:solidFill>
      </dgm:spPr>
      <dgm:t>
        <a:bodyPr/>
        <a:lstStyle/>
        <a:p>
          <a:r>
            <a:rPr lang="en-US" sz="1400" b="0" dirty="0"/>
            <a:t>Debugging</a:t>
          </a:r>
        </a:p>
      </dgm:t>
    </dgm:pt>
    <dgm:pt modelId="{B4020736-0A39-452A-B5A9-7AE3DFCAD5DE}" type="sibTrans" cxnId="{B529A97D-0CF1-4CD5-9EE3-9E947E84C07F}">
      <dgm:prSet/>
      <dgm:spPr/>
      <dgm:t>
        <a:bodyPr/>
        <a:lstStyle/>
        <a:p>
          <a:endParaRPr lang="en-US" sz="1800" b="0"/>
        </a:p>
      </dgm:t>
    </dgm:pt>
    <dgm:pt modelId="{CD651F8F-B85E-4C6C-A0ED-12E35BB388B5}" type="parTrans" cxnId="{B529A97D-0CF1-4CD5-9EE3-9E947E84C07F}">
      <dgm:prSet/>
      <dgm:spPr/>
      <dgm:t>
        <a:bodyPr/>
        <a:lstStyle/>
        <a:p>
          <a:endParaRPr lang="en-US" sz="1800" b="0"/>
        </a:p>
      </dgm:t>
    </dgm:pt>
    <dgm:pt modelId="{D6FE64DC-7ABA-4CD3-A01B-0639E54F676B}" type="pres">
      <dgm:prSet presAssocID="{181C2F5E-BA49-475C-8FF9-962E99C30DF5}" presName="compositeShape" presStyleCnt="0">
        <dgm:presLayoutVars>
          <dgm:chMax val="7"/>
          <dgm:dir/>
          <dgm:resizeHandles val="exact"/>
        </dgm:presLayoutVars>
      </dgm:prSet>
      <dgm:spPr/>
    </dgm:pt>
    <dgm:pt modelId="{27E346BF-8E05-49B4-B457-F9C869AB7CA8}" type="pres">
      <dgm:prSet presAssocID="{181C2F5E-BA49-475C-8FF9-962E99C30DF5}" presName="wedge1" presStyleLbl="node1" presStyleIdx="0" presStyleCnt="6"/>
      <dgm:spPr/>
    </dgm:pt>
    <dgm:pt modelId="{BDACD515-A47E-4382-BD9E-2E6F93112511}" type="pres">
      <dgm:prSet presAssocID="{181C2F5E-BA49-475C-8FF9-962E99C30DF5}" presName="dummy1a" presStyleCnt="0"/>
      <dgm:spPr/>
    </dgm:pt>
    <dgm:pt modelId="{64271A98-B76C-4864-8054-8857AFAFE188}" type="pres">
      <dgm:prSet presAssocID="{181C2F5E-BA49-475C-8FF9-962E99C30DF5}" presName="dummy1b" presStyleCnt="0"/>
      <dgm:spPr/>
    </dgm:pt>
    <dgm:pt modelId="{8055E3CC-BDF8-4B23-8309-124AB51E2113}" type="pres">
      <dgm:prSet presAssocID="{181C2F5E-BA49-475C-8FF9-962E99C30DF5}" presName="wedge1Tx" presStyleLbl="node1" presStyleIdx="0" presStyleCnt="6">
        <dgm:presLayoutVars>
          <dgm:chMax val="0"/>
          <dgm:chPref val="0"/>
          <dgm:bulletEnabled val="1"/>
        </dgm:presLayoutVars>
      </dgm:prSet>
      <dgm:spPr/>
    </dgm:pt>
    <dgm:pt modelId="{2567DF63-E3DC-439C-B6C4-7F1521ED9DE2}" type="pres">
      <dgm:prSet presAssocID="{181C2F5E-BA49-475C-8FF9-962E99C30DF5}" presName="wedge2" presStyleLbl="node1" presStyleIdx="1" presStyleCnt="6"/>
      <dgm:spPr/>
    </dgm:pt>
    <dgm:pt modelId="{9CBF3B04-5111-4D79-B058-4E56EEEB436F}" type="pres">
      <dgm:prSet presAssocID="{181C2F5E-BA49-475C-8FF9-962E99C30DF5}" presName="dummy2a" presStyleCnt="0"/>
      <dgm:spPr/>
    </dgm:pt>
    <dgm:pt modelId="{5C8CEC6F-8B4C-4496-9E6A-CE2A2993B4D2}" type="pres">
      <dgm:prSet presAssocID="{181C2F5E-BA49-475C-8FF9-962E99C30DF5}" presName="dummy2b" presStyleCnt="0"/>
      <dgm:spPr/>
    </dgm:pt>
    <dgm:pt modelId="{1D843E76-D615-4B5B-B52E-6E4E875B8C63}" type="pres">
      <dgm:prSet presAssocID="{181C2F5E-BA49-475C-8FF9-962E99C30DF5}" presName="wedge2Tx" presStyleLbl="node1" presStyleIdx="1" presStyleCnt="6">
        <dgm:presLayoutVars>
          <dgm:chMax val="0"/>
          <dgm:chPref val="0"/>
          <dgm:bulletEnabled val="1"/>
        </dgm:presLayoutVars>
      </dgm:prSet>
      <dgm:spPr/>
    </dgm:pt>
    <dgm:pt modelId="{ECCAF9D7-3167-4334-B8AF-DE169C4F9EA0}" type="pres">
      <dgm:prSet presAssocID="{181C2F5E-BA49-475C-8FF9-962E99C30DF5}" presName="wedge3" presStyleLbl="node1" presStyleIdx="2" presStyleCnt="6"/>
      <dgm:spPr/>
    </dgm:pt>
    <dgm:pt modelId="{C022A471-A04F-4607-B5AF-C4B4CC752D64}" type="pres">
      <dgm:prSet presAssocID="{181C2F5E-BA49-475C-8FF9-962E99C30DF5}" presName="dummy3a" presStyleCnt="0"/>
      <dgm:spPr/>
    </dgm:pt>
    <dgm:pt modelId="{D613275A-692A-49E3-B8C3-31775318095B}" type="pres">
      <dgm:prSet presAssocID="{181C2F5E-BA49-475C-8FF9-962E99C30DF5}" presName="dummy3b" presStyleCnt="0"/>
      <dgm:spPr/>
    </dgm:pt>
    <dgm:pt modelId="{FB059611-7FB0-43FD-803D-45A732A22C26}" type="pres">
      <dgm:prSet presAssocID="{181C2F5E-BA49-475C-8FF9-962E99C30DF5}" presName="wedge3Tx" presStyleLbl="node1" presStyleIdx="2" presStyleCnt="6">
        <dgm:presLayoutVars>
          <dgm:chMax val="0"/>
          <dgm:chPref val="0"/>
          <dgm:bulletEnabled val="1"/>
        </dgm:presLayoutVars>
      </dgm:prSet>
      <dgm:spPr/>
    </dgm:pt>
    <dgm:pt modelId="{98A2845C-A26B-4478-8104-DCCA9AFFF359}" type="pres">
      <dgm:prSet presAssocID="{181C2F5E-BA49-475C-8FF9-962E99C30DF5}" presName="wedge4" presStyleLbl="node1" presStyleIdx="3" presStyleCnt="6"/>
      <dgm:spPr/>
    </dgm:pt>
    <dgm:pt modelId="{BA3FC4BE-8D82-4955-993E-E3F47F1E231D}" type="pres">
      <dgm:prSet presAssocID="{181C2F5E-BA49-475C-8FF9-962E99C30DF5}" presName="dummy4a" presStyleCnt="0"/>
      <dgm:spPr/>
    </dgm:pt>
    <dgm:pt modelId="{718029EC-E88F-4BE4-9598-C3CAE5E6ACB0}" type="pres">
      <dgm:prSet presAssocID="{181C2F5E-BA49-475C-8FF9-962E99C30DF5}" presName="dummy4b" presStyleCnt="0"/>
      <dgm:spPr/>
    </dgm:pt>
    <dgm:pt modelId="{11AA40E1-358A-4641-9165-8CE403B54C0C}" type="pres">
      <dgm:prSet presAssocID="{181C2F5E-BA49-475C-8FF9-962E99C30DF5}" presName="wedge4Tx" presStyleLbl="node1" presStyleIdx="3" presStyleCnt="6">
        <dgm:presLayoutVars>
          <dgm:chMax val="0"/>
          <dgm:chPref val="0"/>
          <dgm:bulletEnabled val="1"/>
        </dgm:presLayoutVars>
      </dgm:prSet>
      <dgm:spPr/>
    </dgm:pt>
    <dgm:pt modelId="{F5D963FF-EBDD-43F5-82BE-B63B09CEA38A}" type="pres">
      <dgm:prSet presAssocID="{181C2F5E-BA49-475C-8FF9-962E99C30DF5}" presName="wedge5" presStyleLbl="node1" presStyleIdx="4" presStyleCnt="6"/>
      <dgm:spPr/>
    </dgm:pt>
    <dgm:pt modelId="{826E3A4C-5C35-467E-BA67-4B4371725051}" type="pres">
      <dgm:prSet presAssocID="{181C2F5E-BA49-475C-8FF9-962E99C30DF5}" presName="dummy5a" presStyleCnt="0"/>
      <dgm:spPr/>
    </dgm:pt>
    <dgm:pt modelId="{81A1BC8E-FFAA-4394-976E-9EDCFC7D4FF0}" type="pres">
      <dgm:prSet presAssocID="{181C2F5E-BA49-475C-8FF9-962E99C30DF5}" presName="dummy5b" presStyleCnt="0"/>
      <dgm:spPr/>
    </dgm:pt>
    <dgm:pt modelId="{953DD912-32B9-49FD-BB6C-31F30B1D6E3B}" type="pres">
      <dgm:prSet presAssocID="{181C2F5E-BA49-475C-8FF9-962E99C30DF5}" presName="wedge5Tx" presStyleLbl="node1" presStyleIdx="4" presStyleCnt="6">
        <dgm:presLayoutVars>
          <dgm:chMax val="0"/>
          <dgm:chPref val="0"/>
          <dgm:bulletEnabled val="1"/>
        </dgm:presLayoutVars>
      </dgm:prSet>
      <dgm:spPr/>
    </dgm:pt>
    <dgm:pt modelId="{D14BFB2D-CFB3-4F70-92D7-83B4B5F3DF1B}" type="pres">
      <dgm:prSet presAssocID="{181C2F5E-BA49-475C-8FF9-962E99C30DF5}" presName="wedge6" presStyleLbl="node1" presStyleIdx="5" presStyleCnt="6"/>
      <dgm:spPr/>
    </dgm:pt>
    <dgm:pt modelId="{35D39E71-7A81-48E4-BF8A-A36DB745746D}" type="pres">
      <dgm:prSet presAssocID="{181C2F5E-BA49-475C-8FF9-962E99C30DF5}" presName="dummy6a" presStyleCnt="0"/>
      <dgm:spPr/>
    </dgm:pt>
    <dgm:pt modelId="{29C530E8-F3E8-4C1F-B3BB-3E12CF3D2BAD}" type="pres">
      <dgm:prSet presAssocID="{181C2F5E-BA49-475C-8FF9-962E99C30DF5}" presName="dummy6b" presStyleCnt="0"/>
      <dgm:spPr/>
    </dgm:pt>
    <dgm:pt modelId="{4099A9E0-83AF-4749-AB00-6B1520ECCF18}" type="pres">
      <dgm:prSet presAssocID="{181C2F5E-BA49-475C-8FF9-962E99C30DF5}" presName="wedge6Tx" presStyleLbl="node1" presStyleIdx="5" presStyleCnt="6">
        <dgm:presLayoutVars>
          <dgm:chMax val="0"/>
          <dgm:chPref val="0"/>
          <dgm:bulletEnabled val="1"/>
        </dgm:presLayoutVars>
      </dgm:prSet>
      <dgm:spPr/>
    </dgm:pt>
    <dgm:pt modelId="{C520B6C0-A090-4326-9B35-18D54B2584DF}" type="pres">
      <dgm:prSet presAssocID="{2F25D55D-010F-4C66-B5B0-599221D48569}" presName="arrowWedge1" presStyleLbl="fgSibTrans2D1" presStyleIdx="0" presStyleCnt="6"/>
      <dgm:spPr/>
    </dgm:pt>
    <dgm:pt modelId="{4A20A071-C9A2-42C9-9175-C98622A6608F}" type="pres">
      <dgm:prSet presAssocID="{E6D1E13A-572B-4028-8677-D7FACF46D08A}" presName="arrowWedge2" presStyleLbl="fgSibTrans2D1" presStyleIdx="1" presStyleCnt="6"/>
      <dgm:spPr/>
    </dgm:pt>
    <dgm:pt modelId="{2BFE2E43-1C17-4E8F-B442-FE76F28A8567}" type="pres">
      <dgm:prSet presAssocID="{1978F8BC-0413-4471-9CB7-DA91F18385A9}" presName="arrowWedge3" presStyleLbl="fgSibTrans2D1" presStyleIdx="2" presStyleCnt="6"/>
      <dgm:spPr/>
    </dgm:pt>
    <dgm:pt modelId="{BDEE66EF-D73B-46E4-ACF6-FE681DE16249}" type="pres">
      <dgm:prSet presAssocID="{87F15C24-0BF9-4B94-964E-968DE9336420}" presName="arrowWedge4" presStyleLbl="fgSibTrans2D1" presStyleIdx="3" presStyleCnt="6"/>
      <dgm:spPr/>
    </dgm:pt>
    <dgm:pt modelId="{3F531608-5F90-492E-89C5-3791A1B76641}" type="pres">
      <dgm:prSet presAssocID="{DB98CBFF-9015-488C-9383-FA21372BDA96}" presName="arrowWedge5" presStyleLbl="fgSibTrans2D1" presStyleIdx="4" presStyleCnt="6"/>
      <dgm:spPr/>
    </dgm:pt>
    <dgm:pt modelId="{B5F6BE10-679D-40A8-946F-BBB28146A0E2}" type="pres">
      <dgm:prSet presAssocID="{B4020736-0A39-452A-B5A9-7AE3DFCAD5DE}" presName="arrowWedge6" presStyleLbl="fgSibTrans2D1" presStyleIdx="5" presStyleCnt="6"/>
      <dgm:spPr/>
    </dgm:pt>
  </dgm:ptLst>
  <dgm:cxnLst>
    <dgm:cxn modelId="{A0D0A008-D165-43BC-8776-702A9BD402F8}" type="presOf" srcId="{0A11C686-C5F7-4351-8C44-CC4FBEF2D08B}" destId="{ECCAF9D7-3167-4334-B8AF-DE169C4F9EA0}" srcOrd="0" destOrd="0" presId="urn:microsoft.com/office/officeart/2005/8/layout/cycle8"/>
    <dgm:cxn modelId="{7E06EC18-52A1-4CE3-A0EE-1939C7C140DC}" type="presOf" srcId="{0386E427-00AA-46FA-A6C2-985F76F667F3}" destId="{1D843E76-D615-4B5B-B52E-6E4E875B8C63}" srcOrd="1" destOrd="0" presId="urn:microsoft.com/office/officeart/2005/8/layout/cycle8"/>
    <dgm:cxn modelId="{3D74C91B-CB5A-4280-A328-42F778FFF533}" type="presOf" srcId="{181C2F5E-BA49-475C-8FF9-962E99C30DF5}" destId="{D6FE64DC-7ABA-4CD3-A01B-0639E54F676B}" srcOrd="0" destOrd="0" presId="urn:microsoft.com/office/officeart/2005/8/layout/cycle8"/>
    <dgm:cxn modelId="{13042827-49D5-420A-86B2-703932CCA0AC}" type="presOf" srcId="{0114431A-B596-46BB-BC7A-0D7D9B342087}" destId="{11AA40E1-358A-4641-9165-8CE403B54C0C}" srcOrd="1" destOrd="0" presId="urn:microsoft.com/office/officeart/2005/8/layout/cycle8"/>
    <dgm:cxn modelId="{FB609062-4D89-42C8-B1E4-583B271AA100}" type="presOf" srcId="{6B8516B4-7D36-409E-8298-8EC4688F3140}" destId="{27E346BF-8E05-49B4-B457-F9C869AB7CA8}" srcOrd="0" destOrd="0" presId="urn:microsoft.com/office/officeart/2005/8/layout/cycle8"/>
    <dgm:cxn modelId="{5CF9396D-DF8A-4399-B324-48AC75FFABEC}" srcId="{181C2F5E-BA49-475C-8FF9-962E99C30DF5}" destId="{0114431A-B596-46BB-BC7A-0D7D9B342087}" srcOrd="3" destOrd="0" parTransId="{9561C0F8-3391-4963-91BE-5CF2B880CF91}" sibTransId="{87F15C24-0BF9-4B94-964E-968DE9336420}"/>
    <dgm:cxn modelId="{6854E04D-3455-44AC-8139-DD0619A10871}" srcId="{181C2F5E-BA49-475C-8FF9-962E99C30DF5}" destId="{0A11C686-C5F7-4351-8C44-CC4FBEF2D08B}" srcOrd="2" destOrd="0" parTransId="{66D234AB-34F8-4020-8B72-212C4CE606A7}" sibTransId="{1978F8BC-0413-4471-9CB7-DA91F18385A9}"/>
    <dgm:cxn modelId="{A5627255-9BB7-41FC-95A3-93352D599BF8}" srcId="{181C2F5E-BA49-475C-8FF9-962E99C30DF5}" destId="{48A17515-5C17-4603-B77A-E299691DEB8D}" srcOrd="4" destOrd="0" parTransId="{2B325BE6-E2E3-4E1F-86A1-4D64AE72B7B9}" sibTransId="{DB98CBFF-9015-488C-9383-FA21372BDA96}"/>
    <dgm:cxn modelId="{B529A97D-0CF1-4CD5-9EE3-9E947E84C07F}" srcId="{181C2F5E-BA49-475C-8FF9-962E99C30DF5}" destId="{7D4B84D8-0AB3-4E11-BFCB-84722E8AA405}" srcOrd="5" destOrd="0" parTransId="{CD651F8F-B85E-4C6C-A0ED-12E35BB388B5}" sibTransId="{B4020736-0A39-452A-B5A9-7AE3DFCAD5DE}"/>
    <dgm:cxn modelId="{517F6D95-5B1D-4442-A4FA-5A362F2A4AEC}" srcId="{181C2F5E-BA49-475C-8FF9-962E99C30DF5}" destId="{6B8516B4-7D36-409E-8298-8EC4688F3140}" srcOrd="0" destOrd="0" parTransId="{6F19AC9E-D1D9-4B53-BAD7-198F89A594AF}" sibTransId="{2F25D55D-010F-4C66-B5B0-599221D48569}"/>
    <dgm:cxn modelId="{885459A0-0DC3-4596-AFD3-D9DC7B3F5F34}" srcId="{181C2F5E-BA49-475C-8FF9-962E99C30DF5}" destId="{0386E427-00AA-46FA-A6C2-985F76F667F3}" srcOrd="1" destOrd="0" parTransId="{7461813F-C19A-43A4-8AA1-A9C7FCCEE237}" sibTransId="{E6D1E13A-572B-4028-8677-D7FACF46D08A}"/>
    <dgm:cxn modelId="{B40693A0-6EE3-4B55-9811-FA02A80CC01C}" type="presOf" srcId="{0114431A-B596-46BB-BC7A-0D7D9B342087}" destId="{98A2845C-A26B-4478-8104-DCCA9AFFF359}" srcOrd="0" destOrd="0" presId="urn:microsoft.com/office/officeart/2005/8/layout/cycle8"/>
    <dgm:cxn modelId="{1CE9EDC5-1670-4366-9083-19A22C9F595A}" type="presOf" srcId="{7D4B84D8-0AB3-4E11-BFCB-84722E8AA405}" destId="{4099A9E0-83AF-4749-AB00-6B1520ECCF18}" srcOrd="1" destOrd="0" presId="urn:microsoft.com/office/officeart/2005/8/layout/cycle8"/>
    <dgm:cxn modelId="{29A51DD4-DA86-4117-8B6D-E2B6D4FD5035}" type="presOf" srcId="{6B8516B4-7D36-409E-8298-8EC4688F3140}" destId="{8055E3CC-BDF8-4B23-8309-124AB51E2113}" srcOrd="1" destOrd="0" presId="urn:microsoft.com/office/officeart/2005/8/layout/cycle8"/>
    <dgm:cxn modelId="{CB6547DB-A83D-4C53-8567-859C3DED74B9}" type="presOf" srcId="{0A11C686-C5F7-4351-8C44-CC4FBEF2D08B}" destId="{FB059611-7FB0-43FD-803D-45A732A22C26}" srcOrd="1" destOrd="0" presId="urn:microsoft.com/office/officeart/2005/8/layout/cycle8"/>
    <dgm:cxn modelId="{DABABAE6-E131-4813-9C52-BA4226566288}" type="presOf" srcId="{7D4B84D8-0AB3-4E11-BFCB-84722E8AA405}" destId="{D14BFB2D-CFB3-4F70-92D7-83B4B5F3DF1B}" srcOrd="0" destOrd="0" presId="urn:microsoft.com/office/officeart/2005/8/layout/cycle8"/>
    <dgm:cxn modelId="{A30713E9-B492-4C1A-925E-9858BA6C03CB}" type="presOf" srcId="{48A17515-5C17-4603-B77A-E299691DEB8D}" destId="{953DD912-32B9-49FD-BB6C-31F30B1D6E3B}" srcOrd="1" destOrd="0" presId="urn:microsoft.com/office/officeart/2005/8/layout/cycle8"/>
    <dgm:cxn modelId="{D8D390F2-6240-4592-B26B-C1DA79C5F8D8}" type="presOf" srcId="{48A17515-5C17-4603-B77A-E299691DEB8D}" destId="{F5D963FF-EBDD-43F5-82BE-B63B09CEA38A}" srcOrd="0" destOrd="0" presId="urn:microsoft.com/office/officeart/2005/8/layout/cycle8"/>
    <dgm:cxn modelId="{F4CAFAFD-3590-49FF-9B08-00EA6E6B4519}" type="presOf" srcId="{0386E427-00AA-46FA-A6C2-985F76F667F3}" destId="{2567DF63-E3DC-439C-B6C4-7F1521ED9DE2}" srcOrd="0" destOrd="0" presId="urn:microsoft.com/office/officeart/2005/8/layout/cycle8"/>
    <dgm:cxn modelId="{330FEE61-F240-4A1B-9D9E-41D88B1D335E}" type="presParOf" srcId="{D6FE64DC-7ABA-4CD3-A01B-0639E54F676B}" destId="{27E346BF-8E05-49B4-B457-F9C869AB7CA8}" srcOrd="0" destOrd="0" presId="urn:microsoft.com/office/officeart/2005/8/layout/cycle8"/>
    <dgm:cxn modelId="{40BECFD1-2827-49D4-92B8-CBD4CABB0220}" type="presParOf" srcId="{D6FE64DC-7ABA-4CD3-A01B-0639E54F676B}" destId="{BDACD515-A47E-4382-BD9E-2E6F93112511}" srcOrd="1" destOrd="0" presId="urn:microsoft.com/office/officeart/2005/8/layout/cycle8"/>
    <dgm:cxn modelId="{2A6E09FB-5FCD-4F5A-8571-FD2379254922}" type="presParOf" srcId="{D6FE64DC-7ABA-4CD3-A01B-0639E54F676B}" destId="{64271A98-B76C-4864-8054-8857AFAFE188}" srcOrd="2" destOrd="0" presId="urn:microsoft.com/office/officeart/2005/8/layout/cycle8"/>
    <dgm:cxn modelId="{B5CBA660-81F3-4CA2-BE92-06FC9903B28F}" type="presParOf" srcId="{D6FE64DC-7ABA-4CD3-A01B-0639E54F676B}" destId="{8055E3CC-BDF8-4B23-8309-124AB51E2113}" srcOrd="3" destOrd="0" presId="urn:microsoft.com/office/officeart/2005/8/layout/cycle8"/>
    <dgm:cxn modelId="{32DD73C4-A363-426B-9B90-EE31C346B104}" type="presParOf" srcId="{D6FE64DC-7ABA-4CD3-A01B-0639E54F676B}" destId="{2567DF63-E3DC-439C-B6C4-7F1521ED9DE2}" srcOrd="4" destOrd="0" presId="urn:microsoft.com/office/officeart/2005/8/layout/cycle8"/>
    <dgm:cxn modelId="{CB33B9DE-CB45-4628-A0B5-1AE1DE0E3326}" type="presParOf" srcId="{D6FE64DC-7ABA-4CD3-A01B-0639E54F676B}" destId="{9CBF3B04-5111-4D79-B058-4E56EEEB436F}" srcOrd="5" destOrd="0" presId="urn:microsoft.com/office/officeart/2005/8/layout/cycle8"/>
    <dgm:cxn modelId="{B94BC708-2A30-4948-9729-172181409221}" type="presParOf" srcId="{D6FE64DC-7ABA-4CD3-A01B-0639E54F676B}" destId="{5C8CEC6F-8B4C-4496-9E6A-CE2A2993B4D2}" srcOrd="6" destOrd="0" presId="urn:microsoft.com/office/officeart/2005/8/layout/cycle8"/>
    <dgm:cxn modelId="{05413390-EE9B-45E8-BF97-814FF3CF52AC}" type="presParOf" srcId="{D6FE64DC-7ABA-4CD3-A01B-0639E54F676B}" destId="{1D843E76-D615-4B5B-B52E-6E4E875B8C63}" srcOrd="7" destOrd="0" presId="urn:microsoft.com/office/officeart/2005/8/layout/cycle8"/>
    <dgm:cxn modelId="{BC046595-D0AC-4681-8F49-A14FD1E90DB4}" type="presParOf" srcId="{D6FE64DC-7ABA-4CD3-A01B-0639E54F676B}" destId="{ECCAF9D7-3167-4334-B8AF-DE169C4F9EA0}" srcOrd="8" destOrd="0" presId="urn:microsoft.com/office/officeart/2005/8/layout/cycle8"/>
    <dgm:cxn modelId="{363ED94C-DA38-4768-9549-514F4B5C3D8A}" type="presParOf" srcId="{D6FE64DC-7ABA-4CD3-A01B-0639E54F676B}" destId="{C022A471-A04F-4607-B5AF-C4B4CC752D64}" srcOrd="9" destOrd="0" presId="urn:microsoft.com/office/officeart/2005/8/layout/cycle8"/>
    <dgm:cxn modelId="{220EB3CB-81B4-48DE-A377-00160BB48B54}" type="presParOf" srcId="{D6FE64DC-7ABA-4CD3-A01B-0639E54F676B}" destId="{D613275A-692A-49E3-B8C3-31775318095B}" srcOrd="10" destOrd="0" presId="urn:microsoft.com/office/officeart/2005/8/layout/cycle8"/>
    <dgm:cxn modelId="{9D2B650A-50DD-4482-B1D4-A77F78A4A5FD}" type="presParOf" srcId="{D6FE64DC-7ABA-4CD3-A01B-0639E54F676B}" destId="{FB059611-7FB0-43FD-803D-45A732A22C26}" srcOrd="11" destOrd="0" presId="urn:microsoft.com/office/officeart/2005/8/layout/cycle8"/>
    <dgm:cxn modelId="{00FE4901-CF0F-4A0B-953D-11E2CE8CECFF}" type="presParOf" srcId="{D6FE64DC-7ABA-4CD3-A01B-0639E54F676B}" destId="{98A2845C-A26B-4478-8104-DCCA9AFFF359}" srcOrd="12" destOrd="0" presId="urn:microsoft.com/office/officeart/2005/8/layout/cycle8"/>
    <dgm:cxn modelId="{3AB1E4CA-BED5-44EE-A3E1-C10996AE8AB7}" type="presParOf" srcId="{D6FE64DC-7ABA-4CD3-A01B-0639E54F676B}" destId="{BA3FC4BE-8D82-4955-993E-E3F47F1E231D}" srcOrd="13" destOrd="0" presId="urn:microsoft.com/office/officeart/2005/8/layout/cycle8"/>
    <dgm:cxn modelId="{6F8F099F-4119-4A8E-A2A5-37F2B5D6EE31}" type="presParOf" srcId="{D6FE64DC-7ABA-4CD3-A01B-0639E54F676B}" destId="{718029EC-E88F-4BE4-9598-C3CAE5E6ACB0}" srcOrd="14" destOrd="0" presId="urn:microsoft.com/office/officeart/2005/8/layout/cycle8"/>
    <dgm:cxn modelId="{000CAB9E-6256-4B3B-B9BF-F6B97FA5F58E}" type="presParOf" srcId="{D6FE64DC-7ABA-4CD3-A01B-0639E54F676B}" destId="{11AA40E1-358A-4641-9165-8CE403B54C0C}" srcOrd="15" destOrd="0" presId="urn:microsoft.com/office/officeart/2005/8/layout/cycle8"/>
    <dgm:cxn modelId="{AFB1D95A-16A3-4B8D-9BE3-9198D0194B54}" type="presParOf" srcId="{D6FE64DC-7ABA-4CD3-A01B-0639E54F676B}" destId="{F5D963FF-EBDD-43F5-82BE-B63B09CEA38A}" srcOrd="16" destOrd="0" presId="urn:microsoft.com/office/officeart/2005/8/layout/cycle8"/>
    <dgm:cxn modelId="{13F64F0C-F2B5-4F9A-9037-999628190363}" type="presParOf" srcId="{D6FE64DC-7ABA-4CD3-A01B-0639E54F676B}" destId="{826E3A4C-5C35-467E-BA67-4B4371725051}" srcOrd="17" destOrd="0" presId="urn:microsoft.com/office/officeart/2005/8/layout/cycle8"/>
    <dgm:cxn modelId="{AE921BA3-E38A-43BD-BEB1-D94B409BCBCF}" type="presParOf" srcId="{D6FE64DC-7ABA-4CD3-A01B-0639E54F676B}" destId="{81A1BC8E-FFAA-4394-976E-9EDCFC7D4FF0}" srcOrd="18" destOrd="0" presId="urn:microsoft.com/office/officeart/2005/8/layout/cycle8"/>
    <dgm:cxn modelId="{5C2D78B2-39FE-4F8A-A971-C9EC74C15817}" type="presParOf" srcId="{D6FE64DC-7ABA-4CD3-A01B-0639E54F676B}" destId="{953DD912-32B9-49FD-BB6C-31F30B1D6E3B}" srcOrd="19" destOrd="0" presId="urn:microsoft.com/office/officeart/2005/8/layout/cycle8"/>
    <dgm:cxn modelId="{D3E45433-C2A3-461C-B275-9115FDF9B7A0}" type="presParOf" srcId="{D6FE64DC-7ABA-4CD3-A01B-0639E54F676B}" destId="{D14BFB2D-CFB3-4F70-92D7-83B4B5F3DF1B}" srcOrd="20" destOrd="0" presId="urn:microsoft.com/office/officeart/2005/8/layout/cycle8"/>
    <dgm:cxn modelId="{27AB0E2E-DCCF-4358-BD3F-154BAFC3055D}" type="presParOf" srcId="{D6FE64DC-7ABA-4CD3-A01B-0639E54F676B}" destId="{35D39E71-7A81-48E4-BF8A-A36DB745746D}" srcOrd="21" destOrd="0" presId="urn:microsoft.com/office/officeart/2005/8/layout/cycle8"/>
    <dgm:cxn modelId="{EAA2B859-6B2A-49B2-9148-4E43F512850E}" type="presParOf" srcId="{D6FE64DC-7ABA-4CD3-A01B-0639E54F676B}" destId="{29C530E8-F3E8-4C1F-B3BB-3E12CF3D2BAD}" srcOrd="22" destOrd="0" presId="urn:microsoft.com/office/officeart/2005/8/layout/cycle8"/>
    <dgm:cxn modelId="{E4458B41-8180-437D-A89C-BC96F78B8038}" type="presParOf" srcId="{D6FE64DC-7ABA-4CD3-A01B-0639E54F676B}" destId="{4099A9E0-83AF-4749-AB00-6B1520ECCF18}" srcOrd="23" destOrd="0" presId="urn:microsoft.com/office/officeart/2005/8/layout/cycle8"/>
    <dgm:cxn modelId="{6DC5E3BB-6B1D-4C96-B583-E2F356877FB9}" type="presParOf" srcId="{D6FE64DC-7ABA-4CD3-A01B-0639E54F676B}" destId="{C520B6C0-A090-4326-9B35-18D54B2584DF}" srcOrd="24" destOrd="0" presId="urn:microsoft.com/office/officeart/2005/8/layout/cycle8"/>
    <dgm:cxn modelId="{2F913289-6D69-47B5-97D1-2D54FD86B4E2}" type="presParOf" srcId="{D6FE64DC-7ABA-4CD3-A01B-0639E54F676B}" destId="{4A20A071-C9A2-42C9-9175-C98622A6608F}" srcOrd="25" destOrd="0" presId="urn:microsoft.com/office/officeart/2005/8/layout/cycle8"/>
    <dgm:cxn modelId="{E7F7345D-D7F6-430C-A751-85E90638BFC2}" type="presParOf" srcId="{D6FE64DC-7ABA-4CD3-A01B-0639E54F676B}" destId="{2BFE2E43-1C17-4E8F-B442-FE76F28A8567}" srcOrd="26" destOrd="0" presId="urn:microsoft.com/office/officeart/2005/8/layout/cycle8"/>
    <dgm:cxn modelId="{513E31D4-963C-4FDC-9253-51E5BAE1D0B7}" type="presParOf" srcId="{D6FE64DC-7ABA-4CD3-A01B-0639E54F676B}" destId="{BDEE66EF-D73B-46E4-ACF6-FE681DE16249}" srcOrd="27" destOrd="0" presId="urn:microsoft.com/office/officeart/2005/8/layout/cycle8"/>
    <dgm:cxn modelId="{4AE0EAA0-664A-4E9C-B125-71BE476E1BEB}" type="presParOf" srcId="{D6FE64DC-7ABA-4CD3-A01B-0639E54F676B}" destId="{3F531608-5F90-492E-89C5-3791A1B76641}" srcOrd="28" destOrd="0" presId="urn:microsoft.com/office/officeart/2005/8/layout/cycle8"/>
    <dgm:cxn modelId="{43AF8027-218A-49FA-BAC4-F88030FE1961}" type="presParOf" srcId="{D6FE64DC-7ABA-4CD3-A01B-0639E54F676B}" destId="{B5F6BE10-679D-40A8-946F-BBB28146A0E2}" srcOrd="29"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EEDB39C7-2C47-48F7-B51E-84D3CBCB1156}" type="doc">
      <dgm:prSet loTypeId="urn:microsoft.com/office/officeart/2005/8/layout/list1" loCatId="list" qsTypeId="urn:microsoft.com/office/officeart/2005/8/quickstyle/simple1" qsCatId="simple" csTypeId="urn:microsoft.com/office/officeart/2005/8/colors/accent3_5" csCatId="accent3" phldr="1"/>
      <dgm:spPr/>
      <dgm:t>
        <a:bodyPr/>
        <a:lstStyle/>
        <a:p>
          <a:endParaRPr lang="en-US"/>
        </a:p>
      </dgm:t>
    </dgm:pt>
    <dgm:pt modelId="{7D40B0D1-F533-4777-BA02-1EC1345E1980}">
      <dgm:prSet phldrT="[Text]" custT="1"/>
      <dgm:spPr/>
      <dgm:t>
        <a:bodyPr/>
        <a:lstStyle/>
        <a:p>
          <a:r>
            <a:rPr lang="en-US" sz="1600" b="0" i="0" dirty="0"/>
            <a:t>The shell is a command-line interface that allows the user to enter commands to interact with the operating system. It acts as an intermediary between the user and the kernel, interpreting commands entered by the user and translating them into instructions that the kernel can execute. The shell also provides various features like command history, tab completion, and scripting capabilities to make it easier for the user to work with the system.</a:t>
          </a:r>
          <a:endParaRPr lang="en-US" sz="1600" dirty="0"/>
        </a:p>
      </dgm:t>
    </dgm:pt>
    <dgm:pt modelId="{BA005263-3BAB-41BB-B76F-641009485203}" type="parTrans" cxnId="{347EE7BB-166C-4952-B2CB-22335BAE2F96}">
      <dgm:prSet/>
      <dgm:spPr/>
      <dgm:t>
        <a:bodyPr/>
        <a:lstStyle/>
        <a:p>
          <a:endParaRPr lang="en-US" sz="1600"/>
        </a:p>
      </dgm:t>
    </dgm:pt>
    <dgm:pt modelId="{E33BCD3A-489B-4A37-B05E-D43B87775DDA}" type="sibTrans" cxnId="{347EE7BB-166C-4952-B2CB-22335BAE2F96}">
      <dgm:prSet/>
      <dgm:spPr/>
      <dgm:t>
        <a:bodyPr/>
        <a:lstStyle/>
        <a:p>
          <a:endParaRPr lang="en-US" sz="1600"/>
        </a:p>
      </dgm:t>
    </dgm:pt>
    <dgm:pt modelId="{3C71665E-2E32-4DFA-B3BE-BC1D2AF87A8E}">
      <dgm:prSet phldrT="[Text]" custT="1"/>
      <dgm:spPr/>
      <dgm:t>
        <a:bodyPr/>
        <a:lstStyle/>
        <a:p>
          <a:r>
            <a:rPr lang="en-US" sz="1600" b="0" i="0" dirty="0"/>
            <a:t>The kernel is the core component of the operating system that manages system resources and provides services to other programs running on the system. It acts as a bridge between the user and the resources of the system by accessing various computer resources like the CPU, I/O devices and other resources. It is responsible for tasks such as memory management, process scheduling, and device drivers. </a:t>
          </a:r>
          <a:endParaRPr lang="en-US" sz="1600" dirty="0"/>
        </a:p>
      </dgm:t>
    </dgm:pt>
    <dgm:pt modelId="{7C795899-75B1-4FF6-92BD-52294D3670D6}" type="parTrans" cxnId="{B0332402-D269-44D1-A4CC-03908A3D3768}">
      <dgm:prSet/>
      <dgm:spPr/>
      <dgm:t>
        <a:bodyPr/>
        <a:lstStyle/>
        <a:p>
          <a:endParaRPr lang="en-US" sz="1600"/>
        </a:p>
      </dgm:t>
    </dgm:pt>
    <dgm:pt modelId="{8BE96702-848C-4A21-80C8-4351FC824B10}" type="sibTrans" cxnId="{B0332402-D269-44D1-A4CC-03908A3D3768}">
      <dgm:prSet/>
      <dgm:spPr/>
      <dgm:t>
        <a:bodyPr/>
        <a:lstStyle/>
        <a:p>
          <a:endParaRPr lang="en-US" sz="1600"/>
        </a:p>
      </dgm:t>
    </dgm:pt>
    <dgm:pt modelId="{9EB57F1E-4DBB-41CF-BE1B-4E4B3B940602}">
      <dgm:prSet phldrT="[Text]" custT="1"/>
      <dgm:spPr/>
      <dgm:t>
        <a:bodyPr/>
        <a:lstStyle/>
        <a:p>
          <a:r>
            <a:rPr lang="en-US" sz="1600" b="0" i="0" dirty="0"/>
            <a:t>The kernel operates at a lower level than the shell and interacts directly with the hardware of the computer.</a:t>
          </a:r>
          <a:endParaRPr lang="en-US" sz="1600" dirty="0"/>
        </a:p>
      </dgm:t>
    </dgm:pt>
    <dgm:pt modelId="{05A93033-A00A-4755-947C-3B3BAECF8801}" type="parTrans" cxnId="{35EC4D9C-0DA0-464C-97CB-8C2A08AB5B06}">
      <dgm:prSet/>
      <dgm:spPr/>
      <dgm:t>
        <a:bodyPr/>
        <a:lstStyle/>
        <a:p>
          <a:endParaRPr lang="en-US" sz="1600"/>
        </a:p>
      </dgm:t>
    </dgm:pt>
    <dgm:pt modelId="{883D0D81-9D1B-4B13-875E-FAECD1135EAD}" type="sibTrans" cxnId="{35EC4D9C-0DA0-464C-97CB-8C2A08AB5B06}">
      <dgm:prSet/>
      <dgm:spPr/>
      <dgm:t>
        <a:bodyPr/>
        <a:lstStyle/>
        <a:p>
          <a:endParaRPr lang="en-US" sz="1600"/>
        </a:p>
      </dgm:t>
    </dgm:pt>
    <dgm:pt modelId="{B5D684A3-B327-4BA1-9E65-7658D69FB273}">
      <dgm:prSet phldrT="[Text]" custT="1"/>
      <dgm:spPr>
        <a:solidFill>
          <a:srgbClr val="00B050">
            <a:alpha val="90000"/>
          </a:srgbClr>
        </a:solidFill>
      </dgm:spPr>
      <dgm:t>
        <a:bodyPr/>
        <a:lstStyle/>
        <a:p>
          <a:endParaRPr lang="en-US" sz="1600" dirty="0"/>
        </a:p>
      </dgm:t>
    </dgm:pt>
    <dgm:pt modelId="{4565BF93-BA97-46ED-9804-5EFFBA4D3F28}" type="parTrans" cxnId="{1639951A-C632-45F6-B351-3AC63A69B2DC}">
      <dgm:prSet/>
      <dgm:spPr/>
      <dgm:t>
        <a:bodyPr/>
        <a:lstStyle/>
        <a:p>
          <a:endParaRPr lang="en-US" sz="1600"/>
        </a:p>
      </dgm:t>
    </dgm:pt>
    <dgm:pt modelId="{9B6A0B65-3065-4D72-A1EB-5CC1BED8C4A9}" type="sibTrans" cxnId="{1639951A-C632-45F6-B351-3AC63A69B2DC}">
      <dgm:prSet/>
      <dgm:spPr/>
      <dgm:t>
        <a:bodyPr/>
        <a:lstStyle/>
        <a:p>
          <a:endParaRPr lang="en-US" sz="1600"/>
        </a:p>
      </dgm:t>
    </dgm:pt>
    <dgm:pt modelId="{C7DC0F63-FFF5-4DBD-AAF7-FA30798CE9FD}">
      <dgm:prSet phldrT="[Text]" custT="1"/>
      <dgm:spPr>
        <a:solidFill>
          <a:srgbClr val="92D050">
            <a:alpha val="70000"/>
          </a:srgbClr>
        </a:solidFill>
      </dgm:spPr>
      <dgm:t>
        <a:bodyPr/>
        <a:lstStyle/>
        <a:p>
          <a:endParaRPr lang="en-US" sz="1600" dirty="0"/>
        </a:p>
      </dgm:t>
    </dgm:pt>
    <dgm:pt modelId="{CE29A746-4DD5-4A98-8125-8B3AFB6437BC}" type="parTrans" cxnId="{5D7D6EF2-81C8-4C09-B4A6-EC5AC62D7DB4}">
      <dgm:prSet/>
      <dgm:spPr/>
      <dgm:t>
        <a:bodyPr/>
        <a:lstStyle/>
        <a:p>
          <a:endParaRPr lang="en-US" sz="1600"/>
        </a:p>
      </dgm:t>
    </dgm:pt>
    <dgm:pt modelId="{EA8F87FB-D48F-45ED-80FF-C8104A07F011}" type="sibTrans" cxnId="{5D7D6EF2-81C8-4C09-B4A6-EC5AC62D7DB4}">
      <dgm:prSet/>
      <dgm:spPr/>
      <dgm:t>
        <a:bodyPr/>
        <a:lstStyle/>
        <a:p>
          <a:endParaRPr lang="en-US" sz="1600"/>
        </a:p>
      </dgm:t>
    </dgm:pt>
    <dgm:pt modelId="{84A8FB62-AB63-421A-B783-0C274FDEF7D8}">
      <dgm:prSet phldrT="[Text]" custT="1"/>
      <dgm:spPr>
        <a:solidFill>
          <a:srgbClr val="FF0000">
            <a:alpha val="50000"/>
          </a:srgbClr>
        </a:solidFill>
      </dgm:spPr>
      <dgm:t>
        <a:bodyPr/>
        <a:lstStyle/>
        <a:p>
          <a:endParaRPr lang="en-US" sz="1600" dirty="0"/>
        </a:p>
      </dgm:t>
    </dgm:pt>
    <dgm:pt modelId="{34789D5D-117C-44C0-AE63-924D4F9BCB61}" type="parTrans" cxnId="{096C6D62-8A6D-4A10-9C8D-A1B40A12807E}">
      <dgm:prSet/>
      <dgm:spPr/>
      <dgm:t>
        <a:bodyPr/>
        <a:lstStyle/>
        <a:p>
          <a:endParaRPr lang="en-US" sz="1600"/>
        </a:p>
      </dgm:t>
    </dgm:pt>
    <dgm:pt modelId="{C456638C-7A92-4D0E-BE2C-0BD3B4A19619}" type="sibTrans" cxnId="{096C6D62-8A6D-4A10-9C8D-A1B40A12807E}">
      <dgm:prSet/>
      <dgm:spPr/>
      <dgm:t>
        <a:bodyPr/>
        <a:lstStyle/>
        <a:p>
          <a:endParaRPr lang="en-US" sz="1600"/>
        </a:p>
      </dgm:t>
    </dgm:pt>
    <dgm:pt modelId="{ABA8F024-2721-4CE0-B03A-173F7BBCBA61}" type="pres">
      <dgm:prSet presAssocID="{EEDB39C7-2C47-48F7-B51E-84D3CBCB1156}" presName="linear" presStyleCnt="0">
        <dgm:presLayoutVars>
          <dgm:dir/>
          <dgm:animLvl val="lvl"/>
          <dgm:resizeHandles val="exact"/>
        </dgm:presLayoutVars>
      </dgm:prSet>
      <dgm:spPr/>
    </dgm:pt>
    <dgm:pt modelId="{6C1ED180-26BE-4DDC-9529-9BCB9DA73F71}" type="pres">
      <dgm:prSet presAssocID="{B5D684A3-B327-4BA1-9E65-7658D69FB273}" presName="parentLin" presStyleCnt="0"/>
      <dgm:spPr/>
    </dgm:pt>
    <dgm:pt modelId="{313A295E-F48C-4E8D-8C3C-2971D150A800}" type="pres">
      <dgm:prSet presAssocID="{B5D684A3-B327-4BA1-9E65-7658D69FB273}" presName="parentLeftMargin" presStyleLbl="node1" presStyleIdx="0" presStyleCnt="3"/>
      <dgm:spPr/>
    </dgm:pt>
    <dgm:pt modelId="{C6FBFE45-D012-4256-8FAE-F6CF1BC1701C}" type="pres">
      <dgm:prSet presAssocID="{B5D684A3-B327-4BA1-9E65-7658D69FB273}" presName="parentText" presStyleLbl="node1" presStyleIdx="0" presStyleCnt="3">
        <dgm:presLayoutVars>
          <dgm:chMax val="0"/>
          <dgm:bulletEnabled val="1"/>
        </dgm:presLayoutVars>
      </dgm:prSet>
      <dgm:spPr/>
    </dgm:pt>
    <dgm:pt modelId="{B29E74BB-1519-4DFD-9EC5-9758CCBCB168}" type="pres">
      <dgm:prSet presAssocID="{B5D684A3-B327-4BA1-9E65-7658D69FB273}" presName="negativeSpace" presStyleCnt="0"/>
      <dgm:spPr/>
    </dgm:pt>
    <dgm:pt modelId="{89E1B451-30B8-4330-885C-A4839AD0F026}" type="pres">
      <dgm:prSet presAssocID="{B5D684A3-B327-4BA1-9E65-7658D69FB273}" presName="childText" presStyleLbl="conFgAcc1" presStyleIdx="0" presStyleCnt="3">
        <dgm:presLayoutVars>
          <dgm:bulletEnabled val="1"/>
        </dgm:presLayoutVars>
      </dgm:prSet>
      <dgm:spPr/>
    </dgm:pt>
    <dgm:pt modelId="{35FBC7E7-0935-4282-87C7-58F986947419}" type="pres">
      <dgm:prSet presAssocID="{9B6A0B65-3065-4D72-A1EB-5CC1BED8C4A9}" presName="spaceBetweenRectangles" presStyleCnt="0"/>
      <dgm:spPr/>
    </dgm:pt>
    <dgm:pt modelId="{B381A88C-5B46-42BE-9F56-D44B2F6F5641}" type="pres">
      <dgm:prSet presAssocID="{C7DC0F63-FFF5-4DBD-AAF7-FA30798CE9FD}" presName="parentLin" presStyleCnt="0"/>
      <dgm:spPr/>
    </dgm:pt>
    <dgm:pt modelId="{C753A1CF-BF26-4F50-A7C1-EF0C83B8D9B7}" type="pres">
      <dgm:prSet presAssocID="{C7DC0F63-FFF5-4DBD-AAF7-FA30798CE9FD}" presName="parentLeftMargin" presStyleLbl="node1" presStyleIdx="0" presStyleCnt="3"/>
      <dgm:spPr/>
    </dgm:pt>
    <dgm:pt modelId="{43FC245B-81A7-4A3E-B729-C7529A829808}" type="pres">
      <dgm:prSet presAssocID="{C7DC0F63-FFF5-4DBD-AAF7-FA30798CE9FD}" presName="parentText" presStyleLbl="node1" presStyleIdx="1" presStyleCnt="3">
        <dgm:presLayoutVars>
          <dgm:chMax val="0"/>
          <dgm:bulletEnabled val="1"/>
        </dgm:presLayoutVars>
      </dgm:prSet>
      <dgm:spPr/>
    </dgm:pt>
    <dgm:pt modelId="{C2DA781B-C8CB-4024-816C-6873E17C6BE4}" type="pres">
      <dgm:prSet presAssocID="{C7DC0F63-FFF5-4DBD-AAF7-FA30798CE9FD}" presName="negativeSpace" presStyleCnt="0"/>
      <dgm:spPr/>
    </dgm:pt>
    <dgm:pt modelId="{2AA0DBC8-D932-4F3A-9B81-6B3C80A44A14}" type="pres">
      <dgm:prSet presAssocID="{C7DC0F63-FFF5-4DBD-AAF7-FA30798CE9FD}" presName="childText" presStyleLbl="conFgAcc1" presStyleIdx="1" presStyleCnt="3">
        <dgm:presLayoutVars>
          <dgm:bulletEnabled val="1"/>
        </dgm:presLayoutVars>
      </dgm:prSet>
      <dgm:spPr/>
    </dgm:pt>
    <dgm:pt modelId="{F7A5A905-C9E0-44EE-A74D-BBF95033A497}" type="pres">
      <dgm:prSet presAssocID="{EA8F87FB-D48F-45ED-80FF-C8104A07F011}" presName="spaceBetweenRectangles" presStyleCnt="0"/>
      <dgm:spPr/>
    </dgm:pt>
    <dgm:pt modelId="{30322ADD-3943-4215-B521-4C7617A115B4}" type="pres">
      <dgm:prSet presAssocID="{84A8FB62-AB63-421A-B783-0C274FDEF7D8}" presName="parentLin" presStyleCnt="0"/>
      <dgm:spPr/>
    </dgm:pt>
    <dgm:pt modelId="{DA0973CE-3435-4798-8525-5E19D3078B09}" type="pres">
      <dgm:prSet presAssocID="{84A8FB62-AB63-421A-B783-0C274FDEF7D8}" presName="parentLeftMargin" presStyleLbl="node1" presStyleIdx="1" presStyleCnt="3"/>
      <dgm:spPr/>
    </dgm:pt>
    <dgm:pt modelId="{38625900-2B4A-4E8A-AEF7-F644A5A21A33}" type="pres">
      <dgm:prSet presAssocID="{84A8FB62-AB63-421A-B783-0C274FDEF7D8}" presName="parentText" presStyleLbl="node1" presStyleIdx="2" presStyleCnt="3">
        <dgm:presLayoutVars>
          <dgm:chMax val="0"/>
          <dgm:bulletEnabled val="1"/>
        </dgm:presLayoutVars>
      </dgm:prSet>
      <dgm:spPr/>
    </dgm:pt>
    <dgm:pt modelId="{2D7FD59E-56B4-48DB-B636-7FAA79906B18}" type="pres">
      <dgm:prSet presAssocID="{84A8FB62-AB63-421A-B783-0C274FDEF7D8}" presName="negativeSpace" presStyleCnt="0"/>
      <dgm:spPr/>
    </dgm:pt>
    <dgm:pt modelId="{A94DD47C-934C-4281-BBCA-0F4C66053A80}" type="pres">
      <dgm:prSet presAssocID="{84A8FB62-AB63-421A-B783-0C274FDEF7D8}" presName="childText" presStyleLbl="conFgAcc1" presStyleIdx="2" presStyleCnt="3">
        <dgm:presLayoutVars>
          <dgm:bulletEnabled val="1"/>
        </dgm:presLayoutVars>
      </dgm:prSet>
      <dgm:spPr/>
    </dgm:pt>
  </dgm:ptLst>
  <dgm:cxnLst>
    <dgm:cxn modelId="{B0332402-D269-44D1-A4CC-03908A3D3768}" srcId="{C7DC0F63-FFF5-4DBD-AAF7-FA30798CE9FD}" destId="{3C71665E-2E32-4DFA-B3BE-BC1D2AF87A8E}" srcOrd="0" destOrd="0" parTransId="{7C795899-75B1-4FF6-92BD-52294D3670D6}" sibTransId="{8BE96702-848C-4A21-80C8-4351FC824B10}"/>
    <dgm:cxn modelId="{38089013-FE30-408B-A1E3-5E32BE44A7B8}" type="presOf" srcId="{EEDB39C7-2C47-48F7-B51E-84D3CBCB1156}" destId="{ABA8F024-2721-4CE0-B03A-173F7BBCBA61}" srcOrd="0" destOrd="0" presId="urn:microsoft.com/office/officeart/2005/8/layout/list1"/>
    <dgm:cxn modelId="{1639951A-C632-45F6-B351-3AC63A69B2DC}" srcId="{EEDB39C7-2C47-48F7-B51E-84D3CBCB1156}" destId="{B5D684A3-B327-4BA1-9E65-7658D69FB273}" srcOrd="0" destOrd="0" parTransId="{4565BF93-BA97-46ED-9804-5EFFBA4D3F28}" sibTransId="{9B6A0B65-3065-4D72-A1EB-5CC1BED8C4A9}"/>
    <dgm:cxn modelId="{096C6D62-8A6D-4A10-9C8D-A1B40A12807E}" srcId="{EEDB39C7-2C47-48F7-B51E-84D3CBCB1156}" destId="{84A8FB62-AB63-421A-B783-0C274FDEF7D8}" srcOrd="2" destOrd="0" parTransId="{34789D5D-117C-44C0-AE63-924D4F9BCB61}" sibTransId="{C456638C-7A92-4D0E-BE2C-0BD3B4A19619}"/>
    <dgm:cxn modelId="{03309744-076D-4B81-8D57-4428653C767B}" type="presOf" srcId="{C7DC0F63-FFF5-4DBD-AAF7-FA30798CE9FD}" destId="{43FC245B-81A7-4A3E-B729-C7529A829808}" srcOrd="1" destOrd="0" presId="urn:microsoft.com/office/officeart/2005/8/layout/list1"/>
    <dgm:cxn modelId="{FDA70659-F102-4504-8CDD-DD36B7712162}" type="presOf" srcId="{3C71665E-2E32-4DFA-B3BE-BC1D2AF87A8E}" destId="{2AA0DBC8-D932-4F3A-9B81-6B3C80A44A14}" srcOrd="0" destOrd="0" presId="urn:microsoft.com/office/officeart/2005/8/layout/list1"/>
    <dgm:cxn modelId="{CC15DF7D-2A32-4F0E-BEE3-D61A6CFE35F4}" type="presOf" srcId="{84A8FB62-AB63-421A-B783-0C274FDEF7D8}" destId="{DA0973CE-3435-4798-8525-5E19D3078B09}" srcOrd="0" destOrd="0" presId="urn:microsoft.com/office/officeart/2005/8/layout/list1"/>
    <dgm:cxn modelId="{35EC4D9C-0DA0-464C-97CB-8C2A08AB5B06}" srcId="{84A8FB62-AB63-421A-B783-0C274FDEF7D8}" destId="{9EB57F1E-4DBB-41CF-BE1B-4E4B3B940602}" srcOrd="0" destOrd="0" parTransId="{05A93033-A00A-4755-947C-3B3BAECF8801}" sibTransId="{883D0D81-9D1B-4B13-875E-FAECD1135EAD}"/>
    <dgm:cxn modelId="{A89A8FA9-E71D-4467-9D27-37E4464F0B84}" type="presOf" srcId="{B5D684A3-B327-4BA1-9E65-7658D69FB273}" destId="{313A295E-F48C-4E8D-8C3C-2971D150A800}" srcOrd="0" destOrd="0" presId="urn:microsoft.com/office/officeart/2005/8/layout/list1"/>
    <dgm:cxn modelId="{63DDD0AC-53BD-4F88-9D40-DAAF0A27A1E1}" type="presOf" srcId="{7D40B0D1-F533-4777-BA02-1EC1345E1980}" destId="{89E1B451-30B8-4330-885C-A4839AD0F026}" srcOrd="0" destOrd="0" presId="urn:microsoft.com/office/officeart/2005/8/layout/list1"/>
    <dgm:cxn modelId="{347EE7BB-166C-4952-B2CB-22335BAE2F96}" srcId="{B5D684A3-B327-4BA1-9E65-7658D69FB273}" destId="{7D40B0D1-F533-4777-BA02-1EC1345E1980}" srcOrd="0" destOrd="0" parTransId="{BA005263-3BAB-41BB-B76F-641009485203}" sibTransId="{E33BCD3A-489B-4A37-B05E-D43B87775DDA}"/>
    <dgm:cxn modelId="{FC63FCBF-8330-4416-AE0D-BCF22EFAC1BE}" type="presOf" srcId="{9EB57F1E-4DBB-41CF-BE1B-4E4B3B940602}" destId="{A94DD47C-934C-4281-BBCA-0F4C66053A80}" srcOrd="0" destOrd="0" presId="urn:microsoft.com/office/officeart/2005/8/layout/list1"/>
    <dgm:cxn modelId="{F69A71E3-0774-408F-A732-0401BDE1E904}" type="presOf" srcId="{C7DC0F63-FFF5-4DBD-AAF7-FA30798CE9FD}" destId="{C753A1CF-BF26-4F50-A7C1-EF0C83B8D9B7}" srcOrd="0" destOrd="0" presId="urn:microsoft.com/office/officeart/2005/8/layout/list1"/>
    <dgm:cxn modelId="{4F1444E7-B986-400E-875E-AA714F14716D}" type="presOf" srcId="{84A8FB62-AB63-421A-B783-0C274FDEF7D8}" destId="{38625900-2B4A-4E8A-AEF7-F644A5A21A33}" srcOrd="1" destOrd="0" presId="urn:microsoft.com/office/officeart/2005/8/layout/list1"/>
    <dgm:cxn modelId="{04FAA5ED-D435-4726-A9E4-2750A934DAF0}" type="presOf" srcId="{B5D684A3-B327-4BA1-9E65-7658D69FB273}" destId="{C6FBFE45-D012-4256-8FAE-F6CF1BC1701C}" srcOrd="1" destOrd="0" presId="urn:microsoft.com/office/officeart/2005/8/layout/list1"/>
    <dgm:cxn modelId="{5D7D6EF2-81C8-4C09-B4A6-EC5AC62D7DB4}" srcId="{EEDB39C7-2C47-48F7-B51E-84D3CBCB1156}" destId="{C7DC0F63-FFF5-4DBD-AAF7-FA30798CE9FD}" srcOrd="1" destOrd="0" parTransId="{CE29A746-4DD5-4A98-8125-8B3AFB6437BC}" sibTransId="{EA8F87FB-D48F-45ED-80FF-C8104A07F011}"/>
    <dgm:cxn modelId="{1FF1E16E-FD03-4BCB-BF9E-E63A99FFE71D}" type="presParOf" srcId="{ABA8F024-2721-4CE0-B03A-173F7BBCBA61}" destId="{6C1ED180-26BE-4DDC-9529-9BCB9DA73F71}" srcOrd="0" destOrd="0" presId="urn:microsoft.com/office/officeart/2005/8/layout/list1"/>
    <dgm:cxn modelId="{417C449A-DB94-4D5A-B82A-35A75105984C}" type="presParOf" srcId="{6C1ED180-26BE-4DDC-9529-9BCB9DA73F71}" destId="{313A295E-F48C-4E8D-8C3C-2971D150A800}" srcOrd="0" destOrd="0" presId="urn:microsoft.com/office/officeart/2005/8/layout/list1"/>
    <dgm:cxn modelId="{EE7D2763-506B-4C7D-B73F-4139815AF800}" type="presParOf" srcId="{6C1ED180-26BE-4DDC-9529-9BCB9DA73F71}" destId="{C6FBFE45-D012-4256-8FAE-F6CF1BC1701C}" srcOrd="1" destOrd="0" presId="urn:microsoft.com/office/officeart/2005/8/layout/list1"/>
    <dgm:cxn modelId="{3C0D99E1-93F2-46D8-B38E-01EDCBC3ED29}" type="presParOf" srcId="{ABA8F024-2721-4CE0-B03A-173F7BBCBA61}" destId="{B29E74BB-1519-4DFD-9EC5-9758CCBCB168}" srcOrd="1" destOrd="0" presId="urn:microsoft.com/office/officeart/2005/8/layout/list1"/>
    <dgm:cxn modelId="{F84B232A-EC97-4441-90D0-3C0E3EDC0A13}" type="presParOf" srcId="{ABA8F024-2721-4CE0-B03A-173F7BBCBA61}" destId="{89E1B451-30B8-4330-885C-A4839AD0F026}" srcOrd="2" destOrd="0" presId="urn:microsoft.com/office/officeart/2005/8/layout/list1"/>
    <dgm:cxn modelId="{0E68FD5E-F678-495D-A8C3-1DDD027BC034}" type="presParOf" srcId="{ABA8F024-2721-4CE0-B03A-173F7BBCBA61}" destId="{35FBC7E7-0935-4282-87C7-58F986947419}" srcOrd="3" destOrd="0" presId="urn:microsoft.com/office/officeart/2005/8/layout/list1"/>
    <dgm:cxn modelId="{50AEBFCA-F1E9-482C-A7C6-BC6217D3898D}" type="presParOf" srcId="{ABA8F024-2721-4CE0-B03A-173F7BBCBA61}" destId="{B381A88C-5B46-42BE-9F56-D44B2F6F5641}" srcOrd="4" destOrd="0" presId="urn:microsoft.com/office/officeart/2005/8/layout/list1"/>
    <dgm:cxn modelId="{E7854519-ABC4-462F-BBC6-25F9941C9A5F}" type="presParOf" srcId="{B381A88C-5B46-42BE-9F56-D44B2F6F5641}" destId="{C753A1CF-BF26-4F50-A7C1-EF0C83B8D9B7}" srcOrd="0" destOrd="0" presId="urn:microsoft.com/office/officeart/2005/8/layout/list1"/>
    <dgm:cxn modelId="{35441BFE-7A2E-428F-BD28-3E87C0BE05AB}" type="presParOf" srcId="{B381A88C-5B46-42BE-9F56-D44B2F6F5641}" destId="{43FC245B-81A7-4A3E-B729-C7529A829808}" srcOrd="1" destOrd="0" presId="urn:microsoft.com/office/officeart/2005/8/layout/list1"/>
    <dgm:cxn modelId="{49B94ECA-C5F0-45BD-82F8-E30784609530}" type="presParOf" srcId="{ABA8F024-2721-4CE0-B03A-173F7BBCBA61}" destId="{C2DA781B-C8CB-4024-816C-6873E17C6BE4}" srcOrd="5" destOrd="0" presId="urn:microsoft.com/office/officeart/2005/8/layout/list1"/>
    <dgm:cxn modelId="{413AE6E8-DC5D-4599-B18F-CA73C5D285FB}" type="presParOf" srcId="{ABA8F024-2721-4CE0-B03A-173F7BBCBA61}" destId="{2AA0DBC8-D932-4F3A-9B81-6B3C80A44A14}" srcOrd="6" destOrd="0" presId="urn:microsoft.com/office/officeart/2005/8/layout/list1"/>
    <dgm:cxn modelId="{FA7F91F8-7B85-4077-9C8E-80C01CE7FF8D}" type="presParOf" srcId="{ABA8F024-2721-4CE0-B03A-173F7BBCBA61}" destId="{F7A5A905-C9E0-44EE-A74D-BBF95033A497}" srcOrd="7" destOrd="0" presId="urn:microsoft.com/office/officeart/2005/8/layout/list1"/>
    <dgm:cxn modelId="{E5C14379-8845-4F33-A31E-0E66023348F9}" type="presParOf" srcId="{ABA8F024-2721-4CE0-B03A-173F7BBCBA61}" destId="{30322ADD-3943-4215-B521-4C7617A115B4}" srcOrd="8" destOrd="0" presId="urn:microsoft.com/office/officeart/2005/8/layout/list1"/>
    <dgm:cxn modelId="{55755462-4205-4C18-82DB-66D6C193E111}" type="presParOf" srcId="{30322ADD-3943-4215-B521-4C7617A115B4}" destId="{DA0973CE-3435-4798-8525-5E19D3078B09}" srcOrd="0" destOrd="0" presId="urn:microsoft.com/office/officeart/2005/8/layout/list1"/>
    <dgm:cxn modelId="{052FE7EE-A5E7-4C95-9A4F-41CE01EEF973}" type="presParOf" srcId="{30322ADD-3943-4215-B521-4C7617A115B4}" destId="{38625900-2B4A-4E8A-AEF7-F644A5A21A33}" srcOrd="1" destOrd="0" presId="urn:microsoft.com/office/officeart/2005/8/layout/list1"/>
    <dgm:cxn modelId="{406169E0-1331-437F-88B7-290F092450BB}" type="presParOf" srcId="{ABA8F024-2721-4CE0-B03A-173F7BBCBA61}" destId="{2D7FD59E-56B4-48DB-B636-7FAA79906B18}" srcOrd="9" destOrd="0" presId="urn:microsoft.com/office/officeart/2005/8/layout/list1"/>
    <dgm:cxn modelId="{FE00B3BB-7A64-4290-9E61-9FBE926465E3}" type="presParOf" srcId="{ABA8F024-2721-4CE0-B03A-173F7BBCBA61}" destId="{A94DD47C-934C-4281-BBCA-0F4C66053A80}"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ata7.xml><?xml version="1.0" encoding="utf-8"?>
<dgm:dataModel xmlns:dgm="http://schemas.openxmlformats.org/drawingml/2006/diagram" xmlns:a="http://schemas.openxmlformats.org/drawingml/2006/main">
  <dgm:ptLst>
    <dgm:pt modelId="{EEDB39C7-2C47-48F7-B51E-84D3CBCB1156}" type="doc">
      <dgm:prSet loTypeId="urn:microsoft.com/office/officeart/2005/8/layout/cycle3" loCatId="cycle" qsTypeId="urn:microsoft.com/office/officeart/2005/8/quickstyle/simple1" qsCatId="simple" csTypeId="urn:microsoft.com/office/officeart/2005/8/colors/colorful2" csCatId="colorful" phldr="1"/>
      <dgm:spPr/>
      <dgm:t>
        <a:bodyPr/>
        <a:lstStyle/>
        <a:p>
          <a:endParaRPr lang="en-US"/>
        </a:p>
      </dgm:t>
    </dgm:pt>
    <dgm:pt modelId="{7D40B0D1-F533-4777-BA02-1EC1345E1980}">
      <dgm:prSet phldrT="[Text]" custT="1"/>
      <dgm:spPr/>
      <dgm:t>
        <a:bodyPr/>
        <a:lstStyle/>
        <a:p>
          <a:r>
            <a:rPr lang="en-US" sz="1400" b="0" i="0" dirty="0"/>
            <a:t>Process Management</a:t>
          </a:r>
          <a:endParaRPr lang="en-US" sz="1400" dirty="0"/>
        </a:p>
      </dgm:t>
    </dgm:pt>
    <dgm:pt modelId="{BA005263-3BAB-41BB-B76F-641009485203}" type="parTrans" cxnId="{347EE7BB-166C-4952-B2CB-22335BAE2F96}">
      <dgm:prSet/>
      <dgm:spPr/>
      <dgm:t>
        <a:bodyPr/>
        <a:lstStyle/>
        <a:p>
          <a:endParaRPr lang="en-US" sz="2000"/>
        </a:p>
      </dgm:t>
    </dgm:pt>
    <dgm:pt modelId="{E33BCD3A-489B-4A37-B05E-D43B87775DDA}" type="sibTrans" cxnId="{347EE7BB-166C-4952-B2CB-22335BAE2F96}">
      <dgm:prSet/>
      <dgm:spPr/>
      <dgm:t>
        <a:bodyPr/>
        <a:lstStyle/>
        <a:p>
          <a:endParaRPr lang="en-US" sz="2000"/>
        </a:p>
      </dgm:t>
    </dgm:pt>
    <dgm:pt modelId="{F48E655C-86F1-458E-87A9-7547D75711CB}">
      <dgm:prSet custT="1"/>
      <dgm:spPr/>
      <dgm:t>
        <a:bodyPr/>
        <a:lstStyle/>
        <a:p>
          <a:pPr>
            <a:buFont typeface="+mj-lt"/>
            <a:buAutoNum type="arabicPeriod"/>
          </a:pPr>
          <a:r>
            <a:rPr lang="en-US" sz="1400" b="0" i="0"/>
            <a:t>File Management</a:t>
          </a:r>
        </a:p>
      </dgm:t>
    </dgm:pt>
    <dgm:pt modelId="{68791039-9EB8-496D-9A3A-7F0DA94801AA}" type="parTrans" cxnId="{20928040-2633-45A9-B76C-F13375CBDD97}">
      <dgm:prSet/>
      <dgm:spPr/>
      <dgm:t>
        <a:bodyPr/>
        <a:lstStyle/>
        <a:p>
          <a:endParaRPr lang="en-US" sz="2000"/>
        </a:p>
      </dgm:t>
    </dgm:pt>
    <dgm:pt modelId="{7388306C-954B-4D83-9FE9-81C6FEE61CDD}" type="sibTrans" cxnId="{20928040-2633-45A9-B76C-F13375CBDD97}">
      <dgm:prSet/>
      <dgm:spPr/>
      <dgm:t>
        <a:bodyPr/>
        <a:lstStyle/>
        <a:p>
          <a:endParaRPr lang="en-US" sz="2000"/>
        </a:p>
      </dgm:t>
    </dgm:pt>
    <dgm:pt modelId="{2B71F4EC-A28A-43D0-BA5D-D1C305184853}">
      <dgm:prSet custT="1"/>
      <dgm:spPr/>
      <dgm:t>
        <a:bodyPr/>
        <a:lstStyle/>
        <a:p>
          <a:pPr>
            <a:buFont typeface="+mj-lt"/>
            <a:buAutoNum type="arabicPeriod"/>
          </a:pPr>
          <a:r>
            <a:rPr lang="en-US" sz="1400" b="0" i="0"/>
            <a:t>Network Management</a:t>
          </a:r>
        </a:p>
      </dgm:t>
    </dgm:pt>
    <dgm:pt modelId="{D6F977C1-6636-4ABF-84F8-03718D0E7962}" type="parTrans" cxnId="{73CE409F-2529-41AF-AA42-32F0B6CDBFA8}">
      <dgm:prSet/>
      <dgm:spPr/>
      <dgm:t>
        <a:bodyPr/>
        <a:lstStyle/>
        <a:p>
          <a:endParaRPr lang="en-US" sz="2000"/>
        </a:p>
      </dgm:t>
    </dgm:pt>
    <dgm:pt modelId="{68B3AE36-694B-4ACF-8867-93255483E785}" type="sibTrans" cxnId="{73CE409F-2529-41AF-AA42-32F0B6CDBFA8}">
      <dgm:prSet/>
      <dgm:spPr/>
      <dgm:t>
        <a:bodyPr/>
        <a:lstStyle/>
        <a:p>
          <a:endParaRPr lang="en-US" sz="2000"/>
        </a:p>
      </dgm:t>
    </dgm:pt>
    <dgm:pt modelId="{60379D92-D8A2-4710-9ECE-E739211D8B1C}">
      <dgm:prSet custT="1"/>
      <dgm:spPr/>
      <dgm:t>
        <a:bodyPr/>
        <a:lstStyle/>
        <a:p>
          <a:pPr>
            <a:buFont typeface="+mj-lt"/>
            <a:buAutoNum type="arabicPeriod"/>
          </a:pPr>
          <a:r>
            <a:rPr lang="en-US" sz="1400" b="0" i="0"/>
            <a:t>Main Memory Management</a:t>
          </a:r>
        </a:p>
      </dgm:t>
    </dgm:pt>
    <dgm:pt modelId="{E2277D12-6E2A-40A9-9C10-124F63818A0F}" type="parTrans" cxnId="{7E84C613-967D-4AE1-B903-44D0E36C37C5}">
      <dgm:prSet/>
      <dgm:spPr/>
      <dgm:t>
        <a:bodyPr/>
        <a:lstStyle/>
        <a:p>
          <a:endParaRPr lang="en-US" sz="2000"/>
        </a:p>
      </dgm:t>
    </dgm:pt>
    <dgm:pt modelId="{40B20F62-AAF2-4142-8038-60268ED03BB2}" type="sibTrans" cxnId="{7E84C613-967D-4AE1-B903-44D0E36C37C5}">
      <dgm:prSet/>
      <dgm:spPr/>
      <dgm:t>
        <a:bodyPr/>
        <a:lstStyle/>
        <a:p>
          <a:endParaRPr lang="en-US" sz="2000"/>
        </a:p>
      </dgm:t>
    </dgm:pt>
    <dgm:pt modelId="{9F45CE26-A98F-41A2-9B6A-2A94CA01B3FF}">
      <dgm:prSet custT="1"/>
      <dgm:spPr/>
      <dgm:t>
        <a:bodyPr/>
        <a:lstStyle/>
        <a:p>
          <a:pPr>
            <a:buFont typeface="+mj-lt"/>
            <a:buAutoNum type="arabicPeriod"/>
          </a:pPr>
          <a:r>
            <a:rPr lang="en-US" sz="1400" b="0" i="0"/>
            <a:t>Secondary Storage Management</a:t>
          </a:r>
        </a:p>
      </dgm:t>
    </dgm:pt>
    <dgm:pt modelId="{F12D4C8D-A0EB-470A-9739-0F3272BB704E}" type="parTrans" cxnId="{52212C1C-7E37-4DF3-A36F-FF9F3EC0AAF1}">
      <dgm:prSet/>
      <dgm:spPr/>
      <dgm:t>
        <a:bodyPr/>
        <a:lstStyle/>
        <a:p>
          <a:endParaRPr lang="en-US" sz="2000"/>
        </a:p>
      </dgm:t>
    </dgm:pt>
    <dgm:pt modelId="{70845EAF-E12A-47B3-BFCB-91EEDD7EA2FF}" type="sibTrans" cxnId="{52212C1C-7E37-4DF3-A36F-FF9F3EC0AAF1}">
      <dgm:prSet/>
      <dgm:spPr/>
      <dgm:t>
        <a:bodyPr/>
        <a:lstStyle/>
        <a:p>
          <a:endParaRPr lang="en-US" sz="2000"/>
        </a:p>
      </dgm:t>
    </dgm:pt>
    <dgm:pt modelId="{9CE4953E-1CD7-4831-BE61-D155AE6D9CA2}">
      <dgm:prSet custT="1"/>
      <dgm:spPr/>
      <dgm:t>
        <a:bodyPr/>
        <a:lstStyle/>
        <a:p>
          <a:pPr>
            <a:buFont typeface="+mj-lt"/>
            <a:buAutoNum type="arabicPeriod"/>
          </a:pPr>
          <a:r>
            <a:rPr lang="en-US" sz="1400" b="0" i="0"/>
            <a:t>I/O Device Management</a:t>
          </a:r>
        </a:p>
      </dgm:t>
    </dgm:pt>
    <dgm:pt modelId="{67F2959C-B2AC-4EE2-AF7A-2917DC48F78B}" type="parTrans" cxnId="{0520FE0E-E158-44D8-8081-D587201DCE8D}">
      <dgm:prSet/>
      <dgm:spPr/>
      <dgm:t>
        <a:bodyPr/>
        <a:lstStyle/>
        <a:p>
          <a:endParaRPr lang="en-US" sz="2000"/>
        </a:p>
      </dgm:t>
    </dgm:pt>
    <dgm:pt modelId="{AB3D490B-4825-4429-BBDC-E84110A937E8}" type="sibTrans" cxnId="{0520FE0E-E158-44D8-8081-D587201DCE8D}">
      <dgm:prSet/>
      <dgm:spPr/>
      <dgm:t>
        <a:bodyPr/>
        <a:lstStyle/>
        <a:p>
          <a:endParaRPr lang="en-US" sz="2000"/>
        </a:p>
      </dgm:t>
    </dgm:pt>
    <dgm:pt modelId="{A1169EC0-CBB6-46A3-898A-06567C294682}">
      <dgm:prSet custT="1"/>
      <dgm:spPr/>
      <dgm:t>
        <a:bodyPr/>
        <a:lstStyle/>
        <a:p>
          <a:pPr>
            <a:buFont typeface="+mj-lt"/>
            <a:buAutoNum type="arabicPeriod"/>
          </a:pPr>
          <a:r>
            <a:rPr lang="en-US" sz="1400" b="0" i="0"/>
            <a:t>Security Management</a:t>
          </a:r>
        </a:p>
      </dgm:t>
    </dgm:pt>
    <dgm:pt modelId="{8494BFF4-D44A-42DF-A877-45172F2CD9B5}" type="parTrans" cxnId="{E651BD0A-9941-4AA4-B2BF-1CE77ACA5793}">
      <dgm:prSet/>
      <dgm:spPr/>
      <dgm:t>
        <a:bodyPr/>
        <a:lstStyle/>
        <a:p>
          <a:endParaRPr lang="en-US" sz="2000"/>
        </a:p>
      </dgm:t>
    </dgm:pt>
    <dgm:pt modelId="{6140C375-23CE-467E-8874-584B558244FC}" type="sibTrans" cxnId="{E651BD0A-9941-4AA4-B2BF-1CE77ACA5793}">
      <dgm:prSet/>
      <dgm:spPr/>
      <dgm:t>
        <a:bodyPr/>
        <a:lstStyle/>
        <a:p>
          <a:endParaRPr lang="en-US" sz="2000"/>
        </a:p>
      </dgm:t>
    </dgm:pt>
    <dgm:pt modelId="{E07F22AF-FA82-4E99-8D96-904B24C12AA2}">
      <dgm:prSet custT="1"/>
      <dgm:spPr/>
      <dgm:t>
        <a:bodyPr/>
        <a:lstStyle/>
        <a:p>
          <a:pPr>
            <a:buFont typeface="+mj-lt"/>
            <a:buAutoNum type="arabicPeriod"/>
          </a:pPr>
          <a:r>
            <a:rPr lang="en-US" sz="1400" b="0" i="0" dirty="0"/>
            <a:t>Command Interpreter System</a:t>
          </a:r>
        </a:p>
      </dgm:t>
    </dgm:pt>
    <dgm:pt modelId="{D24CC888-2722-4EC1-BFAB-D8549A16337D}" type="parTrans" cxnId="{FACB0EAA-3F7F-449C-9960-6B7482702E6E}">
      <dgm:prSet/>
      <dgm:spPr/>
      <dgm:t>
        <a:bodyPr/>
        <a:lstStyle/>
        <a:p>
          <a:endParaRPr lang="en-US" sz="2000"/>
        </a:p>
      </dgm:t>
    </dgm:pt>
    <dgm:pt modelId="{CBF4635D-D27B-44EE-96BE-1DBE961A0B0F}" type="sibTrans" cxnId="{FACB0EAA-3F7F-449C-9960-6B7482702E6E}">
      <dgm:prSet/>
      <dgm:spPr/>
      <dgm:t>
        <a:bodyPr/>
        <a:lstStyle/>
        <a:p>
          <a:endParaRPr lang="en-US" sz="2000"/>
        </a:p>
      </dgm:t>
    </dgm:pt>
    <dgm:pt modelId="{9CD1B166-949E-49E5-8731-6359A908F4CB}" type="pres">
      <dgm:prSet presAssocID="{EEDB39C7-2C47-48F7-B51E-84D3CBCB1156}" presName="Name0" presStyleCnt="0">
        <dgm:presLayoutVars>
          <dgm:dir/>
          <dgm:resizeHandles val="exact"/>
        </dgm:presLayoutVars>
      </dgm:prSet>
      <dgm:spPr/>
    </dgm:pt>
    <dgm:pt modelId="{D4DE6AF1-0A5A-4C09-B76B-FBAAAB2DE815}" type="pres">
      <dgm:prSet presAssocID="{EEDB39C7-2C47-48F7-B51E-84D3CBCB1156}" presName="cycle" presStyleCnt="0"/>
      <dgm:spPr/>
    </dgm:pt>
    <dgm:pt modelId="{3708DF8F-FDAB-426E-8A5F-B187E9F61E0A}" type="pres">
      <dgm:prSet presAssocID="{7D40B0D1-F533-4777-BA02-1EC1345E1980}" presName="nodeFirstNode" presStyleLbl="node1" presStyleIdx="0" presStyleCnt="8">
        <dgm:presLayoutVars>
          <dgm:bulletEnabled val="1"/>
        </dgm:presLayoutVars>
      </dgm:prSet>
      <dgm:spPr/>
    </dgm:pt>
    <dgm:pt modelId="{07D4239B-765A-42EE-88E8-B7D91F32399B}" type="pres">
      <dgm:prSet presAssocID="{E33BCD3A-489B-4A37-B05E-D43B87775DDA}" presName="sibTransFirstNode" presStyleLbl="bgShp" presStyleIdx="0" presStyleCnt="1"/>
      <dgm:spPr/>
    </dgm:pt>
    <dgm:pt modelId="{60988268-8BBC-4C25-B7B0-F27FEE32EC90}" type="pres">
      <dgm:prSet presAssocID="{F48E655C-86F1-458E-87A9-7547D75711CB}" presName="nodeFollowingNodes" presStyleLbl="node1" presStyleIdx="1" presStyleCnt="8">
        <dgm:presLayoutVars>
          <dgm:bulletEnabled val="1"/>
        </dgm:presLayoutVars>
      </dgm:prSet>
      <dgm:spPr/>
    </dgm:pt>
    <dgm:pt modelId="{4D15A344-9363-471E-B806-CDA88E82A171}" type="pres">
      <dgm:prSet presAssocID="{2B71F4EC-A28A-43D0-BA5D-D1C305184853}" presName="nodeFollowingNodes" presStyleLbl="node1" presStyleIdx="2" presStyleCnt="8">
        <dgm:presLayoutVars>
          <dgm:bulletEnabled val="1"/>
        </dgm:presLayoutVars>
      </dgm:prSet>
      <dgm:spPr/>
    </dgm:pt>
    <dgm:pt modelId="{C16531DD-1E25-4CF4-BF49-2F859074C63B}" type="pres">
      <dgm:prSet presAssocID="{60379D92-D8A2-4710-9ECE-E739211D8B1C}" presName="nodeFollowingNodes" presStyleLbl="node1" presStyleIdx="3" presStyleCnt="8">
        <dgm:presLayoutVars>
          <dgm:bulletEnabled val="1"/>
        </dgm:presLayoutVars>
      </dgm:prSet>
      <dgm:spPr/>
    </dgm:pt>
    <dgm:pt modelId="{9E61D4C5-E794-4D28-8DF1-3EB0E590CF0A}" type="pres">
      <dgm:prSet presAssocID="{9F45CE26-A98F-41A2-9B6A-2A94CA01B3FF}" presName="nodeFollowingNodes" presStyleLbl="node1" presStyleIdx="4" presStyleCnt="8">
        <dgm:presLayoutVars>
          <dgm:bulletEnabled val="1"/>
        </dgm:presLayoutVars>
      </dgm:prSet>
      <dgm:spPr/>
    </dgm:pt>
    <dgm:pt modelId="{5669A214-FE85-40FE-BFD7-B2D3013EE51F}" type="pres">
      <dgm:prSet presAssocID="{9CE4953E-1CD7-4831-BE61-D155AE6D9CA2}" presName="nodeFollowingNodes" presStyleLbl="node1" presStyleIdx="5" presStyleCnt="8">
        <dgm:presLayoutVars>
          <dgm:bulletEnabled val="1"/>
        </dgm:presLayoutVars>
      </dgm:prSet>
      <dgm:spPr/>
    </dgm:pt>
    <dgm:pt modelId="{DF548F9B-9FDE-464C-B5E7-18E0C4805DDA}" type="pres">
      <dgm:prSet presAssocID="{A1169EC0-CBB6-46A3-898A-06567C294682}" presName="nodeFollowingNodes" presStyleLbl="node1" presStyleIdx="6" presStyleCnt="8">
        <dgm:presLayoutVars>
          <dgm:bulletEnabled val="1"/>
        </dgm:presLayoutVars>
      </dgm:prSet>
      <dgm:spPr/>
    </dgm:pt>
    <dgm:pt modelId="{F8C1121C-13DB-480D-A687-9B4FEBE7C133}" type="pres">
      <dgm:prSet presAssocID="{E07F22AF-FA82-4E99-8D96-904B24C12AA2}" presName="nodeFollowingNodes" presStyleLbl="node1" presStyleIdx="7" presStyleCnt="8">
        <dgm:presLayoutVars>
          <dgm:bulletEnabled val="1"/>
        </dgm:presLayoutVars>
      </dgm:prSet>
      <dgm:spPr/>
    </dgm:pt>
  </dgm:ptLst>
  <dgm:cxnLst>
    <dgm:cxn modelId="{AD881301-F7CC-490E-9607-CEF0288DE81E}" type="presOf" srcId="{F48E655C-86F1-458E-87A9-7547D75711CB}" destId="{60988268-8BBC-4C25-B7B0-F27FEE32EC90}" srcOrd="0" destOrd="0" presId="urn:microsoft.com/office/officeart/2005/8/layout/cycle3"/>
    <dgm:cxn modelId="{E651BD0A-9941-4AA4-B2BF-1CE77ACA5793}" srcId="{EEDB39C7-2C47-48F7-B51E-84D3CBCB1156}" destId="{A1169EC0-CBB6-46A3-898A-06567C294682}" srcOrd="6" destOrd="0" parTransId="{8494BFF4-D44A-42DF-A877-45172F2CD9B5}" sibTransId="{6140C375-23CE-467E-8874-584B558244FC}"/>
    <dgm:cxn modelId="{978AEC0B-B16B-42C6-BBA5-4D233D73EA19}" type="presOf" srcId="{9F45CE26-A98F-41A2-9B6A-2A94CA01B3FF}" destId="{9E61D4C5-E794-4D28-8DF1-3EB0E590CF0A}" srcOrd="0" destOrd="0" presId="urn:microsoft.com/office/officeart/2005/8/layout/cycle3"/>
    <dgm:cxn modelId="{0520FE0E-E158-44D8-8081-D587201DCE8D}" srcId="{EEDB39C7-2C47-48F7-B51E-84D3CBCB1156}" destId="{9CE4953E-1CD7-4831-BE61-D155AE6D9CA2}" srcOrd="5" destOrd="0" parTransId="{67F2959C-B2AC-4EE2-AF7A-2917DC48F78B}" sibTransId="{AB3D490B-4825-4429-BBDC-E84110A937E8}"/>
    <dgm:cxn modelId="{7E84C613-967D-4AE1-B903-44D0E36C37C5}" srcId="{EEDB39C7-2C47-48F7-B51E-84D3CBCB1156}" destId="{60379D92-D8A2-4710-9ECE-E739211D8B1C}" srcOrd="3" destOrd="0" parTransId="{E2277D12-6E2A-40A9-9C10-124F63818A0F}" sibTransId="{40B20F62-AAF2-4142-8038-60268ED03BB2}"/>
    <dgm:cxn modelId="{52212C1C-7E37-4DF3-A36F-FF9F3EC0AAF1}" srcId="{EEDB39C7-2C47-48F7-B51E-84D3CBCB1156}" destId="{9F45CE26-A98F-41A2-9B6A-2A94CA01B3FF}" srcOrd="4" destOrd="0" parTransId="{F12D4C8D-A0EB-470A-9739-0F3272BB704E}" sibTransId="{70845EAF-E12A-47B3-BFCB-91EEDD7EA2FF}"/>
    <dgm:cxn modelId="{20928040-2633-45A9-B76C-F13375CBDD97}" srcId="{EEDB39C7-2C47-48F7-B51E-84D3CBCB1156}" destId="{F48E655C-86F1-458E-87A9-7547D75711CB}" srcOrd="1" destOrd="0" parTransId="{68791039-9EB8-496D-9A3A-7F0DA94801AA}" sibTransId="{7388306C-954B-4D83-9FE9-81C6FEE61CDD}"/>
    <dgm:cxn modelId="{CEF39C60-6D73-46E7-869F-BD3555846059}" type="presOf" srcId="{2B71F4EC-A28A-43D0-BA5D-D1C305184853}" destId="{4D15A344-9363-471E-B806-CDA88E82A171}" srcOrd="0" destOrd="0" presId="urn:microsoft.com/office/officeart/2005/8/layout/cycle3"/>
    <dgm:cxn modelId="{AA93EA69-87A0-4A3E-B8E3-FF9B67C2F522}" type="presOf" srcId="{EEDB39C7-2C47-48F7-B51E-84D3CBCB1156}" destId="{9CD1B166-949E-49E5-8731-6359A908F4CB}" srcOrd="0" destOrd="0" presId="urn:microsoft.com/office/officeart/2005/8/layout/cycle3"/>
    <dgm:cxn modelId="{99E69C6A-5783-44F1-8D04-A5C7BAA87A35}" type="presOf" srcId="{9CE4953E-1CD7-4831-BE61-D155AE6D9CA2}" destId="{5669A214-FE85-40FE-BFD7-B2D3013EE51F}" srcOrd="0" destOrd="0" presId="urn:microsoft.com/office/officeart/2005/8/layout/cycle3"/>
    <dgm:cxn modelId="{2C423078-DEE4-4738-8700-C156ACB2C3C6}" type="presOf" srcId="{60379D92-D8A2-4710-9ECE-E739211D8B1C}" destId="{C16531DD-1E25-4CF4-BF49-2F859074C63B}" srcOrd="0" destOrd="0" presId="urn:microsoft.com/office/officeart/2005/8/layout/cycle3"/>
    <dgm:cxn modelId="{EDDDE185-B804-41CC-B853-8CE31D213D1C}" type="presOf" srcId="{7D40B0D1-F533-4777-BA02-1EC1345E1980}" destId="{3708DF8F-FDAB-426E-8A5F-B187E9F61E0A}" srcOrd="0" destOrd="0" presId="urn:microsoft.com/office/officeart/2005/8/layout/cycle3"/>
    <dgm:cxn modelId="{73CE409F-2529-41AF-AA42-32F0B6CDBFA8}" srcId="{EEDB39C7-2C47-48F7-B51E-84D3CBCB1156}" destId="{2B71F4EC-A28A-43D0-BA5D-D1C305184853}" srcOrd="2" destOrd="0" parTransId="{D6F977C1-6636-4ABF-84F8-03718D0E7962}" sibTransId="{68B3AE36-694B-4ACF-8867-93255483E785}"/>
    <dgm:cxn modelId="{FACB0EAA-3F7F-449C-9960-6B7482702E6E}" srcId="{EEDB39C7-2C47-48F7-B51E-84D3CBCB1156}" destId="{E07F22AF-FA82-4E99-8D96-904B24C12AA2}" srcOrd="7" destOrd="0" parTransId="{D24CC888-2722-4EC1-BFAB-D8549A16337D}" sibTransId="{CBF4635D-D27B-44EE-96BE-1DBE961A0B0F}"/>
    <dgm:cxn modelId="{345C5FAB-D704-49D2-8033-F1A3D9D37556}" type="presOf" srcId="{A1169EC0-CBB6-46A3-898A-06567C294682}" destId="{DF548F9B-9FDE-464C-B5E7-18E0C4805DDA}" srcOrd="0" destOrd="0" presId="urn:microsoft.com/office/officeart/2005/8/layout/cycle3"/>
    <dgm:cxn modelId="{55B867B3-7C11-45C1-A2DB-02DCADEF3E51}" type="presOf" srcId="{E07F22AF-FA82-4E99-8D96-904B24C12AA2}" destId="{F8C1121C-13DB-480D-A687-9B4FEBE7C133}" srcOrd="0" destOrd="0" presId="urn:microsoft.com/office/officeart/2005/8/layout/cycle3"/>
    <dgm:cxn modelId="{347EE7BB-166C-4952-B2CB-22335BAE2F96}" srcId="{EEDB39C7-2C47-48F7-B51E-84D3CBCB1156}" destId="{7D40B0D1-F533-4777-BA02-1EC1345E1980}" srcOrd="0" destOrd="0" parTransId="{BA005263-3BAB-41BB-B76F-641009485203}" sibTransId="{E33BCD3A-489B-4A37-B05E-D43B87775DDA}"/>
    <dgm:cxn modelId="{4FADC7DD-5689-4E05-9CDD-2680B1ABC481}" type="presOf" srcId="{E33BCD3A-489B-4A37-B05E-D43B87775DDA}" destId="{07D4239B-765A-42EE-88E8-B7D91F32399B}" srcOrd="0" destOrd="0" presId="urn:microsoft.com/office/officeart/2005/8/layout/cycle3"/>
    <dgm:cxn modelId="{BCFB5AC0-02B4-4CCE-ACC6-E37A005AC73C}" type="presParOf" srcId="{9CD1B166-949E-49E5-8731-6359A908F4CB}" destId="{D4DE6AF1-0A5A-4C09-B76B-FBAAAB2DE815}" srcOrd="0" destOrd="0" presId="urn:microsoft.com/office/officeart/2005/8/layout/cycle3"/>
    <dgm:cxn modelId="{BE9A7DBF-F0E1-46D0-89A3-D17954CD349D}" type="presParOf" srcId="{D4DE6AF1-0A5A-4C09-B76B-FBAAAB2DE815}" destId="{3708DF8F-FDAB-426E-8A5F-B187E9F61E0A}" srcOrd="0" destOrd="0" presId="urn:microsoft.com/office/officeart/2005/8/layout/cycle3"/>
    <dgm:cxn modelId="{ACD106A6-9128-4641-BA3A-BFF9B58DE4B4}" type="presParOf" srcId="{D4DE6AF1-0A5A-4C09-B76B-FBAAAB2DE815}" destId="{07D4239B-765A-42EE-88E8-B7D91F32399B}" srcOrd="1" destOrd="0" presId="urn:microsoft.com/office/officeart/2005/8/layout/cycle3"/>
    <dgm:cxn modelId="{F1C506EE-6E35-499C-846D-4967EE73B715}" type="presParOf" srcId="{D4DE6AF1-0A5A-4C09-B76B-FBAAAB2DE815}" destId="{60988268-8BBC-4C25-B7B0-F27FEE32EC90}" srcOrd="2" destOrd="0" presId="urn:microsoft.com/office/officeart/2005/8/layout/cycle3"/>
    <dgm:cxn modelId="{698FD385-EC54-4C06-9A4A-B1DA0E38AFB5}" type="presParOf" srcId="{D4DE6AF1-0A5A-4C09-B76B-FBAAAB2DE815}" destId="{4D15A344-9363-471E-B806-CDA88E82A171}" srcOrd="3" destOrd="0" presId="urn:microsoft.com/office/officeart/2005/8/layout/cycle3"/>
    <dgm:cxn modelId="{FF3596EC-8A0A-41A6-9C66-F316B6DAF414}" type="presParOf" srcId="{D4DE6AF1-0A5A-4C09-B76B-FBAAAB2DE815}" destId="{C16531DD-1E25-4CF4-BF49-2F859074C63B}" srcOrd="4" destOrd="0" presId="urn:microsoft.com/office/officeart/2005/8/layout/cycle3"/>
    <dgm:cxn modelId="{C2319D5F-FC2C-4A61-A712-B0B19E3389C7}" type="presParOf" srcId="{D4DE6AF1-0A5A-4C09-B76B-FBAAAB2DE815}" destId="{9E61D4C5-E794-4D28-8DF1-3EB0E590CF0A}" srcOrd="5" destOrd="0" presId="urn:microsoft.com/office/officeart/2005/8/layout/cycle3"/>
    <dgm:cxn modelId="{74F6688F-4CB6-4DEA-A3A0-5B79C28237DD}" type="presParOf" srcId="{D4DE6AF1-0A5A-4C09-B76B-FBAAAB2DE815}" destId="{5669A214-FE85-40FE-BFD7-B2D3013EE51F}" srcOrd="6" destOrd="0" presId="urn:microsoft.com/office/officeart/2005/8/layout/cycle3"/>
    <dgm:cxn modelId="{D065C7A2-A8A1-405D-8039-291CF411F302}" type="presParOf" srcId="{D4DE6AF1-0A5A-4C09-B76B-FBAAAB2DE815}" destId="{DF548F9B-9FDE-464C-B5E7-18E0C4805DDA}" srcOrd="7" destOrd="0" presId="urn:microsoft.com/office/officeart/2005/8/layout/cycle3"/>
    <dgm:cxn modelId="{A960E5CB-A077-44F0-ADF7-59F7E17CAC59}" type="presParOf" srcId="{D4DE6AF1-0A5A-4C09-B76B-FBAAAB2DE815}" destId="{F8C1121C-13DB-480D-A687-9B4FEBE7C133}" srcOrd="8" destOrd="0" presId="urn:microsoft.com/office/officeart/2005/8/layout/cycle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6CD409E-9328-417E-A3E9-2B3A24253BE3}" type="doc">
      <dgm:prSet loTypeId="urn:microsoft.com/office/officeart/2005/8/layout/venn1" loCatId="relationship" qsTypeId="urn:microsoft.com/office/officeart/2005/8/quickstyle/simple5" qsCatId="simple" csTypeId="urn:microsoft.com/office/officeart/2005/8/colors/colorful4" csCatId="colorful" phldr="1"/>
      <dgm:spPr>
        <a:scene3d>
          <a:camera prst="perspectiveRelaxed"/>
          <a:lightRig rig="threePt" dir="t"/>
        </a:scene3d>
      </dgm:spPr>
    </dgm:pt>
    <dgm:pt modelId="{4FA122B1-8FAA-4EE9-9853-0F53632FABE4}">
      <dgm:prSet phldrT="[Text]" custT="1"/>
      <dgm:spPr>
        <a:solidFill>
          <a:srgbClr val="FFC000">
            <a:alpha val="50196"/>
          </a:srgbClr>
        </a:solidFill>
      </dgm:spPr>
      <dgm:t>
        <a:bodyPr/>
        <a:lstStyle/>
        <a:p>
          <a:r>
            <a:rPr lang="en-US" sz="6000" dirty="0"/>
            <a:t>32-bit</a:t>
          </a:r>
        </a:p>
      </dgm:t>
    </dgm:pt>
    <dgm:pt modelId="{C88773A0-E49F-411F-87D2-2290CF7B25CB}" type="parTrans" cxnId="{E71AD961-4642-4EF3-B9D9-09D5C68B4C5A}">
      <dgm:prSet/>
      <dgm:spPr/>
      <dgm:t>
        <a:bodyPr/>
        <a:lstStyle/>
        <a:p>
          <a:endParaRPr lang="en-US" sz="1600"/>
        </a:p>
      </dgm:t>
    </dgm:pt>
    <dgm:pt modelId="{4B840F86-21E1-4976-B7C1-5A63517BCEA0}" type="sibTrans" cxnId="{E71AD961-4642-4EF3-B9D9-09D5C68B4C5A}">
      <dgm:prSet/>
      <dgm:spPr/>
      <dgm:t>
        <a:bodyPr/>
        <a:lstStyle/>
        <a:p>
          <a:endParaRPr lang="en-US" sz="1600"/>
        </a:p>
      </dgm:t>
    </dgm:pt>
    <dgm:pt modelId="{0BD4E749-7A63-4260-8FA8-409D1123EBC6}">
      <dgm:prSet phldrT="[Text]" custT="1"/>
      <dgm:spPr>
        <a:solidFill>
          <a:srgbClr val="7030A0">
            <a:alpha val="40000"/>
          </a:srgbClr>
        </a:solidFill>
      </dgm:spPr>
      <dgm:t>
        <a:bodyPr/>
        <a:lstStyle/>
        <a:p>
          <a:r>
            <a:rPr lang="en-US" sz="6000" dirty="0"/>
            <a:t>64-bit</a:t>
          </a:r>
        </a:p>
      </dgm:t>
    </dgm:pt>
    <dgm:pt modelId="{86089EC6-CC99-44DA-B9FD-A60DA31C07CC}" type="parTrans" cxnId="{DBBEDBE6-BA18-4877-96D9-79B5AE8E9B80}">
      <dgm:prSet/>
      <dgm:spPr/>
      <dgm:t>
        <a:bodyPr/>
        <a:lstStyle/>
        <a:p>
          <a:endParaRPr lang="en-US" sz="1600"/>
        </a:p>
      </dgm:t>
    </dgm:pt>
    <dgm:pt modelId="{EF60CF09-34E7-4F89-BF4C-2E63933C94E5}" type="sibTrans" cxnId="{DBBEDBE6-BA18-4877-96D9-79B5AE8E9B80}">
      <dgm:prSet/>
      <dgm:spPr/>
      <dgm:t>
        <a:bodyPr/>
        <a:lstStyle/>
        <a:p>
          <a:endParaRPr lang="en-US" sz="1600"/>
        </a:p>
      </dgm:t>
    </dgm:pt>
    <dgm:pt modelId="{9F4E1429-1D92-4C09-A1E5-812EC3E296D9}" type="pres">
      <dgm:prSet presAssocID="{A6CD409E-9328-417E-A3E9-2B3A24253BE3}" presName="compositeShape" presStyleCnt="0">
        <dgm:presLayoutVars>
          <dgm:chMax val="7"/>
          <dgm:dir/>
          <dgm:resizeHandles val="exact"/>
        </dgm:presLayoutVars>
      </dgm:prSet>
      <dgm:spPr/>
    </dgm:pt>
    <dgm:pt modelId="{7A6E9434-6CEF-4611-BABA-21F62FB84688}" type="pres">
      <dgm:prSet presAssocID="{4FA122B1-8FAA-4EE9-9853-0F53632FABE4}" presName="circ1" presStyleLbl="vennNode1" presStyleIdx="0" presStyleCnt="2"/>
      <dgm:spPr/>
    </dgm:pt>
    <dgm:pt modelId="{D946F67D-FD25-489C-BF67-EDC8EAA749FF}" type="pres">
      <dgm:prSet presAssocID="{4FA122B1-8FAA-4EE9-9853-0F53632FABE4}" presName="circ1Tx" presStyleLbl="revTx" presStyleIdx="0" presStyleCnt="0">
        <dgm:presLayoutVars>
          <dgm:chMax val="0"/>
          <dgm:chPref val="0"/>
          <dgm:bulletEnabled val="1"/>
        </dgm:presLayoutVars>
      </dgm:prSet>
      <dgm:spPr/>
    </dgm:pt>
    <dgm:pt modelId="{BCF4368F-3A25-4F07-A48F-7B23F5C88128}" type="pres">
      <dgm:prSet presAssocID="{0BD4E749-7A63-4260-8FA8-409D1123EBC6}" presName="circ2" presStyleLbl="vennNode1" presStyleIdx="1" presStyleCnt="2"/>
      <dgm:spPr/>
    </dgm:pt>
    <dgm:pt modelId="{7A9B1052-6903-40B3-AC51-4EC019EE421A}" type="pres">
      <dgm:prSet presAssocID="{0BD4E749-7A63-4260-8FA8-409D1123EBC6}" presName="circ2Tx" presStyleLbl="revTx" presStyleIdx="0" presStyleCnt="0">
        <dgm:presLayoutVars>
          <dgm:chMax val="0"/>
          <dgm:chPref val="0"/>
          <dgm:bulletEnabled val="1"/>
        </dgm:presLayoutVars>
      </dgm:prSet>
      <dgm:spPr/>
    </dgm:pt>
  </dgm:ptLst>
  <dgm:cxnLst>
    <dgm:cxn modelId="{C10B5528-9DF1-454F-B848-1C3792736E4A}" type="presOf" srcId="{0BD4E749-7A63-4260-8FA8-409D1123EBC6}" destId="{BCF4368F-3A25-4F07-A48F-7B23F5C88128}" srcOrd="0" destOrd="0" presId="urn:microsoft.com/office/officeart/2005/8/layout/venn1"/>
    <dgm:cxn modelId="{119CAE36-E541-4AC2-ABB1-A9BCE3AAF41C}" type="presOf" srcId="{0BD4E749-7A63-4260-8FA8-409D1123EBC6}" destId="{7A9B1052-6903-40B3-AC51-4EC019EE421A}" srcOrd="1" destOrd="0" presId="urn:microsoft.com/office/officeart/2005/8/layout/venn1"/>
    <dgm:cxn modelId="{64261461-5480-4E65-871C-8C1FB811A7F6}" type="presOf" srcId="{A6CD409E-9328-417E-A3E9-2B3A24253BE3}" destId="{9F4E1429-1D92-4C09-A1E5-812EC3E296D9}" srcOrd="0" destOrd="0" presId="urn:microsoft.com/office/officeart/2005/8/layout/venn1"/>
    <dgm:cxn modelId="{E71AD961-4642-4EF3-B9D9-09D5C68B4C5A}" srcId="{A6CD409E-9328-417E-A3E9-2B3A24253BE3}" destId="{4FA122B1-8FAA-4EE9-9853-0F53632FABE4}" srcOrd="0" destOrd="0" parTransId="{C88773A0-E49F-411F-87D2-2290CF7B25CB}" sibTransId="{4B840F86-21E1-4976-B7C1-5A63517BCEA0}"/>
    <dgm:cxn modelId="{FB8A4274-93CE-4F24-A3BD-495D89C4C158}" type="presOf" srcId="{4FA122B1-8FAA-4EE9-9853-0F53632FABE4}" destId="{7A6E9434-6CEF-4611-BABA-21F62FB84688}" srcOrd="0" destOrd="0" presId="urn:microsoft.com/office/officeart/2005/8/layout/venn1"/>
    <dgm:cxn modelId="{940C95A5-DC7E-44C4-82E5-554913D747EB}" type="presOf" srcId="{4FA122B1-8FAA-4EE9-9853-0F53632FABE4}" destId="{D946F67D-FD25-489C-BF67-EDC8EAA749FF}" srcOrd="1" destOrd="0" presId="urn:microsoft.com/office/officeart/2005/8/layout/venn1"/>
    <dgm:cxn modelId="{DBBEDBE6-BA18-4877-96D9-79B5AE8E9B80}" srcId="{A6CD409E-9328-417E-A3E9-2B3A24253BE3}" destId="{0BD4E749-7A63-4260-8FA8-409D1123EBC6}" srcOrd="1" destOrd="0" parTransId="{86089EC6-CC99-44DA-B9FD-A60DA31C07CC}" sibTransId="{EF60CF09-34E7-4F89-BF4C-2E63933C94E5}"/>
    <dgm:cxn modelId="{53283B3D-973D-4965-9B3E-AE80B9E9B2F7}" type="presParOf" srcId="{9F4E1429-1D92-4C09-A1E5-812EC3E296D9}" destId="{7A6E9434-6CEF-4611-BABA-21F62FB84688}" srcOrd="0" destOrd="0" presId="urn:microsoft.com/office/officeart/2005/8/layout/venn1"/>
    <dgm:cxn modelId="{3ED0F7B1-3EF1-4B54-BEF5-055F3770A677}" type="presParOf" srcId="{9F4E1429-1D92-4C09-A1E5-812EC3E296D9}" destId="{D946F67D-FD25-489C-BF67-EDC8EAA749FF}" srcOrd="1" destOrd="0" presId="urn:microsoft.com/office/officeart/2005/8/layout/venn1"/>
    <dgm:cxn modelId="{C9DE51C5-94ED-46B4-8AD7-B365E5B49635}" type="presParOf" srcId="{9F4E1429-1D92-4C09-A1E5-812EC3E296D9}" destId="{BCF4368F-3A25-4F07-A48F-7B23F5C88128}" srcOrd="2" destOrd="0" presId="urn:microsoft.com/office/officeart/2005/8/layout/venn1"/>
    <dgm:cxn modelId="{4CE69510-45FD-4BEA-9EDD-79FE1B8D9214}" type="presParOf" srcId="{9F4E1429-1D92-4C09-A1E5-812EC3E296D9}" destId="{7A9B1052-6903-40B3-AC51-4EC019EE421A}" srcOrd="3" destOrd="0" presId="urn:microsoft.com/office/officeart/2005/8/layout/venn1"/>
  </dgm:cxnLst>
  <dgm:bg>
    <a:effectLst>
      <a:outerShdw blurRad="152400" dist="317500" dir="5400000" sx="90000" sy="-19000" rotWithShape="0">
        <a:prstClr val="black">
          <a:alpha val="15000"/>
        </a:prstClr>
      </a:outerShdw>
    </a:effect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B496157-A4B5-45B9-A883-67D10F7324FA}" type="doc">
      <dgm:prSet loTypeId="urn:microsoft.com/office/officeart/2009/layout/CircleArrowProcess" loCatId="process" qsTypeId="urn:microsoft.com/office/officeart/2005/8/quickstyle/simple2" qsCatId="simple" csTypeId="urn:microsoft.com/office/officeart/2005/8/colors/accent1_2" csCatId="accent1" phldr="1"/>
      <dgm:spPr/>
      <dgm:t>
        <a:bodyPr/>
        <a:lstStyle/>
        <a:p>
          <a:endParaRPr lang="en-US"/>
        </a:p>
      </dgm:t>
    </dgm:pt>
    <dgm:pt modelId="{DEEB053B-08E9-4FC2-917D-40BB975CC2B8}">
      <dgm:prSet phldrT="[Text]"/>
      <dgm:spPr/>
      <dgm:t>
        <a:bodyPr/>
        <a:lstStyle/>
        <a:p>
          <a:r>
            <a:rPr lang="en-US" b="0" i="0" dirty="0"/>
            <a:t>Compilers</a:t>
          </a:r>
          <a:endParaRPr lang="en-US" dirty="0"/>
        </a:p>
      </dgm:t>
    </dgm:pt>
    <dgm:pt modelId="{EC2A4AA9-B9B9-4114-9F77-5177EFAF3383}" type="parTrans" cxnId="{9944CFE1-4C63-482D-9AD3-60707ECFC60C}">
      <dgm:prSet/>
      <dgm:spPr/>
      <dgm:t>
        <a:bodyPr/>
        <a:lstStyle/>
        <a:p>
          <a:endParaRPr lang="en-US"/>
        </a:p>
      </dgm:t>
    </dgm:pt>
    <dgm:pt modelId="{4B1165D0-584E-4206-9468-F3C383D3ED6C}" type="sibTrans" cxnId="{9944CFE1-4C63-482D-9AD3-60707ECFC60C}">
      <dgm:prSet/>
      <dgm:spPr/>
      <dgm:t>
        <a:bodyPr/>
        <a:lstStyle/>
        <a:p>
          <a:endParaRPr lang="en-US"/>
        </a:p>
      </dgm:t>
    </dgm:pt>
    <dgm:pt modelId="{3973CC78-0F13-40CC-9A85-AB98B0011E6B}">
      <dgm:prSet phldrT="[Text]"/>
      <dgm:spPr/>
      <dgm:t>
        <a:bodyPr/>
        <a:lstStyle/>
        <a:p>
          <a:r>
            <a:rPr lang="en-US" b="0" i="0" dirty="0"/>
            <a:t>Interpreters</a:t>
          </a:r>
          <a:endParaRPr lang="en-US" dirty="0"/>
        </a:p>
      </dgm:t>
    </dgm:pt>
    <dgm:pt modelId="{8A89C3C2-DEB9-4623-BA8F-427D7531BED1}" type="parTrans" cxnId="{0DE3FD25-3FB0-4D5E-9C75-C1EFDA0520BF}">
      <dgm:prSet/>
      <dgm:spPr/>
      <dgm:t>
        <a:bodyPr/>
        <a:lstStyle/>
        <a:p>
          <a:endParaRPr lang="en-US"/>
        </a:p>
      </dgm:t>
    </dgm:pt>
    <dgm:pt modelId="{47062469-699B-4E78-A31B-98EFF0D92A5E}" type="sibTrans" cxnId="{0DE3FD25-3FB0-4D5E-9C75-C1EFDA0520BF}">
      <dgm:prSet/>
      <dgm:spPr/>
      <dgm:t>
        <a:bodyPr/>
        <a:lstStyle/>
        <a:p>
          <a:endParaRPr lang="en-US"/>
        </a:p>
      </dgm:t>
    </dgm:pt>
    <dgm:pt modelId="{0C1AD549-6434-4417-98BF-137603F55750}" type="pres">
      <dgm:prSet presAssocID="{1B496157-A4B5-45B9-A883-67D10F7324FA}" presName="Name0" presStyleCnt="0">
        <dgm:presLayoutVars>
          <dgm:chMax val="7"/>
          <dgm:chPref val="7"/>
          <dgm:dir/>
          <dgm:animLvl val="lvl"/>
        </dgm:presLayoutVars>
      </dgm:prSet>
      <dgm:spPr/>
    </dgm:pt>
    <dgm:pt modelId="{F7D77FB9-2279-4AB0-91DC-51DA02A1BD71}" type="pres">
      <dgm:prSet presAssocID="{DEEB053B-08E9-4FC2-917D-40BB975CC2B8}" presName="Accent1" presStyleCnt="0"/>
      <dgm:spPr/>
    </dgm:pt>
    <dgm:pt modelId="{CC816310-2D53-4836-B4F4-4421341335B6}" type="pres">
      <dgm:prSet presAssocID="{DEEB053B-08E9-4FC2-917D-40BB975CC2B8}" presName="Accent" presStyleLbl="node1" presStyleIdx="0" presStyleCnt="2"/>
      <dgm:spPr>
        <a:solidFill>
          <a:srgbClr val="C00000"/>
        </a:solidFill>
      </dgm:spPr>
    </dgm:pt>
    <dgm:pt modelId="{B7642961-682B-4F00-9A28-9606179209F3}" type="pres">
      <dgm:prSet presAssocID="{DEEB053B-08E9-4FC2-917D-40BB975CC2B8}" presName="Parent1" presStyleLbl="revTx" presStyleIdx="0" presStyleCnt="2">
        <dgm:presLayoutVars>
          <dgm:chMax val="1"/>
          <dgm:chPref val="1"/>
          <dgm:bulletEnabled val="1"/>
        </dgm:presLayoutVars>
      </dgm:prSet>
      <dgm:spPr/>
    </dgm:pt>
    <dgm:pt modelId="{78424771-3BCF-45B9-8B64-D62FD7983AFA}" type="pres">
      <dgm:prSet presAssocID="{3973CC78-0F13-40CC-9A85-AB98B0011E6B}" presName="Accent2" presStyleCnt="0"/>
      <dgm:spPr/>
    </dgm:pt>
    <dgm:pt modelId="{94348F34-917A-439B-8F4A-AA1112F347E5}" type="pres">
      <dgm:prSet presAssocID="{3973CC78-0F13-40CC-9A85-AB98B0011E6B}" presName="Accent" presStyleLbl="node1" presStyleIdx="1" presStyleCnt="2"/>
      <dgm:spPr>
        <a:solidFill>
          <a:srgbClr val="92D050"/>
        </a:solidFill>
      </dgm:spPr>
    </dgm:pt>
    <dgm:pt modelId="{8D6BAC1C-2D1B-4D4B-BA22-D15E797CCE19}" type="pres">
      <dgm:prSet presAssocID="{3973CC78-0F13-40CC-9A85-AB98B0011E6B}" presName="Parent2" presStyleLbl="revTx" presStyleIdx="1" presStyleCnt="2">
        <dgm:presLayoutVars>
          <dgm:chMax val="1"/>
          <dgm:chPref val="1"/>
          <dgm:bulletEnabled val="1"/>
        </dgm:presLayoutVars>
      </dgm:prSet>
      <dgm:spPr/>
    </dgm:pt>
  </dgm:ptLst>
  <dgm:cxnLst>
    <dgm:cxn modelId="{0DE3FD25-3FB0-4D5E-9C75-C1EFDA0520BF}" srcId="{1B496157-A4B5-45B9-A883-67D10F7324FA}" destId="{3973CC78-0F13-40CC-9A85-AB98B0011E6B}" srcOrd="1" destOrd="0" parTransId="{8A89C3C2-DEB9-4623-BA8F-427D7531BED1}" sibTransId="{47062469-699B-4E78-A31B-98EFF0D92A5E}"/>
    <dgm:cxn modelId="{2233E249-9032-41B5-9085-F8B288DD68E2}" type="presOf" srcId="{1B496157-A4B5-45B9-A883-67D10F7324FA}" destId="{0C1AD549-6434-4417-98BF-137603F55750}" srcOrd="0" destOrd="0" presId="urn:microsoft.com/office/officeart/2009/layout/CircleArrowProcess"/>
    <dgm:cxn modelId="{D7582EE0-62B0-4EDA-BADF-B651FB61DE00}" type="presOf" srcId="{DEEB053B-08E9-4FC2-917D-40BB975CC2B8}" destId="{B7642961-682B-4F00-9A28-9606179209F3}" srcOrd="0" destOrd="0" presId="urn:microsoft.com/office/officeart/2009/layout/CircleArrowProcess"/>
    <dgm:cxn modelId="{9944CFE1-4C63-482D-9AD3-60707ECFC60C}" srcId="{1B496157-A4B5-45B9-A883-67D10F7324FA}" destId="{DEEB053B-08E9-4FC2-917D-40BB975CC2B8}" srcOrd="0" destOrd="0" parTransId="{EC2A4AA9-B9B9-4114-9F77-5177EFAF3383}" sibTransId="{4B1165D0-584E-4206-9468-F3C383D3ED6C}"/>
    <dgm:cxn modelId="{CB2C30F2-11CF-44BC-A141-5D971F156D4A}" type="presOf" srcId="{3973CC78-0F13-40CC-9A85-AB98B0011E6B}" destId="{8D6BAC1C-2D1B-4D4B-BA22-D15E797CCE19}" srcOrd="0" destOrd="0" presId="urn:microsoft.com/office/officeart/2009/layout/CircleArrowProcess"/>
    <dgm:cxn modelId="{D4D5E67C-4730-435A-9FA3-52295C7FEA93}" type="presParOf" srcId="{0C1AD549-6434-4417-98BF-137603F55750}" destId="{F7D77FB9-2279-4AB0-91DC-51DA02A1BD71}" srcOrd="0" destOrd="0" presId="urn:microsoft.com/office/officeart/2009/layout/CircleArrowProcess"/>
    <dgm:cxn modelId="{C4C55778-6FF6-4943-B8D7-F0D80DBEF8AA}" type="presParOf" srcId="{F7D77FB9-2279-4AB0-91DC-51DA02A1BD71}" destId="{CC816310-2D53-4836-B4F4-4421341335B6}" srcOrd="0" destOrd="0" presId="urn:microsoft.com/office/officeart/2009/layout/CircleArrowProcess"/>
    <dgm:cxn modelId="{C227A7B8-4DCF-4770-B434-3CF138EF576E}" type="presParOf" srcId="{0C1AD549-6434-4417-98BF-137603F55750}" destId="{B7642961-682B-4F00-9A28-9606179209F3}" srcOrd="1" destOrd="0" presId="urn:microsoft.com/office/officeart/2009/layout/CircleArrowProcess"/>
    <dgm:cxn modelId="{D684BA8D-7B37-4E40-BE6B-200F0AACD06F}" type="presParOf" srcId="{0C1AD549-6434-4417-98BF-137603F55750}" destId="{78424771-3BCF-45B9-8B64-D62FD7983AFA}" srcOrd="2" destOrd="0" presId="urn:microsoft.com/office/officeart/2009/layout/CircleArrowProcess"/>
    <dgm:cxn modelId="{1C25CE03-4E1B-4910-9004-009ED4AA287F}" type="presParOf" srcId="{78424771-3BCF-45B9-8B64-D62FD7983AFA}" destId="{94348F34-917A-439B-8F4A-AA1112F347E5}" srcOrd="0" destOrd="0" presId="urn:microsoft.com/office/officeart/2009/layout/CircleArrowProcess"/>
    <dgm:cxn modelId="{3FD502FA-F604-47D0-9A29-1D45D9F54AB0}" type="presParOf" srcId="{0C1AD549-6434-4417-98BF-137603F55750}" destId="{8D6BAC1C-2D1B-4D4B-BA22-D15E797CCE19}" srcOrd="3"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B496157-A4B5-45B9-A883-67D10F7324FA}" type="doc">
      <dgm:prSet loTypeId="urn:microsoft.com/office/officeart/2005/8/layout/process4" loCatId="process" qsTypeId="urn:microsoft.com/office/officeart/2005/8/quickstyle/simple2" qsCatId="simple" csTypeId="urn:microsoft.com/office/officeart/2005/8/colors/accent1_2" csCatId="accent1" phldr="1"/>
      <dgm:spPr/>
      <dgm:t>
        <a:bodyPr/>
        <a:lstStyle/>
        <a:p>
          <a:endParaRPr lang="en-US"/>
        </a:p>
      </dgm:t>
    </dgm:pt>
    <dgm:pt modelId="{DEEB053B-08E9-4FC2-917D-40BB975CC2B8}">
      <dgm:prSet phldrT="[Text]" custT="1"/>
      <dgm:spPr>
        <a:solidFill>
          <a:srgbClr val="7030A0"/>
        </a:solidFill>
      </dgm:spPr>
      <dgm:t>
        <a:bodyPr/>
        <a:lstStyle/>
        <a:p>
          <a:r>
            <a:rPr lang="en-US" sz="2000" b="0" i="0" dirty="0"/>
            <a:t>A compiler is a program that translates a source program written in some high-level programming language (such as Java) into machine code for some computer architecture (format of 0s and 1s). </a:t>
          </a:r>
          <a:endParaRPr lang="en-US" sz="2000" dirty="0"/>
        </a:p>
      </dgm:t>
    </dgm:pt>
    <dgm:pt modelId="{EC2A4AA9-B9B9-4114-9F77-5177EFAF3383}" type="parTrans" cxnId="{9944CFE1-4C63-482D-9AD3-60707ECFC60C}">
      <dgm:prSet/>
      <dgm:spPr/>
      <dgm:t>
        <a:bodyPr/>
        <a:lstStyle/>
        <a:p>
          <a:endParaRPr lang="en-US" sz="2000"/>
        </a:p>
      </dgm:t>
    </dgm:pt>
    <dgm:pt modelId="{4B1165D0-584E-4206-9468-F3C383D3ED6C}" type="sibTrans" cxnId="{9944CFE1-4C63-482D-9AD3-60707ECFC60C}">
      <dgm:prSet/>
      <dgm:spPr/>
      <dgm:t>
        <a:bodyPr/>
        <a:lstStyle/>
        <a:p>
          <a:endParaRPr lang="en-US" sz="2000"/>
        </a:p>
      </dgm:t>
    </dgm:pt>
    <dgm:pt modelId="{C0E546D8-4C57-45D5-A9CA-9711110AF28E}">
      <dgm:prSet phldrT="[Text]" custT="1"/>
      <dgm:spPr>
        <a:solidFill>
          <a:schemeClr val="tx1">
            <a:lumMod val="75000"/>
            <a:lumOff val="25000"/>
          </a:schemeClr>
        </a:solidFill>
      </dgm:spPr>
      <dgm:t>
        <a:bodyPr/>
        <a:lstStyle/>
        <a:p>
          <a:r>
            <a:rPr lang="en-US" sz="2000" b="0" i="0" dirty="0"/>
            <a:t>The work of a compiler is to transform the codes written in the programming language into machine code so that computers can understand.</a:t>
          </a:r>
          <a:endParaRPr lang="en-US" sz="2000" dirty="0"/>
        </a:p>
      </dgm:t>
    </dgm:pt>
    <dgm:pt modelId="{390F03A8-2D87-48C1-86C2-D3C9937885DD}" type="parTrans" cxnId="{A85F1A11-09B5-4ECE-9FB6-F72128A817F4}">
      <dgm:prSet/>
      <dgm:spPr/>
      <dgm:t>
        <a:bodyPr/>
        <a:lstStyle/>
        <a:p>
          <a:endParaRPr lang="en-US" sz="2000"/>
        </a:p>
      </dgm:t>
    </dgm:pt>
    <dgm:pt modelId="{FC5FFD44-D288-4478-A535-DF3A3D37E2ED}" type="sibTrans" cxnId="{A85F1A11-09B5-4ECE-9FB6-F72128A817F4}">
      <dgm:prSet/>
      <dgm:spPr/>
      <dgm:t>
        <a:bodyPr/>
        <a:lstStyle/>
        <a:p>
          <a:endParaRPr lang="en-US" sz="2000"/>
        </a:p>
      </dgm:t>
    </dgm:pt>
    <dgm:pt modelId="{BAE38E56-C17E-4292-8504-83925E91D710}">
      <dgm:prSet phldrT="[Text]" custT="1"/>
      <dgm:spPr>
        <a:solidFill>
          <a:schemeClr val="accent6">
            <a:lumMod val="90000"/>
            <a:lumOff val="10000"/>
          </a:schemeClr>
        </a:solidFill>
      </dgm:spPr>
      <dgm:t>
        <a:bodyPr/>
        <a:lstStyle/>
        <a:p>
          <a:r>
            <a:rPr lang="en-US" sz="2000" b="0" i="0" dirty="0"/>
            <a:t>The compiler's run time is longer and occupies a larger part of memory. It has a slow speed because a compiler goes through the entire program and then translates the entire program into machine codes.</a:t>
          </a:r>
          <a:endParaRPr lang="en-US" sz="2000" dirty="0"/>
        </a:p>
      </dgm:t>
    </dgm:pt>
    <dgm:pt modelId="{DF0CDEC5-A3AD-4E8C-B120-F120308D2223}" type="parTrans" cxnId="{9245C681-5355-4C70-8A6E-443BC08AF0CE}">
      <dgm:prSet/>
      <dgm:spPr/>
      <dgm:t>
        <a:bodyPr/>
        <a:lstStyle/>
        <a:p>
          <a:endParaRPr lang="en-US" sz="2000"/>
        </a:p>
      </dgm:t>
    </dgm:pt>
    <dgm:pt modelId="{8067F422-98A4-4F94-BD85-2A054FA628C4}" type="sibTrans" cxnId="{9245C681-5355-4C70-8A6E-443BC08AF0CE}">
      <dgm:prSet/>
      <dgm:spPr/>
      <dgm:t>
        <a:bodyPr/>
        <a:lstStyle/>
        <a:p>
          <a:endParaRPr lang="en-US" sz="2000"/>
        </a:p>
      </dgm:t>
    </dgm:pt>
    <dgm:pt modelId="{8AD3C1F1-2BBA-4CC3-B1B1-50F0D88DB86C}" type="pres">
      <dgm:prSet presAssocID="{1B496157-A4B5-45B9-A883-67D10F7324FA}" presName="Name0" presStyleCnt="0">
        <dgm:presLayoutVars>
          <dgm:dir/>
          <dgm:animLvl val="lvl"/>
          <dgm:resizeHandles val="exact"/>
        </dgm:presLayoutVars>
      </dgm:prSet>
      <dgm:spPr/>
    </dgm:pt>
    <dgm:pt modelId="{82A36C07-CBCD-4EEE-9EF1-7961389DBF0C}" type="pres">
      <dgm:prSet presAssocID="{BAE38E56-C17E-4292-8504-83925E91D710}" presName="boxAndChildren" presStyleCnt="0"/>
      <dgm:spPr/>
    </dgm:pt>
    <dgm:pt modelId="{55F3848F-1EA4-47BB-A14D-3C77C2023037}" type="pres">
      <dgm:prSet presAssocID="{BAE38E56-C17E-4292-8504-83925E91D710}" presName="parentTextBox" presStyleLbl="node1" presStyleIdx="0" presStyleCnt="3"/>
      <dgm:spPr/>
    </dgm:pt>
    <dgm:pt modelId="{1E0D043D-A814-4A49-AE51-ABC99DEA2E83}" type="pres">
      <dgm:prSet presAssocID="{FC5FFD44-D288-4478-A535-DF3A3D37E2ED}" presName="sp" presStyleCnt="0"/>
      <dgm:spPr/>
    </dgm:pt>
    <dgm:pt modelId="{AC07A5AA-348E-4251-99B2-3FF106B246BE}" type="pres">
      <dgm:prSet presAssocID="{C0E546D8-4C57-45D5-A9CA-9711110AF28E}" presName="arrowAndChildren" presStyleCnt="0"/>
      <dgm:spPr/>
    </dgm:pt>
    <dgm:pt modelId="{795929F1-9C65-443A-872B-E4EF2B10155B}" type="pres">
      <dgm:prSet presAssocID="{C0E546D8-4C57-45D5-A9CA-9711110AF28E}" presName="parentTextArrow" presStyleLbl="node1" presStyleIdx="1" presStyleCnt="3"/>
      <dgm:spPr/>
    </dgm:pt>
    <dgm:pt modelId="{B7AED004-1021-4B9E-8D60-C7F8DAA2EDDA}" type="pres">
      <dgm:prSet presAssocID="{4B1165D0-584E-4206-9468-F3C383D3ED6C}" presName="sp" presStyleCnt="0"/>
      <dgm:spPr/>
    </dgm:pt>
    <dgm:pt modelId="{12BB5845-4D33-4BCE-B17E-CB58EC8FFE3C}" type="pres">
      <dgm:prSet presAssocID="{DEEB053B-08E9-4FC2-917D-40BB975CC2B8}" presName="arrowAndChildren" presStyleCnt="0"/>
      <dgm:spPr/>
    </dgm:pt>
    <dgm:pt modelId="{FD306388-17B9-4598-9A6B-CFE031B75499}" type="pres">
      <dgm:prSet presAssocID="{DEEB053B-08E9-4FC2-917D-40BB975CC2B8}" presName="parentTextArrow" presStyleLbl="node1" presStyleIdx="2" presStyleCnt="3"/>
      <dgm:spPr/>
    </dgm:pt>
  </dgm:ptLst>
  <dgm:cxnLst>
    <dgm:cxn modelId="{1E477F04-AEAB-47AC-9AA4-B16BE3713CBA}" type="presOf" srcId="{1B496157-A4B5-45B9-A883-67D10F7324FA}" destId="{8AD3C1F1-2BBA-4CC3-B1B1-50F0D88DB86C}" srcOrd="0" destOrd="0" presId="urn:microsoft.com/office/officeart/2005/8/layout/process4"/>
    <dgm:cxn modelId="{A85F1A11-09B5-4ECE-9FB6-F72128A817F4}" srcId="{1B496157-A4B5-45B9-A883-67D10F7324FA}" destId="{C0E546D8-4C57-45D5-A9CA-9711110AF28E}" srcOrd="1" destOrd="0" parTransId="{390F03A8-2D87-48C1-86C2-D3C9937885DD}" sibTransId="{FC5FFD44-D288-4478-A535-DF3A3D37E2ED}"/>
    <dgm:cxn modelId="{F29C6D24-F4E1-4A5F-AF16-9777F21A1534}" type="presOf" srcId="{C0E546D8-4C57-45D5-A9CA-9711110AF28E}" destId="{795929F1-9C65-443A-872B-E4EF2B10155B}" srcOrd="0" destOrd="0" presId="urn:microsoft.com/office/officeart/2005/8/layout/process4"/>
    <dgm:cxn modelId="{55C3FE45-55AF-4B14-AA1B-F22999542D3D}" type="presOf" srcId="{BAE38E56-C17E-4292-8504-83925E91D710}" destId="{55F3848F-1EA4-47BB-A14D-3C77C2023037}" srcOrd="0" destOrd="0" presId="urn:microsoft.com/office/officeart/2005/8/layout/process4"/>
    <dgm:cxn modelId="{1C5A2980-E1B3-4F2D-9420-B3ADDAE84900}" type="presOf" srcId="{DEEB053B-08E9-4FC2-917D-40BB975CC2B8}" destId="{FD306388-17B9-4598-9A6B-CFE031B75499}" srcOrd="0" destOrd="0" presId="urn:microsoft.com/office/officeart/2005/8/layout/process4"/>
    <dgm:cxn modelId="{9245C681-5355-4C70-8A6E-443BC08AF0CE}" srcId="{1B496157-A4B5-45B9-A883-67D10F7324FA}" destId="{BAE38E56-C17E-4292-8504-83925E91D710}" srcOrd="2" destOrd="0" parTransId="{DF0CDEC5-A3AD-4E8C-B120-F120308D2223}" sibTransId="{8067F422-98A4-4F94-BD85-2A054FA628C4}"/>
    <dgm:cxn modelId="{9944CFE1-4C63-482D-9AD3-60707ECFC60C}" srcId="{1B496157-A4B5-45B9-A883-67D10F7324FA}" destId="{DEEB053B-08E9-4FC2-917D-40BB975CC2B8}" srcOrd="0" destOrd="0" parTransId="{EC2A4AA9-B9B9-4114-9F77-5177EFAF3383}" sibTransId="{4B1165D0-584E-4206-9468-F3C383D3ED6C}"/>
    <dgm:cxn modelId="{29A0FA35-F90C-422C-84D6-3D7252BF2568}" type="presParOf" srcId="{8AD3C1F1-2BBA-4CC3-B1B1-50F0D88DB86C}" destId="{82A36C07-CBCD-4EEE-9EF1-7961389DBF0C}" srcOrd="0" destOrd="0" presId="urn:microsoft.com/office/officeart/2005/8/layout/process4"/>
    <dgm:cxn modelId="{41D9EDFB-812F-4D18-BA88-5873F0548055}" type="presParOf" srcId="{82A36C07-CBCD-4EEE-9EF1-7961389DBF0C}" destId="{55F3848F-1EA4-47BB-A14D-3C77C2023037}" srcOrd="0" destOrd="0" presId="urn:microsoft.com/office/officeart/2005/8/layout/process4"/>
    <dgm:cxn modelId="{34449109-C3CB-4EFA-B5BC-79EAD0069328}" type="presParOf" srcId="{8AD3C1F1-2BBA-4CC3-B1B1-50F0D88DB86C}" destId="{1E0D043D-A814-4A49-AE51-ABC99DEA2E83}" srcOrd="1" destOrd="0" presId="urn:microsoft.com/office/officeart/2005/8/layout/process4"/>
    <dgm:cxn modelId="{9443CC58-FE84-424A-8A40-B51263091236}" type="presParOf" srcId="{8AD3C1F1-2BBA-4CC3-B1B1-50F0D88DB86C}" destId="{AC07A5AA-348E-4251-99B2-3FF106B246BE}" srcOrd="2" destOrd="0" presId="urn:microsoft.com/office/officeart/2005/8/layout/process4"/>
    <dgm:cxn modelId="{F776F941-D107-43B8-9121-51287F364C79}" type="presParOf" srcId="{AC07A5AA-348E-4251-99B2-3FF106B246BE}" destId="{795929F1-9C65-443A-872B-E4EF2B10155B}" srcOrd="0" destOrd="0" presId="urn:microsoft.com/office/officeart/2005/8/layout/process4"/>
    <dgm:cxn modelId="{2125390F-4C10-48E3-81F5-AF723C977A04}" type="presParOf" srcId="{8AD3C1F1-2BBA-4CC3-B1B1-50F0D88DB86C}" destId="{B7AED004-1021-4B9E-8D60-C7F8DAA2EDDA}" srcOrd="3" destOrd="0" presId="urn:microsoft.com/office/officeart/2005/8/layout/process4"/>
    <dgm:cxn modelId="{44A7912E-6268-4617-BF31-35C2C868BB39}" type="presParOf" srcId="{8AD3C1F1-2BBA-4CC3-B1B1-50F0D88DB86C}" destId="{12BB5845-4D33-4BCE-B17E-CB58EC8FFE3C}" srcOrd="4" destOrd="0" presId="urn:microsoft.com/office/officeart/2005/8/layout/process4"/>
    <dgm:cxn modelId="{2CA2B958-E673-4B47-9B04-7675E710CFD2}" type="presParOf" srcId="{12BB5845-4D33-4BCE-B17E-CB58EC8FFE3C}" destId="{FD306388-17B9-4598-9A6B-CFE031B75499}" srcOrd="0" destOrd="0" presId="urn:microsoft.com/office/officeart/2005/8/layout/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1B496157-A4B5-45B9-A883-67D10F7324FA}" type="doc">
      <dgm:prSet loTypeId="urn:microsoft.com/office/officeart/2009/3/layout/IncreasingArrowsProcess" loCatId="process" qsTypeId="urn:microsoft.com/office/officeart/2005/8/quickstyle/simple2" qsCatId="simple" csTypeId="urn:microsoft.com/office/officeart/2005/8/colors/accent1_2" csCatId="accent1" phldr="1"/>
      <dgm:spPr/>
      <dgm:t>
        <a:bodyPr/>
        <a:lstStyle/>
        <a:p>
          <a:endParaRPr lang="en-US"/>
        </a:p>
      </dgm:t>
    </dgm:pt>
    <dgm:pt modelId="{DEEB053B-08E9-4FC2-917D-40BB975CC2B8}">
      <dgm:prSet phldrT="[Text]" custT="1"/>
      <dgm:spPr/>
      <dgm:t>
        <a:bodyPr/>
        <a:lstStyle/>
        <a:p>
          <a:r>
            <a:rPr lang="en-US" sz="1600" b="0" i="0" dirty="0"/>
            <a:t>An interpreter directly executes instructions written in a programming language without requiring them previously to have been compiled into a machine</a:t>
          </a:r>
          <a:r>
            <a:rPr lang="en-US" sz="1600" b="0" i="0" dirty="0">
              <a:hlinkClick xmlns:r="http://schemas.openxmlformats.org/officeDocument/2006/relationships" r:id="rId1" tooltip="Machine language"/>
            </a:rPr>
            <a:t> </a:t>
          </a:r>
          <a:r>
            <a:rPr lang="en-US" sz="1600" b="0" i="0" dirty="0"/>
            <a:t>language program.</a:t>
          </a:r>
          <a:endParaRPr lang="en-US" sz="1600" dirty="0"/>
        </a:p>
      </dgm:t>
    </dgm:pt>
    <dgm:pt modelId="{EC2A4AA9-B9B9-4114-9F77-5177EFAF3383}" type="parTrans" cxnId="{9944CFE1-4C63-482D-9AD3-60707ECFC60C}">
      <dgm:prSet/>
      <dgm:spPr/>
      <dgm:t>
        <a:bodyPr/>
        <a:lstStyle/>
        <a:p>
          <a:endParaRPr lang="en-US" sz="4000"/>
        </a:p>
      </dgm:t>
    </dgm:pt>
    <dgm:pt modelId="{4B1165D0-584E-4206-9468-F3C383D3ED6C}" type="sibTrans" cxnId="{9944CFE1-4C63-482D-9AD3-60707ECFC60C}">
      <dgm:prSet/>
      <dgm:spPr/>
      <dgm:t>
        <a:bodyPr/>
        <a:lstStyle/>
        <a:p>
          <a:endParaRPr lang="en-US" sz="4000"/>
        </a:p>
      </dgm:t>
    </dgm:pt>
    <dgm:pt modelId="{0D5B681F-5FE6-4079-A98A-9A2F4A045BAA}">
      <dgm:prSet phldrT="[Text]" custT="1"/>
      <dgm:spPr/>
      <dgm:t>
        <a:bodyPr/>
        <a:lstStyle/>
        <a:p>
          <a:r>
            <a:rPr lang="en-US" sz="1600" b="0" i="0" dirty="0"/>
            <a:t>An interpreter is a computer program that is used to directly execute program instructions written using one of the many high-level programming languages.</a:t>
          </a:r>
          <a:endParaRPr lang="en-US" sz="1600" dirty="0"/>
        </a:p>
      </dgm:t>
    </dgm:pt>
    <dgm:pt modelId="{FEC1FA90-7B53-4B95-9615-6377F240BFF0}" type="parTrans" cxnId="{14F61F7C-5F32-4AC3-A0E8-9B374A617A7F}">
      <dgm:prSet/>
      <dgm:spPr/>
      <dgm:t>
        <a:bodyPr/>
        <a:lstStyle/>
        <a:p>
          <a:endParaRPr lang="en-US" sz="4000"/>
        </a:p>
      </dgm:t>
    </dgm:pt>
    <dgm:pt modelId="{C418C3D2-A9F8-48A0-9CEB-4236E7E0F046}" type="sibTrans" cxnId="{14F61F7C-5F32-4AC3-A0E8-9B374A617A7F}">
      <dgm:prSet/>
      <dgm:spPr/>
      <dgm:t>
        <a:bodyPr/>
        <a:lstStyle/>
        <a:p>
          <a:endParaRPr lang="en-US" sz="4000"/>
        </a:p>
      </dgm:t>
    </dgm:pt>
    <dgm:pt modelId="{76248CC2-9A26-43C7-84B6-631D71808077}">
      <dgm:prSet custT="1"/>
      <dgm:spPr/>
      <dgm:t>
        <a:bodyPr/>
        <a:lstStyle/>
        <a:p>
          <a:r>
            <a:rPr lang="en-US" sz="1600" b="0" i="0" dirty="0"/>
            <a:t>The interpreter transforms the high-level program into an intermediate language that it executes, or it could parse the high-level source code and perform the commands directly, which is </a:t>
          </a:r>
          <a:r>
            <a:rPr lang="en-US" sz="1600" b="1" i="0" dirty="0"/>
            <a:t>done line by line </a:t>
          </a:r>
          <a:r>
            <a:rPr lang="en-US" sz="1600" b="0" i="0" dirty="0"/>
            <a:t>or statement by statement.</a:t>
          </a:r>
        </a:p>
      </dgm:t>
    </dgm:pt>
    <dgm:pt modelId="{3EE93B4A-FE1D-4BFB-8F02-FD09B1B8B25B}" type="parTrans" cxnId="{6E44A342-2CE4-466B-B961-EAA90BADFAA9}">
      <dgm:prSet/>
      <dgm:spPr/>
      <dgm:t>
        <a:bodyPr/>
        <a:lstStyle/>
        <a:p>
          <a:endParaRPr lang="en-US" sz="4000"/>
        </a:p>
      </dgm:t>
    </dgm:pt>
    <dgm:pt modelId="{593FA3D2-0930-4DDB-B78F-301FA19B2AFB}" type="sibTrans" cxnId="{6E44A342-2CE4-466B-B961-EAA90BADFAA9}">
      <dgm:prSet/>
      <dgm:spPr/>
      <dgm:t>
        <a:bodyPr/>
        <a:lstStyle/>
        <a:p>
          <a:endParaRPr lang="en-US" sz="4000"/>
        </a:p>
      </dgm:t>
    </dgm:pt>
    <dgm:pt modelId="{00265CFD-913D-48D6-879C-C58FFFD1221C}">
      <dgm:prSet phldrT="[Text]" custT="1"/>
      <dgm:spPr>
        <a:solidFill>
          <a:schemeClr val="accent6">
            <a:lumMod val="90000"/>
            <a:lumOff val="10000"/>
          </a:schemeClr>
        </a:solidFill>
      </dgm:spPr>
      <dgm:t>
        <a:bodyPr/>
        <a:lstStyle/>
        <a:p>
          <a:endParaRPr lang="en-US" sz="4400" dirty="0"/>
        </a:p>
      </dgm:t>
    </dgm:pt>
    <dgm:pt modelId="{A80C1A96-20AC-475B-AB0E-1508BB1A7777}" type="parTrans" cxnId="{FFBE7175-FA05-4216-812A-D46E5960FA43}">
      <dgm:prSet/>
      <dgm:spPr/>
      <dgm:t>
        <a:bodyPr/>
        <a:lstStyle/>
        <a:p>
          <a:endParaRPr lang="en-US" sz="4000"/>
        </a:p>
      </dgm:t>
    </dgm:pt>
    <dgm:pt modelId="{A682813E-A305-4EB9-9CD8-5EA5DA32241E}" type="sibTrans" cxnId="{FFBE7175-FA05-4216-812A-D46E5960FA43}">
      <dgm:prSet/>
      <dgm:spPr/>
      <dgm:t>
        <a:bodyPr/>
        <a:lstStyle/>
        <a:p>
          <a:endParaRPr lang="en-US" sz="4000"/>
        </a:p>
      </dgm:t>
    </dgm:pt>
    <dgm:pt modelId="{C688366F-1619-4B45-8D54-7B324C05AE99}">
      <dgm:prSet custT="1"/>
      <dgm:spPr>
        <a:solidFill>
          <a:srgbClr val="00B050"/>
        </a:solidFill>
      </dgm:spPr>
      <dgm:t>
        <a:bodyPr/>
        <a:lstStyle/>
        <a:p>
          <a:endParaRPr lang="en-US" sz="4400" b="0" i="0" dirty="0"/>
        </a:p>
      </dgm:t>
    </dgm:pt>
    <dgm:pt modelId="{17B8FD56-B675-4187-9331-232444D20B92}" type="parTrans" cxnId="{1D00EE2C-A57E-4687-B554-F079A917C34A}">
      <dgm:prSet/>
      <dgm:spPr/>
      <dgm:t>
        <a:bodyPr/>
        <a:lstStyle/>
        <a:p>
          <a:endParaRPr lang="en-US" sz="4000"/>
        </a:p>
      </dgm:t>
    </dgm:pt>
    <dgm:pt modelId="{59206B16-0688-425C-9775-D9B088E7487D}" type="sibTrans" cxnId="{1D00EE2C-A57E-4687-B554-F079A917C34A}">
      <dgm:prSet/>
      <dgm:spPr/>
      <dgm:t>
        <a:bodyPr/>
        <a:lstStyle/>
        <a:p>
          <a:endParaRPr lang="en-US" sz="4000"/>
        </a:p>
      </dgm:t>
    </dgm:pt>
    <dgm:pt modelId="{6CFDA63F-8138-46F5-A6A3-3E8AFFA37C91}">
      <dgm:prSet phldrT="[Text]" custT="1"/>
      <dgm:spPr>
        <a:solidFill>
          <a:srgbClr val="00B0F0"/>
        </a:solidFill>
      </dgm:spPr>
      <dgm:t>
        <a:bodyPr/>
        <a:lstStyle/>
        <a:p>
          <a:endParaRPr lang="en-US" sz="4400" dirty="0"/>
        </a:p>
      </dgm:t>
    </dgm:pt>
    <dgm:pt modelId="{0570045E-CAEB-45A6-AF90-03AB9B835285}" type="parTrans" cxnId="{FD0C184D-9FDF-4717-BE5A-6C8691F04D64}">
      <dgm:prSet/>
      <dgm:spPr/>
      <dgm:t>
        <a:bodyPr/>
        <a:lstStyle/>
        <a:p>
          <a:endParaRPr lang="en-US" sz="4000"/>
        </a:p>
      </dgm:t>
    </dgm:pt>
    <dgm:pt modelId="{088C3A2E-7B8A-497F-92BE-7F924D5554C4}" type="sibTrans" cxnId="{FD0C184D-9FDF-4717-BE5A-6C8691F04D64}">
      <dgm:prSet/>
      <dgm:spPr/>
      <dgm:t>
        <a:bodyPr/>
        <a:lstStyle/>
        <a:p>
          <a:endParaRPr lang="en-US" sz="4000"/>
        </a:p>
      </dgm:t>
    </dgm:pt>
    <dgm:pt modelId="{6ADBFB5C-A781-483C-9651-1B1A1D3C4B01}" type="pres">
      <dgm:prSet presAssocID="{1B496157-A4B5-45B9-A883-67D10F7324FA}" presName="Name0" presStyleCnt="0">
        <dgm:presLayoutVars>
          <dgm:chMax val="5"/>
          <dgm:chPref val="5"/>
          <dgm:dir/>
          <dgm:animLvl val="lvl"/>
        </dgm:presLayoutVars>
      </dgm:prSet>
      <dgm:spPr/>
    </dgm:pt>
    <dgm:pt modelId="{1F9AD21E-3F65-49FD-AAC1-E1FB1C7AA3AA}" type="pres">
      <dgm:prSet presAssocID="{00265CFD-913D-48D6-879C-C58FFFD1221C}" presName="parentText1" presStyleLbl="node1" presStyleIdx="0" presStyleCnt="3">
        <dgm:presLayoutVars>
          <dgm:chMax/>
          <dgm:chPref val="3"/>
          <dgm:bulletEnabled val="1"/>
        </dgm:presLayoutVars>
      </dgm:prSet>
      <dgm:spPr/>
    </dgm:pt>
    <dgm:pt modelId="{FC87873D-DFB5-4115-A912-49433D1D2795}" type="pres">
      <dgm:prSet presAssocID="{00265CFD-913D-48D6-879C-C58FFFD1221C}" presName="childText1" presStyleLbl="solidAlignAcc1" presStyleIdx="0" presStyleCnt="3" custScaleY="120893">
        <dgm:presLayoutVars>
          <dgm:chMax val="0"/>
          <dgm:chPref val="0"/>
          <dgm:bulletEnabled val="1"/>
        </dgm:presLayoutVars>
      </dgm:prSet>
      <dgm:spPr/>
    </dgm:pt>
    <dgm:pt modelId="{31E58DE1-BBDD-40C2-BB18-81C07B60F727}" type="pres">
      <dgm:prSet presAssocID="{C688366F-1619-4B45-8D54-7B324C05AE99}" presName="parentText2" presStyleLbl="node1" presStyleIdx="1" presStyleCnt="3">
        <dgm:presLayoutVars>
          <dgm:chMax/>
          <dgm:chPref val="3"/>
          <dgm:bulletEnabled val="1"/>
        </dgm:presLayoutVars>
      </dgm:prSet>
      <dgm:spPr/>
    </dgm:pt>
    <dgm:pt modelId="{812A331B-44DA-4A5A-9B51-11968059CBBD}" type="pres">
      <dgm:prSet presAssocID="{C688366F-1619-4B45-8D54-7B324C05AE99}" presName="childText2" presStyleLbl="solidAlignAcc1" presStyleIdx="1" presStyleCnt="3" custScaleY="120893">
        <dgm:presLayoutVars>
          <dgm:chMax val="0"/>
          <dgm:chPref val="0"/>
          <dgm:bulletEnabled val="1"/>
        </dgm:presLayoutVars>
      </dgm:prSet>
      <dgm:spPr/>
    </dgm:pt>
    <dgm:pt modelId="{3F4407DE-A85D-46C4-84AB-184169CC330E}" type="pres">
      <dgm:prSet presAssocID="{6CFDA63F-8138-46F5-A6A3-3E8AFFA37C91}" presName="parentText3" presStyleLbl="node1" presStyleIdx="2" presStyleCnt="3">
        <dgm:presLayoutVars>
          <dgm:chMax/>
          <dgm:chPref val="3"/>
          <dgm:bulletEnabled val="1"/>
        </dgm:presLayoutVars>
      </dgm:prSet>
      <dgm:spPr/>
    </dgm:pt>
    <dgm:pt modelId="{BEDAB73A-0D2C-44CD-824E-A84FD2D90898}" type="pres">
      <dgm:prSet presAssocID="{6CFDA63F-8138-46F5-A6A3-3E8AFFA37C91}" presName="childText3" presStyleLbl="solidAlignAcc1" presStyleIdx="2" presStyleCnt="3" custScaleY="120893">
        <dgm:presLayoutVars>
          <dgm:chMax val="0"/>
          <dgm:chPref val="0"/>
          <dgm:bulletEnabled val="1"/>
        </dgm:presLayoutVars>
      </dgm:prSet>
      <dgm:spPr/>
    </dgm:pt>
  </dgm:ptLst>
  <dgm:cxnLst>
    <dgm:cxn modelId="{92822507-654E-4D7C-9FF2-8860D5B65BA2}" type="presOf" srcId="{00265CFD-913D-48D6-879C-C58FFFD1221C}" destId="{1F9AD21E-3F65-49FD-AAC1-E1FB1C7AA3AA}" srcOrd="0" destOrd="0" presId="urn:microsoft.com/office/officeart/2009/3/layout/IncreasingArrowsProcess"/>
    <dgm:cxn modelId="{1D00EE2C-A57E-4687-B554-F079A917C34A}" srcId="{1B496157-A4B5-45B9-A883-67D10F7324FA}" destId="{C688366F-1619-4B45-8D54-7B324C05AE99}" srcOrd="1" destOrd="0" parTransId="{17B8FD56-B675-4187-9331-232444D20B92}" sibTransId="{59206B16-0688-425C-9775-D9B088E7487D}"/>
    <dgm:cxn modelId="{029B3A3D-EC7B-40C9-8BD8-5A315A1D3184}" type="presOf" srcId="{76248CC2-9A26-43C7-84B6-631D71808077}" destId="{812A331B-44DA-4A5A-9B51-11968059CBBD}" srcOrd="0" destOrd="0" presId="urn:microsoft.com/office/officeart/2009/3/layout/IncreasingArrowsProcess"/>
    <dgm:cxn modelId="{6E44A342-2CE4-466B-B961-EAA90BADFAA9}" srcId="{C688366F-1619-4B45-8D54-7B324C05AE99}" destId="{76248CC2-9A26-43C7-84B6-631D71808077}" srcOrd="0" destOrd="0" parTransId="{3EE93B4A-FE1D-4BFB-8F02-FD09B1B8B25B}" sibTransId="{593FA3D2-0930-4DDB-B78F-301FA19B2AFB}"/>
    <dgm:cxn modelId="{2CCEF862-3ACD-4D8F-A548-AE02B3A7D6F8}" type="presOf" srcId="{DEEB053B-08E9-4FC2-917D-40BB975CC2B8}" destId="{BEDAB73A-0D2C-44CD-824E-A84FD2D90898}" srcOrd="0" destOrd="0" presId="urn:microsoft.com/office/officeart/2009/3/layout/IncreasingArrowsProcess"/>
    <dgm:cxn modelId="{FD0C184D-9FDF-4717-BE5A-6C8691F04D64}" srcId="{1B496157-A4B5-45B9-A883-67D10F7324FA}" destId="{6CFDA63F-8138-46F5-A6A3-3E8AFFA37C91}" srcOrd="2" destOrd="0" parTransId="{0570045E-CAEB-45A6-AF90-03AB9B835285}" sibTransId="{088C3A2E-7B8A-497F-92BE-7F924D5554C4}"/>
    <dgm:cxn modelId="{63BBD751-EEFF-46A2-B749-419150E43996}" type="presOf" srcId="{1B496157-A4B5-45B9-A883-67D10F7324FA}" destId="{6ADBFB5C-A781-483C-9651-1B1A1D3C4B01}" srcOrd="0" destOrd="0" presId="urn:microsoft.com/office/officeart/2009/3/layout/IncreasingArrowsProcess"/>
    <dgm:cxn modelId="{FFBE7175-FA05-4216-812A-D46E5960FA43}" srcId="{1B496157-A4B5-45B9-A883-67D10F7324FA}" destId="{00265CFD-913D-48D6-879C-C58FFFD1221C}" srcOrd="0" destOrd="0" parTransId="{A80C1A96-20AC-475B-AB0E-1508BB1A7777}" sibTransId="{A682813E-A305-4EB9-9CD8-5EA5DA32241E}"/>
    <dgm:cxn modelId="{14F61F7C-5F32-4AC3-A0E8-9B374A617A7F}" srcId="{00265CFD-913D-48D6-879C-C58FFFD1221C}" destId="{0D5B681F-5FE6-4079-A98A-9A2F4A045BAA}" srcOrd="0" destOrd="0" parTransId="{FEC1FA90-7B53-4B95-9615-6377F240BFF0}" sibTransId="{C418C3D2-A9F8-48A0-9CEB-4236E7E0F046}"/>
    <dgm:cxn modelId="{62B24AAD-93A6-417F-B531-F62FFAC7A2E2}" type="presOf" srcId="{C688366F-1619-4B45-8D54-7B324C05AE99}" destId="{31E58DE1-BBDD-40C2-BB18-81C07B60F727}" srcOrd="0" destOrd="0" presId="urn:microsoft.com/office/officeart/2009/3/layout/IncreasingArrowsProcess"/>
    <dgm:cxn modelId="{9944CFE1-4C63-482D-9AD3-60707ECFC60C}" srcId="{6CFDA63F-8138-46F5-A6A3-3E8AFFA37C91}" destId="{DEEB053B-08E9-4FC2-917D-40BB975CC2B8}" srcOrd="0" destOrd="0" parTransId="{EC2A4AA9-B9B9-4114-9F77-5177EFAF3383}" sibTransId="{4B1165D0-584E-4206-9468-F3C383D3ED6C}"/>
    <dgm:cxn modelId="{1B9B7DF8-C198-481D-A5B9-75BE1977D7D9}" type="presOf" srcId="{6CFDA63F-8138-46F5-A6A3-3E8AFFA37C91}" destId="{3F4407DE-A85D-46C4-84AB-184169CC330E}" srcOrd="0" destOrd="0" presId="urn:microsoft.com/office/officeart/2009/3/layout/IncreasingArrowsProcess"/>
    <dgm:cxn modelId="{FA0E1AFB-505E-411C-A286-D1BFFCDCF26D}" type="presOf" srcId="{0D5B681F-5FE6-4079-A98A-9A2F4A045BAA}" destId="{FC87873D-DFB5-4115-A912-49433D1D2795}" srcOrd="0" destOrd="0" presId="urn:microsoft.com/office/officeart/2009/3/layout/IncreasingArrowsProcess"/>
    <dgm:cxn modelId="{4129568F-6678-4C79-BFBE-DC6E3FB227B6}" type="presParOf" srcId="{6ADBFB5C-A781-483C-9651-1B1A1D3C4B01}" destId="{1F9AD21E-3F65-49FD-AAC1-E1FB1C7AA3AA}" srcOrd="0" destOrd="0" presId="urn:microsoft.com/office/officeart/2009/3/layout/IncreasingArrowsProcess"/>
    <dgm:cxn modelId="{7BCCAE7B-0EF3-4DCA-8804-FB47B75FFFC9}" type="presParOf" srcId="{6ADBFB5C-A781-483C-9651-1B1A1D3C4B01}" destId="{FC87873D-DFB5-4115-A912-49433D1D2795}" srcOrd="1" destOrd="0" presId="urn:microsoft.com/office/officeart/2009/3/layout/IncreasingArrowsProcess"/>
    <dgm:cxn modelId="{C6E1D516-6D5E-4FCC-8E1D-C69FD2305321}" type="presParOf" srcId="{6ADBFB5C-A781-483C-9651-1B1A1D3C4B01}" destId="{31E58DE1-BBDD-40C2-BB18-81C07B60F727}" srcOrd="2" destOrd="0" presId="urn:microsoft.com/office/officeart/2009/3/layout/IncreasingArrowsProcess"/>
    <dgm:cxn modelId="{1E0610DC-E319-4358-8016-93A63C355533}" type="presParOf" srcId="{6ADBFB5C-A781-483C-9651-1B1A1D3C4B01}" destId="{812A331B-44DA-4A5A-9B51-11968059CBBD}" srcOrd="3" destOrd="0" presId="urn:microsoft.com/office/officeart/2009/3/layout/IncreasingArrowsProcess"/>
    <dgm:cxn modelId="{2BD03071-14E5-4A1E-BA97-638E87DAADBF}" type="presParOf" srcId="{6ADBFB5C-A781-483C-9651-1B1A1D3C4B01}" destId="{3F4407DE-A85D-46C4-84AB-184169CC330E}" srcOrd="4" destOrd="0" presId="urn:microsoft.com/office/officeart/2009/3/layout/IncreasingArrowsProcess"/>
    <dgm:cxn modelId="{3D30FA13-F492-4A4F-86A3-B0C3E61733AB}" type="presParOf" srcId="{6ADBFB5C-A781-483C-9651-1B1A1D3C4B01}" destId="{BEDAB73A-0D2C-44CD-824E-A84FD2D90898}" srcOrd="5" destOrd="0" presId="urn:microsoft.com/office/officeart/2009/3/layout/IncreasingArrows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B496157-A4B5-45B9-A883-67D10F7324FA}"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DEEB053B-08E9-4FC2-917D-40BB975CC2B8}">
      <dgm:prSet phldrT="[Text]"/>
      <dgm:spPr>
        <a:solidFill>
          <a:srgbClr val="00B0F0"/>
        </a:solidFill>
      </dgm:spPr>
      <dgm:t>
        <a:bodyPr/>
        <a:lstStyle/>
        <a:p>
          <a:r>
            <a:rPr lang="en-US" b="0" i="0" dirty="0"/>
            <a:t>Process and threads are the basic components in OS. </a:t>
          </a:r>
          <a:endParaRPr lang="en-US" dirty="0"/>
        </a:p>
      </dgm:t>
    </dgm:pt>
    <dgm:pt modelId="{EC2A4AA9-B9B9-4114-9F77-5177EFAF3383}" type="parTrans" cxnId="{9944CFE1-4C63-482D-9AD3-60707ECFC60C}">
      <dgm:prSet/>
      <dgm:spPr/>
      <dgm:t>
        <a:bodyPr/>
        <a:lstStyle/>
        <a:p>
          <a:endParaRPr lang="en-US"/>
        </a:p>
      </dgm:t>
    </dgm:pt>
    <dgm:pt modelId="{4B1165D0-584E-4206-9468-F3C383D3ED6C}" type="sibTrans" cxnId="{9944CFE1-4C63-482D-9AD3-60707ECFC60C}">
      <dgm:prSet/>
      <dgm:spPr/>
      <dgm:t>
        <a:bodyPr/>
        <a:lstStyle/>
        <a:p>
          <a:endParaRPr lang="en-US"/>
        </a:p>
      </dgm:t>
    </dgm:pt>
    <dgm:pt modelId="{DDD07203-2E75-49C7-8DB4-50DBB4C6A652}">
      <dgm:prSet phldrT="[Text]"/>
      <dgm:spPr/>
      <dgm:t>
        <a:bodyPr/>
        <a:lstStyle/>
        <a:p>
          <a:r>
            <a:rPr lang="en-US" b="0" i="0" dirty="0"/>
            <a:t>Process is the program under execution whereas the thread is part of process. </a:t>
          </a:r>
          <a:endParaRPr lang="en-US" dirty="0"/>
        </a:p>
      </dgm:t>
    </dgm:pt>
    <dgm:pt modelId="{A4CB7A86-D4B1-4EE0-8F4B-98EB09736B9F}" type="parTrans" cxnId="{BECA5E0F-5E8B-4445-9687-782220D86E02}">
      <dgm:prSet/>
      <dgm:spPr/>
      <dgm:t>
        <a:bodyPr/>
        <a:lstStyle/>
        <a:p>
          <a:endParaRPr lang="en-US"/>
        </a:p>
      </dgm:t>
    </dgm:pt>
    <dgm:pt modelId="{2BCA962B-7F47-4BC0-BF38-ADAA3EFAA53B}" type="sibTrans" cxnId="{BECA5E0F-5E8B-4445-9687-782220D86E02}">
      <dgm:prSet/>
      <dgm:spPr/>
      <dgm:t>
        <a:bodyPr/>
        <a:lstStyle/>
        <a:p>
          <a:endParaRPr lang="en-US"/>
        </a:p>
      </dgm:t>
    </dgm:pt>
    <dgm:pt modelId="{485BE341-D008-4F61-96FE-265C5FDB2154}">
      <dgm:prSet phldrT="[Text]"/>
      <dgm:spPr>
        <a:solidFill>
          <a:srgbClr val="7030A0"/>
        </a:solidFill>
      </dgm:spPr>
      <dgm:t>
        <a:bodyPr/>
        <a:lstStyle/>
        <a:p>
          <a:r>
            <a:rPr lang="en-US" b="0" i="0" dirty="0"/>
            <a:t>Threads of a process can be used when same process is required multiple times. A process can consists of multiple threads.</a:t>
          </a:r>
          <a:endParaRPr lang="en-US" dirty="0"/>
        </a:p>
      </dgm:t>
    </dgm:pt>
    <dgm:pt modelId="{7084D8AF-FFF1-4361-825A-7B3968A18134}" type="parTrans" cxnId="{027244DF-C93A-42F2-A31F-98A28AEB4126}">
      <dgm:prSet/>
      <dgm:spPr/>
      <dgm:t>
        <a:bodyPr/>
        <a:lstStyle/>
        <a:p>
          <a:endParaRPr lang="en-US"/>
        </a:p>
      </dgm:t>
    </dgm:pt>
    <dgm:pt modelId="{7E78DA83-52C9-42F2-956C-E9CB4BEC3B74}" type="sibTrans" cxnId="{027244DF-C93A-42F2-A31F-98A28AEB4126}">
      <dgm:prSet/>
      <dgm:spPr/>
      <dgm:t>
        <a:bodyPr/>
        <a:lstStyle/>
        <a:p>
          <a:endParaRPr lang="en-US"/>
        </a:p>
      </dgm:t>
    </dgm:pt>
    <dgm:pt modelId="{B49B213B-FA0A-422B-B6FA-E0AC538C83BB}" type="pres">
      <dgm:prSet presAssocID="{1B496157-A4B5-45B9-A883-67D10F7324FA}" presName="outerComposite" presStyleCnt="0">
        <dgm:presLayoutVars>
          <dgm:chMax val="5"/>
          <dgm:dir/>
          <dgm:resizeHandles val="exact"/>
        </dgm:presLayoutVars>
      </dgm:prSet>
      <dgm:spPr/>
    </dgm:pt>
    <dgm:pt modelId="{85CD45BA-A647-49B5-A28D-84BAFBC1E8F8}" type="pres">
      <dgm:prSet presAssocID="{1B496157-A4B5-45B9-A883-67D10F7324FA}" presName="dummyMaxCanvas" presStyleCnt="0">
        <dgm:presLayoutVars/>
      </dgm:prSet>
      <dgm:spPr/>
    </dgm:pt>
    <dgm:pt modelId="{88D1B028-23CC-4755-8A25-A692C4D2CADC}" type="pres">
      <dgm:prSet presAssocID="{1B496157-A4B5-45B9-A883-67D10F7324FA}" presName="ThreeNodes_1" presStyleLbl="node1" presStyleIdx="0" presStyleCnt="3">
        <dgm:presLayoutVars>
          <dgm:bulletEnabled val="1"/>
        </dgm:presLayoutVars>
      </dgm:prSet>
      <dgm:spPr/>
    </dgm:pt>
    <dgm:pt modelId="{7B2831B4-0DF8-4AF6-84AD-133F5AC991E9}" type="pres">
      <dgm:prSet presAssocID="{1B496157-A4B5-45B9-A883-67D10F7324FA}" presName="ThreeNodes_2" presStyleLbl="node1" presStyleIdx="1" presStyleCnt="3">
        <dgm:presLayoutVars>
          <dgm:bulletEnabled val="1"/>
        </dgm:presLayoutVars>
      </dgm:prSet>
      <dgm:spPr/>
    </dgm:pt>
    <dgm:pt modelId="{03E20E5B-8E01-4B12-A342-4555703D8D6E}" type="pres">
      <dgm:prSet presAssocID="{1B496157-A4B5-45B9-A883-67D10F7324FA}" presName="ThreeNodes_3" presStyleLbl="node1" presStyleIdx="2" presStyleCnt="3">
        <dgm:presLayoutVars>
          <dgm:bulletEnabled val="1"/>
        </dgm:presLayoutVars>
      </dgm:prSet>
      <dgm:spPr/>
    </dgm:pt>
    <dgm:pt modelId="{5FC0034A-4A71-4CDF-A725-86055A449995}" type="pres">
      <dgm:prSet presAssocID="{1B496157-A4B5-45B9-A883-67D10F7324FA}" presName="ThreeConn_1-2" presStyleLbl="fgAccFollowNode1" presStyleIdx="0" presStyleCnt="2">
        <dgm:presLayoutVars>
          <dgm:bulletEnabled val="1"/>
        </dgm:presLayoutVars>
      </dgm:prSet>
      <dgm:spPr/>
    </dgm:pt>
    <dgm:pt modelId="{BF99724C-2D43-49BA-8C56-C4003E00EB92}" type="pres">
      <dgm:prSet presAssocID="{1B496157-A4B5-45B9-A883-67D10F7324FA}" presName="ThreeConn_2-3" presStyleLbl="fgAccFollowNode1" presStyleIdx="1" presStyleCnt="2">
        <dgm:presLayoutVars>
          <dgm:bulletEnabled val="1"/>
        </dgm:presLayoutVars>
      </dgm:prSet>
      <dgm:spPr/>
    </dgm:pt>
    <dgm:pt modelId="{0F8665FD-C2B6-40DB-867A-51D4453BC17C}" type="pres">
      <dgm:prSet presAssocID="{1B496157-A4B5-45B9-A883-67D10F7324FA}" presName="ThreeNodes_1_text" presStyleLbl="node1" presStyleIdx="2" presStyleCnt="3">
        <dgm:presLayoutVars>
          <dgm:bulletEnabled val="1"/>
        </dgm:presLayoutVars>
      </dgm:prSet>
      <dgm:spPr/>
    </dgm:pt>
    <dgm:pt modelId="{B986AB9A-FF11-48E8-8B07-DE018BD20787}" type="pres">
      <dgm:prSet presAssocID="{1B496157-A4B5-45B9-A883-67D10F7324FA}" presName="ThreeNodes_2_text" presStyleLbl="node1" presStyleIdx="2" presStyleCnt="3">
        <dgm:presLayoutVars>
          <dgm:bulletEnabled val="1"/>
        </dgm:presLayoutVars>
      </dgm:prSet>
      <dgm:spPr/>
    </dgm:pt>
    <dgm:pt modelId="{6B16FE39-B85A-481A-9433-69EF2DF3199E}" type="pres">
      <dgm:prSet presAssocID="{1B496157-A4B5-45B9-A883-67D10F7324FA}" presName="ThreeNodes_3_text" presStyleLbl="node1" presStyleIdx="2" presStyleCnt="3">
        <dgm:presLayoutVars>
          <dgm:bulletEnabled val="1"/>
        </dgm:presLayoutVars>
      </dgm:prSet>
      <dgm:spPr/>
    </dgm:pt>
  </dgm:ptLst>
  <dgm:cxnLst>
    <dgm:cxn modelId="{C0EC8A05-216D-40CB-8353-86AECFB053E1}" type="presOf" srcId="{DEEB053B-08E9-4FC2-917D-40BB975CC2B8}" destId="{0F8665FD-C2B6-40DB-867A-51D4453BC17C}" srcOrd="1" destOrd="0" presId="urn:microsoft.com/office/officeart/2005/8/layout/vProcess5"/>
    <dgm:cxn modelId="{9C87D108-25FC-4628-8E74-312F2EA90AB6}" type="presOf" srcId="{DDD07203-2E75-49C7-8DB4-50DBB4C6A652}" destId="{B986AB9A-FF11-48E8-8B07-DE018BD20787}" srcOrd="1" destOrd="0" presId="urn:microsoft.com/office/officeart/2005/8/layout/vProcess5"/>
    <dgm:cxn modelId="{A9DDE208-99AA-4733-AE23-FA05B8FCA3BF}" type="presOf" srcId="{485BE341-D008-4F61-96FE-265C5FDB2154}" destId="{6B16FE39-B85A-481A-9433-69EF2DF3199E}" srcOrd="1" destOrd="0" presId="urn:microsoft.com/office/officeart/2005/8/layout/vProcess5"/>
    <dgm:cxn modelId="{BECA5E0F-5E8B-4445-9687-782220D86E02}" srcId="{1B496157-A4B5-45B9-A883-67D10F7324FA}" destId="{DDD07203-2E75-49C7-8DB4-50DBB4C6A652}" srcOrd="1" destOrd="0" parTransId="{A4CB7A86-D4B1-4EE0-8F4B-98EB09736B9F}" sibTransId="{2BCA962B-7F47-4BC0-BF38-ADAA3EFAA53B}"/>
    <dgm:cxn modelId="{6BBA5C60-83B9-4AEE-A2A4-2D80168787AC}" type="presOf" srcId="{4B1165D0-584E-4206-9468-F3C383D3ED6C}" destId="{5FC0034A-4A71-4CDF-A725-86055A449995}" srcOrd="0" destOrd="0" presId="urn:microsoft.com/office/officeart/2005/8/layout/vProcess5"/>
    <dgm:cxn modelId="{25758247-F852-452D-AF58-1CEA91B0402F}" type="presOf" srcId="{1B496157-A4B5-45B9-A883-67D10F7324FA}" destId="{B49B213B-FA0A-422B-B6FA-E0AC538C83BB}" srcOrd="0" destOrd="0" presId="urn:microsoft.com/office/officeart/2005/8/layout/vProcess5"/>
    <dgm:cxn modelId="{416D1B7F-49C4-4EED-B988-B23395998E5D}" type="presOf" srcId="{485BE341-D008-4F61-96FE-265C5FDB2154}" destId="{03E20E5B-8E01-4B12-A342-4555703D8D6E}" srcOrd="0" destOrd="0" presId="urn:microsoft.com/office/officeart/2005/8/layout/vProcess5"/>
    <dgm:cxn modelId="{2C28B3A2-A9CD-4AD7-B5A3-ADCA2008438E}" type="presOf" srcId="{DDD07203-2E75-49C7-8DB4-50DBB4C6A652}" destId="{7B2831B4-0DF8-4AF6-84AD-133F5AC991E9}" srcOrd="0" destOrd="0" presId="urn:microsoft.com/office/officeart/2005/8/layout/vProcess5"/>
    <dgm:cxn modelId="{8C53D3C0-5181-4700-B46E-64D2BAC7DD77}" type="presOf" srcId="{2BCA962B-7F47-4BC0-BF38-ADAA3EFAA53B}" destId="{BF99724C-2D43-49BA-8C56-C4003E00EB92}" srcOrd="0" destOrd="0" presId="urn:microsoft.com/office/officeart/2005/8/layout/vProcess5"/>
    <dgm:cxn modelId="{41D9A1C4-B47F-4957-8D4E-18644677BCE9}" type="presOf" srcId="{DEEB053B-08E9-4FC2-917D-40BB975CC2B8}" destId="{88D1B028-23CC-4755-8A25-A692C4D2CADC}" srcOrd="0" destOrd="0" presId="urn:microsoft.com/office/officeart/2005/8/layout/vProcess5"/>
    <dgm:cxn modelId="{027244DF-C93A-42F2-A31F-98A28AEB4126}" srcId="{1B496157-A4B5-45B9-A883-67D10F7324FA}" destId="{485BE341-D008-4F61-96FE-265C5FDB2154}" srcOrd="2" destOrd="0" parTransId="{7084D8AF-FFF1-4361-825A-7B3968A18134}" sibTransId="{7E78DA83-52C9-42F2-956C-E9CB4BEC3B74}"/>
    <dgm:cxn modelId="{9944CFE1-4C63-482D-9AD3-60707ECFC60C}" srcId="{1B496157-A4B5-45B9-A883-67D10F7324FA}" destId="{DEEB053B-08E9-4FC2-917D-40BB975CC2B8}" srcOrd="0" destOrd="0" parTransId="{EC2A4AA9-B9B9-4114-9F77-5177EFAF3383}" sibTransId="{4B1165D0-584E-4206-9468-F3C383D3ED6C}"/>
    <dgm:cxn modelId="{F02DB904-79A6-415F-B6B6-FEE1E9A889DD}" type="presParOf" srcId="{B49B213B-FA0A-422B-B6FA-E0AC538C83BB}" destId="{85CD45BA-A647-49B5-A28D-84BAFBC1E8F8}" srcOrd="0" destOrd="0" presId="urn:microsoft.com/office/officeart/2005/8/layout/vProcess5"/>
    <dgm:cxn modelId="{DAFF4268-B056-4B74-BD7A-6BDE8CB432BC}" type="presParOf" srcId="{B49B213B-FA0A-422B-B6FA-E0AC538C83BB}" destId="{88D1B028-23CC-4755-8A25-A692C4D2CADC}" srcOrd="1" destOrd="0" presId="urn:microsoft.com/office/officeart/2005/8/layout/vProcess5"/>
    <dgm:cxn modelId="{96B4CAF1-7D01-4B16-BBAA-BA6B4D33BCD0}" type="presParOf" srcId="{B49B213B-FA0A-422B-B6FA-E0AC538C83BB}" destId="{7B2831B4-0DF8-4AF6-84AD-133F5AC991E9}" srcOrd="2" destOrd="0" presId="urn:microsoft.com/office/officeart/2005/8/layout/vProcess5"/>
    <dgm:cxn modelId="{BE963A21-C7D3-436C-91BF-262732F1859F}" type="presParOf" srcId="{B49B213B-FA0A-422B-B6FA-E0AC538C83BB}" destId="{03E20E5B-8E01-4B12-A342-4555703D8D6E}" srcOrd="3" destOrd="0" presId="urn:microsoft.com/office/officeart/2005/8/layout/vProcess5"/>
    <dgm:cxn modelId="{B8551C88-227A-4E43-80D8-EF1D425463D7}" type="presParOf" srcId="{B49B213B-FA0A-422B-B6FA-E0AC538C83BB}" destId="{5FC0034A-4A71-4CDF-A725-86055A449995}" srcOrd="4" destOrd="0" presId="urn:microsoft.com/office/officeart/2005/8/layout/vProcess5"/>
    <dgm:cxn modelId="{B6999BE9-8C7B-4C0B-BD9F-789A90C69B20}" type="presParOf" srcId="{B49B213B-FA0A-422B-B6FA-E0AC538C83BB}" destId="{BF99724C-2D43-49BA-8C56-C4003E00EB92}" srcOrd="5" destOrd="0" presId="urn:microsoft.com/office/officeart/2005/8/layout/vProcess5"/>
    <dgm:cxn modelId="{2C293C5A-AA9B-4EF9-9F19-CC0E77B04819}" type="presParOf" srcId="{B49B213B-FA0A-422B-B6FA-E0AC538C83BB}" destId="{0F8665FD-C2B6-40DB-867A-51D4453BC17C}" srcOrd="6" destOrd="0" presId="urn:microsoft.com/office/officeart/2005/8/layout/vProcess5"/>
    <dgm:cxn modelId="{B396C83A-C998-4B9A-92F3-DA96785B6848}" type="presParOf" srcId="{B49B213B-FA0A-422B-B6FA-E0AC538C83BB}" destId="{B986AB9A-FF11-48E8-8B07-DE018BD20787}" srcOrd="7" destOrd="0" presId="urn:microsoft.com/office/officeart/2005/8/layout/vProcess5"/>
    <dgm:cxn modelId="{8D5DAC59-EE0A-402C-A318-ECE5CF0F2ADA}" type="presParOf" srcId="{B49B213B-FA0A-422B-B6FA-E0AC538C83BB}" destId="{6B16FE39-B85A-481A-9433-69EF2DF3199E}" srcOrd="8"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6CD409E-9328-417E-A3E9-2B3A24253BE3}" type="doc">
      <dgm:prSet loTypeId="urn:microsoft.com/office/officeart/2005/8/layout/pyramid2" loCatId="pyramid" qsTypeId="urn:microsoft.com/office/officeart/2005/8/quickstyle/simple2" qsCatId="simple" csTypeId="urn:microsoft.com/office/officeart/2005/8/colors/colorful2" csCatId="colorful" phldr="1"/>
      <dgm:spPr/>
    </dgm:pt>
    <dgm:pt modelId="{4FA122B1-8FAA-4EE9-9853-0F53632FABE4}">
      <dgm:prSet phldrT="[Text]" custT="1"/>
      <dgm:spPr/>
      <dgm:t>
        <a:bodyPr/>
        <a:lstStyle/>
        <a:p>
          <a:r>
            <a:rPr lang="en-US" sz="2800" dirty="0"/>
            <a:t> Multitasking</a:t>
          </a:r>
        </a:p>
      </dgm:t>
    </dgm:pt>
    <dgm:pt modelId="{C88773A0-E49F-411F-87D2-2290CF7B25CB}" type="parTrans" cxnId="{E71AD961-4642-4EF3-B9D9-09D5C68B4C5A}">
      <dgm:prSet/>
      <dgm:spPr/>
      <dgm:t>
        <a:bodyPr/>
        <a:lstStyle/>
        <a:p>
          <a:endParaRPr lang="en-US" sz="800"/>
        </a:p>
      </dgm:t>
    </dgm:pt>
    <dgm:pt modelId="{4B840F86-21E1-4976-B7C1-5A63517BCEA0}" type="sibTrans" cxnId="{E71AD961-4642-4EF3-B9D9-09D5C68B4C5A}">
      <dgm:prSet/>
      <dgm:spPr/>
      <dgm:t>
        <a:bodyPr/>
        <a:lstStyle/>
        <a:p>
          <a:endParaRPr lang="en-US" sz="800"/>
        </a:p>
      </dgm:t>
    </dgm:pt>
    <dgm:pt modelId="{0BD4E749-7A63-4260-8FA8-409D1123EBC6}">
      <dgm:prSet phldrT="[Text]" custT="1"/>
      <dgm:spPr/>
      <dgm:t>
        <a:bodyPr/>
        <a:lstStyle/>
        <a:p>
          <a:r>
            <a:rPr lang="en-US" sz="2800" dirty="0"/>
            <a:t>Multiprocessing</a:t>
          </a:r>
        </a:p>
      </dgm:t>
    </dgm:pt>
    <dgm:pt modelId="{86089EC6-CC99-44DA-B9FD-A60DA31C07CC}" type="parTrans" cxnId="{DBBEDBE6-BA18-4877-96D9-79B5AE8E9B80}">
      <dgm:prSet/>
      <dgm:spPr/>
      <dgm:t>
        <a:bodyPr/>
        <a:lstStyle/>
        <a:p>
          <a:endParaRPr lang="en-US" sz="800"/>
        </a:p>
      </dgm:t>
    </dgm:pt>
    <dgm:pt modelId="{EF60CF09-34E7-4F89-BF4C-2E63933C94E5}" type="sibTrans" cxnId="{DBBEDBE6-BA18-4877-96D9-79B5AE8E9B80}">
      <dgm:prSet/>
      <dgm:spPr/>
      <dgm:t>
        <a:bodyPr/>
        <a:lstStyle/>
        <a:p>
          <a:endParaRPr lang="en-US" sz="800"/>
        </a:p>
      </dgm:t>
    </dgm:pt>
    <dgm:pt modelId="{70922AC0-C525-4CC9-9E7C-ABD2931F4CA2}">
      <dgm:prSet phldrT="[Text]" custT="1"/>
      <dgm:spPr/>
      <dgm:t>
        <a:bodyPr/>
        <a:lstStyle/>
        <a:p>
          <a:r>
            <a:rPr lang="en-US" sz="2800" dirty="0"/>
            <a:t>Multithreading</a:t>
          </a:r>
        </a:p>
      </dgm:t>
    </dgm:pt>
    <dgm:pt modelId="{698D3D76-DB0F-435C-A08A-FEF8EF285226}" type="parTrans" cxnId="{A63FE963-9F22-4AEC-8810-4D04B6CEA8DF}">
      <dgm:prSet/>
      <dgm:spPr/>
      <dgm:t>
        <a:bodyPr/>
        <a:lstStyle/>
        <a:p>
          <a:endParaRPr lang="en-US" sz="900"/>
        </a:p>
      </dgm:t>
    </dgm:pt>
    <dgm:pt modelId="{7B3A1182-50BE-432F-9AF7-DD4C9FE29176}" type="sibTrans" cxnId="{A63FE963-9F22-4AEC-8810-4D04B6CEA8DF}">
      <dgm:prSet/>
      <dgm:spPr/>
      <dgm:t>
        <a:bodyPr/>
        <a:lstStyle/>
        <a:p>
          <a:endParaRPr lang="en-US" sz="900"/>
        </a:p>
      </dgm:t>
    </dgm:pt>
    <dgm:pt modelId="{D891F355-BF74-4EE0-8316-30179F44B730}" type="pres">
      <dgm:prSet presAssocID="{A6CD409E-9328-417E-A3E9-2B3A24253BE3}" presName="compositeShape" presStyleCnt="0">
        <dgm:presLayoutVars>
          <dgm:dir/>
          <dgm:resizeHandles/>
        </dgm:presLayoutVars>
      </dgm:prSet>
      <dgm:spPr/>
    </dgm:pt>
    <dgm:pt modelId="{CCFE8955-E81A-4223-9754-67D16162D3E9}" type="pres">
      <dgm:prSet presAssocID="{A6CD409E-9328-417E-A3E9-2B3A24253BE3}" presName="pyramid" presStyleLbl="node1" presStyleIdx="0" presStyleCnt="1"/>
      <dgm:spPr>
        <a:solidFill>
          <a:srgbClr val="C00000"/>
        </a:solidFill>
      </dgm:spPr>
    </dgm:pt>
    <dgm:pt modelId="{500A3A27-5118-4A44-B0F3-4D9D4F0B251A}" type="pres">
      <dgm:prSet presAssocID="{A6CD409E-9328-417E-A3E9-2B3A24253BE3}" presName="theList" presStyleCnt="0"/>
      <dgm:spPr/>
    </dgm:pt>
    <dgm:pt modelId="{28054E81-D84A-4C3D-A961-34A9979A47BD}" type="pres">
      <dgm:prSet presAssocID="{4FA122B1-8FAA-4EE9-9853-0F53632FABE4}" presName="aNode" presStyleLbl="fgAcc1" presStyleIdx="0" presStyleCnt="3">
        <dgm:presLayoutVars>
          <dgm:bulletEnabled val="1"/>
        </dgm:presLayoutVars>
      </dgm:prSet>
      <dgm:spPr/>
    </dgm:pt>
    <dgm:pt modelId="{FDB1945C-4BF6-481B-8647-EA4BDD66BE73}" type="pres">
      <dgm:prSet presAssocID="{4FA122B1-8FAA-4EE9-9853-0F53632FABE4}" presName="aSpace" presStyleCnt="0"/>
      <dgm:spPr/>
    </dgm:pt>
    <dgm:pt modelId="{E0B9E3ED-705B-4615-91B7-10767679C228}" type="pres">
      <dgm:prSet presAssocID="{70922AC0-C525-4CC9-9E7C-ABD2931F4CA2}" presName="aNode" presStyleLbl="fgAcc1" presStyleIdx="1" presStyleCnt="3">
        <dgm:presLayoutVars>
          <dgm:bulletEnabled val="1"/>
        </dgm:presLayoutVars>
      </dgm:prSet>
      <dgm:spPr/>
    </dgm:pt>
    <dgm:pt modelId="{B705302F-2576-4499-B309-7838BCF950AA}" type="pres">
      <dgm:prSet presAssocID="{70922AC0-C525-4CC9-9E7C-ABD2931F4CA2}" presName="aSpace" presStyleCnt="0"/>
      <dgm:spPr/>
    </dgm:pt>
    <dgm:pt modelId="{A0F33E38-9957-4B15-9BE7-7BC95D55EFEF}" type="pres">
      <dgm:prSet presAssocID="{0BD4E749-7A63-4260-8FA8-409D1123EBC6}" presName="aNode" presStyleLbl="fgAcc1" presStyleIdx="2" presStyleCnt="3">
        <dgm:presLayoutVars>
          <dgm:bulletEnabled val="1"/>
        </dgm:presLayoutVars>
      </dgm:prSet>
      <dgm:spPr/>
    </dgm:pt>
    <dgm:pt modelId="{7020FC3E-DE56-4CA7-AEE5-C0D2BC27F0AA}" type="pres">
      <dgm:prSet presAssocID="{0BD4E749-7A63-4260-8FA8-409D1123EBC6}" presName="aSpace" presStyleCnt="0"/>
      <dgm:spPr/>
    </dgm:pt>
  </dgm:ptLst>
  <dgm:cxnLst>
    <dgm:cxn modelId="{E71AD961-4642-4EF3-B9D9-09D5C68B4C5A}" srcId="{A6CD409E-9328-417E-A3E9-2B3A24253BE3}" destId="{4FA122B1-8FAA-4EE9-9853-0F53632FABE4}" srcOrd="0" destOrd="0" parTransId="{C88773A0-E49F-411F-87D2-2290CF7B25CB}" sibTransId="{4B840F86-21E1-4976-B7C1-5A63517BCEA0}"/>
    <dgm:cxn modelId="{A63FE963-9F22-4AEC-8810-4D04B6CEA8DF}" srcId="{A6CD409E-9328-417E-A3E9-2B3A24253BE3}" destId="{70922AC0-C525-4CC9-9E7C-ABD2931F4CA2}" srcOrd="1" destOrd="0" parTransId="{698D3D76-DB0F-435C-A08A-FEF8EF285226}" sibTransId="{7B3A1182-50BE-432F-9AF7-DD4C9FE29176}"/>
    <dgm:cxn modelId="{9EF28A4A-B366-4519-A19B-B2936E0169F2}" type="presOf" srcId="{0BD4E749-7A63-4260-8FA8-409D1123EBC6}" destId="{A0F33E38-9957-4B15-9BE7-7BC95D55EFEF}" srcOrd="0" destOrd="0" presId="urn:microsoft.com/office/officeart/2005/8/layout/pyramid2"/>
    <dgm:cxn modelId="{928CC98D-9299-49FA-AF14-1D5967F5D53E}" type="presOf" srcId="{70922AC0-C525-4CC9-9E7C-ABD2931F4CA2}" destId="{E0B9E3ED-705B-4615-91B7-10767679C228}" srcOrd="0" destOrd="0" presId="urn:microsoft.com/office/officeart/2005/8/layout/pyramid2"/>
    <dgm:cxn modelId="{3AD85DC4-1A0D-4A3C-B763-1A15BA8CE938}" type="presOf" srcId="{A6CD409E-9328-417E-A3E9-2B3A24253BE3}" destId="{D891F355-BF74-4EE0-8316-30179F44B730}" srcOrd="0" destOrd="0" presId="urn:microsoft.com/office/officeart/2005/8/layout/pyramid2"/>
    <dgm:cxn modelId="{DBBEDBE6-BA18-4877-96D9-79B5AE8E9B80}" srcId="{A6CD409E-9328-417E-A3E9-2B3A24253BE3}" destId="{0BD4E749-7A63-4260-8FA8-409D1123EBC6}" srcOrd="2" destOrd="0" parTransId="{86089EC6-CC99-44DA-B9FD-A60DA31C07CC}" sibTransId="{EF60CF09-34E7-4F89-BF4C-2E63933C94E5}"/>
    <dgm:cxn modelId="{1318CAF3-910E-46CF-BEB8-8A45FC658842}" type="presOf" srcId="{4FA122B1-8FAA-4EE9-9853-0F53632FABE4}" destId="{28054E81-D84A-4C3D-A961-34A9979A47BD}" srcOrd="0" destOrd="0" presId="urn:microsoft.com/office/officeart/2005/8/layout/pyramid2"/>
    <dgm:cxn modelId="{28C5B936-2AC5-46BE-8631-BC9B492EBE90}" type="presParOf" srcId="{D891F355-BF74-4EE0-8316-30179F44B730}" destId="{CCFE8955-E81A-4223-9754-67D16162D3E9}" srcOrd="0" destOrd="0" presId="urn:microsoft.com/office/officeart/2005/8/layout/pyramid2"/>
    <dgm:cxn modelId="{32F6D47F-D0EC-4C21-BF35-19FF89B64ACD}" type="presParOf" srcId="{D891F355-BF74-4EE0-8316-30179F44B730}" destId="{500A3A27-5118-4A44-B0F3-4D9D4F0B251A}" srcOrd="1" destOrd="0" presId="urn:microsoft.com/office/officeart/2005/8/layout/pyramid2"/>
    <dgm:cxn modelId="{57706496-977A-4E04-ADE3-D513178DD3E2}" type="presParOf" srcId="{500A3A27-5118-4A44-B0F3-4D9D4F0B251A}" destId="{28054E81-D84A-4C3D-A961-34A9979A47BD}" srcOrd="0" destOrd="0" presId="urn:microsoft.com/office/officeart/2005/8/layout/pyramid2"/>
    <dgm:cxn modelId="{0562940C-4703-421C-9D19-6073B295BEF6}" type="presParOf" srcId="{500A3A27-5118-4A44-B0F3-4D9D4F0B251A}" destId="{FDB1945C-4BF6-481B-8647-EA4BDD66BE73}" srcOrd="1" destOrd="0" presId="urn:microsoft.com/office/officeart/2005/8/layout/pyramid2"/>
    <dgm:cxn modelId="{40307950-A2C4-4E73-859A-B3667AA69C01}" type="presParOf" srcId="{500A3A27-5118-4A44-B0F3-4D9D4F0B251A}" destId="{E0B9E3ED-705B-4615-91B7-10767679C228}" srcOrd="2" destOrd="0" presId="urn:microsoft.com/office/officeart/2005/8/layout/pyramid2"/>
    <dgm:cxn modelId="{2D7B600B-A08F-4947-9E17-74224F09EAFC}" type="presParOf" srcId="{500A3A27-5118-4A44-B0F3-4D9D4F0B251A}" destId="{B705302F-2576-4499-B309-7838BCF950AA}" srcOrd="3" destOrd="0" presId="urn:microsoft.com/office/officeart/2005/8/layout/pyramid2"/>
    <dgm:cxn modelId="{44D4A7F6-1946-4021-A924-5AA871AEC937}" type="presParOf" srcId="{500A3A27-5118-4A44-B0F3-4D9D4F0B251A}" destId="{A0F33E38-9957-4B15-9BE7-7BC95D55EFEF}" srcOrd="4" destOrd="0" presId="urn:microsoft.com/office/officeart/2005/8/layout/pyramid2"/>
    <dgm:cxn modelId="{DA6408FE-31C9-4A6C-80EB-8BCFD35F8EB2}" type="presParOf" srcId="{500A3A27-5118-4A44-B0F3-4D9D4F0B251A}" destId="{7020FC3E-DE56-4CA7-AEE5-C0D2BC27F0AA}" srcOrd="5" destOrd="0" presId="urn:microsoft.com/office/officeart/2005/8/layout/pyramid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6CD409E-9328-417E-A3E9-2B3A24253BE3}" type="doc">
      <dgm:prSet loTypeId="urn:microsoft.com/office/officeart/2005/8/layout/default" loCatId="list" qsTypeId="urn:microsoft.com/office/officeart/2005/8/quickstyle/simple2" qsCatId="simple" csTypeId="urn:microsoft.com/office/officeart/2005/8/colors/accent1_4" csCatId="accent1" phldr="1"/>
      <dgm:spPr/>
    </dgm:pt>
    <dgm:pt modelId="{4FA122B1-8FAA-4EE9-9853-0F53632FABE4}">
      <dgm:prSet phldrT="[Text]" custT="1"/>
      <dgm:spPr/>
      <dgm:t>
        <a:bodyPr/>
        <a:lstStyle/>
        <a:p>
          <a:r>
            <a:rPr lang="en-US" sz="2000" b="0" i="0" dirty="0"/>
            <a:t>Multi tasking operating systems allow multiple users to perform multiple tasks at the same time. </a:t>
          </a:r>
          <a:endParaRPr lang="en-US" sz="2000" dirty="0"/>
        </a:p>
      </dgm:t>
    </dgm:pt>
    <dgm:pt modelId="{C88773A0-E49F-411F-87D2-2290CF7B25CB}" type="parTrans" cxnId="{E71AD961-4642-4EF3-B9D9-09D5C68B4C5A}">
      <dgm:prSet/>
      <dgm:spPr/>
      <dgm:t>
        <a:bodyPr/>
        <a:lstStyle/>
        <a:p>
          <a:endParaRPr lang="en-US" sz="600"/>
        </a:p>
      </dgm:t>
    </dgm:pt>
    <dgm:pt modelId="{4B840F86-21E1-4976-B7C1-5A63517BCEA0}" type="sibTrans" cxnId="{E71AD961-4642-4EF3-B9D9-09D5C68B4C5A}">
      <dgm:prSet/>
      <dgm:spPr/>
      <dgm:t>
        <a:bodyPr/>
        <a:lstStyle/>
        <a:p>
          <a:endParaRPr lang="en-US" sz="600"/>
        </a:p>
      </dgm:t>
    </dgm:pt>
    <dgm:pt modelId="{E3067497-3D57-48C8-BFEF-BCF25959C9C7}">
      <dgm:prSet phldrT="[Text]" custT="1"/>
      <dgm:spPr/>
      <dgm:t>
        <a:bodyPr/>
        <a:lstStyle/>
        <a:p>
          <a:r>
            <a:rPr lang="en-US" sz="2000" b="0" i="0" dirty="0"/>
            <a:t>The allocation of system resources such as input/output devices, CPU and memory among processes can be easily managed by multi-tasking operating system. </a:t>
          </a:r>
          <a:endParaRPr lang="en-US" sz="2000" dirty="0"/>
        </a:p>
      </dgm:t>
    </dgm:pt>
    <dgm:pt modelId="{F46222D3-6C99-4F67-B49A-0AD26DF5E2E4}" type="parTrans" cxnId="{2B885BB0-3435-4D75-9940-2ABD6FD88FC0}">
      <dgm:prSet/>
      <dgm:spPr/>
      <dgm:t>
        <a:bodyPr/>
        <a:lstStyle/>
        <a:p>
          <a:endParaRPr lang="en-US" sz="1400"/>
        </a:p>
      </dgm:t>
    </dgm:pt>
    <dgm:pt modelId="{D8F9563B-BA38-43DA-B9A8-EB96E08206FA}" type="sibTrans" cxnId="{2B885BB0-3435-4D75-9940-2ABD6FD88FC0}">
      <dgm:prSet/>
      <dgm:spPr/>
      <dgm:t>
        <a:bodyPr/>
        <a:lstStyle/>
        <a:p>
          <a:endParaRPr lang="en-US" sz="1400"/>
        </a:p>
      </dgm:t>
    </dgm:pt>
    <dgm:pt modelId="{2EB73716-8DBA-47EF-832B-360426F22409}">
      <dgm:prSet phldrT="[Text]" custT="1"/>
      <dgm:spPr/>
      <dgm:t>
        <a:bodyPr/>
        <a:lstStyle/>
        <a:p>
          <a:r>
            <a:rPr lang="en-US" sz="2000" b="0" i="0" dirty="0"/>
            <a:t>There are various states through which a processor passes to complete particular or multiple executions.</a:t>
          </a:r>
          <a:endParaRPr lang="en-US" sz="2000" dirty="0"/>
        </a:p>
      </dgm:t>
    </dgm:pt>
    <dgm:pt modelId="{6E8075A0-6C00-4547-A428-C3FB2E362824}" type="parTrans" cxnId="{140CA480-190A-4529-86ED-C81BC7CC87E8}">
      <dgm:prSet/>
      <dgm:spPr/>
      <dgm:t>
        <a:bodyPr/>
        <a:lstStyle/>
        <a:p>
          <a:endParaRPr lang="en-US" sz="1400"/>
        </a:p>
      </dgm:t>
    </dgm:pt>
    <dgm:pt modelId="{7759C1DE-AB05-452D-B907-B0FF9C8EFAD8}" type="sibTrans" cxnId="{140CA480-190A-4529-86ED-C81BC7CC87E8}">
      <dgm:prSet/>
      <dgm:spPr/>
      <dgm:t>
        <a:bodyPr/>
        <a:lstStyle/>
        <a:p>
          <a:endParaRPr lang="en-US" sz="1400"/>
        </a:p>
      </dgm:t>
    </dgm:pt>
    <dgm:pt modelId="{37C39FBB-AC31-4617-895E-9284E9009812}">
      <dgm:prSet phldrT="[Text]" custT="1"/>
      <dgm:spPr/>
      <dgm:t>
        <a:bodyPr/>
        <a:lstStyle/>
        <a:p>
          <a:r>
            <a:rPr lang="en-US" sz="2000" b="0" i="0" dirty="0"/>
            <a:t> Multitasking is the ability of an OS to execute more than one task simultaneously on </a:t>
          </a:r>
          <a:r>
            <a:rPr lang="en-US" sz="2000" b="0" i="1" dirty="0"/>
            <a:t>a </a:t>
          </a:r>
          <a:r>
            <a:rPr lang="en-US" sz="2000" b="0" i="0" dirty="0"/>
            <a:t>CPU machine as shown in the below diagram.</a:t>
          </a:r>
          <a:endParaRPr lang="en-US" sz="2000" dirty="0"/>
        </a:p>
      </dgm:t>
    </dgm:pt>
    <dgm:pt modelId="{83E53FF1-0E8A-45C9-A315-25F74A06DA68}" type="parTrans" cxnId="{D05ABF55-0040-479A-AC8E-0C054A19D749}">
      <dgm:prSet/>
      <dgm:spPr/>
      <dgm:t>
        <a:bodyPr/>
        <a:lstStyle/>
        <a:p>
          <a:endParaRPr lang="en-US" sz="1400"/>
        </a:p>
      </dgm:t>
    </dgm:pt>
    <dgm:pt modelId="{E518C7ED-3393-4BA2-BB49-BB3829B995C1}" type="sibTrans" cxnId="{D05ABF55-0040-479A-AC8E-0C054A19D749}">
      <dgm:prSet/>
      <dgm:spPr/>
      <dgm:t>
        <a:bodyPr/>
        <a:lstStyle/>
        <a:p>
          <a:endParaRPr lang="en-US" sz="1400"/>
        </a:p>
      </dgm:t>
    </dgm:pt>
    <dgm:pt modelId="{CED62A90-C83E-4FA0-B862-2291A2DC3B0D}" type="pres">
      <dgm:prSet presAssocID="{A6CD409E-9328-417E-A3E9-2B3A24253BE3}" presName="diagram" presStyleCnt="0">
        <dgm:presLayoutVars>
          <dgm:dir/>
          <dgm:resizeHandles val="exact"/>
        </dgm:presLayoutVars>
      </dgm:prSet>
      <dgm:spPr/>
    </dgm:pt>
    <dgm:pt modelId="{603F2DC6-BF90-48B0-92F9-F483C2810093}" type="pres">
      <dgm:prSet presAssocID="{4FA122B1-8FAA-4EE9-9853-0F53632FABE4}" presName="node" presStyleLbl="node1" presStyleIdx="0" presStyleCnt="4">
        <dgm:presLayoutVars>
          <dgm:bulletEnabled val="1"/>
        </dgm:presLayoutVars>
      </dgm:prSet>
      <dgm:spPr/>
    </dgm:pt>
    <dgm:pt modelId="{F246DFA2-416D-407D-81F4-BEFF046EFDE5}" type="pres">
      <dgm:prSet presAssocID="{4B840F86-21E1-4976-B7C1-5A63517BCEA0}" presName="sibTrans" presStyleCnt="0"/>
      <dgm:spPr/>
    </dgm:pt>
    <dgm:pt modelId="{5D13A4D8-FBC3-4799-A723-E53EAF2888B0}" type="pres">
      <dgm:prSet presAssocID="{E3067497-3D57-48C8-BFEF-BCF25959C9C7}" presName="node" presStyleLbl="node1" presStyleIdx="1" presStyleCnt="4">
        <dgm:presLayoutVars>
          <dgm:bulletEnabled val="1"/>
        </dgm:presLayoutVars>
      </dgm:prSet>
      <dgm:spPr/>
    </dgm:pt>
    <dgm:pt modelId="{6292B999-091A-4CE8-9AD7-C8E60629F570}" type="pres">
      <dgm:prSet presAssocID="{D8F9563B-BA38-43DA-B9A8-EB96E08206FA}" presName="sibTrans" presStyleCnt="0"/>
      <dgm:spPr/>
    </dgm:pt>
    <dgm:pt modelId="{64481FE2-BCB7-494A-A2B9-73BF95F9F2E9}" type="pres">
      <dgm:prSet presAssocID="{2EB73716-8DBA-47EF-832B-360426F22409}" presName="node" presStyleLbl="node1" presStyleIdx="2" presStyleCnt="4">
        <dgm:presLayoutVars>
          <dgm:bulletEnabled val="1"/>
        </dgm:presLayoutVars>
      </dgm:prSet>
      <dgm:spPr/>
    </dgm:pt>
    <dgm:pt modelId="{51E74709-14C6-4B32-83EF-0F7849CE4D4F}" type="pres">
      <dgm:prSet presAssocID="{7759C1DE-AB05-452D-B907-B0FF9C8EFAD8}" presName="sibTrans" presStyleCnt="0"/>
      <dgm:spPr/>
    </dgm:pt>
    <dgm:pt modelId="{6B828A20-80B4-44F8-8C0B-BEF159BC3E2C}" type="pres">
      <dgm:prSet presAssocID="{37C39FBB-AC31-4617-895E-9284E9009812}" presName="node" presStyleLbl="node1" presStyleIdx="3" presStyleCnt="4">
        <dgm:presLayoutVars>
          <dgm:bulletEnabled val="1"/>
        </dgm:presLayoutVars>
      </dgm:prSet>
      <dgm:spPr/>
    </dgm:pt>
  </dgm:ptLst>
  <dgm:cxnLst>
    <dgm:cxn modelId="{E71AD961-4642-4EF3-B9D9-09D5C68B4C5A}" srcId="{A6CD409E-9328-417E-A3E9-2B3A24253BE3}" destId="{4FA122B1-8FAA-4EE9-9853-0F53632FABE4}" srcOrd="0" destOrd="0" parTransId="{C88773A0-E49F-411F-87D2-2290CF7B25CB}" sibTransId="{4B840F86-21E1-4976-B7C1-5A63517BCEA0}"/>
    <dgm:cxn modelId="{35B9E36B-A7FF-4766-9532-C4761FEFD449}" type="presOf" srcId="{A6CD409E-9328-417E-A3E9-2B3A24253BE3}" destId="{CED62A90-C83E-4FA0-B862-2291A2DC3B0D}" srcOrd="0" destOrd="0" presId="urn:microsoft.com/office/officeart/2005/8/layout/default"/>
    <dgm:cxn modelId="{125EB675-5945-4CC6-99A7-78DA47CCB488}" type="presOf" srcId="{4FA122B1-8FAA-4EE9-9853-0F53632FABE4}" destId="{603F2DC6-BF90-48B0-92F9-F483C2810093}" srcOrd="0" destOrd="0" presId="urn:microsoft.com/office/officeart/2005/8/layout/default"/>
    <dgm:cxn modelId="{D05ABF55-0040-479A-AC8E-0C054A19D749}" srcId="{A6CD409E-9328-417E-A3E9-2B3A24253BE3}" destId="{37C39FBB-AC31-4617-895E-9284E9009812}" srcOrd="3" destOrd="0" parTransId="{83E53FF1-0E8A-45C9-A315-25F74A06DA68}" sibTransId="{E518C7ED-3393-4BA2-BB49-BB3829B995C1}"/>
    <dgm:cxn modelId="{140CA480-190A-4529-86ED-C81BC7CC87E8}" srcId="{A6CD409E-9328-417E-A3E9-2B3A24253BE3}" destId="{2EB73716-8DBA-47EF-832B-360426F22409}" srcOrd="2" destOrd="0" parTransId="{6E8075A0-6C00-4547-A428-C3FB2E362824}" sibTransId="{7759C1DE-AB05-452D-B907-B0FF9C8EFAD8}"/>
    <dgm:cxn modelId="{2B885BB0-3435-4D75-9940-2ABD6FD88FC0}" srcId="{A6CD409E-9328-417E-A3E9-2B3A24253BE3}" destId="{E3067497-3D57-48C8-BFEF-BCF25959C9C7}" srcOrd="1" destOrd="0" parTransId="{F46222D3-6C99-4F67-B49A-0AD26DF5E2E4}" sibTransId="{D8F9563B-BA38-43DA-B9A8-EB96E08206FA}"/>
    <dgm:cxn modelId="{97E674C5-D969-42EA-BA97-82993398DBDA}" type="presOf" srcId="{2EB73716-8DBA-47EF-832B-360426F22409}" destId="{64481FE2-BCB7-494A-A2B9-73BF95F9F2E9}" srcOrd="0" destOrd="0" presId="urn:microsoft.com/office/officeart/2005/8/layout/default"/>
    <dgm:cxn modelId="{2E0E94E2-8025-4B3E-BBBB-F78235F0D848}" type="presOf" srcId="{37C39FBB-AC31-4617-895E-9284E9009812}" destId="{6B828A20-80B4-44F8-8C0B-BEF159BC3E2C}" srcOrd="0" destOrd="0" presId="urn:microsoft.com/office/officeart/2005/8/layout/default"/>
    <dgm:cxn modelId="{9626E7FC-B057-42D6-8F8F-DC20F5342FE9}" type="presOf" srcId="{E3067497-3D57-48C8-BFEF-BCF25959C9C7}" destId="{5D13A4D8-FBC3-4799-A723-E53EAF2888B0}" srcOrd="0" destOrd="0" presId="urn:microsoft.com/office/officeart/2005/8/layout/default"/>
    <dgm:cxn modelId="{9FC85E51-2A9E-4909-BE4D-C38E463BDCCD}" type="presParOf" srcId="{CED62A90-C83E-4FA0-B862-2291A2DC3B0D}" destId="{603F2DC6-BF90-48B0-92F9-F483C2810093}" srcOrd="0" destOrd="0" presId="urn:microsoft.com/office/officeart/2005/8/layout/default"/>
    <dgm:cxn modelId="{861639E8-53C3-469E-94B8-68E81D259ADE}" type="presParOf" srcId="{CED62A90-C83E-4FA0-B862-2291A2DC3B0D}" destId="{F246DFA2-416D-407D-81F4-BEFF046EFDE5}" srcOrd="1" destOrd="0" presId="urn:microsoft.com/office/officeart/2005/8/layout/default"/>
    <dgm:cxn modelId="{B4BB969F-EDD8-4EE6-AFED-8358C35CD99E}" type="presParOf" srcId="{CED62A90-C83E-4FA0-B862-2291A2DC3B0D}" destId="{5D13A4D8-FBC3-4799-A723-E53EAF2888B0}" srcOrd="2" destOrd="0" presId="urn:microsoft.com/office/officeart/2005/8/layout/default"/>
    <dgm:cxn modelId="{D8CE58EC-0119-4A6C-9201-9BDDE7B6DA5E}" type="presParOf" srcId="{CED62A90-C83E-4FA0-B862-2291A2DC3B0D}" destId="{6292B999-091A-4CE8-9AD7-C8E60629F570}" srcOrd="3" destOrd="0" presId="urn:microsoft.com/office/officeart/2005/8/layout/default"/>
    <dgm:cxn modelId="{55D06734-CF08-43C6-8C4F-2ED7536DDE70}" type="presParOf" srcId="{CED62A90-C83E-4FA0-B862-2291A2DC3B0D}" destId="{64481FE2-BCB7-494A-A2B9-73BF95F9F2E9}" srcOrd="4" destOrd="0" presId="urn:microsoft.com/office/officeart/2005/8/layout/default"/>
    <dgm:cxn modelId="{06FA7980-D25B-473F-97D9-E3196ED06E8F}" type="presParOf" srcId="{CED62A90-C83E-4FA0-B862-2291A2DC3B0D}" destId="{51E74709-14C6-4B32-83EF-0F7849CE4D4F}" srcOrd="5" destOrd="0" presId="urn:microsoft.com/office/officeart/2005/8/layout/default"/>
    <dgm:cxn modelId="{E564C8E3-E689-44D6-993C-493F4226ECA7}" type="presParOf" srcId="{CED62A90-C83E-4FA0-B862-2291A2DC3B0D}" destId="{6B828A20-80B4-44F8-8C0B-BEF159BC3E2C}" srcOrd="6" destOrd="0" presId="urn:microsoft.com/office/officeart/2005/8/layout/defaul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6CD409E-9328-417E-A3E9-2B3A24253BE3}" type="doc">
      <dgm:prSet loTypeId="urn:microsoft.com/office/officeart/2005/8/layout/vList2" loCatId="list" qsTypeId="urn:microsoft.com/office/officeart/2005/8/quickstyle/simple1" qsCatId="simple" csTypeId="urn:microsoft.com/office/officeart/2005/8/colors/accent1_3" csCatId="accent1" phldr="1"/>
      <dgm:spPr/>
    </dgm:pt>
    <dgm:pt modelId="{4FA122B1-8FAA-4EE9-9853-0F53632FABE4}">
      <dgm:prSet phldrT="[Text]" custT="1"/>
      <dgm:spPr/>
      <dgm:t>
        <a:bodyPr/>
        <a:lstStyle/>
        <a:p>
          <a:r>
            <a:rPr lang="en-US" sz="1800" b="0" i="0" dirty="0"/>
            <a:t>Multi-threading is an execution model that allows a single process to have multiple code segments (i.e., threads) running concurrently within the “context” of that process. </a:t>
          </a:r>
          <a:endParaRPr lang="en-US" sz="1800" dirty="0"/>
        </a:p>
      </dgm:t>
    </dgm:pt>
    <dgm:pt modelId="{C88773A0-E49F-411F-87D2-2290CF7B25CB}" type="parTrans" cxnId="{E71AD961-4642-4EF3-B9D9-09D5C68B4C5A}">
      <dgm:prSet/>
      <dgm:spPr/>
      <dgm:t>
        <a:bodyPr/>
        <a:lstStyle/>
        <a:p>
          <a:endParaRPr lang="en-US" sz="1800"/>
        </a:p>
      </dgm:t>
    </dgm:pt>
    <dgm:pt modelId="{4B840F86-21E1-4976-B7C1-5A63517BCEA0}" type="sibTrans" cxnId="{E71AD961-4642-4EF3-B9D9-09D5C68B4C5A}">
      <dgm:prSet/>
      <dgm:spPr/>
      <dgm:t>
        <a:bodyPr/>
        <a:lstStyle/>
        <a:p>
          <a:endParaRPr lang="en-US" sz="1800"/>
        </a:p>
      </dgm:t>
    </dgm:pt>
    <dgm:pt modelId="{CA77DF44-64D3-408D-909A-CDF26BA7F793}">
      <dgm:prSet phldrT="[Text]" custT="1"/>
      <dgm:spPr>
        <a:solidFill>
          <a:srgbClr val="7030A0"/>
        </a:solidFill>
      </dgm:spPr>
      <dgm:t>
        <a:bodyPr/>
        <a:lstStyle/>
        <a:p>
          <a:r>
            <a:rPr lang="en-US" sz="1800" b="0" i="0" dirty="0"/>
            <a:t>E.g. VLC media player, where one thread is used for opening the VLC media player, one thread for playing a particular song and another thread for adding new songs to the playlist. </a:t>
          </a:r>
          <a:endParaRPr lang="en-US" sz="1800" dirty="0"/>
        </a:p>
      </dgm:t>
    </dgm:pt>
    <dgm:pt modelId="{4D7D43A1-4680-4155-847E-994F5EE62281}" type="parTrans" cxnId="{EA582F81-3C28-4221-9173-93E0EBCE8209}">
      <dgm:prSet/>
      <dgm:spPr/>
      <dgm:t>
        <a:bodyPr/>
        <a:lstStyle/>
        <a:p>
          <a:endParaRPr lang="en-US" sz="1800"/>
        </a:p>
      </dgm:t>
    </dgm:pt>
    <dgm:pt modelId="{D8E4D024-A72B-4B2F-80EB-B2B4715A31D8}" type="sibTrans" cxnId="{EA582F81-3C28-4221-9173-93E0EBCE8209}">
      <dgm:prSet/>
      <dgm:spPr/>
      <dgm:t>
        <a:bodyPr/>
        <a:lstStyle/>
        <a:p>
          <a:endParaRPr lang="en-US" sz="1800"/>
        </a:p>
      </dgm:t>
    </dgm:pt>
    <dgm:pt modelId="{F1242B6D-6AAA-489B-9C27-3531937FE0CC}">
      <dgm:prSet phldrT="[Text]" custT="1"/>
      <dgm:spPr/>
      <dgm:t>
        <a:bodyPr/>
        <a:lstStyle/>
        <a:p>
          <a:r>
            <a:rPr lang="en-US" sz="1800" b="0" i="0" dirty="0"/>
            <a:t>Multi threading is the ability of a process to manage its use by more than one user at a time and to manage multiple requests by the same user without having to have multiple copies of the program.</a:t>
          </a:r>
          <a:endParaRPr lang="en-US" sz="1800" dirty="0"/>
        </a:p>
      </dgm:t>
    </dgm:pt>
    <dgm:pt modelId="{B3DC892C-FBE2-4B0E-8C20-43F7F7CB98ED}" type="parTrans" cxnId="{EE1EB632-5FC2-46BD-8EB1-C448B6C6B326}">
      <dgm:prSet/>
      <dgm:spPr/>
      <dgm:t>
        <a:bodyPr/>
        <a:lstStyle/>
        <a:p>
          <a:endParaRPr lang="en-US" sz="1800"/>
        </a:p>
      </dgm:t>
    </dgm:pt>
    <dgm:pt modelId="{424464F9-8447-4422-8789-B89CDFD0A77C}" type="sibTrans" cxnId="{EE1EB632-5FC2-46BD-8EB1-C448B6C6B326}">
      <dgm:prSet/>
      <dgm:spPr/>
      <dgm:t>
        <a:bodyPr/>
        <a:lstStyle/>
        <a:p>
          <a:endParaRPr lang="en-US" sz="1800"/>
        </a:p>
      </dgm:t>
    </dgm:pt>
    <dgm:pt modelId="{51C67F05-7631-4E5F-ABFE-D3AE80EC836D}">
      <dgm:prSet phldrT="[Text]" custT="1"/>
      <dgm:spPr>
        <a:solidFill>
          <a:srgbClr val="00B050"/>
        </a:solidFill>
      </dgm:spPr>
      <dgm:t>
        <a:bodyPr/>
        <a:lstStyle/>
        <a:p>
          <a:r>
            <a:rPr lang="en-US" sz="1800" b="0" i="0" dirty="0"/>
            <a:t>The main advantage of Multi threading is increase responsiveness. Since there are multiple threads in a program, so if one thread is taking too long to execute or if it gets blocked, the rest of the threads keep executing without any problem.</a:t>
          </a:r>
          <a:endParaRPr lang="en-US" sz="1800" dirty="0"/>
        </a:p>
      </dgm:t>
    </dgm:pt>
    <dgm:pt modelId="{71B6985B-52C4-4AD6-BD6C-58CD848E2F53}" type="parTrans" cxnId="{CB23CC48-2063-455E-9851-D52F1AD1C9F2}">
      <dgm:prSet/>
      <dgm:spPr/>
      <dgm:t>
        <a:bodyPr/>
        <a:lstStyle/>
        <a:p>
          <a:endParaRPr lang="en-US" sz="1800"/>
        </a:p>
      </dgm:t>
    </dgm:pt>
    <dgm:pt modelId="{C04D0464-2BBE-45BE-BB18-4E53C306EAB7}" type="sibTrans" cxnId="{CB23CC48-2063-455E-9851-D52F1AD1C9F2}">
      <dgm:prSet/>
      <dgm:spPr/>
      <dgm:t>
        <a:bodyPr/>
        <a:lstStyle/>
        <a:p>
          <a:endParaRPr lang="en-US" sz="1800"/>
        </a:p>
      </dgm:t>
    </dgm:pt>
    <dgm:pt modelId="{80F3BAEF-7A0B-4682-BCEE-29349B7612D7}" type="pres">
      <dgm:prSet presAssocID="{A6CD409E-9328-417E-A3E9-2B3A24253BE3}" presName="linear" presStyleCnt="0">
        <dgm:presLayoutVars>
          <dgm:animLvl val="lvl"/>
          <dgm:resizeHandles val="exact"/>
        </dgm:presLayoutVars>
      </dgm:prSet>
      <dgm:spPr/>
    </dgm:pt>
    <dgm:pt modelId="{8F536E08-2D68-456F-955F-2D096FA7301D}" type="pres">
      <dgm:prSet presAssocID="{4FA122B1-8FAA-4EE9-9853-0F53632FABE4}" presName="parentText" presStyleLbl="node1" presStyleIdx="0" presStyleCnt="4" custLinFactNeighborX="1069" custLinFactNeighborY="-8220">
        <dgm:presLayoutVars>
          <dgm:chMax val="0"/>
          <dgm:bulletEnabled val="1"/>
        </dgm:presLayoutVars>
      </dgm:prSet>
      <dgm:spPr/>
    </dgm:pt>
    <dgm:pt modelId="{E2CB85AF-8EB9-4DAE-BD17-239521E728C0}" type="pres">
      <dgm:prSet presAssocID="{4B840F86-21E1-4976-B7C1-5A63517BCEA0}" presName="spacer" presStyleCnt="0"/>
      <dgm:spPr/>
    </dgm:pt>
    <dgm:pt modelId="{DF345D20-4B2D-4543-AE35-E28A768AB6EA}" type="pres">
      <dgm:prSet presAssocID="{CA77DF44-64D3-408D-909A-CDF26BA7F793}" presName="parentText" presStyleLbl="node1" presStyleIdx="1" presStyleCnt="4" custLinFactNeighborY="6426">
        <dgm:presLayoutVars>
          <dgm:chMax val="0"/>
          <dgm:bulletEnabled val="1"/>
        </dgm:presLayoutVars>
      </dgm:prSet>
      <dgm:spPr/>
    </dgm:pt>
    <dgm:pt modelId="{D0523FB9-96D3-4E96-95AE-F93F7986ACF8}" type="pres">
      <dgm:prSet presAssocID="{D8E4D024-A72B-4B2F-80EB-B2B4715A31D8}" presName="spacer" presStyleCnt="0"/>
      <dgm:spPr/>
    </dgm:pt>
    <dgm:pt modelId="{54DC44F9-E14C-435D-9039-47E25BD3E536}" type="pres">
      <dgm:prSet presAssocID="{F1242B6D-6AAA-489B-9C27-3531937FE0CC}" presName="parentText" presStyleLbl="node1" presStyleIdx="2" presStyleCnt="4" custLinFactNeighborY="12486">
        <dgm:presLayoutVars>
          <dgm:chMax val="0"/>
          <dgm:bulletEnabled val="1"/>
        </dgm:presLayoutVars>
      </dgm:prSet>
      <dgm:spPr/>
    </dgm:pt>
    <dgm:pt modelId="{59D97A43-DDCA-4F52-B075-7C2F0FAC8A65}" type="pres">
      <dgm:prSet presAssocID="{424464F9-8447-4422-8789-B89CDFD0A77C}" presName="spacer" presStyleCnt="0"/>
      <dgm:spPr/>
    </dgm:pt>
    <dgm:pt modelId="{61CB2863-C838-4AED-9E80-E84DF8B4472F}" type="pres">
      <dgm:prSet presAssocID="{51C67F05-7631-4E5F-ABFE-D3AE80EC836D}" presName="parentText" presStyleLbl="node1" presStyleIdx="3" presStyleCnt="4" custLinFactY="13668" custLinFactNeighborX="-2850" custLinFactNeighborY="100000">
        <dgm:presLayoutVars>
          <dgm:chMax val="0"/>
          <dgm:bulletEnabled val="1"/>
        </dgm:presLayoutVars>
      </dgm:prSet>
      <dgm:spPr/>
    </dgm:pt>
  </dgm:ptLst>
  <dgm:cxnLst>
    <dgm:cxn modelId="{EE1EB632-5FC2-46BD-8EB1-C448B6C6B326}" srcId="{A6CD409E-9328-417E-A3E9-2B3A24253BE3}" destId="{F1242B6D-6AAA-489B-9C27-3531937FE0CC}" srcOrd="2" destOrd="0" parTransId="{B3DC892C-FBE2-4B0E-8C20-43F7F7CB98ED}" sibTransId="{424464F9-8447-4422-8789-B89CDFD0A77C}"/>
    <dgm:cxn modelId="{E71AD961-4642-4EF3-B9D9-09D5C68B4C5A}" srcId="{A6CD409E-9328-417E-A3E9-2B3A24253BE3}" destId="{4FA122B1-8FAA-4EE9-9853-0F53632FABE4}" srcOrd="0" destOrd="0" parTransId="{C88773A0-E49F-411F-87D2-2290CF7B25CB}" sibTransId="{4B840F86-21E1-4976-B7C1-5A63517BCEA0}"/>
    <dgm:cxn modelId="{CDD34B44-30EB-4ACC-A629-C92A28AE6243}" type="presOf" srcId="{4FA122B1-8FAA-4EE9-9853-0F53632FABE4}" destId="{8F536E08-2D68-456F-955F-2D096FA7301D}" srcOrd="0" destOrd="0" presId="urn:microsoft.com/office/officeart/2005/8/layout/vList2"/>
    <dgm:cxn modelId="{CB23CC48-2063-455E-9851-D52F1AD1C9F2}" srcId="{A6CD409E-9328-417E-A3E9-2B3A24253BE3}" destId="{51C67F05-7631-4E5F-ABFE-D3AE80EC836D}" srcOrd="3" destOrd="0" parTransId="{71B6985B-52C4-4AD6-BD6C-58CD848E2F53}" sibTransId="{C04D0464-2BBE-45BE-BB18-4E53C306EAB7}"/>
    <dgm:cxn modelId="{1E2BF680-14B0-4016-A813-06653BE79C5E}" type="presOf" srcId="{F1242B6D-6AAA-489B-9C27-3531937FE0CC}" destId="{54DC44F9-E14C-435D-9039-47E25BD3E536}" srcOrd="0" destOrd="0" presId="urn:microsoft.com/office/officeart/2005/8/layout/vList2"/>
    <dgm:cxn modelId="{EA582F81-3C28-4221-9173-93E0EBCE8209}" srcId="{A6CD409E-9328-417E-A3E9-2B3A24253BE3}" destId="{CA77DF44-64D3-408D-909A-CDF26BA7F793}" srcOrd="1" destOrd="0" parTransId="{4D7D43A1-4680-4155-847E-994F5EE62281}" sibTransId="{D8E4D024-A72B-4B2F-80EB-B2B4715A31D8}"/>
    <dgm:cxn modelId="{433A14A1-B647-4EDD-BC97-8B1BD455BB39}" type="presOf" srcId="{CA77DF44-64D3-408D-909A-CDF26BA7F793}" destId="{DF345D20-4B2D-4543-AE35-E28A768AB6EA}" srcOrd="0" destOrd="0" presId="urn:microsoft.com/office/officeart/2005/8/layout/vList2"/>
    <dgm:cxn modelId="{4AF11BE6-0686-4B4D-AABD-B9B9E336FB66}" type="presOf" srcId="{A6CD409E-9328-417E-A3E9-2B3A24253BE3}" destId="{80F3BAEF-7A0B-4682-BCEE-29349B7612D7}" srcOrd="0" destOrd="0" presId="urn:microsoft.com/office/officeart/2005/8/layout/vList2"/>
    <dgm:cxn modelId="{996113FF-169C-4A8B-B59C-5E953FBB3423}" type="presOf" srcId="{51C67F05-7631-4E5F-ABFE-D3AE80EC836D}" destId="{61CB2863-C838-4AED-9E80-E84DF8B4472F}" srcOrd="0" destOrd="0" presId="urn:microsoft.com/office/officeart/2005/8/layout/vList2"/>
    <dgm:cxn modelId="{D3525B80-1053-403A-8A57-A780C525E2A4}" type="presParOf" srcId="{80F3BAEF-7A0B-4682-BCEE-29349B7612D7}" destId="{8F536E08-2D68-456F-955F-2D096FA7301D}" srcOrd="0" destOrd="0" presId="urn:microsoft.com/office/officeart/2005/8/layout/vList2"/>
    <dgm:cxn modelId="{57710832-5630-431D-A5BC-BC489EF9BCFB}" type="presParOf" srcId="{80F3BAEF-7A0B-4682-BCEE-29349B7612D7}" destId="{E2CB85AF-8EB9-4DAE-BD17-239521E728C0}" srcOrd="1" destOrd="0" presId="urn:microsoft.com/office/officeart/2005/8/layout/vList2"/>
    <dgm:cxn modelId="{D9AD5658-13C3-49B3-AD62-A249F5549F7A}" type="presParOf" srcId="{80F3BAEF-7A0B-4682-BCEE-29349B7612D7}" destId="{DF345D20-4B2D-4543-AE35-E28A768AB6EA}" srcOrd="2" destOrd="0" presId="urn:microsoft.com/office/officeart/2005/8/layout/vList2"/>
    <dgm:cxn modelId="{C20A303C-254B-461D-983B-E788A3E9652E}" type="presParOf" srcId="{80F3BAEF-7A0B-4682-BCEE-29349B7612D7}" destId="{D0523FB9-96D3-4E96-95AE-F93F7986ACF8}" srcOrd="3" destOrd="0" presId="urn:microsoft.com/office/officeart/2005/8/layout/vList2"/>
    <dgm:cxn modelId="{A7618F30-ED86-4979-8DBC-767B7310CD4D}" type="presParOf" srcId="{80F3BAEF-7A0B-4682-BCEE-29349B7612D7}" destId="{54DC44F9-E14C-435D-9039-47E25BD3E536}" srcOrd="4" destOrd="0" presId="urn:microsoft.com/office/officeart/2005/8/layout/vList2"/>
    <dgm:cxn modelId="{867537CE-F61E-4241-B96A-B07924134BCC}" type="presParOf" srcId="{80F3BAEF-7A0B-4682-BCEE-29349B7612D7}" destId="{59D97A43-DDCA-4F52-B075-7C2F0FAC8A65}" srcOrd="5" destOrd="0" presId="urn:microsoft.com/office/officeart/2005/8/layout/vList2"/>
    <dgm:cxn modelId="{53981D7D-D94A-4E4C-888A-F464277D41A4}" type="presParOf" srcId="{80F3BAEF-7A0B-4682-BCEE-29349B7612D7}" destId="{61CB2863-C838-4AED-9E80-E84DF8B4472F}"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6CD409E-9328-417E-A3E9-2B3A24253BE3}" type="doc">
      <dgm:prSet loTypeId="urn:microsoft.com/office/officeart/2005/8/layout/vList4" loCatId="list" qsTypeId="urn:microsoft.com/office/officeart/2005/8/quickstyle/simple1" qsCatId="simple" csTypeId="urn:microsoft.com/office/officeart/2005/8/colors/accent3_1" csCatId="accent3" phldr="1"/>
      <dgm:spPr/>
    </dgm:pt>
    <dgm:pt modelId="{4FA122B1-8FAA-4EE9-9853-0F53632FABE4}">
      <dgm:prSet phldrT="[Text]" custT="1"/>
      <dgm:spPr>
        <a:ln>
          <a:solidFill>
            <a:srgbClr val="FF0000"/>
          </a:solidFill>
        </a:ln>
      </dgm:spPr>
      <dgm:t>
        <a:bodyPr/>
        <a:lstStyle/>
        <a:p>
          <a:r>
            <a:rPr lang="en-US" sz="1800" b="0" i="0" dirty="0"/>
            <a:t>Multiprocessing is the use of two or more CPUs (processors) within a single Computer system. </a:t>
          </a:r>
          <a:endParaRPr lang="en-US" sz="1800" dirty="0"/>
        </a:p>
      </dgm:t>
    </dgm:pt>
    <dgm:pt modelId="{C88773A0-E49F-411F-87D2-2290CF7B25CB}" type="parTrans" cxnId="{E71AD961-4642-4EF3-B9D9-09D5C68B4C5A}">
      <dgm:prSet/>
      <dgm:spPr/>
      <dgm:t>
        <a:bodyPr/>
        <a:lstStyle/>
        <a:p>
          <a:endParaRPr lang="en-US" sz="500"/>
        </a:p>
      </dgm:t>
    </dgm:pt>
    <dgm:pt modelId="{4B840F86-21E1-4976-B7C1-5A63517BCEA0}" type="sibTrans" cxnId="{E71AD961-4642-4EF3-B9D9-09D5C68B4C5A}">
      <dgm:prSet/>
      <dgm:spPr/>
      <dgm:t>
        <a:bodyPr/>
        <a:lstStyle/>
        <a:p>
          <a:endParaRPr lang="en-US" sz="500"/>
        </a:p>
      </dgm:t>
    </dgm:pt>
    <dgm:pt modelId="{6AEF51DA-B0BF-44C6-9DB9-78256E5A0E2A}">
      <dgm:prSet phldrT="[Text]" custT="1"/>
      <dgm:spPr/>
      <dgm:t>
        <a:bodyPr/>
        <a:lstStyle/>
        <a:p>
          <a:r>
            <a:rPr lang="en-US" sz="1800" b="0" i="0" dirty="0"/>
            <a:t>The term also refers to the ability of a system to support more than one processor within a single computer system. </a:t>
          </a:r>
          <a:endParaRPr lang="en-US" sz="1800" dirty="0"/>
        </a:p>
      </dgm:t>
    </dgm:pt>
    <dgm:pt modelId="{84F58AF8-4C7E-4590-A757-58CF15301EB7}" type="parTrans" cxnId="{14603AC0-4A01-4979-AF65-AD6C947A4EE4}">
      <dgm:prSet/>
      <dgm:spPr/>
      <dgm:t>
        <a:bodyPr/>
        <a:lstStyle/>
        <a:p>
          <a:endParaRPr lang="en-US" sz="1200"/>
        </a:p>
      </dgm:t>
    </dgm:pt>
    <dgm:pt modelId="{D59BB722-14DA-42C9-B270-729CB3D63405}" type="sibTrans" cxnId="{14603AC0-4A01-4979-AF65-AD6C947A4EE4}">
      <dgm:prSet/>
      <dgm:spPr/>
      <dgm:t>
        <a:bodyPr/>
        <a:lstStyle/>
        <a:p>
          <a:endParaRPr lang="en-US" sz="1200"/>
        </a:p>
      </dgm:t>
    </dgm:pt>
    <dgm:pt modelId="{08C59211-4E42-415E-B2D0-F5857F15DCC7}">
      <dgm:prSet phldrT="[Text]" custT="1"/>
      <dgm:spPr>
        <a:ln>
          <a:solidFill>
            <a:srgbClr val="00B050"/>
          </a:solidFill>
        </a:ln>
      </dgm:spPr>
      <dgm:t>
        <a:bodyPr/>
        <a:lstStyle/>
        <a:p>
          <a:r>
            <a:rPr lang="en-US" sz="1800" b="0" i="0" dirty="0"/>
            <a:t>Since there are multiple processors available, multiple processes can be executed at a time.</a:t>
          </a:r>
          <a:endParaRPr lang="en-US" sz="1800" dirty="0"/>
        </a:p>
      </dgm:t>
    </dgm:pt>
    <dgm:pt modelId="{62220FBF-E3C8-4ED2-8E48-73154DD1D39A}" type="parTrans" cxnId="{22E4C051-A7AF-4433-A965-98CB8DD8A9B7}">
      <dgm:prSet/>
      <dgm:spPr/>
      <dgm:t>
        <a:bodyPr/>
        <a:lstStyle/>
        <a:p>
          <a:endParaRPr lang="en-US" sz="1200"/>
        </a:p>
      </dgm:t>
    </dgm:pt>
    <dgm:pt modelId="{1DE4E522-4B2C-4393-8F80-6CCCF24CB699}" type="sibTrans" cxnId="{22E4C051-A7AF-4433-A965-98CB8DD8A9B7}">
      <dgm:prSet/>
      <dgm:spPr/>
      <dgm:t>
        <a:bodyPr/>
        <a:lstStyle/>
        <a:p>
          <a:endParaRPr lang="en-US" sz="1200"/>
        </a:p>
      </dgm:t>
    </dgm:pt>
    <dgm:pt modelId="{A6916F6C-8F18-4F60-B39E-F2102D2CC31D}">
      <dgm:prSet phldrT="[Text]" custT="1"/>
      <dgm:spPr>
        <a:ln>
          <a:solidFill>
            <a:srgbClr val="FFC000"/>
          </a:solidFill>
        </a:ln>
      </dgm:spPr>
      <dgm:t>
        <a:bodyPr/>
        <a:lstStyle/>
        <a:p>
          <a:r>
            <a:rPr lang="en-US" sz="1800" b="0" i="0" dirty="0"/>
            <a:t>The main advantage of a multiprocessor system is to get more work done in a shorter period of time. </a:t>
          </a:r>
          <a:endParaRPr lang="en-US" sz="1800" dirty="0"/>
        </a:p>
      </dgm:t>
    </dgm:pt>
    <dgm:pt modelId="{375536BD-C655-4FC3-8980-94D8D1990E89}" type="parTrans" cxnId="{FF71A186-50EA-44CF-963F-0B783A4F82F7}">
      <dgm:prSet/>
      <dgm:spPr/>
      <dgm:t>
        <a:bodyPr/>
        <a:lstStyle/>
        <a:p>
          <a:endParaRPr lang="en-US" sz="1200"/>
        </a:p>
      </dgm:t>
    </dgm:pt>
    <dgm:pt modelId="{D72A8449-68D2-432A-86E5-4EF6578857BB}" type="sibTrans" cxnId="{FF71A186-50EA-44CF-963F-0B783A4F82F7}">
      <dgm:prSet/>
      <dgm:spPr/>
      <dgm:t>
        <a:bodyPr/>
        <a:lstStyle/>
        <a:p>
          <a:endParaRPr lang="en-US" sz="1200"/>
        </a:p>
      </dgm:t>
    </dgm:pt>
    <dgm:pt modelId="{44C1881A-91D1-44BD-A63F-59CB4EDE37AD}" type="pres">
      <dgm:prSet presAssocID="{A6CD409E-9328-417E-A3E9-2B3A24253BE3}" presName="linear" presStyleCnt="0">
        <dgm:presLayoutVars>
          <dgm:dir/>
          <dgm:resizeHandles val="exact"/>
        </dgm:presLayoutVars>
      </dgm:prSet>
      <dgm:spPr/>
    </dgm:pt>
    <dgm:pt modelId="{707A700A-485D-423F-A154-12FCD4CAFBC3}" type="pres">
      <dgm:prSet presAssocID="{4FA122B1-8FAA-4EE9-9853-0F53632FABE4}" presName="comp" presStyleCnt="0"/>
      <dgm:spPr/>
    </dgm:pt>
    <dgm:pt modelId="{AAC26956-21A4-43DC-8671-CA540B3D9FE2}" type="pres">
      <dgm:prSet presAssocID="{4FA122B1-8FAA-4EE9-9853-0F53632FABE4}" presName="box" presStyleLbl="node1" presStyleIdx="0" presStyleCnt="4"/>
      <dgm:spPr/>
    </dgm:pt>
    <dgm:pt modelId="{E33429C0-6B41-4F30-B0FF-22E9F882EAA8}" type="pres">
      <dgm:prSet presAssocID="{4FA122B1-8FAA-4EE9-9853-0F53632FABE4}" presName="img" presStyleLbl="fgImgPlace1" presStyleIdx="0" presStyleCnt="4"/>
      <dgm:spPr>
        <a:ln>
          <a:solidFill>
            <a:srgbClr val="FF0000"/>
          </a:solidFill>
        </a:ln>
      </dgm:spPr>
    </dgm:pt>
    <dgm:pt modelId="{221DC697-661D-41EE-93F5-80F5A5D012C1}" type="pres">
      <dgm:prSet presAssocID="{4FA122B1-8FAA-4EE9-9853-0F53632FABE4}" presName="text" presStyleLbl="node1" presStyleIdx="0" presStyleCnt="4">
        <dgm:presLayoutVars>
          <dgm:bulletEnabled val="1"/>
        </dgm:presLayoutVars>
      </dgm:prSet>
      <dgm:spPr/>
    </dgm:pt>
    <dgm:pt modelId="{CF72D0F7-3862-493B-9724-849D6BC86BA9}" type="pres">
      <dgm:prSet presAssocID="{4B840F86-21E1-4976-B7C1-5A63517BCEA0}" presName="spacer" presStyleCnt="0"/>
      <dgm:spPr/>
    </dgm:pt>
    <dgm:pt modelId="{C50324EC-35EC-4BF9-8313-6E1B50442D03}" type="pres">
      <dgm:prSet presAssocID="{6AEF51DA-B0BF-44C6-9DB9-78256E5A0E2A}" presName="comp" presStyleCnt="0"/>
      <dgm:spPr/>
    </dgm:pt>
    <dgm:pt modelId="{F65624F1-A616-4AE7-8550-B32192F7661A}" type="pres">
      <dgm:prSet presAssocID="{6AEF51DA-B0BF-44C6-9DB9-78256E5A0E2A}" presName="box" presStyleLbl="node1" presStyleIdx="1" presStyleCnt="4"/>
      <dgm:spPr/>
    </dgm:pt>
    <dgm:pt modelId="{0EF7DAFF-A481-4A0F-AE63-BA811168E4D9}" type="pres">
      <dgm:prSet presAssocID="{6AEF51DA-B0BF-44C6-9DB9-78256E5A0E2A}" presName="img" presStyleLbl="fgImgPlace1" presStyleIdx="1" presStyleCnt="4"/>
      <dgm:spPr/>
    </dgm:pt>
    <dgm:pt modelId="{8A2BE982-62B5-4D23-9B78-C8014151AA27}" type="pres">
      <dgm:prSet presAssocID="{6AEF51DA-B0BF-44C6-9DB9-78256E5A0E2A}" presName="text" presStyleLbl="node1" presStyleIdx="1" presStyleCnt="4">
        <dgm:presLayoutVars>
          <dgm:bulletEnabled val="1"/>
        </dgm:presLayoutVars>
      </dgm:prSet>
      <dgm:spPr/>
    </dgm:pt>
    <dgm:pt modelId="{62EC0D8F-9D69-4827-856B-2F4A3BFD4160}" type="pres">
      <dgm:prSet presAssocID="{D59BB722-14DA-42C9-B270-729CB3D63405}" presName="spacer" presStyleCnt="0"/>
      <dgm:spPr/>
    </dgm:pt>
    <dgm:pt modelId="{6CB3CBCB-E801-447A-A786-63CDA74D5FA7}" type="pres">
      <dgm:prSet presAssocID="{08C59211-4E42-415E-B2D0-F5857F15DCC7}" presName="comp" presStyleCnt="0"/>
      <dgm:spPr/>
    </dgm:pt>
    <dgm:pt modelId="{DD3FF53A-7F66-4DFA-A7E3-48E0C01803AE}" type="pres">
      <dgm:prSet presAssocID="{08C59211-4E42-415E-B2D0-F5857F15DCC7}" presName="box" presStyleLbl="node1" presStyleIdx="2" presStyleCnt="4"/>
      <dgm:spPr/>
    </dgm:pt>
    <dgm:pt modelId="{E0A8334E-8CFB-460D-BE6A-83A5EA4CC06C}" type="pres">
      <dgm:prSet presAssocID="{08C59211-4E42-415E-B2D0-F5857F15DCC7}" presName="img" presStyleLbl="fgImgPlace1" presStyleIdx="2" presStyleCnt="4"/>
      <dgm:spPr>
        <a:ln>
          <a:solidFill>
            <a:srgbClr val="00B050"/>
          </a:solidFill>
        </a:ln>
      </dgm:spPr>
    </dgm:pt>
    <dgm:pt modelId="{BD0F909A-5560-4E71-8E31-E4F053748E9B}" type="pres">
      <dgm:prSet presAssocID="{08C59211-4E42-415E-B2D0-F5857F15DCC7}" presName="text" presStyleLbl="node1" presStyleIdx="2" presStyleCnt="4">
        <dgm:presLayoutVars>
          <dgm:bulletEnabled val="1"/>
        </dgm:presLayoutVars>
      </dgm:prSet>
      <dgm:spPr/>
    </dgm:pt>
    <dgm:pt modelId="{634B9BF0-2738-4726-BFFD-6589BB806451}" type="pres">
      <dgm:prSet presAssocID="{1DE4E522-4B2C-4393-8F80-6CCCF24CB699}" presName="spacer" presStyleCnt="0"/>
      <dgm:spPr/>
    </dgm:pt>
    <dgm:pt modelId="{80F906B6-2278-4B14-82DF-81B18E18072D}" type="pres">
      <dgm:prSet presAssocID="{A6916F6C-8F18-4F60-B39E-F2102D2CC31D}" presName="comp" presStyleCnt="0"/>
      <dgm:spPr/>
    </dgm:pt>
    <dgm:pt modelId="{98183398-6CD2-4D18-A1C3-ED0A80246F35}" type="pres">
      <dgm:prSet presAssocID="{A6916F6C-8F18-4F60-B39E-F2102D2CC31D}" presName="box" presStyleLbl="node1" presStyleIdx="3" presStyleCnt="4"/>
      <dgm:spPr/>
    </dgm:pt>
    <dgm:pt modelId="{BA911E3C-98A4-402F-BF23-8D01285AACEC}" type="pres">
      <dgm:prSet presAssocID="{A6916F6C-8F18-4F60-B39E-F2102D2CC31D}" presName="img" presStyleLbl="fgImgPlace1" presStyleIdx="3" presStyleCnt="4"/>
      <dgm:spPr>
        <a:ln>
          <a:solidFill>
            <a:srgbClr val="FFC000"/>
          </a:solidFill>
        </a:ln>
      </dgm:spPr>
    </dgm:pt>
    <dgm:pt modelId="{4A598644-B1BC-4979-BD9C-85E64501E7B0}" type="pres">
      <dgm:prSet presAssocID="{A6916F6C-8F18-4F60-B39E-F2102D2CC31D}" presName="text" presStyleLbl="node1" presStyleIdx="3" presStyleCnt="4">
        <dgm:presLayoutVars>
          <dgm:bulletEnabled val="1"/>
        </dgm:presLayoutVars>
      </dgm:prSet>
      <dgm:spPr/>
    </dgm:pt>
  </dgm:ptLst>
  <dgm:cxnLst>
    <dgm:cxn modelId="{EB83323B-C5A5-4E05-B485-5B0F9F2B18D1}" type="presOf" srcId="{08C59211-4E42-415E-B2D0-F5857F15DCC7}" destId="{DD3FF53A-7F66-4DFA-A7E3-48E0C01803AE}" srcOrd="0" destOrd="0" presId="urn:microsoft.com/office/officeart/2005/8/layout/vList4"/>
    <dgm:cxn modelId="{E71AD961-4642-4EF3-B9D9-09D5C68B4C5A}" srcId="{A6CD409E-9328-417E-A3E9-2B3A24253BE3}" destId="{4FA122B1-8FAA-4EE9-9853-0F53632FABE4}" srcOrd="0" destOrd="0" parTransId="{C88773A0-E49F-411F-87D2-2290CF7B25CB}" sibTransId="{4B840F86-21E1-4976-B7C1-5A63517BCEA0}"/>
    <dgm:cxn modelId="{3F50D368-1E4E-4D6D-94DF-D489B97B3D9E}" type="presOf" srcId="{6AEF51DA-B0BF-44C6-9DB9-78256E5A0E2A}" destId="{8A2BE982-62B5-4D23-9B78-C8014151AA27}" srcOrd="1" destOrd="0" presId="urn:microsoft.com/office/officeart/2005/8/layout/vList4"/>
    <dgm:cxn modelId="{DD88284A-6A14-4658-8891-B1EF5B1378F4}" type="presOf" srcId="{A6916F6C-8F18-4F60-B39E-F2102D2CC31D}" destId="{98183398-6CD2-4D18-A1C3-ED0A80246F35}" srcOrd="0" destOrd="0" presId="urn:microsoft.com/office/officeart/2005/8/layout/vList4"/>
    <dgm:cxn modelId="{22E4C051-A7AF-4433-A965-98CB8DD8A9B7}" srcId="{A6CD409E-9328-417E-A3E9-2B3A24253BE3}" destId="{08C59211-4E42-415E-B2D0-F5857F15DCC7}" srcOrd="2" destOrd="0" parTransId="{62220FBF-E3C8-4ED2-8E48-73154DD1D39A}" sibTransId="{1DE4E522-4B2C-4393-8F80-6CCCF24CB699}"/>
    <dgm:cxn modelId="{FF71A186-50EA-44CF-963F-0B783A4F82F7}" srcId="{A6CD409E-9328-417E-A3E9-2B3A24253BE3}" destId="{A6916F6C-8F18-4F60-B39E-F2102D2CC31D}" srcOrd="3" destOrd="0" parTransId="{375536BD-C655-4FC3-8980-94D8D1990E89}" sibTransId="{D72A8449-68D2-432A-86E5-4EF6578857BB}"/>
    <dgm:cxn modelId="{14C9CD88-F6E1-4063-A833-AC5A0C9E49BA}" type="presOf" srcId="{6AEF51DA-B0BF-44C6-9DB9-78256E5A0E2A}" destId="{F65624F1-A616-4AE7-8550-B32192F7661A}" srcOrd="0" destOrd="0" presId="urn:microsoft.com/office/officeart/2005/8/layout/vList4"/>
    <dgm:cxn modelId="{1DE8DC95-C631-41BE-9294-DB209ECF6BD2}" type="presOf" srcId="{08C59211-4E42-415E-B2D0-F5857F15DCC7}" destId="{BD0F909A-5560-4E71-8E31-E4F053748E9B}" srcOrd="1" destOrd="0" presId="urn:microsoft.com/office/officeart/2005/8/layout/vList4"/>
    <dgm:cxn modelId="{22391C97-83E2-461B-B1C0-7145DFBB10FC}" type="presOf" srcId="{4FA122B1-8FAA-4EE9-9853-0F53632FABE4}" destId="{221DC697-661D-41EE-93F5-80F5A5D012C1}" srcOrd="1" destOrd="0" presId="urn:microsoft.com/office/officeart/2005/8/layout/vList4"/>
    <dgm:cxn modelId="{14603AC0-4A01-4979-AF65-AD6C947A4EE4}" srcId="{A6CD409E-9328-417E-A3E9-2B3A24253BE3}" destId="{6AEF51DA-B0BF-44C6-9DB9-78256E5A0E2A}" srcOrd="1" destOrd="0" parTransId="{84F58AF8-4C7E-4590-A757-58CF15301EB7}" sibTransId="{D59BB722-14DA-42C9-B270-729CB3D63405}"/>
    <dgm:cxn modelId="{D8CB81C4-D15B-4BC9-9BB0-FE2C0E5B7B58}" type="presOf" srcId="{4FA122B1-8FAA-4EE9-9853-0F53632FABE4}" destId="{AAC26956-21A4-43DC-8671-CA540B3D9FE2}" srcOrd="0" destOrd="0" presId="urn:microsoft.com/office/officeart/2005/8/layout/vList4"/>
    <dgm:cxn modelId="{C494E4E7-C247-4B91-8C70-3337AD7AF67F}" type="presOf" srcId="{A6916F6C-8F18-4F60-B39E-F2102D2CC31D}" destId="{4A598644-B1BC-4979-BD9C-85E64501E7B0}" srcOrd="1" destOrd="0" presId="urn:microsoft.com/office/officeart/2005/8/layout/vList4"/>
    <dgm:cxn modelId="{C2F44FFE-9BF3-4CC9-9821-9CE4AAE86970}" type="presOf" srcId="{A6CD409E-9328-417E-A3E9-2B3A24253BE3}" destId="{44C1881A-91D1-44BD-A63F-59CB4EDE37AD}" srcOrd="0" destOrd="0" presId="urn:microsoft.com/office/officeart/2005/8/layout/vList4"/>
    <dgm:cxn modelId="{F543EE4B-C640-4B85-B532-430E541AED9C}" type="presParOf" srcId="{44C1881A-91D1-44BD-A63F-59CB4EDE37AD}" destId="{707A700A-485D-423F-A154-12FCD4CAFBC3}" srcOrd="0" destOrd="0" presId="urn:microsoft.com/office/officeart/2005/8/layout/vList4"/>
    <dgm:cxn modelId="{EE000AB3-F12F-43CA-A93A-1D641AAFD3CA}" type="presParOf" srcId="{707A700A-485D-423F-A154-12FCD4CAFBC3}" destId="{AAC26956-21A4-43DC-8671-CA540B3D9FE2}" srcOrd="0" destOrd="0" presId="urn:microsoft.com/office/officeart/2005/8/layout/vList4"/>
    <dgm:cxn modelId="{B2389677-1D97-4A13-A41E-25AB72BB2A30}" type="presParOf" srcId="{707A700A-485D-423F-A154-12FCD4CAFBC3}" destId="{E33429C0-6B41-4F30-B0FF-22E9F882EAA8}" srcOrd="1" destOrd="0" presId="urn:microsoft.com/office/officeart/2005/8/layout/vList4"/>
    <dgm:cxn modelId="{681BC670-35D8-44FA-98E7-7C02800885E6}" type="presParOf" srcId="{707A700A-485D-423F-A154-12FCD4CAFBC3}" destId="{221DC697-661D-41EE-93F5-80F5A5D012C1}" srcOrd="2" destOrd="0" presId="urn:microsoft.com/office/officeart/2005/8/layout/vList4"/>
    <dgm:cxn modelId="{B67878A4-77E8-4345-A0DE-D7DA22514AC9}" type="presParOf" srcId="{44C1881A-91D1-44BD-A63F-59CB4EDE37AD}" destId="{CF72D0F7-3862-493B-9724-849D6BC86BA9}" srcOrd="1" destOrd="0" presId="urn:microsoft.com/office/officeart/2005/8/layout/vList4"/>
    <dgm:cxn modelId="{AA279D20-A7D3-42A7-B920-F4A7867375EB}" type="presParOf" srcId="{44C1881A-91D1-44BD-A63F-59CB4EDE37AD}" destId="{C50324EC-35EC-4BF9-8313-6E1B50442D03}" srcOrd="2" destOrd="0" presId="urn:microsoft.com/office/officeart/2005/8/layout/vList4"/>
    <dgm:cxn modelId="{7EAC1B29-E3EC-4CA1-B1A9-5B9CA31ECB81}" type="presParOf" srcId="{C50324EC-35EC-4BF9-8313-6E1B50442D03}" destId="{F65624F1-A616-4AE7-8550-B32192F7661A}" srcOrd="0" destOrd="0" presId="urn:microsoft.com/office/officeart/2005/8/layout/vList4"/>
    <dgm:cxn modelId="{091A6A22-623D-4B0B-BBBD-72AC8C38E96C}" type="presParOf" srcId="{C50324EC-35EC-4BF9-8313-6E1B50442D03}" destId="{0EF7DAFF-A481-4A0F-AE63-BA811168E4D9}" srcOrd="1" destOrd="0" presId="urn:microsoft.com/office/officeart/2005/8/layout/vList4"/>
    <dgm:cxn modelId="{E77E3123-1BE0-43B2-AB1C-25E13A91D18D}" type="presParOf" srcId="{C50324EC-35EC-4BF9-8313-6E1B50442D03}" destId="{8A2BE982-62B5-4D23-9B78-C8014151AA27}" srcOrd="2" destOrd="0" presId="urn:microsoft.com/office/officeart/2005/8/layout/vList4"/>
    <dgm:cxn modelId="{B7BB6C80-FE6B-40B0-89E5-9D0682DBC3E2}" type="presParOf" srcId="{44C1881A-91D1-44BD-A63F-59CB4EDE37AD}" destId="{62EC0D8F-9D69-4827-856B-2F4A3BFD4160}" srcOrd="3" destOrd="0" presId="urn:microsoft.com/office/officeart/2005/8/layout/vList4"/>
    <dgm:cxn modelId="{DECCD23D-5AC8-4CC7-9A63-07A30D5F3C34}" type="presParOf" srcId="{44C1881A-91D1-44BD-A63F-59CB4EDE37AD}" destId="{6CB3CBCB-E801-447A-A786-63CDA74D5FA7}" srcOrd="4" destOrd="0" presId="urn:microsoft.com/office/officeart/2005/8/layout/vList4"/>
    <dgm:cxn modelId="{32F9FCBB-CD92-447D-A25C-B1EA77839F94}" type="presParOf" srcId="{6CB3CBCB-E801-447A-A786-63CDA74D5FA7}" destId="{DD3FF53A-7F66-4DFA-A7E3-48E0C01803AE}" srcOrd="0" destOrd="0" presId="urn:microsoft.com/office/officeart/2005/8/layout/vList4"/>
    <dgm:cxn modelId="{D33B1FAD-E861-4BF0-BAF1-E3D1FA895CE5}" type="presParOf" srcId="{6CB3CBCB-E801-447A-A786-63CDA74D5FA7}" destId="{E0A8334E-8CFB-460D-BE6A-83A5EA4CC06C}" srcOrd="1" destOrd="0" presId="urn:microsoft.com/office/officeart/2005/8/layout/vList4"/>
    <dgm:cxn modelId="{6291D3EE-8BA5-4C43-A472-FDB956540333}" type="presParOf" srcId="{6CB3CBCB-E801-447A-A786-63CDA74D5FA7}" destId="{BD0F909A-5560-4E71-8E31-E4F053748E9B}" srcOrd="2" destOrd="0" presId="urn:microsoft.com/office/officeart/2005/8/layout/vList4"/>
    <dgm:cxn modelId="{6F20F9D3-7CE8-448C-9235-0135EB2724E2}" type="presParOf" srcId="{44C1881A-91D1-44BD-A63F-59CB4EDE37AD}" destId="{634B9BF0-2738-4726-BFFD-6589BB806451}" srcOrd="5" destOrd="0" presId="urn:microsoft.com/office/officeart/2005/8/layout/vList4"/>
    <dgm:cxn modelId="{FE57AB87-443B-45CB-AD12-E85B8A9851E4}" type="presParOf" srcId="{44C1881A-91D1-44BD-A63F-59CB4EDE37AD}" destId="{80F906B6-2278-4B14-82DF-81B18E18072D}" srcOrd="6" destOrd="0" presId="urn:microsoft.com/office/officeart/2005/8/layout/vList4"/>
    <dgm:cxn modelId="{63D5145B-108C-4D85-ACC2-5104F7A58142}" type="presParOf" srcId="{80F906B6-2278-4B14-82DF-81B18E18072D}" destId="{98183398-6CD2-4D18-A1C3-ED0A80246F35}" srcOrd="0" destOrd="0" presId="urn:microsoft.com/office/officeart/2005/8/layout/vList4"/>
    <dgm:cxn modelId="{CE5DDB77-BF1D-4887-9A9D-69F04AEDE5CF}" type="presParOf" srcId="{80F906B6-2278-4B14-82DF-81B18E18072D}" destId="{BA911E3C-98A4-402F-BF23-8D01285AACEC}" srcOrd="1" destOrd="0" presId="urn:microsoft.com/office/officeart/2005/8/layout/vList4"/>
    <dgm:cxn modelId="{ECBC5629-D87D-46E6-A50F-8ED7471B41F3}" type="presParOf" srcId="{80F906B6-2278-4B14-82DF-81B18E18072D}" destId="{4A598644-B1BC-4979-BD9C-85E64501E7B0}" srcOrd="2" destOrd="0" presId="urn:microsoft.com/office/officeart/2005/8/layout/vList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6CD409E-9328-417E-A3E9-2B3A24253BE3}" type="doc">
      <dgm:prSet loTypeId="urn:microsoft.com/office/officeart/2005/8/layout/chevron2" loCatId="list" qsTypeId="urn:microsoft.com/office/officeart/2005/8/quickstyle/simple1" qsCatId="simple" csTypeId="urn:microsoft.com/office/officeart/2005/8/colors/accent2_3" csCatId="accent2" phldr="1"/>
      <dgm:spPr/>
    </dgm:pt>
    <dgm:pt modelId="{4FA122B1-8FAA-4EE9-9853-0F53632FABE4}">
      <dgm:prSet phldrT="[Text]" custT="1"/>
      <dgm:spPr/>
      <dgm:t>
        <a:bodyPr/>
        <a:lstStyle/>
        <a:p>
          <a:r>
            <a:rPr lang="en-US" sz="1800" b="1" i="0" dirty="0"/>
            <a:t>CPU Scheduling</a:t>
          </a:r>
          <a:r>
            <a:rPr lang="en-US" sz="1800" b="0" i="0" dirty="0"/>
            <a:t> is a process that allows one process to use the CPU while another process is delayed (in standby) due to unavailability of any resources such as I/O etc.</a:t>
          </a:r>
          <a:endParaRPr lang="en-US" sz="1800" dirty="0"/>
        </a:p>
      </dgm:t>
    </dgm:pt>
    <dgm:pt modelId="{C88773A0-E49F-411F-87D2-2290CF7B25CB}" type="parTrans" cxnId="{E71AD961-4642-4EF3-B9D9-09D5C68B4C5A}">
      <dgm:prSet/>
      <dgm:spPr/>
      <dgm:t>
        <a:bodyPr/>
        <a:lstStyle/>
        <a:p>
          <a:endParaRPr lang="en-US" sz="500"/>
        </a:p>
      </dgm:t>
    </dgm:pt>
    <dgm:pt modelId="{4B840F86-21E1-4976-B7C1-5A63517BCEA0}" type="sibTrans" cxnId="{E71AD961-4642-4EF3-B9D9-09D5C68B4C5A}">
      <dgm:prSet/>
      <dgm:spPr/>
      <dgm:t>
        <a:bodyPr/>
        <a:lstStyle/>
        <a:p>
          <a:endParaRPr lang="en-US" sz="500"/>
        </a:p>
      </dgm:t>
    </dgm:pt>
    <dgm:pt modelId="{CD0543B6-F622-4CA4-A787-E2AB1D46A129}">
      <dgm:prSet phldrT="[Text]" custT="1"/>
      <dgm:spPr/>
      <dgm:t>
        <a:bodyPr/>
        <a:lstStyle/>
        <a:p>
          <a:r>
            <a:rPr lang="en-US" sz="1800" b="0" i="0" dirty="0"/>
            <a:t>The purpose of CPU Scheduling is to make the system more efficient, faster, and fairer.</a:t>
          </a:r>
          <a:endParaRPr lang="en-US" sz="1800" dirty="0"/>
        </a:p>
      </dgm:t>
    </dgm:pt>
    <dgm:pt modelId="{E46C75E9-D028-4EA8-BBE2-4D69CA15EE07}" type="parTrans" cxnId="{3CE53F9C-96E9-4DC9-95CC-2087639DE359}">
      <dgm:prSet/>
      <dgm:spPr/>
      <dgm:t>
        <a:bodyPr/>
        <a:lstStyle/>
        <a:p>
          <a:endParaRPr lang="en-US"/>
        </a:p>
      </dgm:t>
    </dgm:pt>
    <dgm:pt modelId="{FDD05B05-E417-4335-89A6-7F96F6BA2A7B}" type="sibTrans" cxnId="{3CE53F9C-96E9-4DC9-95CC-2087639DE359}">
      <dgm:prSet/>
      <dgm:spPr/>
      <dgm:t>
        <a:bodyPr/>
        <a:lstStyle/>
        <a:p>
          <a:endParaRPr lang="en-US"/>
        </a:p>
      </dgm:t>
    </dgm:pt>
    <dgm:pt modelId="{26740E10-024D-44CE-86C7-FC98FF2AD90D}">
      <dgm:prSet phldrT="[Text]" custT="1"/>
      <dgm:spPr/>
      <dgm:t>
        <a:bodyPr/>
        <a:lstStyle/>
        <a:p>
          <a:r>
            <a:rPr lang="en-US" sz="1800" b="0" i="0" dirty="0"/>
            <a:t>It is a key part of how an operating system works because it decides which task (or process) the CPU should work on at any given time.</a:t>
          </a:r>
          <a:endParaRPr lang="en-US" sz="1800" dirty="0"/>
        </a:p>
      </dgm:t>
    </dgm:pt>
    <dgm:pt modelId="{98A0EA0B-A1FF-4108-BFB0-CF9892844209}" type="parTrans" cxnId="{68B8D7C0-BC26-41B7-87AB-F7CF32758AE7}">
      <dgm:prSet/>
      <dgm:spPr/>
      <dgm:t>
        <a:bodyPr/>
        <a:lstStyle/>
        <a:p>
          <a:endParaRPr lang="en-US"/>
        </a:p>
      </dgm:t>
    </dgm:pt>
    <dgm:pt modelId="{2403D6EE-7381-4861-B09E-022DD1699B3A}" type="sibTrans" cxnId="{68B8D7C0-BC26-41B7-87AB-F7CF32758AE7}">
      <dgm:prSet/>
      <dgm:spPr/>
      <dgm:t>
        <a:bodyPr/>
        <a:lstStyle/>
        <a:p>
          <a:endParaRPr lang="en-US"/>
        </a:p>
      </dgm:t>
    </dgm:pt>
    <dgm:pt modelId="{A49CF1AB-D5F6-4FA9-ACD2-EE4AD28E02FC}">
      <dgm:prSet phldrT="[Text]" custT="1"/>
      <dgm:spPr/>
      <dgm:t>
        <a:bodyPr/>
        <a:lstStyle/>
        <a:p>
          <a:r>
            <a:rPr lang="en-US" sz="1800" b="0" i="0" dirty="0"/>
            <a:t>This is important because a CPU can only handle one task at a time, but there are usually many tasks that need to be processed.</a:t>
          </a:r>
          <a:endParaRPr lang="en-US" sz="1800" dirty="0"/>
        </a:p>
      </dgm:t>
    </dgm:pt>
    <dgm:pt modelId="{3C6870CF-D4E9-4FC1-81C6-B6A980C6CA2F}" type="parTrans" cxnId="{AC01EA9D-BD28-41E7-BF3D-B795AA430234}">
      <dgm:prSet/>
      <dgm:spPr/>
      <dgm:t>
        <a:bodyPr/>
        <a:lstStyle/>
        <a:p>
          <a:endParaRPr lang="en-US"/>
        </a:p>
      </dgm:t>
    </dgm:pt>
    <dgm:pt modelId="{E7BBDD75-A3F8-4144-85F4-54CAF6FA7ACC}" type="sibTrans" cxnId="{AC01EA9D-BD28-41E7-BF3D-B795AA430234}">
      <dgm:prSet/>
      <dgm:spPr/>
      <dgm:t>
        <a:bodyPr/>
        <a:lstStyle/>
        <a:p>
          <a:endParaRPr lang="en-US"/>
        </a:p>
      </dgm:t>
    </dgm:pt>
    <dgm:pt modelId="{BB726C10-BB0A-475A-A119-A19501226E71}">
      <dgm:prSet phldrT="[Text]" custT="1"/>
      <dgm:spPr>
        <a:solidFill>
          <a:schemeClr val="tx2">
            <a:lumMod val="25000"/>
            <a:lumOff val="75000"/>
          </a:schemeClr>
        </a:solidFill>
      </dgm:spPr>
      <dgm:t>
        <a:bodyPr/>
        <a:lstStyle/>
        <a:p>
          <a:endParaRPr lang="en-US" sz="1800" dirty="0"/>
        </a:p>
      </dgm:t>
    </dgm:pt>
    <dgm:pt modelId="{46B5CB09-8D50-4A51-8D5C-25A62738ACAE}" type="parTrans" cxnId="{CA593920-06AC-43C6-BC51-DE61DF34B94C}">
      <dgm:prSet/>
      <dgm:spPr/>
      <dgm:t>
        <a:bodyPr/>
        <a:lstStyle/>
        <a:p>
          <a:endParaRPr lang="en-US"/>
        </a:p>
      </dgm:t>
    </dgm:pt>
    <dgm:pt modelId="{4AFE6D63-4968-4D21-AB27-4D0CEA33AFBA}" type="sibTrans" cxnId="{CA593920-06AC-43C6-BC51-DE61DF34B94C}">
      <dgm:prSet/>
      <dgm:spPr/>
      <dgm:t>
        <a:bodyPr/>
        <a:lstStyle/>
        <a:p>
          <a:endParaRPr lang="en-US"/>
        </a:p>
      </dgm:t>
    </dgm:pt>
    <dgm:pt modelId="{0B8FEC88-569E-46E8-978E-D0274E4A12AB}">
      <dgm:prSet phldrT="[Text]" custT="1"/>
      <dgm:spPr>
        <a:solidFill>
          <a:srgbClr val="92D050"/>
        </a:solidFill>
      </dgm:spPr>
      <dgm:t>
        <a:bodyPr/>
        <a:lstStyle/>
        <a:p>
          <a:endParaRPr lang="en-US" sz="1800" dirty="0"/>
        </a:p>
      </dgm:t>
    </dgm:pt>
    <dgm:pt modelId="{96147C1B-93C0-4EE1-B28F-B141F55F46D3}" type="parTrans" cxnId="{6CC2C29B-0BC5-4B0F-AE33-283659EAE9DB}">
      <dgm:prSet/>
      <dgm:spPr/>
      <dgm:t>
        <a:bodyPr/>
        <a:lstStyle/>
        <a:p>
          <a:endParaRPr lang="en-US"/>
        </a:p>
      </dgm:t>
    </dgm:pt>
    <dgm:pt modelId="{0DC4589F-E6D2-4D1F-AE32-B72B3D13F21B}" type="sibTrans" cxnId="{6CC2C29B-0BC5-4B0F-AE33-283659EAE9DB}">
      <dgm:prSet/>
      <dgm:spPr/>
      <dgm:t>
        <a:bodyPr/>
        <a:lstStyle/>
        <a:p>
          <a:endParaRPr lang="en-US"/>
        </a:p>
      </dgm:t>
    </dgm:pt>
    <dgm:pt modelId="{A658FF74-2A03-4DB3-8D39-9E5EBD32A1FF}">
      <dgm:prSet phldrT="[Text]" custT="1"/>
      <dgm:spPr>
        <a:solidFill>
          <a:srgbClr val="FF0000"/>
        </a:solidFill>
      </dgm:spPr>
      <dgm:t>
        <a:bodyPr/>
        <a:lstStyle/>
        <a:p>
          <a:endParaRPr lang="en-US" sz="1800" dirty="0"/>
        </a:p>
      </dgm:t>
    </dgm:pt>
    <dgm:pt modelId="{A754ED27-1957-4F3D-939C-B793027DD5BB}" type="parTrans" cxnId="{5419E20D-B4A3-47C6-A4EC-CAF5EC062FF7}">
      <dgm:prSet/>
      <dgm:spPr/>
      <dgm:t>
        <a:bodyPr/>
        <a:lstStyle/>
        <a:p>
          <a:endParaRPr lang="en-US"/>
        </a:p>
      </dgm:t>
    </dgm:pt>
    <dgm:pt modelId="{E31EA583-5035-48D9-9AB8-3832EF9947CA}" type="sibTrans" cxnId="{5419E20D-B4A3-47C6-A4EC-CAF5EC062FF7}">
      <dgm:prSet/>
      <dgm:spPr/>
      <dgm:t>
        <a:bodyPr/>
        <a:lstStyle/>
        <a:p>
          <a:endParaRPr lang="en-US"/>
        </a:p>
      </dgm:t>
    </dgm:pt>
    <dgm:pt modelId="{0DB9316B-F3CA-4751-9912-B6954B938216}">
      <dgm:prSet phldrT="[Text]" custT="1"/>
      <dgm:spPr>
        <a:solidFill>
          <a:srgbClr val="FFFF00"/>
        </a:solidFill>
      </dgm:spPr>
      <dgm:t>
        <a:bodyPr/>
        <a:lstStyle/>
        <a:p>
          <a:endParaRPr lang="en-US" sz="1800" dirty="0"/>
        </a:p>
      </dgm:t>
    </dgm:pt>
    <dgm:pt modelId="{5CB9BE5B-6002-4B93-B99C-2BD7C6C74CFF}" type="parTrans" cxnId="{50B74BA3-2935-4391-848B-4A69A8F4E20A}">
      <dgm:prSet/>
      <dgm:spPr/>
      <dgm:t>
        <a:bodyPr/>
        <a:lstStyle/>
        <a:p>
          <a:endParaRPr lang="en-US"/>
        </a:p>
      </dgm:t>
    </dgm:pt>
    <dgm:pt modelId="{FCFE9705-F45A-4D77-A5FF-A5FF0A84FDE8}" type="sibTrans" cxnId="{50B74BA3-2935-4391-848B-4A69A8F4E20A}">
      <dgm:prSet/>
      <dgm:spPr/>
      <dgm:t>
        <a:bodyPr/>
        <a:lstStyle/>
        <a:p>
          <a:endParaRPr lang="en-US"/>
        </a:p>
      </dgm:t>
    </dgm:pt>
    <dgm:pt modelId="{65ACDA32-4434-4335-88B7-7F666A9B6E17}" type="pres">
      <dgm:prSet presAssocID="{A6CD409E-9328-417E-A3E9-2B3A24253BE3}" presName="linearFlow" presStyleCnt="0">
        <dgm:presLayoutVars>
          <dgm:dir/>
          <dgm:animLvl val="lvl"/>
          <dgm:resizeHandles val="exact"/>
        </dgm:presLayoutVars>
      </dgm:prSet>
      <dgm:spPr/>
    </dgm:pt>
    <dgm:pt modelId="{DB99751A-4016-457A-8D41-1020AC941868}" type="pres">
      <dgm:prSet presAssocID="{BB726C10-BB0A-475A-A119-A19501226E71}" presName="composite" presStyleCnt="0"/>
      <dgm:spPr/>
    </dgm:pt>
    <dgm:pt modelId="{B0B0DC31-E7AD-4619-968B-FE121D9899A6}" type="pres">
      <dgm:prSet presAssocID="{BB726C10-BB0A-475A-A119-A19501226E71}" presName="parentText" presStyleLbl="alignNode1" presStyleIdx="0" presStyleCnt="4">
        <dgm:presLayoutVars>
          <dgm:chMax val="1"/>
          <dgm:bulletEnabled val="1"/>
        </dgm:presLayoutVars>
      </dgm:prSet>
      <dgm:spPr/>
    </dgm:pt>
    <dgm:pt modelId="{46887D38-5EAD-4D44-8516-40FA981FE13F}" type="pres">
      <dgm:prSet presAssocID="{BB726C10-BB0A-475A-A119-A19501226E71}" presName="descendantText" presStyleLbl="alignAcc1" presStyleIdx="0" presStyleCnt="4">
        <dgm:presLayoutVars>
          <dgm:bulletEnabled val="1"/>
        </dgm:presLayoutVars>
      </dgm:prSet>
      <dgm:spPr/>
    </dgm:pt>
    <dgm:pt modelId="{FBE8E29F-0986-4994-B4BD-17F5B7F0F54D}" type="pres">
      <dgm:prSet presAssocID="{4AFE6D63-4968-4D21-AB27-4D0CEA33AFBA}" presName="sp" presStyleCnt="0"/>
      <dgm:spPr/>
    </dgm:pt>
    <dgm:pt modelId="{B1776A5A-37EC-464B-97BA-0A9890E6DE9D}" type="pres">
      <dgm:prSet presAssocID="{0B8FEC88-569E-46E8-978E-D0274E4A12AB}" presName="composite" presStyleCnt="0"/>
      <dgm:spPr/>
    </dgm:pt>
    <dgm:pt modelId="{F97BDE83-3408-499E-A700-BEE5408B68C7}" type="pres">
      <dgm:prSet presAssocID="{0B8FEC88-569E-46E8-978E-D0274E4A12AB}" presName="parentText" presStyleLbl="alignNode1" presStyleIdx="1" presStyleCnt="4">
        <dgm:presLayoutVars>
          <dgm:chMax val="1"/>
          <dgm:bulletEnabled val="1"/>
        </dgm:presLayoutVars>
      </dgm:prSet>
      <dgm:spPr/>
    </dgm:pt>
    <dgm:pt modelId="{B9BB53F4-4D0A-486E-95AD-C15A671F1E2D}" type="pres">
      <dgm:prSet presAssocID="{0B8FEC88-569E-46E8-978E-D0274E4A12AB}" presName="descendantText" presStyleLbl="alignAcc1" presStyleIdx="1" presStyleCnt="4">
        <dgm:presLayoutVars>
          <dgm:bulletEnabled val="1"/>
        </dgm:presLayoutVars>
      </dgm:prSet>
      <dgm:spPr/>
    </dgm:pt>
    <dgm:pt modelId="{4023ADE6-BCF7-4320-8BC8-D6AFC14AA808}" type="pres">
      <dgm:prSet presAssocID="{0DC4589F-E6D2-4D1F-AE32-B72B3D13F21B}" presName="sp" presStyleCnt="0"/>
      <dgm:spPr/>
    </dgm:pt>
    <dgm:pt modelId="{BF165A9D-A780-48F0-AD2F-EB069E7A180E}" type="pres">
      <dgm:prSet presAssocID="{A658FF74-2A03-4DB3-8D39-9E5EBD32A1FF}" presName="composite" presStyleCnt="0"/>
      <dgm:spPr/>
    </dgm:pt>
    <dgm:pt modelId="{214D3E04-982C-4215-9717-3AAE345EB406}" type="pres">
      <dgm:prSet presAssocID="{A658FF74-2A03-4DB3-8D39-9E5EBD32A1FF}" presName="parentText" presStyleLbl="alignNode1" presStyleIdx="2" presStyleCnt="4">
        <dgm:presLayoutVars>
          <dgm:chMax val="1"/>
          <dgm:bulletEnabled val="1"/>
        </dgm:presLayoutVars>
      </dgm:prSet>
      <dgm:spPr/>
    </dgm:pt>
    <dgm:pt modelId="{E0A0A444-5C25-4812-8146-84EE35D0BBA1}" type="pres">
      <dgm:prSet presAssocID="{A658FF74-2A03-4DB3-8D39-9E5EBD32A1FF}" presName="descendantText" presStyleLbl="alignAcc1" presStyleIdx="2" presStyleCnt="4">
        <dgm:presLayoutVars>
          <dgm:bulletEnabled val="1"/>
        </dgm:presLayoutVars>
      </dgm:prSet>
      <dgm:spPr/>
    </dgm:pt>
    <dgm:pt modelId="{8019FA12-571E-4122-A956-B57955CA48AF}" type="pres">
      <dgm:prSet presAssocID="{E31EA583-5035-48D9-9AB8-3832EF9947CA}" presName="sp" presStyleCnt="0"/>
      <dgm:spPr/>
    </dgm:pt>
    <dgm:pt modelId="{34AF6B01-BE0F-4754-AFDB-E1153B0987BA}" type="pres">
      <dgm:prSet presAssocID="{0DB9316B-F3CA-4751-9912-B6954B938216}" presName="composite" presStyleCnt="0"/>
      <dgm:spPr/>
    </dgm:pt>
    <dgm:pt modelId="{3EE74C98-6922-40E8-ABF9-CF4697C8C646}" type="pres">
      <dgm:prSet presAssocID="{0DB9316B-F3CA-4751-9912-B6954B938216}" presName="parentText" presStyleLbl="alignNode1" presStyleIdx="3" presStyleCnt="4">
        <dgm:presLayoutVars>
          <dgm:chMax val="1"/>
          <dgm:bulletEnabled val="1"/>
        </dgm:presLayoutVars>
      </dgm:prSet>
      <dgm:spPr/>
    </dgm:pt>
    <dgm:pt modelId="{26B05B7B-93AB-465F-A206-64E5C7B862F3}" type="pres">
      <dgm:prSet presAssocID="{0DB9316B-F3CA-4751-9912-B6954B938216}" presName="descendantText" presStyleLbl="alignAcc1" presStyleIdx="3" presStyleCnt="4">
        <dgm:presLayoutVars>
          <dgm:bulletEnabled val="1"/>
        </dgm:presLayoutVars>
      </dgm:prSet>
      <dgm:spPr/>
    </dgm:pt>
  </dgm:ptLst>
  <dgm:cxnLst>
    <dgm:cxn modelId="{5419E20D-B4A3-47C6-A4EC-CAF5EC062FF7}" srcId="{A6CD409E-9328-417E-A3E9-2B3A24253BE3}" destId="{A658FF74-2A03-4DB3-8D39-9E5EBD32A1FF}" srcOrd="2" destOrd="0" parTransId="{A754ED27-1957-4F3D-939C-B793027DD5BB}" sibTransId="{E31EA583-5035-48D9-9AB8-3832EF9947CA}"/>
    <dgm:cxn modelId="{A1AAA416-628C-4873-8C8D-D7EDD8DEB241}" type="presOf" srcId="{CD0543B6-F622-4CA4-A787-E2AB1D46A129}" destId="{B9BB53F4-4D0A-486E-95AD-C15A671F1E2D}" srcOrd="0" destOrd="0" presId="urn:microsoft.com/office/officeart/2005/8/layout/chevron2"/>
    <dgm:cxn modelId="{AE90A21C-A9C0-4A29-893F-FB784399C2E9}" type="presOf" srcId="{A658FF74-2A03-4DB3-8D39-9E5EBD32A1FF}" destId="{214D3E04-982C-4215-9717-3AAE345EB406}" srcOrd="0" destOrd="0" presId="urn:microsoft.com/office/officeart/2005/8/layout/chevron2"/>
    <dgm:cxn modelId="{CA593920-06AC-43C6-BC51-DE61DF34B94C}" srcId="{A6CD409E-9328-417E-A3E9-2B3A24253BE3}" destId="{BB726C10-BB0A-475A-A119-A19501226E71}" srcOrd="0" destOrd="0" parTransId="{46B5CB09-8D50-4A51-8D5C-25A62738ACAE}" sibTransId="{4AFE6D63-4968-4D21-AB27-4D0CEA33AFBA}"/>
    <dgm:cxn modelId="{3C269C39-8644-40DF-96C9-9E12B3F52BBB}" type="presOf" srcId="{A49CF1AB-D5F6-4FA9-ACD2-EE4AD28E02FC}" destId="{26B05B7B-93AB-465F-A206-64E5C7B862F3}" srcOrd="0" destOrd="0" presId="urn:microsoft.com/office/officeart/2005/8/layout/chevron2"/>
    <dgm:cxn modelId="{5C996C41-2147-4CD1-9D48-01E1D2CF4B47}" type="presOf" srcId="{A6CD409E-9328-417E-A3E9-2B3A24253BE3}" destId="{65ACDA32-4434-4335-88B7-7F666A9B6E17}" srcOrd="0" destOrd="0" presId="urn:microsoft.com/office/officeart/2005/8/layout/chevron2"/>
    <dgm:cxn modelId="{E71AD961-4642-4EF3-B9D9-09D5C68B4C5A}" srcId="{BB726C10-BB0A-475A-A119-A19501226E71}" destId="{4FA122B1-8FAA-4EE9-9853-0F53632FABE4}" srcOrd="0" destOrd="0" parTransId="{C88773A0-E49F-411F-87D2-2290CF7B25CB}" sibTransId="{4B840F86-21E1-4976-B7C1-5A63517BCEA0}"/>
    <dgm:cxn modelId="{56561C78-04B0-4E04-951A-84A0E842469D}" type="presOf" srcId="{4FA122B1-8FAA-4EE9-9853-0F53632FABE4}" destId="{46887D38-5EAD-4D44-8516-40FA981FE13F}" srcOrd="0" destOrd="0" presId="urn:microsoft.com/office/officeart/2005/8/layout/chevron2"/>
    <dgm:cxn modelId="{5A6B5990-6A2C-4385-B450-00A09A8BCFBD}" type="presOf" srcId="{BB726C10-BB0A-475A-A119-A19501226E71}" destId="{B0B0DC31-E7AD-4619-968B-FE121D9899A6}" srcOrd="0" destOrd="0" presId="urn:microsoft.com/office/officeart/2005/8/layout/chevron2"/>
    <dgm:cxn modelId="{6D388295-DE90-4D54-B809-43478A15E3A2}" type="presOf" srcId="{0DB9316B-F3CA-4751-9912-B6954B938216}" destId="{3EE74C98-6922-40E8-ABF9-CF4697C8C646}" srcOrd="0" destOrd="0" presId="urn:microsoft.com/office/officeart/2005/8/layout/chevron2"/>
    <dgm:cxn modelId="{6CC2C29B-0BC5-4B0F-AE33-283659EAE9DB}" srcId="{A6CD409E-9328-417E-A3E9-2B3A24253BE3}" destId="{0B8FEC88-569E-46E8-978E-D0274E4A12AB}" srcOrd="1" destOrd="0" parTransId="{96147C1B-93C0-4EE1-B28F-B141F55F46D3}" sibTransId="{0DC4589F-E6D2-4D1F-AE32-B72B3D13F21B}"/>
    <dgm:cxn modelId="{3CE53F9C-96E9-4DC9-95CC-2087639DE359}" srcId="{0B8FEC88-569E-46E8-978E-D0274E4A12AB}" destId="{CD0543B6-F622-4CA4-A787-E2AB1D46A129}" srcOrd="0" destOrd="0" parTransId="{E46C75E9-D028-4EA8-BBE2-4D69CA15EE07}" sibTransId="{FDD05B05-E417-4335-89A6-7F96F6BA2A7B}"/>
    <dgm:cxn modelId="{AC01EA9D-BD28-41E7-BF3D-B795AA430234}" srcId="{0DB9316B-F3CA-4751-9912-B6954B938216}" destId="{A49CF1AB-D5F6-4FA9-ACD2-EE4AD28E02FC}" srcOrd="0" destOrd="0" parTransId="{3C6870CF-D4E9-4FC1-81C6-B6A980C6CA2F}" sibTransId="{E7BBDD75-A3F8-4144-85F4-54CAF6FA7ACC}"/>
    <dgm:cxn modelId="{50B74BA3-2935-4391-848B-4A69A8F4E20A}" srcId="{A6CD409E-9328-417E-A3E9-2B3A24253BE3}" destId="{0DB9316B-F3CA-4751-9912-B6954B938216}" srcOrd="3" destOrd="0" parTransId="{5CB9BE5B-6002-4B93-B99C-2BD7C6C74CFF}" sibTransId="{FCFE9705-F45A-4D77-A5FF-A5FF0A84FDE8}"/>
    <dgm:cxn modelId="{6D0F39C0-AA28-4E35-90F4-CF24B606DA88}" type="presOf" srcId="{0B8FEC88-569E-46E8-978E-D0274E4A12AB}" destId="{F97BDE83-3408-499E-A700-BEE5408B68C7}" srcOrd="0" destOrd="0" presId="urn:microsoft.com/office/officeart/2005/8/layout/chevron2"/>
    <dgm:cxn modelId="{68B8D7C0-BC26-41B7-87AB-F7CF32758AE7}" srcId="{A658FF74-2A03-4DB3-8D39-9E5EBD32A1FF}" destId="{26740E10-024D-44CE-86C7-FC98FF2AD90D}" srcOrd="0" destOrd="0" parTransId="{98A0EA0B-A1FF-4108-BFB0-CF9892844209}" sibTransId="{2403D6EE-7381-4861-B09E-022DD1699B3A}"/>
    <dgm:cxn modelId="{BDE4E0C1-9DB9-4E13-A541-ADC42ADAF227}" type="presOf" srcId="{26740E10-024D-44CE-86C7-FC98FF2AD90D}" destId="{E0A0A444-5C25-4812-8146-84EE35D0BBA1}" srcOrd="0" destOrd="0" presId="urn:microsoft.com/office/officeart/2005/8/layout/chevron2"/>
    <dgm:cxn modelId="{5ADB97DD-3BF5-4519-A617-B73AF507D1AE}" type="presParOf" srcId="{65ACDA32-4434-4335-88B7-7F666A9B6E17}" destId="{DB99751A-4016-457A-8D41-1020AC941868}" srcOrd="0" destOrd="0" presId="urn:microsoft.com/office/officeart/2005/8/layout/chevron2"/>
    <dgm:cxn modelId="{20D6DA64-8203-4235-ABED-AE34F1FB7F0A}" type="presParOf" srcId="{DB99751A-4016-457A-8D41-1020AC941868}" destId="{B0B0DC31-E7AD-4619-968B-FE121D9899A6}" srcOrd="0" destOrd="0" presId="urn:microsoft.com/office/officeart/2005/8/layout/chevron2"/>
    <dgm:cxn modelId="{5BC45F4E-5023-4C26-9CB3-824BD6157CEE}" type="presParOf" srcId="{DB99751A-4016-457A-8D41-1020AC941868}" destId="{46887D38-5EAD-4D44-8516-40FA981FE13F}" srcOrd="1" destOrd="0" presId="urn:microsoft.com/office/officeart/2005/8/layout/chevron2"/>
    <dgm:cxn modelId="{089A1809-C027-4F31-9595-80DC898F6B7D}" type="presParOf" srcId="{65ACDA32-4434-4335-88B7-7F666A9B6E17}" destId="{FBE8E29F-0986-4994-B4BD-17F5B7F0F54D}" srcOrd="1" destOrd="0" presId="urn:microsoft.com/office/officeart/2005/8/layout/chevron2"/>
    <dgm:cxn modelId="{FA160322-4CDD-46D6-961B-0A6C1D390D63}" type="presParOf" srcId="{65ACDA32-4434-4335-88B7-7F666A9B6E17}" destId="{B1776A5A-37EC-464B-97BA-0A9890E6DE9D}" srcOrd="2" destOrd="0" presId="urn:microsoft.com/office/officeart/2005/8/layout/chevron2"/>
    <dgm:cxn modelId="{6FD72225-7EC9-4909-A665-722335A8CB2A}" type="presParOf" srcId="{B1776A5A-37EC-464B-97BA-0A9890E6DE9D}" destId="{F97BDE83-3408-499E-A700-BEE5408B68C7}" srcOrd="0" destOrd="0" presId="urn:microsoft.com/office/officeart/2005/8/layout/chevron2"/>
    <dgm:cxn modelId="{3935FACF-0DA5-4DA8-9337-A398400EC948}" type="presParOf" srcId="{B1776A5A-37EC-464B-97BA-0A9890E6DE9D}" destId="{B9BB53F4-4D0A-486E-95AD-C15A671F1E2D}" srcOrd="1" destOrd="0" presId="urn:microsoft.com/office/officeart/2005/8/layout/chevron2"/>
    <dgm:cxn modelId="{7B77436D-2C1E-497E-9C00-E1D7CFB15E94}" type="presParOf" srcId="{65ACDA32-4434-4335-88B7-7F666A9B6E17}" destId="{4023ADE6-BCF7-4320-8BC8-D6AFC14AA808}" srcOrd="3" destOrd="0" presId="urn:microsoft.com/office/officeart/2005/8/layout/chevron2"/>
    <dgm:cxn modelId="{431613CE-6E0D-4775-8A25-2E0597E13563}" type="presParOf" srcId="{65ACDA32-4434-4335-88B7-7F666A9B6E17}" destId="{BF165A9D-A780-48F0-AD2F-EB069E7A180E}" srcOrd="4" destOrd="0" presId="urn:microsoft.com/office/officeart/2005/8/layout/chevron2"/>
    <dgm:cxn modelId="{03C78B04-0F0B-40DB-A1FC-F5ED25A07B91}" type="presParOf" srcId="{BF165A9D-A780-48F0-AD2F-EB069E7A180E}" destId="{214D3E04-982C-4215-9717-3AAE345EB406}" srcOrd="0" destOrd="0" presId="urn:microsoft.com/office/officeart/2005/8/layout/chevron2"/>
    <dgm:cxn modelId="{39A2915C-4736-43E6-A4E9-296248243470}" type="presParOf" srcId="{BF165A9D-A780-48F0-AD2F-EB069E7A180E}" destId="{E0A0A444-5C25-4812-8146-84EE35D0BBA1}" srcOrd="1" destOrd="0" presId="urn:microsoft.com/office/officeart/2005/8/layout/chevron2"/>
    <dgm:cxn modelId="{F197ABC8-AEB8-4817-B891-64D9B7AC9C6F}" type="presParOf" srcId="{65ACDA32-4434-4335-88B7-7F666A9B6E17}" destId="{8019FA12-571E-4122-A956-B57955CA48AF}" srcOrd="5" destOrd="0" presId="urn:microsoft.com/office/officeart/2005/8/layout/chevron2"/>
    <dgm:cxn modelId="{48931D64-7C95-4C56-8F33-A2AF59060940}" type="presParOf" srcId="{65ACDA32-4434-4335-88B7-7F666A9B6E17}" destId="{34AF6B01-BE0F-4754-AFDB-E1153B0987BA}" srcOrd="6" destOrd="0" presId="urn:microsoft.com/office/officeart/2005/8/layout/chevron2"/>
    <dgm:cxn modelId="{DECD6BAA-50EF-41BC-B5F1-9E2D44D1B1C8}" type="presParOf" srcId="{34AF6B01-BE0F-4754-AFDB-E1153B0987BA}" destId="{3EE74C98-6922-40E8-ABF9-CF4697C8C646}" srcOrd="0" destOrd="0" presId="urn:microsoft.com/office/officeart/2005/8/layout/chevron2"/>
    <dgm:cxn modelId="{EA0DD5CD-CB09-45A1-B68C-93476EE989D5}" type="presParOf" srcId="{34AF6B01-BE0F-4754-AFDB-E1153B0987BA}" destId="{26B05B7B-93AB-465F-A206-64E5C7B862F3}" srcOrd="1" destOrd="0" presId="urn:microsoft.com/office/officeart/2005/8/layout/chevro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6CD409E-9328-417E-A3E9-2B3A24253BE3}" type="doc">
      <dgm:prSet loTypeId="urn:microsoft.com/office/officeart/2008/layout/VerticalCurvedList" loCatId="list" qsTypeId="urn:microsoft.com/office/officeart/2005/8/quickstyle/simple1" qsCatId="simple" csTypeId="urn:microsoft.com/office/officeart/2005/8/colors/accent1_2" csCatId="accent1" phldr="1"/>
      <dgm:spPr/>
    </dgm:pt>
    <dgm:pt modelId="{4FA122B1-8FAA-4EE9-9853-0F53632FABE4}">
      <dgm:prSet phldrT="[Text]" custT="1"/>
      <dgm:spPr>
        <a:solidFill>
          <a:srgbClr val="7030A0"/>
        </a:solidFill>
      </dgm:spPr>
      <dgm:t>
        <a:bodyPr/>
        <a:lstStyle/>
        <a:p>
          <a:r>
            <a:rPr lang="en-US" sz="2000" b="0" i="0" dirty="0"/>
            <a:t>Process synchronization is the process of coordination or multiple processes or threads that share common resources to execute and prevent conflicts between the processes or do not interfere with each other while sharing resources and ensuring data consistency. </a:t>
          </a:r>
          <a:endParaRPr lang="en-US" sz="2000" dirty="0"/>
        </a:p>
      </dgm:t>
    </dgm:pt>
    <dgm:pt modelId="{C88773A0-E49F-411F-87D2-2290CF7B25CB}" type="parTrans" cxnId="{E71AD961-4642-4EF3-B9D9-09D5C68B4C5A}">
      <dgm:prSet/>
      <dgm:spPr/>
      <dgm:t>
        <a:bodyPr/>
        <a:lstStyle/>
        <a:p>
          <a:endParaRPr lang="en-US" sz="500"/>
        </a:p>
      </dgm:t>
    </dgm:pt>
    <dgm:pt modelId="{4B840F86-21E1-4976-B7C1-5A63517BCEA0}" type="sibTrans" cxnId="{E71AD961-4642-4EF3-B9D9-09D5C68B4C5A}">
      <dgm:prSet/>
      <dgm:spPr/>
      <dgm:t>
        <a:bodyPr/>
        <a:lstStyle/>
        <a:p>
          <a:endParaRPr lang="en-US" sz="500"/>
        </a:p>
      </dgm:t>
    </dgm:pt>
    <dgm:pt modelId="{3C34D71D-8C3E-4752-9669-2C722E22DE13}">
      <dgm:prSet phldrT="[Text]" custT="1"/>
      <dgm:spPr>
        <a:solidFill>
          <a:srgbClr val="00B050"/>
        </a:solidFill>
      </dgm:spPr>
      <dgm:t>
        <a:bodyPr/>
        <a:lstStyle/>
        <a:p>
          <a:r>
            <a:rPr lang="en-US" sz="2000" b="0" i="0" dirty="0"/>
            <a:t>It’s essential in multi-threaded or multi-process systems where concurrent access to shared resources can lead to issues like deadlocks, and inconsistencies.</a:t>
          </a:r>
          <a:endParaRPr lang="en-US" sz="2000" dirty="0"/>
        </a:p>
      </dgm:t>
    </dgm:pt>
    <dgm:pt modelId="{C87B1F18-91BE-4FF3-A162-65B8E11D34E0}" type="parTrans" cxnId="{BB7E02E9-9291-457D-8013-AC36D586E4D2}">
      <dgm:prSet/>
      <dgm:spPr/>
      <dgm:t>
        <a:bodyPr/>
        <a:lstStyle/>
        <a:p>
          <a:endParaRPr lang="en-US"/>
        </a:p>
      </dgm:t>
    </dgm:pt>
    <dgm:pt modelId="{318875D6-E90A-49E4-97A0-35D7AF43AB3A}" type="sibTrans" cxnId="{BB7E02E9-9291-457D-8013-AC36D586E4D2}">
      <dgm:prSet/>
      <dgm:spPr/>
      <dgm:t>
        <a:bodyPr/>
        <a:lstStyle/>
        <a:p>
          <a:endParaRPr lang="en-US"/>
        </a:p>
      </dgm:t>
    </dgm:pt>
    <dgm:pt modelId="{E0D510EA-405A-4E7D-93CC-AC1D6340B3B4}" type="pres">
      <dgm:prSet presAssocID="{A6CD409E-9328-417E-A3E9-2B3A24253BE3}" presName="Name0" presStyleCnt="0">
        <dgm:presLayoutVars>
          <dgm:chMax val="7"/>
          <dgm:chPref val="7"/>
          <dgm:dir/>
        </dgm:presLayoutVars>
      </dgm:prSet>
      <dgm:spPr/>
    </dgm:pt>
    <dgm:pt modelId="{8813D5A3-E9EA-443E-B0A0-6118BB46F30B}" type="pres">
      <dgm:prSet presAssocID="{A6CD409E-9328-417E-A3E9-2B3A24253BE3}" presName="Name1" presStyleCnt="0"/>
      <dgm:spPr/>
    </dgm:pt>
    <dgm:pt modelId="{72379024-0B47-4697-BCE5-1E6A2B067E2E}" type="pres">
      <dgm:prSet presAssocID="{A6CD409E-9328-417E-A3E9-2B3A24253BE3}" presName="cycle" presStyleCnt="0"/>
      <dgm:spPr/>
    </dgm:pt>
    <dgm:pt modelId="{A5D4830F-497D-4862-9C91-7A68A521E306}" type="pres">
      <dgm:prSet presAssocID="{A6CD409E-9328-417E-A3E9-2B3A24253BE3}" presName="srcNode" presStyleLbl="node1" presStyleIdx="0" presStyleCnt="2"/>
      <dgm:spPr/>
    </dgm:pt>
    <dgm:pt modelId="{8821CE41-0B8A-4DEA-AED9-B010C6FD9677}" type="pres">
      <dgm:prSet presAssocID="{A6CD409E-9328-417E-A3E9-2B3A24253BE3}" presName="conn" presStyleLbl="parChTrans1D2" presStyleIdx="0" presStyleCnt="1"/>
      <dgm:spPr/>
    </dgm:pt>
    <dgm:pt modelId="{8E7DE9C1-56E6-4F9B-A7CB-D8D3010784CC}" type="pres">
      <dgm:prSet presAssocID="{A6CD409E-9328-417E-A3E9-2B3A24253BE3}" presName="extraNode" presStyleLbl="node1" presStyleIdx="0" presStyleCnt="2"/>
      <dgm:spPr/>
    </dgm:pt>
    <dgm:pt modelId="{8691883B-1E2A-47EC-BF04-0826921B596D}" type="pres">
      <dgm:prSet presAssocID="{A6CD409E-9328-417E-A3E9-2B3A24253BE3}" presName="dstNode" presStyleLbl="node1" presStyleIdx="0" presStyleCnt="2"/>
      <dgm:spPr/>
    </dgm:pt>
    <dgm:pt modelId="{B3B077F3-AA65-4D0A-A3C1-C53FA2D62DFB}" type="pres">
      <dgm:prSet presAssocID="{4FA122B1-8FAA-4EE9-9853-0F53632FABE4}" presName="text_1" presStyleLbl="node1" presStyleIdx="0" presStyleCnt="2" custScaleY="122842">
        <dgm:presLayoutVars>
          <dgm:bulletEnabled val="1"/>
        </dgm:presLayoutVars>
      </dgm:prSet>
      <dgm:spPr/>
    </dgm:pt>
    <dgm:pt modelId="{2E563702-8880-4600-9D08-D7CC5113BC93}" type="pres">
      <dgm:prSet presAssocID="{4FA122B1-8FAA-4EE9-9853-0F53632FABE4}" presName="accent_1" presStyleCnt="0"/>
      <dgm:spPr/>
    </dgm:pt>
    <dgm:pt modelId="{EA373A5E-82D7-4C37-99C5-AC90928DB41A}" type="pres">
      <dgm:prSet presAssocID="{4FA122B1-8FAA-4EE9-9853-0F53632FABE4}" presName="accentRepeatNode" presStyleLbl="solidFgAcc1" presStyleIdx="0" presStyleCnt="2"/>
      <dgm:spPr/>
    </dgm:pt>
    <dgm:pt modelId="{7A94EF3D-0F46-49DE-936A-D573224ABCC8}" type="pres">
      <dgm:prSet presAssocID="{3C34D71D-8C3E-4752-9669-2C722E22DE13}" presName="text_2" presStyleLbl="node1" presStyleIdx="1" presStyleCnt="2" custScaleY="107028">
        <dgm:presLayoutVars>
          <dgm:bulletEnabled val="1"/>
        </dgm:presLayoutVars>
      </dgm:prSet>
      <dgm:spPr/>
    </dgm:pt>
    <dgm:pt modelId="{6196395E-F29A-4156-9FEE-410FC1B4E504}" type="pres">
      <dgm:prSet presAssocID="{3C34D71D-8C3E-4752-9669-2C722E22DE13}" presName="accent_2" presStyleCnt="0"/>
      <dgm:spPr/>
    </dgm:pt>
    <dgm:pt modelId="{8342B9A2-25CA-4F5E-A298-1B7F51475116}" type="pres">
      <dgm:prSet presAssocID="{3C34D71D-8C3E-4752-9669-2C722E22DE13}" presName="accentRepeatNode" presStyleLbl="solidFgAcc1" presStyleIdx="1" presStyleCnt="2"/>
      <dgm:spPr/>
    </dgm:pt>
  </dgm:ptLst>
  <dgm:cxnLst>
    <dgm:cxn modelId="{012F3321-6706-4968-B76F-AA03EAF6C859}" type="presOf" srcId="{4B840F86-21E1-4976-B7C1-5A63517BCEA0}" destId="{8821CE41-0B8A-4DEA-AED9-B010C6FD9677}" srcOrd="0" destOrd="0" presId="urn:microsoft.com/office/officeart/2008/layout/VerticalCurvedList"/>
    <dgm:cxn modelId="{A95B6822-385A-43B1-B0F6-6C50012A5690}" type="presOf" srcId="{A6CD409E-9328-417E-A3E9-2B3A24253BE3}" destId="{E0D510EA-405A-4E7D-93CC-AC1D6340B3B4}" srcOrd="0" destOrd="0" presId="urn:microsoft.com/office/officeart/2008/layout/VerticalCurvedList"/>
    <dgm:cxn modelId="{E71AD961-4642-4EF3-B9D9-09D5C68B4C5A}" srcId="{A6CD409E-9328-417E-A3E9-2B3A24253BE3}" destId="{4FA122B1-8FAA-4EE9-9853-0F53632FABE4}" srcOrd="0" destOrd="0" parTransId="{C88773A0-E49F-411F-87D2-2290CF7B25CB}" sibTransId="{4B840F86-21E1-4976-B7C1-5A63517BCEA0}"/>
    <dgm:cxn modelId="{9CCDBFB2-B13F-403B-B697-97EC800A4228}" type="presOf" srcId="{3C34D71D-8C3E-4752-9669-2C722E22DE13}" destId="{7A94EF3D-0F46-49DE-936A-D573224ABCC8}" srcOrd="0" destOrd="0" presId="urn:microsoft.com/office/officeart/2008/layout/VerticalCurvedList"/>
    <dgm:cxn modelId="{BB122FB4-591F-4C20-A9FD-347EA21B2CB3}" type="presOf" srcId="{4FA122B1-8FAA-4EE9-9853-0F53632FABE4}" destId="{B3B077F3-AA65-4D0A-A3C1-C53FA2D62DFB}" srcOrd="0" destOrd="0" presId="urn:microsoft.com/office/officeart/2008/layout/VerticalCurvedList"/>
    <dgm:cxn modelId="{BB7E02E9-9291-457D-8013-AC36D586E4D2}" srcId="{A6CD409E-9328-417E-A3E9-2B3A24253BE3}" destId="{3C34D71D-8C3E-4752-9669-2C722E22DE13}" srcOrd="1" destOrd="0" parTransId="{C87B1F18-91BE-4FF3-A162-65B8E11D34E0}" sibTransId="{318875D6-E90A-49E4-97A0-35D7AF43AB3A}"/>
    <dgm:cxn modelId="{1B95F369-7577-4823-833C-71E85CBBA3A4}" type="presParOf" srcId="{E0D510EA-405A-4E7D-93CC-AC1D6340B3B4}" destId="{8813D5A3-E9EA-443E-B0A0-6118BB46F30B}" srcOrd="0" destOrd="0" presId="urn:microsoft.com/office/officeart/2008/layout/VerticalCurvedList"/>
    <dgm:cxn modelId="{67E115DC-AE89-4EAD-8B40-F94F1A36B77F}" type="presParOf" srcId="{8813D5A3-E9EA-443E-B0A0-6118BB46F30B}" destId="{72379024-0B47-4697-BCE5-1E6A2B067E2E}" srcOrd="0" destOrd="0" presId="urn:microsoft.com/office/officeart/2008/layout/VerticalCurvedList"/>
    <dgm:cxn modelId="{C622B46F-A9AE-4627-A5D4-691A626D9EE8}" type="presParOf" srcId="{72379024-0B47-4697-BCE5-1E6A2B067E2E}" destId="{A5D4830F-497D-4862-9C91-7A68A521E306}" srcOrd="0" destOrd="0" presId="urn:microsoft.com/office/officeart/2008/layout/VerticalCurvedList"/>
    <dgm:cxn modelId="{30DD13EF-4247-4BF7-852B-53DB7719B3BF}" type="presParOf" srcId="{72379024-0B47-4697-BCE5-1E6A2B067E2E}" destId="{8821CE41-0B8A-4DEA-AED9-B010C6FD9677}" srcOrd="1" destOrd="0" presId="urn:microsoft.com/office/officeart/2008/layout/VerticalCurvedList"/>
    <dgm:cxn modelId="{CB25DB00-59B4-4A88-A9E6-7D613C367533}" type="presParOf" srcId="{72379024-0B47-4697-BCE5-1E6A2B067E2E}" destId="{8E7DE9C1-56E6-4F9B-A7CB-D8D3010784CC}" srcOrd="2" destOrd="0" presId="urn:microsoft.com/office/officeart/2008/layout/VerticalCurvedList"/>
    <dgm:cxn modelId="{A05903B4-7B55-4F80-B84F-B8182E42442B}" type="presParOf" srcId="{72379024-0B47-4697-BCE5-1E6A2B067E2E}" destId="{8691883B-1E2A-47EC-BF04-0826921B596D}" srcOrd="3" destOrd="0" presId="urn:microsoft.com/office/officeart/2008/layout/VerticalCurvedList"/>
    <dgm:cxn modelId="{261BF74A-DEFA-43D3-911A-5483171C377E}" type="presParOf" srcId="{8813D5A3-E9EA-443E-B0A0-6118BB46F30B}" destId="{B3B077F3-AA65-4D0A-A3C1-C53FA2D62DFB}" srcOrd="1" destOrd="0" presId="urn:microsoft.com/office/officeart/2008/layout/VerticalCurvedList"/>
    <dgm:cxn modelId="{B304D2A6-D97A-4653-A016-6B737D720307}" type="presParOf" srcId="{8813D5A3-E9EA-443E-B0A0-6118BB46F30B}" destId="{2E563702-8880-4600-9D08-D7CC5113BC93}" srcOrd="2" destOrd="0" presId="urn:microsoft.com/office/officeart/2008/layout/VerticalCurvedList"/>
    <dgm:cxn modelId="{DB4CF44F-F3A5-4528-9AC8-40B24542D965}" type="presParOf" srcId="{2E563702-8880-4600-9D08-D7CC5113BC93}" destId="{EA373A5E-82D7-4C37-99C5-AC90928DB41A}" srcOrd="0" destOrd="0" presId="urn:microsoft.com/office/officeart/2008/layout/VerticalCurvedList"/>
    <dgm:cxn modelId="{647B9A22-AE6D-4B86-9FF8-2CADA6A3FC12}" type="presParOf" srcId="{8813D5A3-E9EA-443E-B0A0-6118BB46F30B}" destId="{7A94EF3D-0F46-49DE-936A-D573224ABCC8}" srcOrd="3" destOrd="0" presId="urn:microsoft.com/office/officeart/2008/layout/VerticalCurvedList"/>
    <dgm:cxn modelId="{9D1803AA-68C5-4712-80FE-2B8F9C8922AC}" type="presParOf" srcId="{8813D5A3-E9EA-443E-B0A0-6118BB46F30B}" destId="{6196395E-F29A-4156-9FEE-410FC1B4E504}" srcOrd="4" destOrd="0" presId="urn:microsoft.com/office/officeart/2008/layout/VerticalCurvedList"/>
    <dgm:cxn modelId="{85B058DD-520E-409D-A1A0-31879823D072}" type="presParOf" srcId="{6196395E-F29A-4156-9FEE-410FC1B4E504}" destId="{8342B9A2-25CA-4F5E-A298-1B7F51475116}" srcOrd="0" destOrd="0" presId="urn:microsoft.com/office/officeart/2008/layout/VerticalCurv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6CD409E-9328-417E-A3E9-2B3A24253BE3}" type="doc">
      <dgm:prSet loTypeId="urn:diagrams.loki3.com/BracketList" loCatId="list" qsTypeId="urn:microsoft.com/office/officeart/2005/8/quickstyle/simple1" qsCatId="simple" csTypeId="urn:microsoft.com/office/officeart/2005/8/colors/accent2_3" csCatId="accent2" phldr="1"/>
      <dgm:spPr/>
      <dgm:t>
        <a:bodyPr/>
        <a:lstStyle/>
        <a:p>
          <a:endParaRPr lang="en-US"/>
        </a:p>
      </dgm:t>
    </dgm:pt>
    <dgm:pt modelId="{4FA122B1-8FAA-4EE9-9853-0F53632FABE4}">
      <dgm:prSet phldrT="[Text]" custT="1"/>
      <dgm:spPr>
        <a:solidFill>
          <a:srgbClr val="7030A0"/>
        </a:solidFill>
      </dgm:spPr>
      <dgm:t>
        <a:bodyPr/>
        <a:lstStyle/>
        <a:p>
          <a:r>
            <a:rPr lang="en-US" sz="1800" b="0" i="0" dirty="0"/>
            <a:t>Semaphore is a mechanism or tool used in OS to help manage how different processes (or programs) share resources, like memory or data, without causing conflicts. </a:t>
          </a:r>
          <a:endParaRPr lang="en-US" sz="1800" dirty="0"/>
        </a:p>
      </dgm:t>
    </dgm:pt>
    <dgm:pt modelId="{C88773A0-E49F-411F-87D2-2290CF7B25CB}" type="parTrans" cxnId="{E71AD961-4642-4EF3-B9D9-09D5C68B4C5A}">
      <dgm:prSet/>
      <dgm:spPr/>
      <dgm:t>
        <a:bodyPr/>
        <a:lstStyle/>
        <a:p>
          <a:endParaRPr lang="en-US" sz="500"/>
        </a:p>
      </dgm:t>
    </dgm:pt>
    <dgm:pt modelId="{4B840F86-21E1-4976-B7C1-5A63517BCEA0}" type="sibTrans" cxnId="{E71AD961-4642-4EF3-B9D9-09D5C68B4C5A}">
      <dgm:prSet/>
      <dgm:spPr/>
      <dgm:t>
        <a:bodyPr/>
        <a:lstStyle/>
        <a:p>
          <a:endParaRPr lang="en-US" sz="500"/>
        </a:p>
      </dgm:t>
    </dgm:pt>
    <dgm:pt modelId="{167B4C74-42F6-4A40-AA8E-AF95600010C7}">
      <dgm:prSet phldrT="[Text]" custT="1"/>
      <dgm:spPr/>
      <dgm:t>
        <a:bodyPr/>
        <a:lstStyle/>
        <a:p>
          <a:r>
            <a:rPr lang="en-US" sz="1800" b="0" i="0" dirty="0"/>
            <a:t>A semaphore is a special kind of synchronization data that can be used only through specific synchronization primitives. </a:t>
          </a:r>
          <a:endParaRPr lang="en-US" sz="1800" dirty="0"/>
        </a:p>
      </dgm:t>
    </dgm:pt>
    <dgm:pt modelId="{888FB274-6A76-4BAE-A353-21EB3188984D}" type="parTrans" cxnId="{419713C5-6B08-46EA-94E0-DFDFEB80452D}">
      <dgm:prSet/>
      <dgm:spPr/>
      <dgm:t>
        <a:bodyPr/>
        <a:lstStyle/>
        <a:p>
          <a:endParaRPr lang="en-US"/>
        </a:p>
      </dgm:t>
    </dgm:pt>
    <dgm:pt modelId="{C57A60C6-2673-415D-A225-10D8E0381158}" type="sibTrans" cxnId="{419713C5-6B08-46EA-94E0-DFDFEB80452D}">
      <dgm:prSet/>
      <dgm:spPr/>
      <dgm:t>
        <a:bodyPr/>
        <a:lstStyle/>
        <a:p>
          <a:endParaRPr lang="en-US"/>
        </a:p>
      </dgm:t>
    </dgm:pt>
    <dgm:pt modelId="{7CDC1586-3A7C-4E9C-A67B-3B743D0B09E9}">
      <dgm:prSet phldrT="[Text]" custT="1"/>
      <dgm:spPr>
        <a:solidFill>
          <a:srgbClr val="00B050"/>
        </a:solidFill>
      </dgm:spPr>
      <dgm:t>
        <a:bodyPr/>
        <a:lstStyle/>
        <a:p>
          <a:r>
            <a:rPr lang="en-US" sz="1800" b="0" i="0" dirty="0"/>
            <a:t>Semaphores are used to implement critical sections, which are regions of code that must be executed by only one process at a time. </a:t>
          </a:r>
          <a:endParaRPr lang="en-US" sz="1800" dirty="0"/>
        </a:p>
      </dgm:t>
    </dgm:pt>
    <dgm:pt modelId="{68FD8299-7339-4E6D-B922-7520CF4603ED}" type="parTrans" cxnId="{E90B0A0D-681F-408B-8C99-2CE614D9CB9C}">
      <dgm:prSet/>
      <dgm:spPr/>
      <dgm:t>
        <a:bodyPr/>
        <a:lstStyle/>
        <a:p>
          <a:endParaRPr lang="en-US"/>
        </a:p>
      </dgm:t>
    </dgm:pt>
    <dgm:pt modelId="{A33656C2-D123-4E1F-B711-15D352A19F11}" type="sibTrans" cxnId="{E90B0A0D-681F-408B-8C99-2CE614D9CB9C}">
      <dgm:prSet/>
      <dgm:spPr/>
      <dgm:t>
        <a:bodyPr/>
        <a:lstStyle/>
        <a:p>
          <a:endParaRPr lang="en-US"/>
        </a:p>
      </dgm:t>
    </dgm:pt>
    <dgm:pt modelId="{2BBBF4A5-DA16-4373-B3F2-9EBEB5629B4A}">
      <dgm:prSet phldrT="[Text]" custT="1"/>
      <dgm:spPr>
        <a:solidFill>
          <a:srgbClr val="C00000"/>
        </a:solidFill>
      </dgm:spPr>
      <dgm:t>
        <a:bodyPr/>
        <a:lstStyle/>
        <a:p>
          <a:r>
            <a:rPr lang="en-US" sz="1800" b="0" i="0" dirty="0"/>
            <a:t>By using semaphores, processes can coordinate access to shared resources, such as shared memory or I/O devices.</a:t>
          </a:r>
          <a:endParaRPr lang="en-US" sz="1800" dirty="0"/>
        </a:p>
      </dgm:t>
    </dgm:pt>
    <dgm:pt modelId="{D3669390-956F-49D1-9687-97F5797A0FFE}" type="parTrans" cxnId="{EC9E46ED-B332-4016-A12F-A201ED072361}">
      <dgm:prSet/>
      <dgm:spPr/>
      <dgm:t>
        <a:bodyPr/>
        <a:lstStyle/>
        <a:p>
          <a:endParaRPr lang="en-US"/>
        </a:p>
      </dgm:t>
    </dgm:pt>
    <dgm:pt modelId="{013A887B-0722-4767-ACDC-5B9791C9881A}" type="sibTrans" cxnId="{EC9E46ED-B332-4016-A12F-A201ED072361}">
      <dgm:prSet/>
      <dgm:spPr/>
      <dgm:t>
        <a:bodyPr/>
        <a:lstStyle/>
        <a:p>
          <a:endParaRPr lang="en-US"/>
        </a:p>
      </dgm:t>
    </dgm:pt>
    <dgm:pt modelId="{2BDD983D-2F80-4BD1-B333-A36EEAC12329}">
      <dgm:prSet phldrT="[Text]" custT="1"/>
      <dgm:spPr/>
      <dgm:t>
        <a:bodyPr/>
        <a:lstStyle/>
        <a:p>
          <a:endParaRPr lang="en-US" sz="1800" dirty="0"/>
        </a:p>
      </dgm:t>
    </dgm:pt>
    <dgm:pt modelId="{DE697704-1662-4497-906B-33243D1C3E23}" type="parTrans" cxnId="{75B27DF3-A4A5-4087-9585-A5FD0C7A3638}">
      <dgm:prSet/>
      <dgm:spPr/>
      <dgm:t>
        <a:bodyPr/>
        <a:lstStyle/>
        <a:p>
          <a:endParaRPr lang="en-US"/>
        </a:p>
      </dgm:t>
    </dgm:pt>
    <dgm:pt modelId="{5FB620B9-6281-46A7-BF00-713B65ECDE3C}" type="sibTrans" cxnId="{75B27DF3-A4A5-4087-9585-A5FD0C7A3638}">
      <dgm:prSet/>
      <dgm:spPr/>
      <dgm:t>
        <a:bodyPr/>
        <a:lstStyle/>
        <a:p>
          <a:endParaRPr lang="en-US"/>
        </a:p>
      </dgm:t>
    </dgm:pt>
    <dgm:pt modelId="{D0BF7768-6DD0-4988-831D-1CEB30AFAECE}">
      <dgm:prSet phldrT="[Text]" custT="1"/>
      <dgm:spPr/>
      <dgm:t>
        <a:bodyPr/>
        <a:lstStyle/>
        <a:p>
          <a:endParaRPr lang="en-US" sz="1800" dirty="0"/>
        </a:p>
      </dgm:t>
    </dgm:pt>
    <dgm:pt modelId="{A23DE128-109C-449D-A48D-5EB5E550DC63}" type="parTrans" cxnId="{E0F9A1EF-065A-4887-A40D-D845DB84D816}">
      <dgm:prSet/>
      <dgm:spPr/>
      <dgm:t>
        <a:bodyPr/>
        <a:lstStyle/>
        <a:p>
          <a:endParaRPr lang="en-US"/>
        </a:p>
      </dgm:t>
    </dgm:pt>
    <dgm:pt modelId="{B9DCE0EC-6B8E-431B-A530-CDE0BF60CBDF}" type="sibTrans" cxnId="{E0F9A1EF-065A-4887-A40D-D845DB84D816}">
      <dgm:prSet/>
      <dgm:spPr/>
      <dgm:t>
        <a:bodyPr/>
        <a:lstStyle/>
        <a:p>
          <a:endParaRPr lang="en-US"/>
        </a:p>
      </dgm:t>
    </dgm:pt>
    <dgm:pt modelId="{823AFD07-8DCA-4A2C-9576-C898735C593D}">
      <dgm:prSet phldrT="[Text]" custT="1"/>
      <dgm:spPr/>
      <dgm:t>
        <a:bodyPr/>
        <a:lstStyle/>
        <a:p>
          <a:endParaRPr lang="en-US" sz="1800" dirty="0"/>
        </a:p>
      </dgm:t>
    </dgm:pt>
    <dgm:pt modelId="{32293B15-F05C-4462-973E-D096F54BDEBB}" type="parTrans" cxnId="{90F78EC7-665B-4B68-A0BF-E71E2E07A468}">
      <dgm:prSet/>
      <dgm:spPr/>
      <dgm:t>
        <a:bodyPr/>
        <a:lstStyle/>
        <a:p>
          <a:endParaRPr lang="en-US"/>
        </a:p>
      </dgm:t>
    </dgm:pt>
    <dgm:pt modelId="{DB27E335-B50D-4147-8C73-2693162E4906}" type="sibTrans" cxnId="{90F78EC7-665B-4B68-A0BF-E71E2E07A468}">
      <dgm:prSet/>
      <dgm:spPr/>
      <dgm:t>
        <a:bodyPr/>
        <a:lstStyle/>
        <a:p>
          <a:endParaRPr lang="en-US"/>
        </a:p>
      </dgm:t>
    </dgm:pt>
    <dgm:pt modelId="{399EB976-0E93-4BAC-9253-0DB403DD53C0}">
      <dgm:prSet phldrT="[Text]" custT="1"/>
      <dgm:spPr/>
      <dgm:t>
        <a:bodyPr/>
        <a:lstStyle/>
        <a:p>
          <a:endParaRPr lang="en-US" sz="1800" dirty="0"/>
        </a:p>
      </dgm:t>
    </dgm:pt>
    <dgm:pt modelId="{B9035380-A566-4A8D-A5A4-C17D52BB29D8}" type="parTrans" cxnId="{865EE912-898E-4B25-A824-FB5C60662C8D}">
      <dgm:prSet/>
      <dgm:spPr/>
      <dgm:t>
        <a:bodyPr/>
        <a:lstStyle/>
        <a:p>
          <a:endParaRPr lang="en-US"/>
        </a:p>
      </dgm:t>
    </dgm:pt>
    <dgm:pt modelId="{9A6DF418-A8F1-4B25-9375-DE9D565E51FF}" type="sibTrans" cxnId="{865EE912-898E-4B25-A824-FB5C60662C8D}">
      <dgm:prSet/>
      <dgm:spPr/>
      <dgm:t>
        <a:bodyPr/>
        <a:lstStyle/>
        <a:p>
          <a:endParaRPr lang="en-US"/>
        </a:p>
      </dgm:t>
    </dgm:pt>
    <dgm:pt modelId="{C8CADF4D-1EA9-4880-9073-485C3AE83E1D}" type="pres">
      <dgm:prSet presAssocID="{A6CD409E-9328-417E-A3E9-2B3A24253BE3}" presName="Name0" presStyleCnt="0">
        <dgm:presLayoutVars>
          <dgm:dir/>
          <dgm:animLvl val="lvl"/>
          <dgm:resizeHandles val="exact"/>
        </dgm:presLayoutVars>
      </dgm:prSet>
      <dgm:spPr/>
    </dgm:pt>
    <dgm:pt modelId="{0D005585-D9E1-4700-AE7B-0AB2DDD2FF87}" type="pres">
      <dgm:prSet presAssocID="{2BDD983D-2F80-4BD1-B333-A36EEAC12329}" presName="linNode" presStyleCnt="0"/>
      <dgm:spPr/>
    </dgm:pt>
    <dgm:pt modelId="{B69EEC65-1613-44DC-892C-13E34DB55E9D}" type="pres">
      <dgm:prSet presAssocID="{2BDD983D-2F80-4BD1-B333-A36EEAC12329}" presName="parTx" presStyleLbl="revTx" presStyleIdx="0" presStyleCnt="4">
        <dgm:presLayoutVars>
          <dgm:chMax val="1"/>
          <dgm:bulletEnabled val="1"/>
        </dgm:presLayoutVars>
      </dgm:prSet>
      <dgm:spPr/>
    </dgm:pt>
    <dgm:pt modelId="{FC4E2D02-F063-47AE-9331-B9036E250995}" type="pres">
      <dgm:prSet presAssocID="{2BDD983D-2F80-4BD1-B333-A36EEAC12329}" presName="bracket" presStyleLbl="parChTrans1D1" presStyleIdx="0" presStyleCnt="4"/>
      <dgm:spPr/>
    </dgm:pt>
    <dgm:pt modelId="{818804CA-35F3-4795-9A11-58051FF767FD}" type="pres">
      <dgm:prSet presAssocID="{2BDD983D-2F80-4BD1-B333-A36EEAC12329}" presName="spH" presStyleCnt="0"/>
      <dgm:spPr/>
    </dgm:pt>
    <dgm:pt modelId="{E3F2BA14-B064-4290-9D41-E06B143232CC}" type="pres">
      <dgm:prSet presAssocID="{2BDD983D-2F80-4BD1-B333-A36EEAC12329}" presName="desTx" presStyleLbl="node1" presStyleIdx="0" presStyleCnt="4">
        <dgm:presLayoutVars>
          <dgm:bulletEnabled val="1"/>
        </dgm:presLayoutVars>
      </dgm:prSet>
      <dgm:spPr/>
    </dgm:pt>
    <dgm:pt modelId="{A8CB9C62-5BAC-4D19-A569-69D8B39DC1DD}" type="pres">
      <dgm:prSet presAssocID="{5FB620B9-6281-46A7-BF00-713B65ECDE3C}" presName="spV" presStyleCnt="0"/>
      <dgm:spPr/>
    </dgm:pt>
    <dgm:pt modelId="{4B02C725-BD03-49E5-B2D8-E0243C1F7F1B}" type="pres">
      <dgm:prSet presAssocID="{D0BF7768-6DD0-4988-831D-1CEB30AFAECE}" presName="linNode" presStyleCnt="0"/>
      <dgm:spPr/>
    </dgm:pt>
    <dgm:pt modelId="{B8DCF5E4-28B1-47A2-899E-80396A122F56}" type="pres">
      <dgm:prSet presAssocID="{D0BF7768-6DD0-4988-831D-1CEB30AFAECE}" presName="parTx" presStyleLbl="revTx" presStyleIdx="1" presStyleCnt="4">
        <dgm:presLayoutVars>
          <dgm:chMax val="1"/>
          <dgm:bulletEnabled val="1"/>
        </dgm:presLayoutVars>
      </dgm:prSet>
      <dgm:spPr/>
    </dgm:pt>
    <dgm:pt modelId="{B2787E50-B594-49CD-BA07-64041A4BC6BA}" type="pres">
      <dgm:prSet presAssocID="{D0BF7768-6DD0-4988-831D-1CEB30AFAECE}" presName="bracket" presStyleLbl="parChTrans1D1" presStyleIdx="1" presStyleCnt="4"/>
      <dgm:spPr/>
    </dgm:pt>
    <dgm:pt modelId="{5A87AEBA-B841-4AEF-B216-E7D08CC7D2AF}" type="pres">
      <dgm:prSet presAssocID="{D0BF7768-6DD0-4988-831D-1CEB30AFAECE}" presName="spH" presStyleCnt="0"/>
      <dgm:spPr/>
    </dgm:pt>
    <dgm:pt modelId="{81415A51-7490-4DE5-A515-97C7328EFAFC}" type="pres">
      <dgm:prSet presAssocID="{D0BF7768-6DD0-4988-831D-1CEB30AFAECE}" presName="desTx" presStyleLbl="node1" presStyleIdx="1" presStyleCnt="4">
        <dgm:presLayoutVars>
          <dgm:bulletEnabled val="1"/>
        </dgm:presLayoutVars>
      </dgm:prSet>
      <dgm:spPr/>
    </dgm:pt>
    <dgm:pt modelId="{5871DCF2-A394-4CE1-890F-E2C2785C936E}" type="pres">
      <dgm:prSet presAssocID="{B9DCE0EC-6B8E-431B-A530-CDE0BF60CBDF}" presName="spV" presStyleCnt="0"/>
      <dgm:spPr/>
    </dgm:pt>
    <dgm:pt modelId="{DEE99E6F-1EFF-41E7-8CB5-900E885BB06C}" type="pres">
      <dgm:prSet presAssocID="{823AFD07-8DCA-4A2C-9576-C898735C593D}" presName="linNode" presStyleCnt="0"/>
      <dgm:spPr/>
    </dgm:pt>
    <dgm:pt modelId="{58665039-E671-4D82-9200-80F7732054A4}" type="pres">
      <dgm:prSet presAssocID="{823AFD07-8DCA-4A2C-9576-C898735C593D}" presName="parTx" presStyleLbl="revTx" presStyleIdx="2" presStyleCnt="4">
        <dgm:presLayoutVars>
          <dgm:chMax val="1"/>
          <dgm:bulletEnabled val="1"/>
        </dgm:presLayoutVars>
      </dgm:prSet>
      <dgm:spPr/>
    </dgm:pt>
    <dgm:pt modelId="{00671903-CABE-4225-886C-A928DBF5AA06}" type="pres">
      <dgm:prSet presAssocID="{823AFD07-8DCA-4A2C-9576-C898735C593D}" presName="bracket" presStyleLbl="parChTrans1D1" presStyleIdx="2" presStyleCnt="4"/>
      <dgm:spPr/>
    </dgm:pt>
    <dgm:pt modelId="{A412C02E-1F9D-420E-8CDB-F4469749F60F}" type="pres">
      <dgm:prSet presAssocID="{823AFD07-8DCA-4A2C-9576-C898735C593D}" presName="spH" presStyleCnt="0"/>
      <dgm:spPr/>
    </dgm:pt>
    <dgm:pt modelId="{C49DC898-10E7-453B-964B-607805735E71}" type="pres">
      <dgm:prSet presAssocID="{823AFD07-8DCA-4A2C-9576-C898735C593D}" presName="desTx" presStyleLbl="node1" presStyleIdx="2" presStyleCnt="4">
        <dgm:presLayoutVars>
          <dgm:bulletEnabled val="1"/>
        </dgm:presLayoutVars>
      </dgm:prSet>
      <dgm:spPr/>
    </dgm:pt>
    <dgm:pt modelId="{2E7E4E78-3815-44BB-B488-633DA135463F}" type="pres">
      <dgm:prSet presAssocID="{DB27E335-B50D-4147-8C73-2693162E4906}" presName="spV" presStyleCnt="0"/>
      <dgm:spPr/>
    </dgm:pt>
    <dgm:pt modelId="{8FD1B0C2-4950-44F0-A2ED-D5C7E1FF1D8C}" type="pres">
      <dgm:prSet presAssocID="{399EB976-0E93-4BAC-9253-0DB403DD53C0}" presName="linNode" presStyleCnt="0"/>
      <dgm:spPr/>
    </dgm:pt>
    <dgm:pt modelId="{60AF152A-2935-40A3-9594-CE7B4D103D0E}" type="pres">
      <dgm:prSet presAssocID="{399EB976-0E93-4BAC-9253-0DB403DD53C0}" presName="parTx" presStyleLbl="revTx" presStyleIdx="3" presStyleCnt="4">
        <dgm:presLayoutVars>
          <dgm:chMax val="1"/>
          <dgm:bulletEnabled val="1"/>
        </dgm:presLayoutVars>
      </dgm:prSet>
      <dgm:spPr/>
    </dgm:pt>
    <dgm:pt modelId="{414E6988-A073-4FDD-A582-76B5ECC3A998}" type="pres">
      <dgm:prSet presAssocID="{399EB976-0E93-4BAC-9253-0DB403DD53C0}" presName="bracket" presStyleLbl="parChTrans1D1" presStyleIdx="3" presStyleCnt="4"/>
      <dgm:spPr/>
    </dgm:pt>
    <dgm:pt modelId="{AE7634E6-0683-47E6-A05F-C1A7A3E792E9}" type="pres">
      <dgm:prSet presAssocID="{399EB976-0E93-4BAC-9253-0DB403DD53C0}" presName="spH" presStyleCnt="0"/>
      <dgm:spPr/>
    </dgm:pt>
    <dgm:pt modelId="{B74E724B-B637-45CF-A64C-C4AFB4BDB31B}" type="pres">
      <dgm:prSet presAssocID="{399EB976-0E93-4BAC-9253-0DB403DD53C0}" presName="desTx" presStyleLbl="node1" presStyleIdx="3" presStyleCnt="4">
        <dgm:presLayoutVars>
          <dgm:bulletEnabled val="1"/>
        </dgm:presLayoutVars>
      </dgm:prSet>
      <dgm:spPr/>
    </dgm:pt>
  </dgm:ptLst>
  <dgm:cxnLst>
    <dgm:cxn modelId="{55A49500-942B-4D44-B521-F2FA0183B2C9}" type="presOf" srcId="{4FA122B1-8FAA-4EE9-9853-0F53632FABE4}" destId="{E3F2BA14-B064-4290-9D41-E06B143232CC}" srcOrd="0" destOrd="0" presId="urn:diagrams.loki3.com/BracketList"/>
    <dgm:cxn modelId="{E90B0A0D-681F-408B-8C99-2CE614D9CB9C}" srcId="{823AFD07-8DCA-4A2C-9576-C898735C593D}" destId="{7CDC1586-3A7C-4E9C-A67B-3B743D0B09E9}" srcOrd="0" destOrd="0" parTransId="{68FD8299-7339-4E6D-B922-7520CF4603ED}" sibTransId="{A33656C2-D123-4E1F-B711-15D352A19F11}"/>
    <dgm:cxn modelId="{865EE912-898E-4B25-A824-FB5C60662C8D}" srcId="{A6CD409E-9328-417E-A3E9-2B3A24253BE3}" destId="{399EB976-0E93-4BAC-9253-0DB403DD53C0}" srcOrd="3" destOrd="0" parTransId="{B9035380-A566-4A8D-A5A4-C17D52BB29D8}" sibTransId="{9A6DF418-A8F1-4B25-9375-DE9D565E51FF}"/>
    <dgm:cxn modelId="{9E233627-E2B6-493E-8A02-93009021325D}" type="presOf" srcId="{167B4C74-42F6-4A40-AA8E-AF95600010C7}" destId="{81415A51-7490-4DE5-A515-97C7328EFAFC}" srcOrd="0" destOrd="0" presId="urn:diagrams.loki3.com/BracketList"/>
    <dgm:cxn modelId="{A761FE5F-66C2-4DC8-A1FE-6EAF77BF5B32}" type="presOf" srcId="{2BBBF4A5-DA16-4373-B3F2-9EBEB5629B4A}" destId="{B74E724B-B637-45CF-A64C-C4AFB4BDB31B}" srcOrd="0" destOrd="0" presId="urn:diagrams.loki3.com/BracketList"/>
    <dgm:cxn modelId="{E71AD961-4642-4EF3-B9D9-09D5C68B4C5A}" srcId="{2BDD983D-2F80-4BD1-B333-A36EEAC12329}" destId="{4FA122B1-8FAA-4EE9-9853-0F53632FABE4}" srcOrd="0" destOrd="0" parTransId="{C88773A0-E49F-411F-87D2-2290CF7B25CB}" sibTransId="{4B840F86-21E1-4976-B7C1-5A63517BCEA0}"/>
    <dgm:cxn modelId="{B4001E94-01A5-40BF-A8A6-8AEBF40FED35}" type="presOf" srcId="{2BDD983D-2F80-4BD1-B333-A36EEAC12329}" destId="{B69EEC65-1613-44DC-892C-13E34DB55E9D}" srcOrd="0" destOrd="0" presId="urn:diagrams.loki3.com/BracketList"/>
    <dgm:cxn modelId="{DEEFA9A6-DC50-45C9-9053-19649B967491}" type="presOf" srcId="{7CDC1586-3A7C-4E9C-A67B-3B743D0B09E9}" destId="{C49DC898-10E7-453B-964B-607805735E71}" srcOrd="0" destOrd="0" presId="urn:diagrams.loki3.com/BracketList"/>
    <dgm:cxn modelId="{DA0B45BF-F4B7-4008-A99B-AC9F195B3984}" type="presOf" srcId="{D0BF7768-6DD0-4988-831D-1CEB30AFAECE}" destId="{B8DCF5E4-28B1-47A2-899E-80396A122F56}" srcOrd="0" destOrd="0" presId="urn:diagrams.loki3.com/BracketList"/>
    <dgm:cxn modelId="{3C298DC4-6B54-46B5-909F-CAC59E513397}" type="presOf" srcId="{399EB976-0E93-4BAC-9253-0DB403DD53C0}" destId="{60AF152A-2935-40A3-9594-CE7B4D103D0E}" srcOrd="0" destOrd="0" presId="urn:diagrams.loki3.com/BracketList"/>
    <dgm:cxn modelId="{419713C5-6B08-46EA-94E0-DFDFEB80452D}" srcId="{D0BF7768-6DD0-4988-831D-1CEB30AFAECE}" destId="{167B4C74-42F6-4A40-AA8E-AF95600010C7}" srcOrd="0" destOrd="0" parTransId="{888FB274-6A76-4BAE-A353-21EB3188984D}" sibTransId="{C57A60C6-2673-415D-A225-10D8E0381158}"/>
    <dgm:cxn modelId="{90F78EC7-665B-4B68-A0BF-E71E2E07A468}" srcId="{A6CD409E-9328-417E-A3E9-2B3A24253BE3}" destId="{823AFD07-8DCA-4A2C-9576-C898735C593D}" srcOrd="2" destOrd="0" parTransId="{32293B15-F05C-4462-973E-D096F54BDEBB}" sibTransId="{DB27E335-B50D-4147-8C73-2693162E4906}"/>
    <dgm:cxn modelId="{9AC002CF-0FF4-433E-BAD2-C772CC5834D8}" type="presOf" srcId="{A6CD409E-9328-417E-A3E9-2B3A24253BE3}" destId="{C8CADF4D-1EA9-4880-9073-485C3AE83E1D}" srcOrd="0" destOrd="0" presId="urn:diagrams.loki3.com/BracketList"/>
    <dgm:cxn modelId="{054CEAE4-EA2C-4691-9EB0-FCCE3BB3128E}" type="presOf" srcId="{823AFD07-8DCA-4A2C-9576-C898735C593D}" destId="{58665039-E671-4D82-9200-80F7732054A4}" srcOrd="0" destOrd="0" presId="urn:diagrams.loki3.com/BracketList"/>
    <dgm:cxn modelId="{EC9E46ED-B332-4016-A12F-A201ED072361}" srcId="{399EB976-0E93-4BAC-9253-0DB403DD53C0}" destId="{2BBBF4A5-DA16-4373-B3F2-9EBEB5629B4A}" srcOrd="0" destOrd="0" parTransId="{D3669390-956F-49D1-9687-97F5797A0FFE}" sibTransId="{013A887B-0722-4767-ACDC-5B9791C9881A}"/>
    <dgm:cxn modelId="{E0F9A1EF-065A-4887-A40D-D845DB84D816}" srcId="{A6CD409E-9328-417E-A3E9-2B3A24253BE3}" destId="{D0BF7768-6DD0-4988-831D-1CEB30AFAECE}" srcOrd="1" destOrd="0" parTransId="{A23DE128-109C-449D-A48D-5EB5E550DC63}" sibTransId="{B9DCE0EC-6B8E-431B-A530-CDE0BF60CBDF}"/>
    <dgm:cxn modelId="{75B27DF3-A4A5-4087-9585-A5FD0C7A3638}" srcId="{A6CD409E-9328-417E-A3E9-2B3A24253BE3}" destId="{2BDD983D-2F80-4BD1-B333-A36EEAC12329}" srcOrd="0" destOrd="0" parTransId="{DE697704-1662-4497-906B-33243D1C3E23}" sibTransId="{5FB620B9-6281-46A7-BF00-713B65ECDE3C}"/>
    <dgm:cxn modelId="{24DABC3E-2909-475B-B3AA-BB730477F8E7}" type="presParOf" srcId="{C8CADF4D-1EA9-4880-9073-485C3AE83E1D}" destId="{0D005585-D9E1-4700-AE7B-0AB2DDD2FF87}" srcOrd="0" destOrd="0" presId="urn:diagrams.loki3.com/BracketList"/>
    <dgm:cxn modelId="{D926E895-4D1F-4AD8-8363-2EB0D4770F2A}" type="presParOf" srcId="{0D005585-D9E1-4700-AE7B-0AB2DDD2FF87}" destId="{B69EEC65-1613-44DC-892C-13E34DB55E9D}" srcOrd="0" destOrd="0" presId="urn:diagrams.loki3.com/BracketList"/>
    <dgm:cxn modelId="{9A6A3F30-5DE7-4D60-B4E4-F187A0D44F2F}" type="presParOf" srcId="{0D005585-D9E1-4700-AE7B-0AB2DDD2FF87}" destId="{FC4E2D02-F063-47AE-9331-B9036E250995}" srcOrd="1" destOrd="0" presId="urn:diagrams.loki3.com/BracketList"/>
    <dgm:cxn modelId="{C2DDBC0C-A843-4570-9A06-82A194988531}" type="presParOf" srcId="{0D005585-D9E1-4700-AE7B-0AB2DDD2FF87}" destId="{818804CA-35F3-4795-9A11-58051FF767FD}" srcOrd="2" destOrd="0" presId="urn:diagrams.loki3.com/BracketList"/>
    <dgm:cxn modelId="{F5E3FD54-CF5A-4372-ADEC-BE94D099C257}" type="presParOf" srcId="{0D005585-D9E1-4700-AE7B-0AB2DDD2FF87}" destId="{E3F2BA14-B064-4290-9D41-E06B143232CC}" srcOrd="3" destOrd="0" presId="urn:diagrams.loki3.com/BracketList"/>
    <dgm:cxn modelId="{6A9A55EE-179B-4A40-A13F-92608D2E47F8}" type="presParOf" srcId="{C8CADF4D-1EA9-4880-9073-485C3AE83E1D}" destId="{A8CB9C62-5BAC-4D19-A569-69D8B39DC1DD}" srcOrd="1" destOrd="0" presId="urn:diagrams.loki3.com/BracketList"/>
    <dgm:cxn modelId="{EFC68FC6-979E-452D-810C-F43B5AF381DE}" type="presParOf" srcId="{C8CADF4D-1EA9-4880-9073-485C3AE83E1D}" destId="{4B02C725-BD03-49E5-B2D8-E0243C1F7F1B}" srcOrd="2" destOrd="0" presId="urn:diagrams.loki3.com/BracketList"/>
    <dgm:cxn modelId="{5E2BDB6D-AE9E-48B4-ACBB-613460FF1761}" type="presParOf" srcId="{4B02C725-BD03-49E5-B2D8-E0243C1F7F1B}" destId="{B8DCF5E4-28B1-47A2-899E-80396A122F56}" srcOrd="0" destOrd="0" presId="urn:diagrams.loki3.com/BracketList"/>
    <dgm:cxn modelId="{823D4554-420F-4399-A86E-81003890F6A5}" type="presParOf" srcId="{4B02C725-BD03-49E5-B2D8-E0243C1F7F1B}" destId="{B2787E50-B594-49CD-BA07-64041A4BC6BA}" srcOrd="1" destOrd="0" presId="urn:diagrams.loki3.com/BracketList"/>
    <dgm:cxn modelId="{96FDF5C7-F744-4B4D-BF2B-E32A7D18188F}" type="presParOf" srcId="{4B02C725-BD03-49E5-B2D8-E0243C1F7F1B}" destId="{5A87AEBA-B841-4AEF-B216-E7D08CC7D2AF}" srcOrd="2" destOrd="0" presId="urn:diagrams.loki3.com/BracketList"/>
    <dgm:cxn modelId="{7B246953-330F-47E1-A3CF-22A9F33567CD}" type="presParOf" srcId="{4B02C725-BD03-49E5-B2D8-E0243C1F7F1B}" destId="{81415A51-7490-4DE5-A515-97C7328EFAFC}" srcOrd="3" destOrd="0" presId="urn:diagrams.loki3.com/BracketList"/>
    <dgm:cxn modelId="{767F3D4E-429F-40BC-93B3-64D428B464EC}" type="presParOf" srcId="{C8CADF4D-1EA9-4880-9073-485C3AE83E1D}" destId="{5871DCF2-A394-4CE1-890F-E2C2785C936E}" srcOrd="3" destOrd="0" presId="urn:diagrams.loki3.com/BracketList"/>
    <dgm:cxn modelId="{01DC1754-9917-46B2-8E36-1699CAC20836}" type="presParOf" srcId="{C8CADF4D-1EA9-4880-9073-485C3AE83E1D}" destId="{DEE99E6F-1EFF-41E7-8CB5-900E885BB06C}" srcOrd="4" destOrd="0" presId="urn:diagrams.loki3.com/BracketList"/>
    <dgm:cxn modelId="{CDC09E93-9289-47A9-BAC0-1083266DAFA5}" type="presParOf" srcId="{DEE99E6F-1EFF-41E7-8CB5-900E885BB06C}" destId="{58665039-E671-4D82-9200-80F7732054A4}" srcOrd="0" destOrd="0" presId="urn:diagrams.loki3.com/BracketList"/>
    <dgm:cxn modelId="{B8BC277F-034A-4066-BE26-89A1A3A950CF}" type="presParOf" srcId="{DEE99E6F-1EFF-41E7-8CB5-900E885BB06C}" destId="{00671903-CABE-4225-886C-A928DBF5AA06}" srcOrd="1" destOrd="0" presId="urn:diagrams.loki3.com/BracketList"/>
    <dgm:cxn modelId="{ADDC9B32-A038-4B26-8C34-10E550D2664B}" type="presParOf" srcId="{DEE99E6F-1EFF-41E7-8CB5-900E885BB06C}" destId="{A412C02E-1F9D-420E-8CDB-F4469749F60F}" srcOrd="2" destOrd="0" presId="urn:diagrams.loki3.com/BracketList"/>
    <dgm:cxn modelId="{5DDF6270-16D4-42E6-AA84-918FDC5ACD7B}" type="presParOf" srcId="{DEE99E6F-1EFF-41E7-8CB5-900E885BB06C}" destId="{C49DC898-10E7-453B-964B-607805735E71}" srcOrd="3" destOrd="0" presId="urn:diagrams.loki3.com/BracketList"/>
    <dgm:cxn modelId="{50ACC27B-22E1-482F-91CD-119107353C70}" type="presParOf" srcId="{C8CADF4D-1EA9-4880-9073-485C3AE83E1D}" destId="{2E7E4E78-3815-44BB-B488-633DA135463F}" srcOrd="5" destOrd="0" presId="urn:diagrams.loki3.com/BracketList"/>
    <dgm:cxn modelId="{4D665406-236C-4781-AFBB-11C52ABBC429}" type="presParOf" srcId="{C8CADF4D-1EA9-4880-9073-485C3AE83E1D}" destId="{8FD1B0C2-4950-44F0-A2ED-D5C7E1FF1D8C}" srcOrd="6" destOrd="0" presId="urn:diagrams.loki3.com/BracketList"/>
    <dgm:cxn modelId="{8DAB6150-E997-496F-804B-3377414D867B}" type="presParOf" srcId="{8FD1B0C2-4950-44F0-A2ED-D5C7E1FF1D8C}" destId="{60AF152A-2935-40A3-9594-CE7B4D103D0E}" srcOrd="0" destOrd="0" presId="urn:diagrams.loki3.com/BracketList"/>
    <dgm:cxn modelId="{DEA1B40A-20E5-4548-8F00-34DCDDCE4D61}" type="presParOf" srcId="{8FD1B0C2-4950-44F0-A2ED-D5C7E1FF1D8C}" destId="{414E6988-A073-4FDD-A582-76B5ECC3A998}" srcOrd="1" destOrd="0" presId="urn:diagrams.loki3.com/BracketList"/>
    <dgm:cxn modelId="{12BA6295-7918-4E2E-8DC2-17C892B4E81A}" type="presParOf" srcId="{8FD1B0C2-4950-44F0-A2ED-D5C7E1FF1D8C}" destId="{AE7634E6-0683-47E6-A05F-C1A7A3E792E9}" srcOrd="2" destOrd="0" presId="urn:diagrams.loki3.com/BracketList"/>
    <dgm:cxn modelId="{89DE151A-9EC1-4531-B526-426EFB445E67}" type="presParOf" srcId="{8FD1B0C2-4950-44F0-A2ED-D5C7E1FF1D8C}" destId="{B74E724B-B637-45CF-A64C-C4AFB4BDB31B}" srcOrd="3" destOrd="0" presId="urn:diagrams.loki3.com/Bracke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6CD409E-9328-417E-A3E9-2B3A24253BE3}" type="doc">
      <dgm:prSet loTypeId="urn:microsoft.com/office/officeart/2005/8/layout/target3" loCatId="list" qsTypeId="urn:microsoft.com/office/officeart/2005/8/quickstyle/simple1" qsCatId="simple" csTypeId="urn:microsoft.com/office/officeart/2005/8/colors/accent2_3" csCatId="accent2" phldr="1"/>
      <dgm:spPr/>
    </dgm:pt>
    <dgm:pt modelId="{4FA122B1-8FAA-4EE9-9853-0F53632FABE4}">
      <dgm:prSet phldrT="[Text]" custT="1"/>
      <dgm:spPr>
        <a:ln>
          <a:solidFill>
            <a:srgbClr val="FF0000"/>
          </a:solidFill>
        </a:ln>
      </dgm:spPr>
      <dgm:t>
        <a:bodyPr/>
        <a:lstStyle/>
        <a:p>
          <a:r>
            <a:rPr lang="en-US" sz="1800" b="0" i="0" dirty="0"/>
            <a:t>A deadlock is a situation where a set of processes is blocked because each process is holding a resource and waiting for another resource acquired by some other process.</a:t>
          </a:r>
          <a:endParaRPr lang="en-US" sz="1800" dirty="0"/>
        </a:p>
      </dgm:t>
    </dgm:pt>
    <dgm:pt modelId="{C88773A0-E49F-411F-87D2-2290CF7B25CB}" type="parTrans" cxnId="{E71AD961-4642-4EF3-B9D9-09D5C68B4C5A}">
      <dgm:prSet/>
      <dgm:spPr/>
      <dgm:t>
        <a:bodyPr/>
        <a:lstStyle/>
        <a:p>
          <a:endParaRPr lang="en-US" sz="500"/>
        </a:p>
      </dgm:t>
    </dgm:pt>
    <dgm:pt modelId="{4B840F86-21E1-4976-B7C1-5A63517BCEA0}" type="sibTrans" cxnId="{E71AD961-4642-4EF3-B9D9-09D5C68B4C5A}">
      <dgm:prSet/>
      <dgm:spPr/>
      <dgm:t>
        <a:bodyPr/>
        <a:lstStyle/>
        <a:p>
          <a:endParaRPr lang="en-US" sz="500"/>
        </a:p>
      </dgm:t>
    </dgm:pt>
    <dgm:pt modelId="{2FEBBA6D-628D-4294-B1E1-2221B5FA6C92}">
      <dgm:prSet phldrT="[Text]" custT="1"/>
      <dgm:spPr/>
      <dgm:t>
        <a:bodyPr/>
        <a:lstStyle/>
        <a:p>
          <a:r>
            <a:rPr lang="en-US" sz="1800" b="0" i="0" dirty="0"/>
            <a:t>Consider an example when two trains are coming toward each other on the same track and there is only one track, none of the trains can move once they are in front of each other. This is a practical example of deadlock.</a:t>
          </a:r>
          <a:endParaRPr lang="en-US" sz="1800" dirty="0"/>
        </a:p>
      </dgm:t>
    </dgm:pt>
    <dgm:pt modelId="{91230C20-7241-46DF-A9AB-4D4E89717578}" type="parTrans" cxnId="{90161A6E-84F8-4863-9DA8-E2DE6ED89D51}">
      <dgm:prSet/>
      <dgm:spPr/>
      <dgm:t>
        <a:bodyPr/>
        <a:lstStyle/>
        <a:p>
          <a:endParaRPr lang="en-US"/>
        </a:p>
      </dgm:t>
    </dgm:pt>
    <dgm:pt modelId="{FE97BA51-47FA-447A-A5E9-9DC1E950D740}" type="sibTrans" cxnId="{90161A6E-84F8-4863-9DA8-E2DE6ED89D51}">
      <dgm:prSet/>
      <dgm:spPr/>
      <dgm:t>
        <a:bodyPr/>
        <a:lstStyle/>
        <a:p>
          <a:endParaRPr lang="en-US"/>
        </a:p>
      </dgm:t>
    </dgm:pt>
    <dgm:pt modelId="{260A15E7-9BD6-48C2-8D51-C390AB30E18F}">
      <dgm:prSet phldrT="[Text]" custT="1"/>
      <dgm:spPr>
        <a:ln>
          <a:solidFill>
            <a:srgbClr val="FFFF00"/>
          </a:solidFill>
        </a:ln>
      </dgm:spPr>
      <dgm:t>
        <a:bodyPr/>
        <a:lstStyle/>
        <a:p>
          <a:r>
            <a:rPr lang="en-US" sz="1800" b="0" i="0" dirty="0"/>
            <a:t>Key concepts include mutual exclusion, resource holding, circular wait, and no preemption.</a:t>
          </a:r>
          <a:endParaRPr lang="en-US" sz="1800" dirty="0"/>
        </a:p>
      </dgm:t>
    </dgm:pt>
    <dgm:pt modelId="{D6F48F82-58B0-4BAF-86D4-CD31A108B886}" type="parTrans" cxnId="{8ED07182-5C05-4623-9BE0-315EF5084F69}">
      <dgm:prSet/>
      <dgm:spPr/>
      <dgm:t>
        <a:bodyPr/>
        <a:lstStyle/>
        <a:p>
          <a:endParaRPr lang="en-US"/>
        </a:p>
      </dgm:t>
    </dgm:pt>
    <dgm:pt modelId="{C43E0956-2420-4B49-AD36-4BF435507A85}" type="sibTrans" cxnId="{8ED07182-5C05-4623-9BE0-315EF5084F69}">
      <dgm:prSet/>
      <dgm:spPr/>
      <dgm:t>
        <a:bodyPr/>
        <a:lstStyle/>
        <a:p>
          <a:endParaRPr lang="en-US"/>
        </a:p>
      </dgm:t>
    </dgm:pt>
    <dgm:pt modelId="{CB202DB8-D27C-4875-9CDE-B2F3DD8D0C09}" type="pres">
      <dgm:prSet presAssocID="{A6CD409E-9328-417E-A3E9-2B3A24253BE3}" presName="Name0" presStyleCnt="0">
        <dgm:presLayoutVars>
          <dgm:chMax val="7"/>
          <dgm:dir/>
          <dgm:animLvl val="lvl"/>
          <dgm:resizeHandles val="exact"/>
        </dgm:presLayoutVars>
      </dgm:prSet>
      <dgm:spPr/>
    </dgm:pt>
    <dgm:pt modelId="{22D0FBF2-5318-419A-8F7F-868B9340A3C3}" type="pres">
      <dgm:prSet presAssocID="{4FA122B1-8FAA-4EE9-9853-0F53632FABE4}" presName="circle1" presStyleLbl="node1" presStyleIdx="0" presStyleCnt="3"/>
      <dgm:spPr>
        <a:solidFill>
          <a:srgbClr val="C00000"/>
        </a:solidFill>
      </dgm:spPr>
    </dgm:pt>
    <dgm:pt modelId="{D6CAE954-3B3D-4BCE-8C04-EF643BFF2C16}" type="pres">
      <dgm:prSet presAssocID="{4FA122B1-8FAA-4EE9-9853-0F53632FABE4}" presName="space" presStyleCnt="0"/>
      <dgm:spPr/>
    </dgm:pt>
    <dgm:pt modelId="{A3C59D22-E587-440D-995B-A5C5B5878575}" type="pres">
      <dgm:prSet presAssocID="{4FA122B1-8FAA-4EE9-9853-0F53632FABE4}" presName="rect1" presStyleLbl="alignAcc1" presStyleIdx="0" presStyleCnt="3" custLinFactNeighborX="153" custLinFactNeighborY="3622"/>
      <dgm:spPr/>
    </dgm:pt>
    <dgm:pt modelId="{995FDDC6-34BF-4A33-A856-36F61652E123}" type="pres">
      <dgm:prSet presAssocID="{2FEBBA6D-628D-4294-B1E1-2221B5FA6C92}" presName="vertSpace2" presStyleLbl="node1" presStyleIdx="0" presStyleCnt="3"/>
      <dgm:spPr/>
    </dgm:pt>
    <dgm:pt modelId="{43AAC86B-9E83-4008-903C-67622139A990}" type="pres">
      <dgm:prSet presAssocID="{2FEBBA6D-628D-4294-B1E1-2221B5FA6C92}" presName="circle2" presStyleLbl="node1" presStyleIdx="1" presStyleCnt="3"/>
      <dgm:spPr/>
    </dgm:pt>
    <dgm:pt modelId="{47CE9BB5-ECB2-4D0F-9AF1-65B1DDAD0009}" type="pres">
      <dgm:prSet presAssocID="{2FEBBA6D-628D-4294-B1E1-2221B5FA6C92}" presName="rect2" presStyleLbl="alignAcc1" presStyleIdx="1" presStyleCnt="3"/>
      <dgm:spPr/>
    </dgm:pt>
    <dgm:pt modelId="{CE3B922C-85C0-4E32-867B-60A145C856FD}" type="pres">
      <dgm:prSet presAssocID="{260A15E7-9BD6-48C2-8D51-C390AB30E18F}" presName="vertSpace3" presStyleLbl="node1" presStyleIdx="1" presStyleCnt="3"/>
      <dgm:spPr/>
    </dgm:pt>
    <dgm:pt modelId="{E163C335-B9CE-4E04-9351-61C8F963AEC3}" type="pres">
      <dgm:prSet presAssocID="{260A15E7-9BD6-48C2-8D51-C390AB30E18F}" presName="circle3" presStyleLbl="node1" presStyleIdx="2" presStyleCnt="3"/>
      <dgm:spPr>
        <a:solidFill>
          <a:srgbClr val="FFFF00"/>
        </a:solidFill>
      </dgm:spPr>
    </dgm:pt>
    <dgm:pt modelId="{F7B33739-CCAA-4D3B-BD2F-8458DE1EABE5}" type="pres">
      <dgm:prSet presAssocID="{260A15E7-9BD6-48C2-8D51-C390AB30E18F}" presName="rect3" presStyleLbl="alignAcc1" presStyleIdx="2" presStyleCnt="3"/>
      <dgm:spPr/>
    </dgm:pt>
    <dgm:pt modelId="{9342AC22-6A41-4C5B-94CA-2DA62DA43B82}" type="pres">
      <dgm:prSet presAssocID="{4FA122B1-8FAA-4EE9-9853-0F53632FABE4}" presName="rect1ParTxNoCh" presStyleLbl="alignAcc1" presStyleIdx="2" presStyleCnt="3">
        <dgm:presLayoutVars>
          <dgm:chMax val="1"/>
          <dgm:bulletEnabled val="1"/>
        </dgm:presLayoutVars>
      </dgm:prSet>
      <dgm:spPr/>
    </dgm:pt>
    <dgm:pt modelId="{91F9DE88-8113-47D9-8166-0C9F96D28D95}" type="pres">
      <dgm:prSet presAssocID="{2FEBBA6D-628D-4294-B1E1-2221B5FA6C92}" presName="rect2ParTxNoCh" presStyleLbl="alignAcc1" presStyleIdx="2" presStyleCnt="3">
        <dgm:presLayoutVars>
          <dgm:chMax val="1"/>
          <dgm:bulletEnabled val="1"/>
        </dgm:presLayoutVars>
      </dgm:prSet>
      <dgm:spPr/>
    </dgm:pt>
    <dgm:pt modelId="{75E3FC06-0E51-4D42-A81B-07DDB2AC9509}" type="pres">
      <dgm:prSet presAssocID="{260A15E7-9BD6-48C2-8D51-C390AB30E18F}" presName="rect3ParTxNoCh" presStyleLbl="alignAcc1" presStyleIdx="2" presStyleCnt="3">
        <dgm:presLayoutVars>
          <dgm:chMax val="1"/>
          <dgm:bulletEnabled val="1"/>
        </dgm:presLayoutVars>
      </dgm:prSet>
      <dgm:spPr/>
    </dgm:pt>
  </dgm:ptLst>
  <dgm:cxnLst>
    <dgm:cxn modelId="{BE77721A-56F5-4844-9F49-0F70F8FF8D72}" type="presOf" srcId="{260A15E7-9BD6-48C2-8D51-C390AB30E18F}" destId="{F7B33739-CCAA-4D3B-BD2F-8458DE1EABE5}" srcOrd="0" destOrd="0" presId="urn:microsoft.com/office/officeart/2005/8/layout/target3"/>
    <dgm:cxn modelId="{831C5D5E-9443-4B1C-949A-A4C54F74D4BF}" type="presOf" srcId="{A6CD409E-9328-417E-A3E9-2B3A24253BE3}" destId="{CB202DB8-D27C-4875-9CDE-B2F3DD8D0C09}" srcOrd="0" destOrd="0" presId="urn:microsoft.com/office/officeart/2005/8/layout/target3"/>
    <dgm:cxn modelId="{5D37C561-AF92-4431-B5F0-AD468E2BC148}" type="presOf" srcId="{4FA122B1-8FAA-4EE9-9853-0F53632FABE4}" destId="{9342AC22-6A41-4C5B-94CA-2DA62DA43B82}" srcOrd="1" destOrd="0" presId="urn:microsoft.com/office/officeart/2005/8/layout/target3"/>
    <dgm:cxn modelId="{E71AD961-4642-4EF3-B9D9-09D5C68B4C5A}" srcId="{A6CD409E-9328-417E-A3E9-2B3A24253BE3}" destId="{4FA122B1-8FAA-4EE9-9853-0F53632FABE4}" srcOrd="0" destOrd="0" parTransId="{C88773A0-E49F-411F-87D2-2290CF7B25CB}" sibTransId="{4B840F86-21E1-4976-B7C1-5A63517BCEA0}"/>
    <dgm:cxn modelId="{78FD3543-CC0F-469E-9D91-5D4BC81C22DC}" type="presOf" srcId="{2FEBBA6D-628D-4294-B1E1-2221B5FA6C92}" destId="{91F9DE88-8113-47D9-8166-0C9F96D28D95}" srcOrd="1" destOrd="0" presId="urn:microsoft.com/office/officeart/2005/8/layout/target3"/>
    <dgm:cxn modelId="{90161A6E-84F8-4863-9DA8-E2DE6ED89D51}" srcId="{A6CD409E-9328-417E-A3E9-2B3A24253BE3}" destId="{2FEBBA6D-628D-4294-B1E1-2221B5FA6C92}" srcOrd="1" destOrd="0" parTransId="{91230C20-7241-46DF-A9AB-4D4E89717578}" sibTransId="{FE97BA51-47FA-447A-A5E9-9DC1E950D740}"/>
    <dgm:cxn modelId="{8ED07182-5C05-4623-9BE0-315EF5084F69}" srcId="{A6CD409E-9328-417E-A3E9-2B3A24253BE3}" destId="{260A15E7-9BD6-48C2-8D51-C390AB30E18F}" srcOrd="2" destOrd="0" parTransId="{D6F48F82-58B0-4BAF-86D4-CD31A108B886}" sibTransId="{C43E0956-2420-4B49-AD36-4BF435507A85}"/>
    <dgm:cxn modelId="{8F248087-D20A-48AF-A4F7-FC5E0127D92B}" type="presOf" srcId="{260A15E7-9BD6-48C2-8D51-C390AB30E18F}" destId="{75E3FC06-0E51-4D42-A81B-07DDB2AC9509}" srcOrd="1" destOrd="0" presId="urn:microsoft.com/office/officeart/2005/8/layout/target3"/>
    <dgm:cxn modelId="{16E4D8BE-FC7F-4945-BD51-9B3ADD4AAB60}" type="presOf" srcId="{4FA122B1-8FAA-4EE9-9853-0F53632FABE4}" destId="{A3C59D22-E587-440D-995B-A5C5B5878575}" srcOrd="0" destOrd="0" presId="urn:microsoft.com/office/officeart/2005/8/layout/target3"/>
    <dgm:cxn modelId="{8C05B4D6-FC64-4384-942E-E7314C1A821C}" type="presOf" srcId="{2FEBBA6D-628D-4294-B1E1-2221B5FA6C92}" destId="{47CE9BB5-ECB2-4D0F-9AF1-65B1DDAD0009}" srcOrd="0" destOrd="0" presId="urn:microsoft.com/office/officeart/2005/8/layout/target3"/>
    <dgm:cxn modelId="{0620A92E-F3C8-4FCB-8044-C2E4E9198F0D}" type="presParOf" srcId="{CB202DB8-D27C-4875-9CDE-B2F3DD8D0C09}" destId="{22D0FBF2-5318-419A-8F7F-868B9340A3C3}" srcOrd="0" destOrd="0" presId="urn:microsoft.com/office/officeart/2005/8/layout/target3"/>
    <dgm:cxn modelId="{7750D093-363F-43EB-9E72-B72DD83B6BA9}" type="presParOf" srcId="{CB202DB8-D27C-4875-9CDE-B2F3DD8D0C09}" destId="{D6CAE954-3B3D-4BCE-8C04-EF643BFF2C16}" srcOrd="1" destOrd="0" presId="urn:microsoft.com/office/officeart/2005/8/layout/target3"/>
    <dgm:cxn modelId="{04048B46-8CED-4CFF-BD32-376EE899379F}" type="presParOf" srcId="{CB202DB8-D27C-4875-9CDE-B2F3DD8D0C09}" destId="{A3C59D22-E587-440D-995B-A5C5B5878575}" srcOrd="2" destOrd="0" presId="urn:microsoft.com/office/officeart/2005/8/layout/target3"/>
    <dgm:cxn modelId="{26C3C0B7-3199-408E-B8E9-E7FAF072F24E}" type="presParOf" srcId="{CB202DB8-D27C-4875-9CDE-B2F3DD8D0C09}" destId="{995FDDC6-34BF-4A33-A856-36F61652E123}" srcOrd="3" destOrd="0" presId="urn:microsoft.com/office/officeart/2005/8/layout/target3"/>
    <dgm:cxn modelId="{9AEB9396-A899-461B-95B4-B79B09B51D99}" type="presParOf" srcId="{CB202DB8-D27C-4875-9CDE-B2F3DD8D0C09}" destId="{43AAC86B-9E83-4008-903C-67622139A990}" srcOrd="4" destOrd="0" presId="urn:microsoft.com/office/officeart/2005/8/layout/target3"/>
    <dgm:cxn modelId="{C981273F-BBE9-4E69-ACD8-B4B885980CB5}" type="presParOf" srcId="{CB202DB8-D27C-4875-9CDE-B2F3DD8D0C09}" destId="{47CE9BB5-ECB2-4D0F-9AF1-65B1DDAD0009}" srcOrd="5" destOrd="0" presId="urn:microsoft.com/office/officeart/2005/8/layout/target3"/>
    <dgm:cxn modelId="{D99EDDB0-711D-4547-8E73-F6A29009102D}" type="presParOf" srcId="{CB202DB8-D27C-4875-9CDE-B2F3DD8D0C09}" destId="{CE3B922C-85C0-4E32-867B-60A145C856FD}" srcOrd="6" destOrd="0" presId="urn:microsoft.com/office/officeart/2005/8/layout/target3"/>
    <dgm:cxn modelId="{2AE87C1F-77DC-48BA-8D61-4F8193413173}" type="presParOf" srcId="{CB202DB8-D27C-4875-9CDE-B2F3DD8D0C09}" destId="{E163C335-B9CE-4E04-9351-61C8F963AEC3}" srcOrd="7" destOrd="0" presId="urn:microsoft.com/office/officeart/2005/8/layout/target3"/>
    <dgm:cxn modelId="{54E6AAF7-CCD3-40F6-9329-3AE6BDCB51CF}" type="presParOf" srcId="{CB202DB8-D27C-4875-9CDE-B2F3DD8D0C09}" destId="{F7B33739-CCAA-4D3B-BD2F-8458DE1EABE5}" srcOrd="8" destOrd="0" presId="urn:microsoft.com/office/officeart/2005/8/layout/target3"/>
    <dgm:cxn modelId="{1D291430-ACE1-4D77-9736-48D98D676CA4}" type="presParOf" srcId="{CB202DB8-D27C-4875-9CDE-B2F3DD8D0C09}" destId="{9342AC22-6A41-4C5B-94CA-2DA62DA43B82}" srcOrd="9" destOrd="0" presId="urn:microsoft.com/office/officeart/2005/8/layout/target3"/>
    <dgm:cxn modelId="{E8D3B2A7-4BE2-4B6D-8FAA-9C85C5A393B1}" type="presParOf" srcId="{CB202DB8-D27C-4875-9CDE-B2F3DD8D0C09}" destId="{91F9DE88-8113-47D9-8166-0C9F96D28D95}" srcOrd="10" destOrd="0" presId="urn:microsoft.com/office/officeart/2005/8/layout/target3"/>
    <dgm:cxn modelId="{66703375-BD6D-47CB-B0D4-9B891C07471E}" type="presParOf" srcId="{CB202DB8-D27C-4875-9CDE-B2F3DD8D0C09}" destId="{75E3FC06-0E51-4D42-A81B-07DDB2AC9509}" srcOrd="11"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712AAD-6C95-4C91-8C31-7017C83CD0FE}">
      <dsp:nvSpPr>
        <dsp:cNvPr id="0" name=""/>
        <dsp:cNvSpPr/>
      </dsp:nvSpPr>
      <dsp:spPr>
        <a:xfrm>
          <a:off x="0" y="50075"/>
          <a:ext cx="2485103" cy="33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endParaRPr lang="en-US" sz="2000" kern="1200" dirty="0"/>
        </a:p>
      </dsp:txBody>
      <dsp:txXfrm>
        <a:off x="0" y="50075"/>
        <a:ext cx="2485103" cy="336600"/>
      </dsp:txXfrm>
    </dsp:sp>
    <dsp:sp modelId="{0FA14884-8E42-4B42-A5F6-82F38BF243C9}">
      <dsp:nvSpPr>
        <dsp:cNvPr id="0" name=""/>
        <dsp:cNvSpPr/>
      </dsp:nvSpPr>
      <dsp:spPr>
        <a:xfrm>
          <a:off x="2485103" y="13259"/>
          <a:ext cx="497020" cy="410231"/>
        </a:xfrm>
        <a:prstGeom prst="leftBrace">
          <a:avLst>
            <a:gd name="adj1" fmla="val 35000"/>
            <a:gd name="adj2" fmla="val 50000"/>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9EEEB3-827A-4647-AEF5-C4362CF8E1E9}">
      <dsp:nvSpPr>
        <dsp:cNvPr id="0" name=""/>
        <dsp:cNvSpPr/>
      </dsp:nvSpPr>
      <dsp:spPr>
        <a:xfrm>
          <a:off x="3180932" y="13259"/>
          <a:ext cx="6759481" cy="410231"/>
        </a:xfrm>
        <a:prstGeom prst="rect">
          <a:avLst/>
        </a:prstGeom>
        <a:solidFill>
          <a:schemeClr val="accent1">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What is an Operating System, Types and Function?</a:t>
          </a:r>
        </a:p>
      </dsp:txBody>
      <dsp:txXfrm>
        <a:off x="3180932" y="13259"/>
        <a:ext cx="6759481" cy="410231"/>
      </dsp:txXfrm>
    </dsp:sp>
    <dsp:sp modelId="{0A5248CE-8698-47EF-B9C7-1B78E19EDA41}">
      <dsp:nvSpPr>
        <dsp:cNvPr id="0" name=""/>
        <dsp:cNvSpPr/>
      </dsp:nvSpPr>
      <dsp:spPr>
        <a:xfrm>
          <a:off x="0" y="521506"/>
          <a:ext cx="2485103" cy="33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endParaRPr lang="en-US" sz="2000" kern="1200" dirty="0"/>
        </a:p>
      </dsp:txBody>
      <dsp:txXfrm>
        <a:off x="0" y="521506"/>
        <a:ext cx="2485103" cy="336600"/>
      </dsp:txXfrm>
    </dsp:sp>
    <dsp:sp modelId="{221F3C21-9418-4DD7-9FF6-6540B692B6AB}">
      <dsp:nvSpPr>
        <dsp:cNvPr id="0" name=""/>
        <dsp:cNvSpPr/>
      </dsp:nvSpPr>
      <dsp:spPr>
        <a:xfrm>
          <a:off x="2485103" y="484690"/>
          <a:ext cx="497020" cy="410231"/>
        </a:xfrm>
        <a:prstGeom prst="leftBrace">
          <a:avLst>
            <a:gd name="adj1" fmla="val 35000"/>
            <a:gd name="adj2" fmla="val 50000"/>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7BE2427-C615-4C33-90F1-260E1A7CBEE0}">
      <dsp:nvSpPr>
        <dsp:cNvPr id="0" name=""/>
        <dsp:cNvSpPr/>
      </dsp:nvSpPr>
      <dsp:spPr>
        <a:xfrm>
          <a:off x="3180932" y="484690"/>
          <a:ext cx="6759481" cy="410231"/>
        </a:xfrm>
        <a:prstGeom prst="rect">
          <a:avLst/>
        </a:prstGeom>
        <a:solidFill>
          <a:schemeClr val="accent1">
            <a:shade val="50000"/>
            <a:hueOff val="123279"/>
            <a:satOff val="-18436"/>
            <a:lumOff val="117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Characteristics of an OS</a:t>
          </a:r>
        </a:p>
      </dsp:txBody>
      <dsp:txXfrm>
        <a:off x="3180932" y="484690"/>
        <a:ext cx="6759481" cy="410231"/>
      </dsp:txXfrm>
    </dsp:sp>
    <dsp:sp modelId="{A98055A8-8165-4953-B8A3-9F1EDADFC2B8}">
      <dsp:nvSpPr>
        <dsp:cNvPr id="0" name=""/>
        <dsp:cNvSpPr/>
      </dsp:nvSpPr>
      <dsp:spPr>
        <a:xfrm>
          <a:off x="0" y="992937"/>
          <a:ext cx="2485103" cy="33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endParaRPr lang="en-US" sz="2000" kern="1200" dirty="0"/>
        </a:p>
      </dsp:txBody>
      <dsp:txXfrm>
        <a:off x="0" y="992937"/>
        <a:ext cx="2485103" cy="336600"/>
      </dsp:txXfrm>
    </dsp:sp>
    <dsp:sp modelId="{73C50C6D-54E6-4846-9BD0-0C93FDECDFEA}">
      <dsp:nvSpPr>
        <dsp:cNvPr id="0" name=""/>
        <dsp:cNvSpPr/>
      </dsp:nvSpPr>
      <dsp:spPr>
        <a:xfrm>
          <a:off x="2485103" y="956122"/>
          <a:ext cx="497020" cy="410231"/>
        </a:xfrm>
        <a:prstGeom prst="leftBrace">
          <a:avLst>
            <a:gd name="adj1" fmla="val 35000"/>
            <a:gd name="adj2" fmla="val 50000"/>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B4335A3-C0B8-4568-BDF0-A4BF1AEE7DD7}">
      <dsp:nvSpPr>
        <dsp:cNvPr id="0" name=""/>
        <dsp:cNvSpPr/>
      </dsp:nvSpPr>
      <dsp:spPr>
        <a:xfrm>
          <a:off x="3180932" y="956122"/>
          <a:ext cx="6759481" cy="410231"/>
        </a:xfrm>
        <a:prstGeom prst="rect">
          <a:avLst/>
        </a:prstGeom>
        <a:solidFill>
          <a:schemeClr val="accent1">
            <a:shade val="50000"/>
            <a:hueOff val="246557"/>
            <a:satOff val="-36872"/>
            <a:lumOff val="235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Components of an OS</a:t>
          </a:r>
        </a:p>
      </dsp:txBody>
      <dsp:txXfrm>
        <a:off x="3180932" y="956122"/>
        <a:ext cx="6759481" cy="410231"/>
      </dsp:txXfrm>
    </dsp:sp>
    <dsp:sp modelId="{699F7BB3-CF4E-49E9-9963-DF4316075100}">
      <dsp:nvSpPr>
        <dsp:cNvPr id="0" name=""/>
        <dsp:cNvSpPr/>
      </dsp:nvSpPr>
      <dsp:spPr>
        <a:xfrm>
          <a:off x="0" y="1464369"/>
          <a:ext cx="2485103" cy="33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endParaRPr lang="en-US" sz="2000" kern="1200" dirty="0"/>
        </a:p>
      </dsp:txBody>
      <dsp:txXfrm>
        <a:off x="0" y="1464369"/>
        <a:ext cx="2485103" cy="336600"/>
      </dsp:txXfrm>
    </dsp:sp>
    <dsp:sp modelId="{89C031F5-BCC0-40C1-AC10-1C10453D3987}">
      <dsp:nvSpPr>
        <dsp:cNvPr id="0" name=""/>
        <dsp:cNvSpPr/>
      </dsp:nvSpPr>
      <dsp:spPr>
        <a:xfrm>
          <a:off x="2485103" y="1427553"/>
          <a:ext cx="497020" cy="410231"/>
        </a:xfrm>
        <a:prstGeom prst="leftBrace">
          <a:avLst>
            <a:gd name="adj1" fmla="val 35000"/>
            <a:gd name="adj2" fmla="val 50000"/>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949858D-344E-41C9-9E5B-EDBE4EF8494D}">
      <dsp:nvSpPr>
        <dsp:cNvPr id="0" name=""/>
        <dsp:cNvSpPr/>
      </dsp:nvSpPr>
      <dsp:spPr>
        <a:xfrm>
          <a:off x="3180932" y="1427553"/>
          <a:ext cx="6759481" cy="410231"/>
        </a:xfrm>
        <a:prstGeom prst="rect">
          <a:avLst/>
        </a:prstGeom>
        <a:solidFill>
          <a:schemeClr val="accent1">
            <a:shade val="50000"/>
            <a:hueOff val="369836"/>
            <a:satOff val="-55309"/>
            <a:lumOff val="3533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Difference between 32-bit and 64-bit OS</a:t>
          </a:r>
        </a:p>
      </dsp:txBody>
      <dsp:txXfrm>
        <a:off x="3180932" y="1427553"/>
        <a:ext cx="6759481" cy="410231"/>
      </dsp:txXfrm>
    </dsp:sp>
    <dsp:sp modelId="{F57F2A5B-C774-44BE-96AD-F423DF044808}">
      <dsp:nvSpPr>
        <dsp:cNvPr id="0" name=""/>
        <dsp:cNvSpPr/>
      </dsp:nvSpPr>
      <dsp:spPr>
        <a:xfrm>
          <a:off x="0" y="1935800"/>
          <a:ext cx="2485103" cy="33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endParaRPr lang="en-US" sz="2000" kern="1200" dirty="0"/>
        </a:p>
      </dsp:txBody>
      <dsp:txXfrm>
        <a:off x="0" y="1935800"/>
        <a:ext cx="2485103" cy="336600"/>
      </dsp:txXfrm>
    </dsp:sp>
    <dsp:sp modelId="{13A43879-CE88-4467-B1AD-080F481905BF}">
      <dsp:nvSpPr>
        <dsp:cNvPr id="0" name=""/>
        <dsp:cNvSpPr/>
      </dsp:nvSpPr>
      <dsp:spPr>
        <a:xfrm>
          <a:off x="2485103" y="1898984"/>
          <a:ext cx="497020" cy="410231"/>
        </a:xfrm>
        <a:prstGeom prst="leftBrace">
          <a:avLst>
            <a:gd name="adj1" fmla="val 35000"/>
            <a:gd name="adj2" fmla="val 50000"/>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6F5EB3D-98A8-4472-B7E6-EB07ABCBEB12}">
      <dsp:nvSpPr>
        <dsp:cNvPr id="0" name=""/>
        <dsp:cNvSpPr/>
      </dsp:nvSpPr>
      <dsp:spPr>
        <a:xfrm>
          <a:off x="3180932" y="1898984"/>
          <a:ext cx="6759481" cy="410231"/>
        </a:xfrm>
        <a:prstGeom prst="rect">
          <a:avLst/>
        </a:prstGeom>
        <a:solidFill>
          <a:schemeClr val="accent1">
            <a:shade val="50000"/>
            <a:hueOff val="493114"/>
            <a:satOff val="-73745"/>
            <a:lumOff val="471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Compilers and Interpreters</a:t>
          </a:r>
        </a:p>
      </dsp:txBody>
      <dsp:txXfrm>
        <a:off x="3180932" y="1898984"/>
        <a:ext cx="6759481" cy="410231"/>
      </dsp:txXfrm>
    </dsp:sp>
    <dsp:sp modelId="{10C899B8-CB5D-4E53-A78E-AAB0EA30A6CA}">
      <dsp:nvSpPr>
        <dsp:cNvPr id="0" name=""/>
        <dsp:cNvSpPr/>
      </dsp:nvSpPr>
      <dsp:spPr>
        <a:xfrm>
          <a:off x="0" y="2407231"/>
          <a:ext cx="2485103" cy="33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endParaRPr lang="en-US" sz="2000" kern="1200" dirty="0"/>
        </a:p>
      </dsp:txBody>
      <dsp:txXfrm>
        <a:off x="0" y="2407231"/>
        <a:ext cx="2485103" cy="336600"/>
      </dsp:txXfrm>
    </dsp:sp>
    <dsp:sp modelId="{54D36420-B320-4751-AF25-9495701141FA}">
      <dsp:nvSpPr>
        <dsp:cNvPr id="0" name=""/>
        <dsp:cNvSpPr/>
      </dsp:nvSpPr>
      <dsp:spPr>
        <a:xfrm>
          <a:off x="2485103" y="2370416"/>
          <a:ext cx="497020" cy="410231"/>
        </a:xfrm>
        <a:prstGeom prst="leftBrace">
          <a:avLst>
            <a:gd name="adj1" fmla="val 35000"/>
            <a:gd name="adj2" fmla="val 50000"/>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21F195A-1AEB-4D68-9CE7-C2880CC90C6C}">
      <dsp:nvSpPr>
        <dsp:cNvPr id="0" name=""/>
        <dsp:cNvSpPr/>
      </dsp:nvSpPr>
      <dsp:spPr>
        <a:xfrm>
          <a:off x="3180932" y="2370416"/>
          <a:ext cx="6759481" cy="410231"/>
        </a:xfrm>
        <a:prstGeom prst="rect">
          <a:avLst/>
        </a:prstGeom>
        <a:solidFill>
          <a:schemeClr val="accent1">
            <a:shade val="50000"/>
            <a:hueOff val="616393"/>
            <a:satOff val="-92181"/>
            <a:lumOff val="5889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Processes and Threads</a:t>
          </a:r>
        </a:p>
      </dsp:txBody>
      <dsp:txXfrm>
        <a:off x="3180932" y="2370416"/>
        <a:ext cx="6759481" cy="410231"/>
      </dsp:txXfrm>
    </dsp:sp>
    <dsp:sp modelId="{926A831E-61F9-486B-B4B9-7C1FB1E27EEB}">
      <dsp:nvSpPr>
        <dsp:cNvPr id="0" name=""/>
        <dsp:cNvSpPr/>
      </dsp:nvSpPr>
      <dsp:spPr>
        <a:xfrm>
          <a:off x="0" y="2878662"/>
          <a:ext cx="2485103" cy="33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endParaRPr lang="en-US" sz="2000" kern="1200" dirty="0"/>
        </a:p>
      </dsp:txBody>
      <dsp:txXfrm>
        <a:off x="0" y="2878662"/>
        <a:ext cx="2485103" cy="336600"/>
      </dsp:txXfrm>
    </dsp:sp>
    <dsp:sp modelId="{2567B5B0-437B-4AD6-8706-EEC96163CFE5}">
      <dsp:nvSpPr>
        <dsp:cNvPr id="0" name=""/>
        <dsp:cNvSpPr/>
      </dsp:nvSpPr>
      <dsp:spPr>
        <a:xfrm>
          <a:off x="2485103" y="2841847"/>
          <a:ext cx="497020" cy="410231"/>
        </a:xfrm>
        <a:prstGeom prst="leftBrace">
          <a:avLst>
            <a:gd name="adj1" fmla="val 35000"/>
            <a:gd name="adj2" fmla="val 50000"/>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F87FA44-D80C-4FAE-A114-9C9DAC94D4B6}">
      <dsp:nvSpPr>
        <dsp:cNvPr id="0" name=""/>
        <dsp:cNvSpPr/>
      </dsp:nvSpPr>
      <dsp:spPr>
        <a:xfrm>
          <a:off x="3180932" y="2841847"/>
          <a:ext cx="6759481" cy="410231"/>
        </a:xfrm>
        <a:prstGeom prst="rect">
          <a:avLst/>
        </a:prstGeom>
        <a:solidFill>
          <a:schemeClr val="accent1">
            <a:shade val="50000"/>
            <a:hueOff val="493114"/>
            <a:satOff val="-73745"/>
            <a:lumOff val="4711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Multitasking, Multithreading &amp; Multiprocessing</a:t>
          </a:r>
        </a:p>
      </dsp:txBody>
      <dsp:txXfrm>
        <a:off x="3180932" y="2841847"/>
        <a:ext cx="6759481" cy="410231"/>
      </dsp:txXfrm>
    </dsp:sp>
    <dsp:sp modelId="{E524407C-6E0D-4BCE-BEFD-67FE12645638}">
      <dsp:nvSpPr>
        <dsp:cNvPr id="0" name=""/>
        <dsp:cNvSpPr/>
      </dsp:nvSpPr>
      <dsp:spPr>
        <a:xfrm>
          <a:off x="0" y="3350094"/>
          <a:ext cx="2485103" cy="33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endParaRPr lang="en-US" sz="2000" kern="1200" dirty="0"/>
        </a:p>
      </dsp:txBody>
      <dsp:txXfrm>
        <a:off x="0" y="3350094"/>
        <a:ext cx="2485103" cy="336600"/>
      </dsp:txXfrm>
    </dsp:sp>
    <dsp:sp modelId="{CEE87A47-F4C6-4564-B0B0-3D6782947F88}">
      <dsp:nvSpPr>
        <dsp:cNvPr id="0" name=""/>
        <dsp:cNvSpPr/>
      </dsp:nvSpPr>
      <dsp:spPr>
        <a:xfrm>
          <a:off x="2485103" y="3313278"/>
          <a:ext cx="497020" cy="410231"/>
        </a:xfrm>
        <a:prstGeom prst="leftBrace">
          <a:avLst>
            <a:gd name="adj1" fmla="val 35000"/>
            <a:gd name="adj2" fmla="val 50000"/>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442A93C-37DA-4410-8EEA-F7CE2B74C073}">
      <dsp:nvSpPr>
        <dsp:cNvPr id="0" name=""/>
        <dsp:cNvSpPr/>
      </dsp:nvSpPr>
      <dsp:spPr>
        <a:xfrm>
          <a:off x="3180932" y="3313278"/>
          <a:ext cx="6759481" cy="410231"/>
        </a:xfrm>
        <a:prstGeom prst="rect">
          <a:avLst/>
        </a:prstGeom>
        <a:solidFill>
          <a:schemeClr val="accent1">
            <a:shade val="50000"/>
            <a:hueOff val="369836"/>
            <a:satOff val="-55309"/>
            <a:lumOff val="3533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CPU Scheduling</a:t>
          </a:r>
        </a:p>
      </dsp:txBody>
      <dsp:txXfrm>
        <a:off x="3180932" y="3313278"/>
        <a:ext cx="6759481" cy="410231"/>
      </dsp:txXfrm>
    </dsp:sp>
    <dsp:sp modelId="{5F19D1A2-A5C6-4702-9A3A-D0DA60939844}">
      <dsp:nvSpPr>
        <dsp:cNvPr id="0" name=""/>
        <dsp:cNvSpPr/>
      </dsp:nvSpPr>
      <dsp:spPr>
        <a:xfrm>
          <a:off x="0" y="3821525"/>
          <a:ext cx="2485103" cy="33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endParaRPr lang="en-US" sz="2000" kern="1200" dirty="0"/>
        </a:p>
      </dsp:txBody>
      <dsp:txXfrm>
        <a:off x="0" y="3821525"/>
        <a:ext cx="2485103" cy="336600"/>
      </dsp:txXfrm>
    </dsp:sp>
    <dsp:sp modelId="{DE9CBB7A-2E05-4358-A38B-10CE3E65ED13}">
      <dsp:nvSpPr>
        <dsp:cNvPr id="0" name=""/>
        <dsp:cNvSpPr/>
      </dsp:nvSpPr>
      <dsp:spPr>
        <a:xfrm>
          <a:off x="2485103" y="3784709"/>
          <a:ext cx="497020" cy="410231"/>
        </a:xfrm>
        <a:prstGeom prst="leftBrace">
          <a:avLst>
            <a:gd name="adj1" fmla="val 35000"/>
            <a:gd name="adj2" fmla="val 50000"/>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27C8E0F1-ED9D-431D-856A-17244635FC2B}">
      <dsp:nvSpPr>
        <dsp:cNvPr id="0" name=""/>
        <dsp:cNvSpPr/>
      </dsp:nvSpPr>
      <dsp:spPr>
        <a:xfrm>
          <a:off x="3180932" y="3784709"/>
          <a:ext cx="6759481" cy="410231"/>
        </a:xfrm>
        <a:prstGeom prst="rect">
          <a:avLst/>
        </a:prstGeom>
        <a:solidFill>
          <a:schemeClr val="accent1">
            <a:shade val="50000"/>
            <a:hueOff val="246557"/>
            <a:satOff val="-36872"/>
            <a:lumOff val="2355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Semaphores in OS</a:t>
          </a:r>
        </a:p>
      </dsp:txBody>
      <dsp:txXfrm>
        <a:off x="3180932" y="3784709"/>
        <a:ext cx="6759481" cy="410231"/>
      </dsp:txXfrm>
    </dsp:sp>
    <dsp:sp modelId="{5A459711-B14D-4517-874C-8B90C8C6B675}">
      <dsp:nvSpPr>
        <dsp:cNvPr id="0" name=""/>
        <dsp:cNvSpPr/>
      </dsp:nvSpPr>
      <dsp:spPr>
        <a:xfrm>
          <a:off x="0" y="4292956"/>
          <a:ext cx="2485103" cy="336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2240" tIns="50800" rIns="142240" bIns="50800" numCol="1" spcCol="1270" anchor="ctr" anchorCtr="0">
          <a:noAutofit/>
        </a:bodyPr>
        <a:lstStyle/>
        <a:p>
          <a:pPr marL="0" lvl="0" indent="0" algn="r" defTabSz="889000">
            <a:lnSpc>
              <a:spcPct val="90000"/>
            </a:lnSpc>
            <a:spcBef>
              <a:spcPct val="0"/>
            </a:spcBef>
            <a:spcAft>
              <a:spcPct val="35000"/>
            </a:spcAft>
            <a:buNone/>
          </a:pPr>
          <a:endParaRPr lang="en-US" sz="2000" kern="1200" dirty="0"/>
        </a:p>
      </dsp:txBody>
      <dsp:txXfrm>
        <a:off x="0" y="4292956"/>
        <a:ext cx="2485103" cy="336600"/>
      </dsp:txXfrm>
    </dsp:sp>
    <dsp:sp modelId="{CFCA77D7-89D7-4B75-954F-26AE9BEA7662}">
      <dsp:nvSpPr>
        <dsp:cNvPr id="0" name=""/>
        <dsp:cNvSpPr/>
      </dsp:nvSpPr>
      <dsp:spPr>
        <a:xfrm>
          <a:off x="2485103" y="4256141"/>
          <a:ext cx="497020" cy="410231"/>
        </a:xfrm>
        <a:prstGeom prst="leftBrace">
          <a:avLst>
            <a:gd name="adj1" fmla="val 35000"/>
            <a:gd name="adj2" fmla="val 50000"/>
          </a:avLst>
        </a:pr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2E971DB-FF02-4295-BAF9-E83F4F4BBEB6}">
      <dsp:nvSpPr>
        <dsp:cNvPr id="0" name=""/>
        <dsp:cNvSpPr/>
      </dsp:nvSpPr>
      <dsp:spPr>
        <a:xfrm>
          <a:off x="3180932" y="4256141"/>
          <a:ext cx="6759481" cy="410231"/>
        </a:xfrm>
        <a:prstGeom prst="rect">
          <a:avLst/>
        </a:prstGeom>
        <a:solidFill>
          <a:schemeClr val="accent1">
            <a:shade val="50000"/>
            <a:hueOff val="123279"/>
            <a:satOff val="-18436"/>
            <a:lumOff val="1177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228600" lvl="1" indent="-228600" algn="l" defTabSz="889000">
            <a:lnSpc>
              <a:spcPct val="90000"/>
            </a:lnSpc>
            <a:spcBef>
              <a:spcPct val="0"/>
            </a:spcBef>
            <a:spcAft>
              <a:spcPct val="15000"/>
            </a:spcAft>
            <a:buChar char="•"/>
          </a:pPr>
          <a:r>
            <a:rPr lang="en-US" sz="2000" kern="1200" dirty="0"/>
            <a:t>Deadlocks</a:t>
          </a:r>
        </a:p>
      </dsp:txBody>
      <dsp:txXfrm>
        <a:off x="3180932" y="4256141"/>
        <a:ext cx="6759481" cy="4102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64F7C87-6F48-4013-87B0-A6DF592ED51F}">
      <dsp:nvSpPr>
        <dsp:cNvPr id="0" name=""/>
        <dsp:cNvSpPr/>
      </dsp:nvSpPr>
      <dsp:spPr>
        <a:xfrm>
          <a:off x="848" y="350799"/>
          <a:ext cx="3309385" cy="198563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dirty="0"/>
            <a:t>An operating system acts as an intermediary between the user of a computer and computer hardware. </a:t>
          </a:r>
          <a:endParaRPr lang="en-US" sz="2100" kern="1200" dirty="0"/>
        </a:p>
      </dsp:txBody>
      <dsp:txXfrm>
        <a:off x="848" y="350799"/>
        <a:ext cx="3309385" cy="1985631"/>
      </dsp:txXfrm>
    </dsp:sp>
    <dsp:sp modelId="{60C1B2D5-7059-4AAF-96E4-15173A02C31D}">
      <dsp:nvSpPr>
        <dsp:cNvPr id="0" name=""/>
        <dsp:cNvSpPr/>
      </dsp:nvSpPr>
      <dsp:spPr>
        <a:xfrm>
          <a:off x="3641172" y="350799"/>
          <a:ext cx="3309385" cy="1985631"/>
        </a:xfrm>
        <a:prstGeom prst="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dirty="0"/>
            <a:t>It is an interface between computer hardware and user. </a:t>
          </a:r>
          <a:endParaRPr lang="en-US" sz="2100" kern="1200" dirty="0"/>
        </a:p>
      </dsp:txBody>
      <dsp:txXfrm>
        <a:off x="3641172" y="350799"/>
        <a:ext cx="3309385" cy="1985631"/>
      </dsp:txXfrm>
    </dsp:sp>
    <dsp:sp modelId="{0805C536-1778-459A-BC1E-6FD64E8D6AA5}">
      <dsp:nvSpPr>
        <dsp:cNvPr id="0" name=""/>
        <dsp:cNvSpPr/>
      </dsp:nvSpPr>
      <dsp:spPr>
        <a:xfrm>
          <a:off x="1821010" y="2667369"/>
          <a:ext cx="3309385" cy="1985631"/>
        </a:xfrm>
        <a:prstGeom prst="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ctr" defTabSz="933450">
            <a:lnSpc>
              <a:spcPct val="90000"/>
            </a:lnSpc>
            <a:spcBef>
              <a:spcPct val="0"/>
            </a:spcBef>
            <a:spcAft>
              <a:spcPct val="35000"/>
            </a:spcAft>
            <a:buNone/>
          </a:pPr>
          <a:r>
            <a:rPr lang="en-US" sz="2100" b="0" i="0" kern="1200"/>
            <a:t>The </a:t>
          </a:r>
          <a:r>
            <a:rPr lang="en-US" sz="2100" b="0" i="0" kern="1200" dirty="0"/>
            <a:t>purpose of an operating system is to provide an environment in which a user can execute programs conveniently and efficiently.</a:t>
          </a:r>
          <a:endParaRPr lang="en-US" sz="2100" kern="1200" dirty="0"/>
        </a:p>
      </dsp:txBody>
      <dsp:txXfrm>
        <a:off x="1821010" y="2667369"/>
        <a:ext cx="3309385" cy="198563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495E43A-6765-47E6-AD88-528107FB0D72}">
      <dsp:nvSpPr>
        <dsp:cNvPr id="0" name=""/>
        <dsp:cNvSpPr/>
      </dsp:nvSpPr>
      <dsp:spPr>
        <a:xfrm>
          <a:off x="0" y="275215"/>
          <a:ext cx="7561007" cy="694575"/>
        </a:xfrm>
        <a:prstGeom prst="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818" tIns="291592" rIns="586818" bIns="14224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t>(e.g. Transactions Process, Payroll System, etc.)</a:t>
          </a:r>
          <a:endParaRPr lang="en-US" sz="2000" kern="1200" dirty="0"/>
        </a:p>
      </dsp:txBody>
      <dsp:txXfrm>
        <a:off x="0" y="275215"/>
        <a:ext cx="7561007" cy="694575"/>
      </dsp:txXfrm>
    </dsp:sp>
    <dsp:sp modelId="{05CBC86D-7A5D-4CF1-A9BA-D717550D950A}">
      <dsp:nvSpPr>
        <dsp:cNvPr id="0" name=""/>
        <dsp:cNvSpPr/>
      </dsp:nvSpPr>
      <dsp:spPr>
        <a:xfrm>
          <a:off x="378050" y="68575"/>
          <a:ext cx="5292704" cy="413280"/>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52" tIns="0" rIns="200052" bIns="0" numCol="1" spcCol="1270" anchor="ctr" anchorCtr="0">
          <a:noAutofit/>
        </a:bodyPr>
        <a:lstStyle/>
        <a:p>
          <a:pPr marL="0" lvl="0" indent="0" algn="l" defTabSz="889000">
            <a:lnSpc>
              <a:spcPct val="90000"/>
            </a:lnSpc>
            <a:spcBef>
              <a:spcPct val="0"/>
            </a:spcBef>
            <a:spcAft>
              <a:spcPct val="35000"/>
            </a:spcAft>
            <a:buNone/>
          </a:pPr>
          <a:r>
            <a:rPr lang="en-US" sz="2000" b="0" i="0" kern="1200" dirty="0"/>
            <a:t>Batch OS</a:t>
          </a:r>
          <a:endParaRPr lang="en-US" sz="2000" kern="1200" dirty="0"/>
        </a:p>
      </dsp:txBody>
      <dsp:txXfrm>
        <a:off x="398225" y="88750"/>
        <a:ext cx="5252354" cy="372930"/>
      </dsp:txXfrm>
    </dsp:sp>
    <dsp:sp modelId="{C695A253-9DEE-4957-B43C-2F6D0E2F28B6}">
      <dsp:nvSpPr>
        <dsp:cNvPr id="0" name=""/>
        <dsp:cNvSpPr/>
      </dsp:nvSpPr>
      <dsp:spPr>
        <a:xfrm>
          <a:off x="0" y="1252030"/>
          <a:ext cx="7561007" cy="694575"/>
        </a:xfrm>
        <a:prstGeom prst="rect">
          <a:avLst/>
        </a:prstGeom>
        <a:solidFill>
          <a:schemeClr val="lt1">
            <a:alpha val="90000"/>
            <a:hueOff val="0"/>
            <a:satOff val="0"/>
            <a:lumOff val="0"/>
            <a:alphaOff val="0"/>
          </a:schemeClr>
        </a:solidFill>
        <a:ln w="25400" cap="flat" cmpd="sng" algn="ctr">
          <a:solidFill>
            <a:schemeClr val="accent2">
              <a:hueOff val="-2928"/>
              <a:satOff val="0"/>
              <a:lumOff val="15196"/>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818" tIns="291592" rIns="586818" bIns="142240" numCol="1" spcCol="1270" anchor="t"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pt-BR" sz="2000" b="0" i="0" kern="1200" dirty="0"/>
            <a:t>(e.g. Windows, UNIX, macOS, etc.)</a:t>
          </a:r>
        </a:p>
      </dsp:txBody>
      <dsp:txXfrm>
        <a:off x="0" y="1252030"/>
        <a:ext cx="7561007" cy="694575"/>
      </dsp:txXfrm>
    </dsp:sp>
    <dsp:sp modelId="{255C1DE5-4FA3-4ABB-B6F9-8F86DB3DFE59}">
      <dsp:nvSpPr>
        <dsp:cNvPr id="0" name=""/>
        <dsp:cNvSpPr/>
      </dsp:nvSpPr>
      <dsp:spPr>
        <a:xfrm>
          <a:off x="378050" y="1045390"/>
          <a:ext cx="5292704" cy="413280"/>
        </a:xfrm>
        <a:prstGeom prst="roundRect">
          <a:avLst/>
        </a:prstGeom>
        <a:solidFill>
          <a:schemeClr val="accent2">
            <a:hueOff val="-2928"/>
            <a:satOff val="0"/>
            <a:lumOff val="15196"/>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52" tIns="0" rIns="200052" bIns="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pt-BR" sz="2000" b="0" i="0" kern="1200" dirty="0"/>
            <a:t>Multi-programmed OS</a:t>
          </a:r>
        </a:p>
      </dsp:txBody>
      <dsp:txXfrm>
        <a:off x="398225" y="1065565"/>
        <a:ext cx="5252354" cy="372930"/>
      </dsp:txXfrm>
    </dsp:sp>
    <dsp:sp modelId="{06F6A6FB-5032-4FD1-8B9F-FED8B39811C6}">
      <dsp:nvSpPr>
        <dsp:cNvPr id="0" name=""/>
        <dsp:cNvSpPr/>
      </dsp:nvSpPr>
      <dsp:spPr>
        <a:xfrm>
          <a:off x="0" y="2228845"/>
          <a:ext cx="7561007" cy="694575"/>
        </a:xfrm>
        <a:prstGeom prst="rect">
          <a:avLst/>
        </a:prstGeom>
        <a:solidFill>
          <a:schemeClr val="lt1">
            <a:alpha val="90000"/>
            <a:hueOff val="0"/>
            <a:satOff val="0"/>
            <a:lumOff val="0"/>
            <a:alphaOff val="0"/>
          </a:schemeClr>
        </a:solidFill>
        <a:ln w="25400" cap="flat" cmpd="sng" algn="ctr">
          <a:solidFill>
            <a:schemeClr val="accent2">
              <a:hueOff val="-5857"/>
              <a:satOff val="0"/>
              <a:lumOff val="3039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818" tIns="291592" rIns="586818" bIns="142240" numCol="1" spcCol="1270" anchor="t"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en-US" sz="2000" b="0" i="0" kern="1200" dirty="0"/>
            <a:t>(e.g. Multics, Linux, etc.)</a:t>
          </a:r>
        </a:p>
      </dsp:txBody>
      <dsp:txXfrm>
        <a:off x="0" y="2228845"/>
        <a:ext cx="7561007" cy="694575"/>
      </dsp:txXfrm>
    </dsp:sp>
    <dsp:sp modelId="{E1B25F37-D222-4BE2-807D-E451AFDBC41D}">
      <dsp:nvSpPr>
        <dsp:cNvPr id="0" name=""/>
        <dsp:cNvSpPr/>
      </dsp:nvSpPr>
      <dsp:spPr>
        <a:xfrm>
          <a:off x="378050" y="2022205"/>
          <a:ext cx="5292704" cy="413280"/>
        </a:xfrm>
        <a:prstGeom prst="roundRect">
          <a:avLst/>
        </a:prstGeom>
        <a:solidFill>
          <a:schemeClr val="accent2">
            <a:hueOff val="-5857"/>
            <a:satOff val="0"/>
            <a:lumOff val="3039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52" tIns="0" rIns="200052" bIns="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en-US" sz="2000" b="0" i="0" kern="1200" dirty="0"/>
            <a:t>Timesharing OS</a:t>
          </a:r>
        </a:p>
      </dsp:txBody>
      <dsp:txXfrm>
        <a:off x="398225" y="2042380"/>
        <a:ext cx="5252354" cy="372930"/>
      </dsp:txXfrm>
    </dsp:sp>
    <dsp:sp modelId="{067004DC-8343-4636-A31A-45F784FDA0BD}">
      <dsp:nvSpPr>
        <dsp:cNvPr id="0" name=""/>
        <dsp:cNvSpPr/>
      </dsp:nvSpPr>
      <dsp:spPr>
        <a:xfrm>
          <a:off x="0" y="3205660"/>
          <a:ext cx="7561007" cy="694575"/>
        </a:xfrm>
        <a:prstGeom prst="rect">
          <a:avLst/>
        </a:prstGeom>
        <a:solidFill>
          <a:schemeClr val="lt1">
            <a:alpha val="90000"/>
            <a:hueOff val="0"/>
            <a:satOff val="0"/>
            <a:lumOff val="0"/>
            <a:alphaOff val="0"/>
          </a:schemeClr>
        </a:solidFill>
        <a:ln w="25400" cap="flat" cmpd="sng" algn="ctr">
          <a:solidFill>
            <a:schemeClr val="accent2">
              <a:hueOff val="-8785"/>
              <a:satOff val="0"/>
              <a:lumOff val="45589"/>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818" tIns="291592" rIns="586818" bIns="142240" numCol="1" spcCol="1270" anchor="t"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pt-BR" sz="2000" b="0" i="0" kern="1200" dirty="0"/>
            <a:t>(e.g. PSOS, VRTX, etc.)</a:t>
          </a:r>
        </a:p>
      </dsp:txBody>
      <dsp:txXfrm>
        <a:off x="0" y="3205660"/>
        <a:ext cx="7561007" cy="694575"/>
      </dsp:txXfrm>
    </dsp:sp>
    <dsp:sp modelId="{9E874329-28C7-4CD3-8E56-A5FB8F75A3D3}">
      <dsp:nvSpPr>
        <dsp:cNvPr id="0" name=""/>
        <dsp:cNvSpPr/>
      </dsp:nvSpPr>
      <dsp:spPr>
        <a:xfrm>
          <a:off x="378050" y="2999020"/>
          <a:ext cx="5292704" cy="413280"/>
        </a:xfrm>
        <a:prstGeom prst="roundRect">
          <a:avLst/>
        </a:prstGeom>
        <a:solidFill>
          <a:schemeClr val="accent2">
            <a:hueOff val="-8785"/>
            <a:satOff val="0"/>
            <a:lumOff val="45589"/>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52" tIns="0" rIns="200052" bIns="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pt-BR" sz="2000" b="0" i="0" kern="1200" dirty="0"/>
            <a:t>Real-Time OS</a:t>
          </a:r>
        </a:p>
      </dsp:txBody>
      <dsp:txXfrm>
        <a:off x="398225" y="3019195"/>
        <a:ext cx="5252354" cy="372930"/>
      </dsp:txXfrm>
    </dsp:sp>
    <dsp:sp modelId="{CA476C61-1EC6-4B60-8009-A1B5B4F4585D}">
      <dsp:nvSpPr>
        <dsp:cNvPr id="0" name=""/>
        <dsp:cNvSpPr/>
      </dsp:nvSpPr>
      <dsp:spPr>
        <a:xfrm>
          <a:off x="0" y="4182475"/>
          <a:ext cx="7561007" cy="694575"/>
        </a:xfrm>
        <a:prstGeom prst="rect">
          <a:avLst/>
        </a:prstGeom>
        <a:solidFill>
          <a:schemeClr val="lt1">
            <a:alpha val="90000"/>
            <a:hueOff val="0"/>
            <a:satOff val="0"/>
            <a:lumOff val="0"/>
            <a:alphaOff val="0"/>
          </a:schemeClr>
        </a:solidFill>
        <a:ln w="25400" cap="flat" cmpd="sng" algn="ctr">
          <a:solidFill>
            <a:schemeClr val="accent2">
              <a:hueOff val="-11713"/>
              <a:satOff val="0"/>
              <a:lumOff val="6078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86818" tIns="291592" rIns="586818" bIns="142240" numCol="1" spcCol="1270" anchor="t" anchorCtr="0">
          <a:noAutofit/>
        </a:bodyPr>
        <a:lstStyle/>
        <a:p>
          <a:pPr marL="228600" lvl="1" indent="-228600" algn="l" defTabSz="889000">
            <a:lnSpc>
              <a:spcPct val="90000"/>
            </a:lnSpc>
            <a:spcBef>
              <a:spcPct val="0"/>
            </a:spcBef>
            <a:spcAft>
              <a:spcPct val="15000"/>
            </a:spcAft>
            <a:buFont typeface="Arial" panose="020B0604020202020204" pitchFamily="34" charset="0"/>
            <a:buChar char="•"/>
          </a:pPr>
          <a:r>
            <a:rPr lang="pt-BR" sz="2000" b="0" i="0" kern="1200"/>
            <a:t>(</a:t>
          </a:r>
          <a:r>
            <a:rPr lang="pt-BR" sz="2000" b="0" i="0" kern="1200" dirty="0"/>
            <a:t>e.g. LOCUS, Solaris, etc.)</a:t>
          </a:r>
        </a:p>
      </dsp:txBody>
      <dsp:txXfrm>
        <a:off x="0" y="4182475"/>
        <a:ext cx="7561007" cy="694575"/>
      </dsp:txXfrm>
    </dsp:sp>
    <dsp:sp modelId="{E381ACF6-1160-45FE-B54B-49227151AC56}">
      <dsp:nvSpPr>
        <dsp:cNvPr id="0" name=""/>
        <dsp:cNvSpPr/>
      </dsp:nvSpPr>
      <dsp:spPr>
        <a:xfrm>
          <a:off x="378050" y="3975835"/>
          <a:ext cx="5292704" cy="413280"/>
        </a:xfrm>
        <a:prstGeom prst="roundRect">
          <a:avLst/>
        </a:prstGeom>
        <a:solidFill>
          <a:schemeClr val="accent2">
            <a:hueOff val="-11713"/>
            <a:satOff val="0"/>
            <a:lumOff val="6078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0052" tIns="0" rIns="200052" bIns="0" numCol="1" spcCol="1270" anchor="ctr" anchorCtr="0">
          <a:noAutofit/>
        </a:bodyPr>
        <a:lstStyle/>
        <a:p>
          <a:pPr marL="0" lvl="0" indent="0" algn="l" defTabSz="889000">
            <a:lnSpc>
              <a:spcPct val="90000"/>
            </a:lnSpc>
            <a:spcBef>
              <a:spcPct val="0"/>
            </a:spcBef>
            <a:spcAft>
              <a:spcPct val="35000"/>
            </a:spcAft>
            <a:buFont typeface="Arial" panose="020B0604020202020204" pitchFamily="34" charset="0"/>
            <a:buNone/>
          </a:pPr>
          <a:r>
            <a:rPr lang="pt-BR" sz="2000" b="0" i="0" kern="1200" dirty="0"/>
            <a:t>Distributed OS</a:t>
          </a:r>
        </a:p>
      </dsp:txBody>
      <dsp:txXfrm>
        <a:off x="398225" y="3996010"/>
        <a:ext cx="5252354" cy="37293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2A7D85-99E0-4DE6-A74D-55E0D7DEFEEF}">
      <dsp:nvSpPr>
        <dsp:cNvPr id="0" name=""/>
        <dsp:cNvSpPr/>
      </dsp:nvSpPr>
      <dsp:spPr>
        <a:xfrm>
          <a:off x="0" y="615"/>
          <a:ext cx="792249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D7EDC6-7CFB-406C-B876-A4532D4D3C46}">
      <dsp:nvSpPr>
        <dsp:cNvPr id="0" name=""/>
        <dsp:cNvSpPr/>
      </dsp:nvSpPr>
      <dsp:spPr>
        <a:xfrm>
          <a:off x="0" y="615"/>
          <a:ext cx="1584498" cy="1008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1" i="0" kern="1200" dirty="0"/>
            <a:t>Resource Management: </a:t>
          </a:r>
          <a:endParaRPr lang="en-US" sz="1600" kern="1200" dirty="0"/>
        </a:p>
      </dsp:txBody>
      <dsp:txXfrm>
        <a:off x="0" y="615"/>
        <a:ext cx="1584498" cy="1008543"/>
      </dsp:txXfrm>
    </dsp:sp>
    <dsp:sp modelId="{DF2979F3-1F2A-4B84-98CE-26ABB047ACBA}">
      <dsp:nvSpPr>
        <dsp:cNvPr id="0" name=""/>
        <dsp:cNvSpPr/>
      </dsp:nvSpPr>
      <dsp:spPr>
        <a:xfrm>
          <a:off x="1703335" y="46413"/>
          <a:ext cx="6219156" cy="915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None/>
          </a:pPr>
          <a:r>
            <a:rPr lang="en-US" sz="1500" b="0" i="0" kern="1200" dirty="0"/>
            <a:t>When multiple users are accessing the system, the OS works as a Resource Manager. Its responsibility is to provide hardware to the user. It decreases the load in the system.</a:t>
          </a:r>
          <a:endParaRPr lang="en-US" sz="1500" kern="1200" dirty="0"/>
        </a:p>
      </dsp:txBody>
      <dsp:txXfrm>
        <a:off x="1703335" y="46413"/>
        <a:ext cx="6219156" cy="915962"/>
      </dsp:txXfrm>
    </dsp:sp>
    <dsp:sp modelId="{A74F6BAF-1F3F-4A02-84A6-4C3CDDD8949D}">
      <dsp:nvSpPr>
        <dsp:cNvPr id="0" name=""/>
        <dsp:cNvSpPr/>
      </dsp:nvSpPr>
      <dsp:spPr>
        <a:xfrm>
          <a:off x="1584498" y="962376"/>
          <a:ext cx="633799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09B6B147-829A-4F09-9A23-C6D59D18024F}">
      <dsp:nvSpPr>
        <dsp:cNvPr id="0" name=""/>
        <dsp:cNvSpPr/>
      </dsp:nvSpPr>
      <dsp:spPr>
        <a:xfrm>
          <a:off x="0" y="1009159"/>
          <a:ext cx="792249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1CC9F6F-71F1-478C-ACE9-51CBDB3B03DC}">
      <dsp:nvSpPr>
        <dsp:cNvPr id="0" name=""/>
        <dsp:cNvSpPr/>
      </dsp:nvSpPr>
      <dsp:spPr>
        <a:xfrm>
          <a:off x="0" y="1009159"/>
          <a:ext cx="1584498" cy="1008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b="1" i="0" kern="1200" dirty="0"/>
            <a:t>Process Management: </a:t>
          </a:r>
          <a:endParaRPr lang="en-US" sz="1600" b="0" i="0" kern="1200" dirty="0"/>
        </a:p>
      </dsp:txBody>
      <dsp:txXfrm>
        <a:off x="0" y="1009159"/>
        <a:ext cx="1584498" cy="1008543"/>
      </dsp:txXfrm>
    </dsp:sp>
    <dsp:sp modelId="{F034160A-A878-4EBC-9F75-1DACE8842F9A}">
      <dsp:nvSpPr>
        <dsp:cNvPr id="0" name=""/>
        <dsp:cNvSpPr/>
      </dsp:nvSpPr>
      <dsp:spPr>
        <a:xfrm>
          <a:off x="1703335" y="1054957"/>
          <a:ext cx="6219156" cy="915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b="0" i="0" kern="1200" dirty="0"/>
            <a:t>It includes various tasks like scheduling and termination of the process. It is done with the help of </a:t>
          </a:r>
          <a:r>
            <a:rPr lang="en-US" sz="1500" b="1" i="0" kern="1200" dirty="0"/>
            <a:t>CPU Scheduling algorithms </a:t>
          </a:r>
          <a:r>
            <a:rPr lang="en-US" sz="1500" b="0" i="0" kern="1200" dirty="0"/>
            <a:t>.</a:t>
          </a:r>
        </a:p>
      </dsp:txBody>
      <dsp:txXfrm>
        <a:off x="1703335" y="1054957"/>
        <a:ext cx="6219156" cy="915962"/>
      </dsp:txXfrm>
    </dsp:sp>
    <dsp:sp modelId="{B028072A-24C3-4CAE-B983-5F840474C389}">
      <dsp:nvSpPr>
        <dsp:cNvPr id="0" name=""/>
        <dsp:cNvSpPr/>
      </dsp:nvSpPr>
      <dsp:spPr>
        <a:xfrm>
          <a:off x="1584498" y="1970919"/>
          <a:ext cx="633799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36AB315-BDE8-4C73-AC59-E85B60F66CAB}">
      <dsp:nvSpPr>
        <dsp:cNvPr id="0" name=""/>
        <dsp:cNvSpPr/>
      </dsp:nvSpPr>
      <dsp:spPr>
        <a:xfrm>
          <a:off x="0" y="2017702"/>
          <a:ext cx="792249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4EFFB7-BDD3-45E5-94FE-954170428ED1}">
      <dsp:nvSpPr>
        <dsp:cNvPr id="0" name=""/>
        <dsp:cNvSpPr/>
      </dsp:nvSpPr>
      <dsp:spPr>
        <a:xfrm>
          <a:off x="0" y="2017702"/>
          <a:ext cx="1584498" cy="1008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b="1" i="0" kern="1200" dirty="0"/>
            <a:t>Storage Management: </a:t>
          </a:r>
          <a:endParaRPr lang="en-US" sz="1600" b="0" i="0" kern="1200" dirty="0"/>
        </a:p>
      </dsp:txBody>
      <dsp:txXfrm>
        <a:off x="0" y="2017702"/>
        <a:ext cx="1584498" cy="1008543"/>
      </dsp:txXfrm>
    </dsp:sp>
    <dsp:sp modelId="{38941F2A-3656-4AAB-8A93-762FBB254DB0}">
      <dsp:nvSpPr>
        <dsp:cNvPr id="0" name=""/>
        <dsp:cNvSpPr/>
      </dsp:nvSpPr>
      <dsp:spPr>
        <a:xfrm>
          <a:off x="1703335" y="2063500"/>
          <a:ext cx="6219156" cy="915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b="0" i="0" kern="1200" dirty="0"/>
            <a:t>The </a:t>
          </a:r>
          <a:r>
            <a:rPr lang="en-US" sz="1500" b="1" i="0" kern="1200" dirty="0"/>
            <a:t>file system </a:t>
          </a:r>
          <a:r>
            <a:rPr lang="en-US" sz="1500" b="0" i="0" kern="1200" dirty="0"/>
            <a:t>mechanism used for the management of the storage. All the data is stored in various tracks of Hard disks that are all managed by the storage manager. It includes the </a:t>
          </a:r>
          <a:r>
            <a:rPr lang="en-US" sz="1500" b="1" i="0" kern="1200" dirty="0"/>
            <a:t>Hard Disk </a:t>
          </a:r>
          <a:r>
            <a:rPr lang="en-US" sz="1500" b="0" i="0" kern="1200" dirty="0"/>
            <a:t>.</a:t>
          </a:r>
        </a:p>
      </dsp:txBody>
      <dsp:txXfrm>
        <a:off x="1703335" y="2063500"/>
        <a:ext cx="6219156" cy="915962"/>
      </dsp:txXfrm>
    </dsp:sp>
    <dsp:sp modelId="{A2064AB6-EB53-46AA-9706-5EA660C71941}">
      <dsp:nvSpPr>
        <dsp:cNvPr id="0" name=""/>
        <dsp:cNvSpPr/>
      </dsp:nvSpPr>
      <dsp:spPr>
        <a:xfrm>
          <a:off x="1584498" y="2979463"/>
          <a:ext cx="633799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E8207903-82C8-4F07-B403-FC929D36A631}">
      <dsp:nvSpPr>
        <dsp:cNvPr id="0" name=""/>
        <dsp:cNvSpPr/>
      </dsp:nvSpPr>
      <dsp:spPr>
        <a:xfrm>
          <a:off x="0" y="3026246"/>
          <a:ext cx="792249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F2D131D-1BCF-4B81-9DE8-104CAC81508F}">
      <dsp:nvSpPr>
        <dsp:cNvPr id="0" name=""/>
        <dsp:cNvSpPr/>
      </dsp:nvSpPr>
      <dsp:spPr>
        <a:xfrm>
          <a:off x="0" y="3026246"/>
          <a:ext cx="1584498" cy="1008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Font typeface="Arial" panose="020B0604020202020204" pitchFamily="34" charset="0"/>
            <a:buNone/>
          </a:pPr>
          <a:r>
            <a:rPr lang="en-US" sz="1600" b="1" i="0" kern="1200" dirty="0"/>
            <a:t>Memory Management: </a:t>
          </a:r>
          <a:endParaRPr lang="en-US" sz="1600" b="0" i="0" kern="1200" dirty="0"/>
        </a:p>
      </dsp:txBody>
      <dsp:txXfrm>
        <a:off x="0" y="3026246"/>
        <a:ext cx="1584498" cy="1008543"/>
      </dsp:txXfrm>
    </dsp:sp>
    <dsp:sp modelId="{78BBFC1B-DDCB-4CB6-8D6C-D3F221CB89AB}">
      <dsp:nvSpPr>
        <dsp:cNvPr id="0" name=""/>
        <dsp:cNvSpPr/>
      </dsp:nvSpPr>
      <dsp:spPr>
        <a:xfrm>
          <a:off x="1703335" y="3072044"/>
          <a:ext cx="6219156" cy="915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b="0" i="0" kern="1200" dirty="0"/>
            <a:t>The operating system has to keep track of how much memory has been used and by whom. It has to decide which process needs memory space and how much. OS also has to allocate and deallocate the memory space.</a:t>
          </a:r>
        </a:p>
      </dsp:txBody>
      <dsp:txXfrm>
        <a:off x="1703335" y="3072044"/>
        <a:ext cx="6219156" cy="915962"/>
      </dsp:txXfrm>
    </dsp:sp>
    <dsp:sp modelId="{49B4D081-84F4-48CA-A0E7-2F5205F346CC}">
      <dsp:nvSpPr>
        <dsp:cNvPr id="0" name=""/>
        <dsp:cNvSpPr/>
      </dsp:nvSpPr>
      <dsp:spPr>
        <a:xfrm>
          <a:off x="1584498" y="3988006"/>
          <a:ext cx="6337993"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FB25F0CF-AF8D-4BAC-A0AA-F1DCE291E48F}">
      <dsp:nvSpPr>
        <dsp:cNvPr id="0" name=""/>
        <dsp:cNvSpPr/>
      </dsp:nvSpPr>
      <dsp:spPr>
        <a:xfrm>
          <a:off x="0" y="4034789"/>
          <a:ext cx="7922492"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350E290-FBFA-4030-A325-5AB7FD341A74}">
      <dsp:nvSpPr>
        <dsp:cNvPr id="0" name=""/>
        <dsp:cNvSpPr/>
      </dsp:nvSpPr>
      <dsp:spPr>
        <a:xfrm>
          <a:off x="0" y="4034789"/>
          <a:ext cx="1666982" cy="10085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b="1" i="0" kern="1200" dirty="0"/>
            <a:t>Security/Privacy Management: </a:t>
          </a:r>
          <a:endParaRPr lang="en-US" sz="1500" b="0" i="0" kern="1200" dirty="0"/>
        </a:p>
      </dsp:txBody>
      <dsp:txXfrm>
        <a:off x="0" y="4034789"/>
        <a:ext cx="1666982" cy="1008543"/>
      </dsp:txXfrm>
    </dsp:sp>
    <dsp:sp modelId="{180BA0E1-18AE-4D2A-B44C-6EE54F14FEE7}">
      <dsp:nvSpPr>
        <dsp:cNvPr id="0" name=""/>
        <dsp:cNvSpPr/>
      </dsp:nvSpPr>
      <dsp:spPr>
        <a:xfrm>
          <a:off x="1784195" y="4080587"/>
          <a:ext cx="6134128" cy="9159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7150" tIns="57150" rIns="57150" bIns="57150" numCol="1" spcCol="1270" anchor="t" anchorCtr="0">
          <a:noAutofit/>
        </a:bodyPr>
        <a:lstStyle/>
        <a:p>
          <a:pPr marL="0" lvl="0" indent="0" algn="l" defTabSz="666750">
            <a:lnSpc>
              <a:spcPct val="90000"/>
            </a:lnSpc>
            <a:spcBef>
              <a:spcPct val="0"/>
            </a:spcBef>
            <a:spcAft>
              <a:spcPct val="35000"/>
            </a:spcAft>
            <a:buFont typeface="Arial" panose="020B0604020202020204" pitchFamily="34" charset="0"/>
            <a:buNone/>
          </a:pPr>
          <a:r>
            <a:rPr lang="en-US" sz="1500" b="0" i="0" kern="1200"/>
            <a:t>Privacy </a:t>
          </a:r>
          <a:r>
            <a:rPr lang="en-US" sz="1500" b="0" i="0" kern="1200" dirty="0"/>
            <a:t>is also provided by the Operating system using passwords so that unauthorized applications can’t access programs or data. For example, Windows uses </a:t>
          </a:r>
          <a:r>
            <a:rPr lang="en-US" sz="1500" b="1" i="0" kern="1200" dirty="0"/>
            <a:t>Kerberos </a:t>
          </a:r>
          <a:r>
            <a:rPr lang="en-US" sz="1500" b="0" i="0" kern="1200" dirty="0"/>
            <a:t>authentication to prevent unauthorized access to data.</a:t>
          </a:r>
        </a:p>
      </dsp:txBody>
      <dsp:txXfrm>
        <a:off x="1784195" y="4080587"/>
        <a:ext cx="6134128" cy="915962"/>
      </dsp:txXfrm>
    </dsp:sp>
    <dsp:sp modelId="{73C51BC5-B695-4DF8-9E1C-C9222C3CDDE4}">
      <dsp:nvSpPr>
        <dsp:cNvPr id="0" name=""/>
        <dsp:cNvSpPr/>
      </dsp:nvSpPr>
      <dsp:spPr>
        <a:xfrm>
          <a:off x="1666982" y="4996550"/>
          <a:ext cx="6251341" cy="0"/>
        </a:xfrm>
        <a:prstGeom prst="line">
          <a:avLst/>
        </a:prstGeom>
        <a:solidFill>
          <a:schemeClr val="accent1">
            <a:hueOff val="0"/>
            <a:satOff val="0"/>
            <a:lumOff val="0"/>
            <a:alphaOff val="0"/>
          </a:schemeClr>
        </a:solidFill>
        <a:ln w="25400" cap="flat" cmpd="sng" algn="ctr">
          <a:solidFill>
            <a:schemeClr val="accent1">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E346BF-8E05-49B4-B457-F9C869AB7CA8}">
      <dsp:nvSpPr>
        <dsp:cNvPr id="0" name=""/>
        <dsp:cNvSpPr/>
      </dsp:nvSpPr>
      <dsp:spPr>
        <a:xfrm>
          <a:off x="2350976" y="293085"/>
          <a:ext cx="4167652" cy="4167652"/>
        </a:xfrm>
        <a:prstGeom prst="pie">
          <a:avLst>
            <a:gd name="adj1" fmla="val 16200000"/>
            <a:gd name="adj2" fmla="val 1980000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t>Virtualization</a:t>
          </a:r>
        </a:p>
      </dsp:txBody>
      <dsp:txXfrm>
        <a:off x="4534032" y="825453"/>
        <a:ext cx="1091528" cy="843453"/>
      </dsp:txXfrm>
    </dsp:sp>
    <dsp:sp modelId="{2567DF63-E3DC-439C-B6C4-7F1521ED9DE2}">
      <dsp:nvSpPr>
        <dsp:cNvPr id="0" name=""/>
        <dsp:cNvSpPr/>
      </dsp:nvSpPr>
      <dsp:spPr>
        <a:xfrm>
          <a:off x="2400591" y="378919"/>
          <a:ext cx="4167652" cy="4167652"/>
        </a:xfrm>
        <a:prstGeom prst="pie">
          <a:avLst>
            <a:gd name="adj1" fmla="val 19800000"/>
            <a:gd name="adj2" fmla="val 1800000"/>
          </a:avLst>
        </a:prstGeom>
        <a:solidFill>
          <a:schemeClr val="accent4">
            <a:lumMod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t>Networking</a:t>
          </a:r>
        </a:p>
      </dsp:txBody>
      <dsp:txXfrm>
        <a:off x="5228640" y="2065826"/>
        <a:ext cx="1141142" cy="818646"/>
      </dsp:txXfrm>
    </dsp:sp>
    <dsp:sp modelId="{ECCAF9D7-3167-4334-B8AF-DE169C4F9EA0}">
      <dsp:nvSpPr>
        <dsp:cNvPr id="0" name=""/>
        <dsp:cNvSpPr/>
      </dsp:nvSpPr>
      <dsp:spPr>
        <a:xfrm>
          <a:off x="2350976" y="464753"/>
          <a:ext cx="4167652" cy="4167652"/>
        </a:xfrm>
        <a:prstGeom prst="pie">
          <a:avLst>
            <a:gd name="adj1" fmla="val 1800000"/>
            <a:gd name="adj2" fmla="val 540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t>Scheduling</a:t>
          </a:r>
        </a:p>
      </dsp:txBody>
      <dsp:txXfrm>
        <a:off x="4534032" y="3281391"/>
        <a:ext cx="1091528" cy="843453"/>
      </dsp:txXfrm>
    </dsp:sp>
    <dsp:sp modelId="{98A2845C-A26B-4478-8104-DCCA9AFFF359}">
      <dsp:nvSpPr>
        <dsp:cNvPr id="0" name=""/>
        <dsp:cNvSpPr/>
      </dsp:nvSpPr>
      <dsp:spPr>
        <a:xfrm>
          <a:off x="2251746" y="464753"/>
          <a:ext cx="4167652" cy="4167652"/>
        </a:xfrm>
        <a:prstGeom prst="pie">
          <a:avLst>
            <a:gd name="adj1" fmla="val 5400000"/>
            <a:gd name="adj2" fmla="val 9000000"/>
          </a:avLst>
        </a:prstGeom>
        <a:solidFill>
          <a:srgbClr val="FFC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t>Performance Monitoring</a:t>
          </a:r>
        </a:p>
      </dsp:txBody>
      <dsp:txXfrm>
        <a:off x="3144814" y="3281391"/>
        <a:ext cx="1091528" cy="843453"/>
      </dsp:txXfrm>
    </dsp:sp>
    <dsp:sp modelId="{F5D963FF-EBDD-43F5-82BE-B63B09CEA38A}">
      <dsp:nvSpPr>
        <dsp:cNvPr id="0" name=""/>
        <dsp:cNvSpPr/>
      </dsp:nvSpPr>
      <dsp:spPr>
        <a:xfrm>
          <a:off x="2202131" y="378919"/>
          <a:ext cx="4167652" cy="4167652"/>
        </a:xfrm>
        <a:prstGeom prst="pie">
          <a:avLst>
            <a:gd name="adj1" fmla="val 9000000"/>
            <a:gd name="adj2" fmla="val 12600000"/>
          </a:avLst>
        </a:prstGeom>
        <a:solidFill>
          <a:srgbClr val="001746"/>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t>Backup &amp; Recovery</a:t>
          </a:r>
        </a:p>
      </dsp:txBody>
      <dsp:txXfrm>
        <a:off x="2400591" y="2065826"/>
        <a:ext cx="1141142" cy="818646"/>
      </dsp:txXfrm>
    </dsp:sp>
    <dsp:sp modelId="{D14BFB2D-CFB3-4F70-92D7-83B4B5F3DF1B}">
      <dsp:nvSpPr>
        <dsp:cNvPr id="0" name=""/>
        <dsp:cNvSpPr/>
      </dsp:nvSpPr>
      <dsp:spPr>
        <a:xfrm>
          <a:off x="2251746" y="293085"/>
          <a:ext cx="4167652" cy="4167652"/>
        </a:xfrm>
        <a:prstGeom prst="pie">
          <a:avLst>
            <a:gd name="adj1" fmla="val 12600000"/>
            <a:gd name="adj2" fmla="val 16200000"/>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b="0" kern="1200" dirty="0"/>
            <a:t>Debugging</a:t>
          </a:r>
        </a:p>
      </dsp:txBody>
      <dsp:txXfrm>
        <a:off x="3144814" y="825453"/>
        <a:ext cx="1091528" cy="843453"/>
      </dsp:txXfrm>
    </dsp:sp>
    <dsp:sp modelId="{C520B6C0-A090-4326-9B35-18D54B2584DF}">
      <dsp:nvSpPr>
        <dsp:cNvPr id="0" name=""/>
        <dsp:cNvSpPr/>
      </dsp:nvSpPr>
      <dsp:spPr>
        <a:xfrm>
          <a:off x="2092826" y="35087"/>
          <a:ext cx="4683647" cy="4683647"/>
        </a:xfrm>
        <a:prstGeom prst="circularArrow">
          <a:avLst>
            <a:gd name="adj1" fmla="val 5085"/>
            <a:gd name="adj2" fmla="val 327528"/>
            <a:gd name="adj3" fmla="val 19472472"/>
            <a:gd name="adj4" fmla="val 16200251"/>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4A20A071-C9A2-42C9-9175-C98622A6608F}">
      <dsp:nvSpPr>
        <dsp:cNvPr id="0" name=""/>
        <dsp:cNvSpPr/>
      </dsp:nvSpPr>
      <dsp:spPr>
        <a:xfrm>
          <a:off x="2142441" y="120921"/>
          <a:ext cx="4683647" cy="4683647"/>
        </a:xfrm>
        <a:prstGeom prst="circularArrow">
          <a:avLst>
            <a:gd name="adj1" fmla="val 5085"/>
            <a:gd name="adj2" fmla="val 327528"/>
            <a:gd name="adj3" fmla="val 1472472"/>
            <a:gd name="adj4" fmla="val 19800000"/>
            <a:gd name="adj5" fmla="val 5932"/>
          </a:avLst>
        </a:prstGeom>
        <a:solidFill>
          <a:schemeClr val="accent2">
            <a:hueOff val="-2343"/>
            <a:satOff val="0"/>
            <a:lumOff val="12157"/>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BFE2E43-1C17-4E8F-B442-FE76F28A8567}">
      <dsp:nvSpPr>
        <dsp:cNvPr id="0" name=""/>
        <dsp:cNvSpPr/>
      </dsp:nvSpPr>
      <dsp:spPr>
        <a:xfrm>
          <a:off x="2092826" y="206755"/>
          <a:ext cx="4683647" cy="4683647"/>
        </a:xfrm>
        <a:prstGeom prst="circularArrow">
          <a:avLst>
            <a:gd name="adj1" fmla="val 5085"/>
            <a:gd name="adj2" fmla="val 327528"/>
            <a:gd name="adj3" fmla="val 5072221"/>
            <a:gd name="adj4" fmla="val 1800000"/>
            <a:gd name="adj5" fmla="val 5932"/>
          </a:avLst>
        </a:prstGeom>
        <a:solidFill>
          <a:schemeClr val="accent2">
            <a:hueOff val="-4685"/>
            <a:satOff val="0"/>
            <a:lumOff val="24314"/>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DEE66EF-D73B-46E4-ACF6-FE681DE16249}">
      <dsp:nvSpPr>
        <dsp:cNvPr id="0" name=""/>
        <dsp:cNvSpPr/>
      </dsp:nvSpPr>
      <dsp:spPr>
        <a:xfrm>
          <a:off x="1993901" y="206755"/>
          <a:ext cx="4683647" cy="4683647"/>
        </a:xfrm>
        <a:prstGeom prst="circularArrow">
          <a:avLst>
            <a:gd name="adj1" fmla="val 5085"/>
            <a:gd name="adj2" fmla="val 327528"/>
            <a:gd name="adj3" fmla="val 8672472"/>
            <a:gd name="adj4" fmla="val 5400251"/>
            <a:gd name="adj5" fmla="val 5932"/>
          </a:avLst>
        </a:prstGeom>
        <a:solidFill>
          <a:schemeClr val="accent2">
            <a:hueOff val="-7028"/>
            <a:satOff val="0"/>
            <a:lumOff val="36471"/>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F531608-5F90-492E-89C5-3791A1B76641}">
      <dsp:nvSpPr>
        <dsp:cNvPr id="0" name=""/>
        <dsp:cNvSpPr/>
      </dsp:nvSpPr>
      <dsp:spPr>
        <a:xfrm>
          <a:off x="1944286" y="120921"/>
          <a:ext cx="4683647" cy="4683647"/>
        </a:xfrm>
        <a:prstGeom prst="circularArrow">
          <a:avLst>
            <a:gd name="adj1" fmla="val 5085"/>
            <a:gd name="adj2" fmla="val 327528"/>
            <a:gd name="adj3" fmla="val 12272472"/>
            <a:gd name="adj4" fmla="val 9000000"/>
            <a:gd name="adj5" fmla="val 5932"/>
          </a:avLst>
        </a:prstGeom>
        <a:solidFill>
          <a:schemeClr val="accent2">
            <a:hueOff val="-9371"/>
            <a:satOff val="0"/>
            <a:lumOff val="48628"/>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5F6BE10-679D-40A8-946F-BBB28146A0E2}">
      <dsp:nvSpPr>
        <dsp:cNvPr id="0" name=""/>
        <dsp:cNvSpPr/>
      </dsp:nvSpPr>
      <dsp:spPr>
        <a:xfrm>
          <a:off x="1993901" y="35087"/>
          <a:ext cx="4683647" cy="4683647"/>
        </a:xfrm>
        <a:prstGeom prst="circularArrow">
          <a:avLst>
            <a:gd name="adj1" fmla="val 5085"/>
            <a:gd name="adj2" fmla="val 327528"/>
            <a:gd name="adj3" fmla="val 15872221"/>
            <a:gd name="adj4" fmla="val 12600000"/>
            <a:gd name="adj5" fmla="val 5932"/>
          </a:avLst>
        </a:prstGeom>
        <a:solidFill>
          <a:schemeClr val="accent2">
            <a:hueOff val="-11713"/>
            <a:satOff val="0"/>
            <a:lumOff val="60785"/>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E1B451-30B8-4330-885C-A4839AD0F026}">
      <dsp:nvSpPr>
        <dsp:cNvPr id="0" name=""/>
        <dsp:cNvSpPr/>
      </dsp:nvSpPr>
      <dsp:spPr>
        <a:xfrm>
          <a:off x="0" y="187522"/>
          <a:ext cx="8131277" cy="1814400"/>
        </a:xfrm>
        <a:prstGeom prst="rect">
          <a:avLst/>
        </a:prstGeom>
        <a:solidFill>
          <a:schemeClr val="lt1">
            <a:alpha val="90000"/>
            <a:hueOff val="0"/>
            <a:satOff val="0"/>
            <a:lumOff val="0"/>
            <a:alphaOff val="0"/>
          </a:schemeClr>
        </a:solidFill>
        <a:ln w="25400" cap="flat" cmpd="sng" algn="ctr">
          <a:solidFill>
            <a:schemeClr val="accent3">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1077" tIns="249936" rIns="631077"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dirty="0"/>
            <a:t>The shell is a command-line interface that allows the user to enter commands to interact with the operating system. It acts as an intermediary between the user and the kernel, interpreting commands entered by the user and translating them into instructions that the kernel can execute. The shell also provides various features like command history, tab completion, and scripting capabilities to make it easier for the user to work with the system.</a:t>
          </a:r>
          <a:endParaRPr lang="en-US" sz="1600" kern="1200" dirty="0"/>
        </a:p>
      </dsp:txBody>
      <dsp:txXfrm>
        <a:off x="0" y="187522"/>
        <a:ext cx="8131277" cy="1814400"/>
      </dsp:txXfrm>
    </dsp:sp>
    <dsp:sp modelId="{C6FBFE45-D012-4256-8FAE-F6CF1BC1701C}">
      <dsp:nvSpPr>
        <dsp:cNvPr id="0" name=""/>
        <dsp:cNvSpPr/>
      </dsp:nvSpPr>
      <dsp:spPr>
        <a:xfrm>
          <a:off x="406563" y="10402"/>
          <a:ext cx="5691893" cy="354240"/>
        </a:xfrm>
        <a:prstGeom prst="roundRect">
          <a:avLst/>
        </a:prstGeom>
        <a:solidFill>
          <a:srgbClr val="00B050">
            <a:alpha val="9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140" tIns="0" rIns="215140" bIns="0" numCol="1" spcCol="1270" anchor="ctr" anchorCtr="0">
          <a:noAutofit/>
        </a:bodyPr>
        <a:lstStyle/>
        <a:p>
          <a:pPr marL="0" lvl="0" indent="0" algn="l" defTabSz="711200">
            <a:lnSpc>
              <a:spcPct val="90000"/>
            </a:lnSpc>
            <a:spcBef>
              <a:spcPct val="0"/>
            </a:spcBef>
            <a:spcAft>
              <a:spcPct val="35000"/>
            </a:spcAft>
            <a:buNone/>
          </a:pPr>
          <a:endParaRPr lang="en-US" sz="1600" kern="1200" dirty="0"/>
        </a:p>
      </dsp:txBody>
      <dsp:txXfrm>
        <a:off x="423856" y="27695"/>
        <a:ext cx="5657307" cy="319654"/>
      </dsp:txXfrm>
    </dsp:sp>
    <dsp:sp modelId="{2AA0DBC8-D932-4F3A-9B81-6B3C80A44A14}">
      <dsp:nvSpPr>
        <dsp:cNvPr id="0" name=""/>
        <dsp:cNvSpPr/>
      </dsp:nvSpPr>
      <dsp:spPr>
        <a:xfrm>
          <a:off x="0" y="2243842"/>
          <a:ext cx="8131277" cy="1625400"/>
        </a:xfrm>
        <a:prstGeom prst="rect">
          <a:avLst/>
        </a:prstGeom>
        <a:solidFill>
          <a:schemeClr val="lt1">
            <a:alpha val="90000"/>
            <a:hueOff val="0"/>
            <a:satOff val="0"/>
            <a:lumOff val="0"/>
            <a:alphaOff val="0"/>
          </a:schemeClr>
        </a:solidFill>
        <a:ln w="25400" cap="flat" cmpd="sng" algn="ctr">
          <a:solidFill>
            <a:schemeClr val="accent3">
              <a:alpha val="90000"/>
              <a:hueOff val="0"/>
              <a:satOff val="0"/>
              <a:lumOff val="0"/>
              <a:alphaOff val="-2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1077" tIns="249936" rIns="631077"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dirty="0"/>
            <a:t>The kernel is the core component of the operating system that manages system resources and provides services to other programs running on the system. It acts as a bridge between the user and the resources of the system by accessing various computer resources like the CPU, I/O devices and other resources. It is responsible for tasks such as memory management, process scheduling, and device drivers. </a:t>
          </a:r>
          <a:endParaRPr lang="en-US" sz="1600" kern="1200" dirty="0"/>
        </a:p>
      </dsp:txBody>
      <dsp:txXfrm>
        <a:off x="0" y="2243842"/>
        <a:ext cx="8131277" cy="1625400"/>
      </dsp:txXfrm>
    </dsp:sp>
    <dsp:sp modelId="{43FC245B-81A7-4A3E-B729-C7529A829808}">
      <dsp:nvSpPr>
        <dsp:cNvPr id="0" name=""/>
        <dsp:cNvSpPr/>
      </dsp:nvSpPr>
      <dsp:spPr>
        <a:xfrm>
          <a:off x="406563" y="2066722"/>
          <a:ext cx="5691893" cy="354240"/>
        </a:xfrm>
        <a:prstGeom prst="roundRect">
          <a:avLst/>
        </a:prstGeom>
        <a:solidFill>
          <a:srgbClr val="92D050">
            <a:alpha val="7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140" tIns="0" rIns="215140" bIns="0" numCol="1" spcCol="1270" anchor="ctr" anchorCtr="0">
          <a:noAutofit/>
        </a:bodyPr>
        <a:lstStyle/>
        <a:p>
          <a:pPr marL="0" lvl="0" indent="0" algn="l" defTabSz="711200">
            <a:lnSpc>
              <a:spcPct val="90000"/>
            </a:lnSpc>
            <a:spcBef>
              <a:spcPct val="0"/>
            </a:spcBef>
            <a:spcAft>
              <a:spcPct val="35000"/>
            </a:spcAft>
            <a:buNone/>
          </a:pPr>
          <a:endParaRPr lang="en-US" sz="1600" kern="1200" dirty="0"/>
        </a:p>
      </dsp:txBody>
      <dsp:txXfrm>
        <a:off x="423856" y="2084015"/>
        <a:ext cx="5657307" cy="319654"/>
      </dsp:txXfrm>
    </dsp:sp>
    <dsp:sp modelId="{A94DD47C-934C-4281-BBCA-0F4C66053A80}">
      <dsp:nvSpPr>
        <dsp:cNvPr id="0" name=""/>
        <dsp:cNvSpPr/>
      </dsp:nvSpPr>
      <dsp:spPr>
        <a:xfrm>
          <a:off x="0" y="4111162"/>
          <a:ext cx="8131277" cy="774900"/>
        </a:xfrm>
        <a:prstGeom prst="rect">
          <a:avLst/>
        </a:prstGeom>
        <a:solidFill>
          <a:schemeClr val="lt1">
            <a:alpha val="90000"/>
            <a:hueOff val="0"/>
            <a:satOff val="0"/>
            <a:lumOff val="0"/>
            <a:alphaOff val="0"/>
          </a:schemeClr>
        </a:solidFill>
        <a:ln w="25400" cap="flat" cmpd="sng" algn="ctr">
          <a:solidFill>
            <a:schemeClr val="accent3">
              <a:alpha val="90000"/>
              <a:hueOff val="0"/>
              <a:satOff val="0"/>
              <a:lumOff val="0"/>
              <a:alphaOff val="-4000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31077" tIns="249936" rIns="631077" bIns="113792" numCol="1" spcCol="1270" anchor="t" anchorCtr="0">
          <a:noAutofit/>
        </a:bodyPr>
        <a:lstStyle/>
        <a:p>
          <a:pPr marL="171450" lvl="1" indent="-171450" algn="l" defTabSz="711200">
            <a:lnSpc>
              <a:spcPct val="90000"/>
            </a:lnSpc>
            <a:spcBef>
              <a:spcPct val="0"/>
            </a:spcBef>
            <a:spcAft>
              <a:spcPct val="15000"/>
            </a:spcAft>
            <a:buChar char="•"/>
          </a:pPr>
          <a:r>
            <a:rPr lang="en-US" sz="1600" b="0" i="0" kern="1200" dirty="0"/>
            <a:t>The kernel operates at a lower level than the shell and interacts directly with the hardware of the computer.</a:t>
          </a:r>
          <a:endParaRPr lang="en-US" sz="1600" kern="1200" dirty="0"/>
        </a:p>
      </dsp:txBody>
      <dsp:txXfrm>
        <a:off x="0" y="4111162"/>
        <a:ext cx="8131277" cy="774900"/>
      </dsp:txXfrm>
    </dsp:sp>
    <dsp:sp modelId="{38625900-2B4A-4E8A-AEF7-F644A5A21A33}">
      <dsp:nvSpPr>
        <dsp:cNvPr id="0" name=""/>
        <dsp:cNvSpPr/>
      </dsp:nvSpPr>
      <dsp:spPr>
        <a:xfrm>
          <a:off x="406563" y="3934042"/>
          <a:ext cx="5691893" cy="354240"/>
        </a:xfrm>
        <a:prstGeom prst="roundRect">
          <a:avLst/>
        </a:prstGeom>
        <a:solidFill>
          <a:srgbClr val="FF0000">
            <a:alpha val="50000"/>
          </a:srgb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15140" tIns="0" rIns="215140" bIns="0" numCol="1" spcCol="1270" anchor="ctr" anchorCtr="0">
          <a:noAutofit/>
        </a:bodyPr>
        <a:lstStyle/>
        <a:p>
          <a:pPr marL="0" lvl="0" indent="0" algn="l" defTabSz="711200">
            <a:lnSpc>
              <a:spcPct val="90000"/>
            </a:lnSpc>
            <a:spcBef>
              <a:spcPct val="0"/>
            </a:spcBef>
            <a:spcAft>
              <a:spcPct val="35000"/>
            </a:spcAft>
            <a:buNone/>
          </a:pPr>
          <a:endParaRPr lang="en-US" sz="1600" kern="1200" dirty="0"/>
        </a:p>
      </dsp:txBody>
      <dsp:txXfrm>
        <a:off x="423856" y="3951335"/>
        <a:ext cx="5657307" cy="31965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7D4239B-765A-42EE-88E8-B7D91F32399B}">
      <dsp:nvSpPr>
        <dsp:cNvPr id="0" name=""/>
        <dsp:cNvSpPr/>
      </dsp:nvSpPr>
      <dsp:spPr>
        <a:xfrm>
          <a:off x="1609063" y="-39286"/>
          <a:ext cx="4913149" cy="4913149"/>
        </a:xfrm>
        <a:prstGeom prst="circularArrow">
          <a:avLst>
            <a:gd name="adj1" fmla="val 5544"/>
            <a:gd name="adj2" fmla="val 330680"/>
            <a:gd name="adj3" fmla="val 14638589"/>
            <a:gd name="adj4" fmla="val 16880282"/>
            <a:gd name="adj5" fmla="val 5757"/>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08DF8F-FDAB-426E-8A5F-B187E9F61E0A}">
      <dsp:nvSpPr>
        <dsp:cNvPr id="0" name=""/>
        <dsp:cNvSpPr/>
      </dsp:nvSpPr>
      <dsp:spPr>
        <a:xfrm>
          <a:off x="3367849" y="4178"/>
          <a:ext cx="1395578" cy="697789"/>
        </a:xfrm>
        <a:prstGeom prst="round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b="0" i="0" kern="1200" dirty="0"/>
            <a:t>Process Management</a:t>
          </a:r>
          <a:endParaRPr lang="en-US" sz="1400" kern="1200" dirty="0"/>
        </a:p>
      </dsp:txBody>
      <dsp:txXfrm>
        <a:off x="3401912" y="38241"/>
        <a:ext cx="1327452" cy="629663"/>
      </dsp:txXfrm>
    </dsp:sp>
    <dsp:sp modelId="{60988268-8BBC-4C25-B7B0-F27FEE32EC90}">
      <dsp:nvSpPr>
        <dsp:cNvPr id="0" name=""/>
        <dsp:cNvSpPr/>
      </dsp:nvSpPr>
      <dsp:spPr>
        <a:xfrm>
          <a:off x="4849350" y="617836"/>
          <a:ext cx="1395578" cy="697789"/>
        </a:xfrm>
        <a:prstGeom prst="roundRect">
          <a:avLst/>
        </a:prstGeom>
        <a:solidFill>
          <a:schemeClr val="accent2">
            <a:hueOff val="-1673"/>
            <a:satOff val="0"/>
            <a:lumOff val="868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mj-lt"/>
            <a:buNone/>
          </a:pPr>
          <a:r>
            <a:rPr lang="en-US" sz="1400" b="0" i="0" kern="1200"/>
            <a:t>File Management</a:t>
          </a:r>
        </a:p>
      </dsp:txBody>
      <dsp:txXfrm>
        <a:off x="4883413" y="651899"/>
        <a:ext cx="1327452" cy="629663"/>
      </dsp:txXfrm>
    </dsp:sp>
    <dsp:sp modelId="{4D15A344-9363-471E-B806-CDA88E82A171}">
      <dsp:nvSpPr>
        <dsp:cNvPr id="0" name=""/>
        <dsp:cNvSpPr/>
      </dsp:nvSpPr>
      <dsp:spPr>
        <a:xfrm>
          <a:off x="5463009" y="2099337"/>
          <a:ext cx="1395578" cy="697789"/>
        </a:xfrm>
        <a:prstGeom prst="roundRect">
          <a:avLst/>
        </a:prstGeom>
        <a:solidFill>
          <a:schemeClr val="accent2">
            <a:hueOff val="-3347"/>
            <a:satOff val="0"/>
            <a:lumOff val="1736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mj-lt"/>
            <a:buNone/>
          </a:pPr>
          <a:r>
            <a:rPr lang="en-US" sz="1400" b="0" i="0" kern="1200"/>
            <a:t>Network Management</a:t>
          </a:r>
        </a:p>
      </dsp:txBody>
      <dsp:txXfrm>
        <a:off x="5497072" y="2133400"/>
        <a:ext cx="1327452" cy="629663"/>
      </dsp:txXfrm>
    </dsp:sp>
    <dsp:sp modelId="{C16531DD-1E25-4CF4-BF49-2F859074C63B}">
      <dsp:nvSpPr>
        <dsp:cNvPr id="0" name=""/>
        <dsp:cNvSpPr/>
      </dsp:nvSpPr>
      <dsp:spPr>
        <a:xfrm>
          <a:off x="4849350" y="3580839"/>
          <a:ext cx="1395578" cy="697789"/>
        </a:xfrm>
        <a:prstGeom prst="roundRect">
          <a:avLst/>
        </a:prstGeom>
        <a:solidFill>
          <a:schemeClr val="accent2">
            <a:hueOff val="-5020"/>
            <a:satOff val="0"/>
            <a:lumOff val="260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mj-lt"/>
            <a:buNone/>
          </a:pPr>
          <a:r>
            <a:rPr lang="en-US" sz="1400" b="0" i="0" kern="1200"/>
            <a:t>Main Memory Management</a:t>
          </a:r>
        </a:p>
      </dsp:txBody>
      <dsp:txXfrm>
        <a:off x="4883413" y="3614902"/>
        <a:ext cx="1327452" cy="629663"/>
      </dsp:txXfrm>
    </dsp:sp>
    <dsp:sp modelId="{9E61D4C5-E794-4D28-8DF1-3EB0E590CF0A}">
      <dsp:nvSpPr>
        <dsp:cNvPr id="0" name=""/>
        <dsp:cNvSpPr/>
      </dsp:nvSpPr>
      <dsp:spPr>
        <a:xfrm>
          <a:off x="3367849" y="4194497"/>
          <a:ext cx="1395578" cy="697789"/>
        </a:xfrm>
        <a:prstGeom prst="roundRect">
          <a:avLst/>
        </a:prstGeom>
        <a:solidFill>
          <a:schemeClr val="accent2">
            <a:hueOff val="-6693"/>
            <a:satOff val="0"/>
            <a:lumOff val="34734"/>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mj-lt"/>
            <a:buNone/>
          </a:pPr>
          <a:r>
            <a:rPr lang="en-US" sz="1400" b="0" i="0" kern="1200"/>
            <a:t>Secondary Storage Management</a:t>
          </a:r>
        </a:p>
      </dsp:txBody>
      <dsp:txXfrm>
        <a:off x="3401912" y="4228560"/>
        <a:ext cx="1327452" cy="629663"/>
      </dsp:txXfrm>
    </dsp:sp>
    <dsp:sp modelId="{5669A214-FE85-40FE-BFD7-B2D3013EE51F}">
      <dsp:nvSpPr>
        <dsp:cNvPr id="0" name=""/>
        <dsp:cNvSpPr/>
      </dsp:nvSpPr>
      <dsp:spPr>
        <a:xfrm>
          <a:off x="1886347" y="3580839"/>
          <a:ext cx="1395578" cy="697789"/>
        </a:xfrm>
        <a:prstGeom prst="roundRect">
          <a:avLst/>
        </a:prstGeom>
        <a:solidFill>
          <a:schemeClr val="accent2">
            <a:hueOff val="-8367"/>
            <a:satOff val="0"/>
            <a:lumOff val="43418"/>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mj-lt"/>
            <a:buNone/>
          </a:pPr>
          <a:r>
            <a:rPr lang="en-US" sz="1400" b="0" i="0" kern="1200"/>
            <a:t>I/O Device Management</a:t>
          </a:r>
        </a:p>
      </dsp:txBody>
      <dsp:txXfrm>
        <a:off x="1920410" y="3614902"/>
        <a:ext cx="1327452" cy="629663"/>
      </dsp:txXfrm>
    </dsp:sp>
    <dsp:sp modelId="{DF548F9B-9FDE-464C-B5E7-18E0C4805DDA}">
      <dsp:nvSpPr>
        <dsp:cNvPr id="0" name=""/>
        <dsp:cNvSpPr/>
      </dsp:nvSpPr>
      <dsp:spPr>
        <a:xfrm>
          <a:off x="1272689" y="2099337"/>
          <a:ext cx="1395578" cy="697789"/>
        </a:xfrm>
        <a:prstGeom prst="roundRect">
          <a:avLst/>
        </a:prstGeom>
        <a:solidFill>
          <a:schemeClr val="accent2">
            <a:hueOff val="-10040"/>
            <a:satOff val="0"/>
            <a:lumOff val="5210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mj-lt"/>
            <a:buNone/>
          </a:pPr>
          <a:r>
            <a:rPr lang="en-US" sz="1400" b="0" i="0" kern="1200"/>
            <a:t>Security Management</a:t>
          </a:r>
        </a:p>
      </dsp:txBody>
      <dsp:txXfrm>
        <a:off x="1306752" y="2133400"/>
        <a:ext cx="1327452" cy="629663"/>
      </dsp:txXfrm>
    </dsp:sp>
    <dsp:sp modelId="{F8C1121C-13DB-480D-A687-9B4FEBE7C133}">
      <dsp:nvSpPr>
        <dsp:cNvPr id="0" name=""/>
        <dsp:cNvSpPr/>
      </dsp:nvSpPr>
      <dsp:spPr>
        <a:xfrm>
          <a:off x="1886347" y="617836"/>
          <a:ext cx="1395578" cy="697789"/>
        </a:xfrm>
        <a:prstGeom prst="roundRect">
          <a:avLst/>
        </a:prstGeom>
        <a:solidFill>
          <a:schemeClr val="accent2">
            <a:hueOff val="-11713"/>
            <a:satOff val="0"/>
            <a:lumOff val="60785"/>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Font typeface="+mj-lt"/>
            <a:buNone/>
          </a:pPr>
          <a:r>
            <a:rPr lang="en-US" sz="1400" b="0" i="0" kern="1200" dirty="0"/>
            <a:t>Command Interpreter System</a:t>
          </a:r>
        </a:p>
      </dsp:txBody>
      <dsp:txXfrm>
        <a:off x="1920410" y="651899"/>
        <a:ext cx="1327452" cy="62966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6E9434-6CEF-4611-BABA-21F62FB84688}">
      <dsp:nvSpPr>
        <dsp:cNvPr id="0" name=""/>
        <dsp:cNvSpPr/>
      </dsp:nvSpPr>
      <dsp:spPr>
        <a:xfrm>
          <a:off x="153309" y="463598"/>
          <a:ext cx="3781634" cy="3781634"/>
        </a:xfrm>
        <a:prstGeom prst="ellipse">
          <a:avLst/>
        </a:prstGeom>
        <a:solidFill>
          <a:srgbClr val="FFC000">
            <a:alpha val="50196"/>
          </a:srgbClr>
        </a:solidFill>
        <a:ln>
          <a:noFill/>
        </a:ln>
        <a:effectLst>
          <a:outerShdw blurRad="40000" dist="23000" dir="5400000" rotWithShape="0">
            <a:srgbClr val="000000">
              <a:alpha val="35000"/>
            </a:srgbClr>
          </a:outerShdw>
        </a:effectLst>
        <a:scene3d>
          <a:camera prst="perspectiveRelaxed"/>
          <a:lightRig rig="threePt" dir="t"/>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0" tIns="0" rIns="0" bIns="0" numCol="1" spcCol="1270" anchor="ctr" anchorCtr="0">
          <a:noAutofit/>
        </a:bodyPr>
        <a:lstStyle/>
        <a:p>
          <a:pPr marL="0" lvl="0" indent="0" algn="ctr" defTabSz="2667000">
            <a:lnSpc>
              <a:spcPct val="90000"/>
            </a:lnSpc>
            <a:spcBef>
              <a:spcPct val="0"/>
            </a:spcBef>
            <a:spcAft>
              <a:spcPct val="35000"/>
            </a:spcAft>
            <a:buNone/>
          </a:pPr>
          <a:r>
            <a:rPr lang="en-US" sz="6000" kern="1200" dirty="0"/>
            <a:t>32-bit</a:t>
          </a:r>
        </a:p>
      </dsp:txBody>
      <dsp:txXfrm>
        <a:off x="681375" y="909534"/>
        <a:ext cx="2180401" cy="2889762"/>
      </dsp:txXfrm>
    </dsp:sp>
    <dsp:sp modelId="{BCF4368F-3A25-4F07-A48F-7B23F5C88128}">
      <dsp:nvSpPr>
        <dsp:cNvPr id="0" name=""/>
        <dsp:cNvSpPr/>
      </dsp:nvSpPr>
      <dsp:spPr>
        <a:xfrm>
          <a:off x="2878811" y="463598"/>
          <a:ext cx="3781634" cy="3781634"/>
        </a:xfrm>
        <a:prstGeom prst="ellipse">
          <a:avLst/>
        </a:prstGeom>
        <a:solidFill>
          <a:srgbClr val="7030A0">
            <a:alpha val="40000"/>
          </a:srgbClr>
        </a:solidFill>
        <a:ln>
          <a:noFill/>
        </a:ln>
        <a:effectLst>
          <a:outerShdw blurRad="40000" dist="23000" dir="5400000" rotWithShape="0">
            <a:srgbClr val="000000">
              <a:alpha val="35000"/>
            </a:srgbClr>
          </a:outerShdw>
        </a:effectLst>
        <a:scene3d>
          <a:camera prst="perspectiveRelaxed"/>
          <a:lightRig rig="threePt" dir="t"/>
        </a:scene3d>
        <a:sp3d>
          <a:bevelT w="63500" h="25400"/>
        </a:sp3d>
      </dsp:spPr>
      <dsp:style>
        <a:lnRef idx="0">
          <a:scrgbClr r="0" g="0" b="0"/>
        </a:lnRef>
        <a:fillRef idx="3">
          <a:scrgbClr r="0" g="0" b="0"/>
        </a:fillRef>
        <a:effectRef idx="3">
          <a:scrgbClr r="0" g="0" b="0"/>
        </a:effectRef>
        <a:fontRef idx="minor">
          <a:schemeClr val="tx1"/>
        </a:fontRef>
      </dsp:style>
      <dsp:txBody>
        <a:bodyPr spcFirstLastPara="0" vert="horz" wrap="square" lIns="0" tIns="0" rIns="0" bIns="0" numCol="1" spcCol="1270" anchor="ctr" anchorCtr="0">
          <a:noAutofit/>
        </a:bodyPr>
        <a:lstStyle/>
        <a:p>
          <a:pPr marL="0" lvl="0" indent="0" algn="ctr" defTabSz="2667000">
            <a:lnSpc>
              <a:spcPct val="90000"/>
            </a:lnSpc>
            <a:spcBef>
              <a:spcPct val="0"/>
            </a:spcBef>
            <a:spcAft>
              <a:spcPct val="35000"/>
            </a:spcAft>
            <a:buNone/>
          </a:pPr>
          <a:r>
            <a:rPr lang="en-US" sz="6000" kern="1200" dirty="0"/>
            <a:t>64-bit</a:t>
          </a:r>
        </a:p>
      </dsp:txBody>
      <dsp:txXfrm>
        <a:off x="3951977" y="909534"/>
        <a:ext cx="2180401" cy="2889762"/>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816310-2D53-4836-B4F4-4421341335B6}">
      <dsp:nvSpPr>
        <dsp:cNvPr id="0" name=""/>
        <dsp:cNvSpPr/>
      </dsp:nvSpPr>
      <dsp:spPr>
        <a:xfrm>
          <a:off x="2832490" y="0"/>
          <a:ext cx="2942302" cy="2942386"/>
        </a:xfrm>
        <a:prstGeom prst="circularArrow">
          <a:avLst>
            <a:gd name="adj1" fmla="val 10980"/>
            <a:gd name="adj2" fmla="val 1142322"/>
            <a:gd name="adj3" fmla="val 4500000"/>
            <a:gd name="adj4" fmla="val 10800000"/>
            <a:gd name="adj5" fmla="val 12500"/>
          </a:avLst>
        </a:prstGeom>
        <a:solidFill>
          <a:srgbClr val="C00000"/>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B7642961-682B-4F00-9A28-9606179209F3}">
      <dsp:nvSpPr>
        <dsp:cNvPr id="0" name=""/>
        <dsp:cNvSpPr/>
      </dsp:nvSpPr>
      <dsp:spPr>
        <a:xfrm>
          <a:off x="3482323" y="1065263"/>
          <a:ext cx="1641573" cy="82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0" i="0" kern="1200" dirty="0"/>
            <a:t>Compilers</a:t>
          </a:r>
          <a:endParaRPr lang="en-US" sz="2400" kern="1200" dirty="0"/>
        </a:p>
      </dsp:txBody>
      <dsp:txXfrm>
        <a:off x="3482323" y="1065263"/>
        <a:ext cx="1641573" cy="820689"/>
      </dsp:txXfrm>
    </dsp:sp>
    <dsp:sp modelId="{94348F34-917A-439B-8F4A-AA1112F347E5}">
      <dsp:nvSpPr>
        <dsp:cNvPr id="0" name=""/>
        <dsp:cNvSpPr/>
      </dsp:nvSpPr>
      <dsp:spPr>
        <a:xfrm>
          <a:off x="2225129" y="1885953"/>
          <a:ext cx="2527662" cy="2528730"/>
        </a:xfrm>
        <a:prstGeom prst="blockArc">
          <a:avLst>
            <a:gd name="adj1" fmla="val 0"/>
            <a:gd name="adj2" fmla="val 18900000"/>
            <a:gd name="adj3" fmla="val 12740"/>
          </a:avLst>
        </a:prstGeom>
        <a:solidFill>
          <a:srgbClr val="92D050"/>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8D6BAC1C-2D1B-4D4B-BA22-D15E797CCE19}">
      <dsp:nvSpPr>
        <dsp:cNvPr id="0" name=""/>
        <dsp:cNvSpPr/>
      </dsp:nvSpPr>
      <dsp:spPr>
        <a:xfrm>
          <a:off x="2661537" y="2759177"/>
          <a:ext cx="1641573" cy="8206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0" i="0" kern="1200" dirty="0"/>
            <a:t>Interpreters</a:t>
          </a:r>
          <a:endParaRPr lang="en-US" sz="2400" kern="1200" dirty="0"/>
        </a:p>
      </dsp:txBody>
      <dsp:txXfrm>
        <a:off x="2661537" y="2759177"/>
        <a:ext cx="1641573" cy="8206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F3848F-1EA4-47BB-A14D-3C77C2023037}">
      <dsp:nvSpPr>
        <dsp:cNvPr id="0" name=""/>
        <dsp:cNvSpPr/>
      </dsp:nvSpPr>
      <dsp:spPr>
        <a:xfrm>
          <a:off x="0" y="3382377"/>
          <a:ext cx="7999922" cy="1110171"/>
        </a:xfrm>
        <a:prstGeom prst="rect">
          <a:avLst/>
        </a:prstGeom>
        <a:solidFill>
          <a:schemeClr val="accent6">
            <a:lumMod val="90000"/>
            <a:lumOff val="1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i="0" kern="1200" dirty="0"/>
            <a:t>The compiler's run time is longer and occupies a larger part of memory. It has a slow speed because a compiler goes through the entire program and then translates the entire program into machine codes.</a:t>
          </a:r>
          <a:endParaRPr lang="en-US" sz="2000" kern="1200" dirty="0"/>
        </a:p>
      </dsp:txBody>
      <dsp:txXfrm>
        <a:off x="0" y="3382377"/>
        <a:ext cx="7999922" cy="1110171"/>
      </dsp:txXfrm>
    </dsp:sp>
    <dsp:sp modelId="{795929F1-9C65-443A-872B-E4EF2B10155B}">
      <dsp:nvSpPr>
        <dsp:cNvPr id="0" name=""/>
        <dsp:cNvSpPr/>
      </dsp:nvSpPr>
      <dsp:spPr>
        <a:xfrm rot="10800000">
          <a:off x="0" y="1691585"/>
          <a:ext cx="7999922" cy="1707444"/>
        </a:xfrm>
        <a:prstGeom prst="upArrowCallout">
          <a:avLst/>
        </a:prstGeom>
        <a:solidFill>
          <a:schemeClr val="tx1">
            <a:lumMod val="75000"/>
            <a:lumOff val="25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i="0" kern="1200" dirty="0"/>
            <a:t>The work of a compiler is to transform the codes written in the programming language into machine code so that computers can understand.</a:t>
          </a:r>
          <a:endParaRPr lang="en-US" sz="2000" kern="1200" dirty="0"/>
        </a:p>
      </dsp:txBody>
      <dsp:txXfrm rot="10800000">
        <a:off x="0" y="1691585"/>
        <a:ext cx="7999922" cy="1109446"/>
      </dsp:txXfrm>
    </dsp:sp>
    <dsp:sp modelId="{FD306388-17B9-4598-9A6B-CFE031B75499}">
      <dsp:nvSpPr>
        <dsp:cNvPr id="0" name=""/>
        <dsp:cNvSpPr/>
      </dsp:nvSpPr>
      <dsp:spPr>
        <a:xfrm rot="10800000">
          <a:off x="0" y="794"/>
          <a:ext cx="7999922" cy="1707444"/>
        </a:xfrm>
        <a:prstGeom prst="upArrowCallout">
          <a:avLst/>
        </a:prstGeom>
        <a:solidFill>
          <a:srgbClr val="7030A0"/>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0" i="0" kern="1200" dirty="0"/>
            <a:t>A compiler is a program that translates a source program written in some high-level programming language (such as Java) into machine code for some computer architecture (format of 0s and 1s). </a:t>
          </a:r>
          <a:endParaRPr lang="en-US" sz="2000" kern="1200" dirty="0"/>
        </a:p>
      </dsp:txBody>
      <dsp:txXfrm rot="10800000">
        <a:off x="0" y="794"/>
        <a:ext cx="7999922" cy="110944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AD21E-3F65-49FD-AAC1-E1FB1C7AA3AA}">
      <dsp:nvSpPr>
        <dsp:cNvPr id="0" name=""/>
        <dsp:cNvSpPr/>
      </dsp:nvSpPr>
      <dsp:spPr>
        <a:xfrm>
          <a:off x="81271" y="-104677"/>
          <a:ext cx="7837379" cy="1141421"/>
        </a:xfrm>
        <a:prstGeom prst="rightArrow">
          <a:avLst>
            <a:gd name="adj1" fmla="val 50000"/>
            <a:gd name="adj2" fmla="val 50000"/>
          </a:avLst>
        </a:prstGeom>
        <a:solidFill>
          <a:schemeClr val="accent6">
            <a:lumMod val="90000"/>
            <a:lumOff val="1000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7640" tIns="167640" rIns="254000" bIns="181201" numCol="1" spcCol="1270" anchor="ctr" anchorCtr="0">
          <a:noAutofit/>
        </a:bodyPr>
        <a:lstStyle/>
        <a:p>
          <a:pPr marL="0" lvl="0" indent="0" algn="l" defTabSz="1955800">
            <a:lnSpc>
              <a:spcPct val="90000"/>
            </a:lnSpc>
            <a:spcBef>
              <a:spcPct val="0"/>
            </a:spcBef>
            <a:spcAft>
              <a:spcPct val="35000"/>
            </a:spcAft>
            <a:buNone/>
          </a:pPr>
          <a:endParaRPr lang="en-US" sz="4400" kern="1200" dirty="0"/>
        </a:p>
      </dsp:txBody>
      <dsp:txXfrm>
        <a:off x="81271" y="180678"/>
        <a:ext cx="7552024" cy="570711"/>
      </dsp:txXfrm>
    </dsp:sp>
    <dsp:sp modelId="{FC87873D-DFB5-4115-A912-49433D1D2795}">
      <dsp:nvSpPr>
        <dsp:cNvPr id="0" name=""/>
        <dsp:cNvSpPr/>
      </dsp:nvSpPr>
      <dsp:spPr>
        <a:xfrm>
          <a:off x="81271" y="545825"/>
          <a:ext cx="2413912" cy="2658191"/>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dirty="0"/>
            <a:t>An interpreter is a computer program that is used to directly execute program instructions written using one of the many high-level programming languages.</a:t>
          </a:r>
          <a:endParaRPr lang="en-US" sz="1600" kern="1200" dirty="0"/>
        </a:p>
      </dsp:txBody>
      <dsp:txXfrm>
        <a:off x="81271" y="545825"/>
        <a:ext cx="2413912" cy="2658191"/>
      </dsp:txXfrm>
    </dsp:sp>
    <dsp:sp modelId="{31E58DE1-BBDD-40C2-BB18-81C07B60F727}">
      <dsp:nvSpPr>
        <dsp:cNvPr id="0" name=""/>
        <dsp:cNvSpPr/>
      </dsp:nvSpPr>
      <dsp:spPr>
        <a:xfrm>
          <a:off x="2495184" y="275796"/>
          <a:ext cx="5423466" cy="1141421"/>
        </a:xfrm>
        <a:prstGeom prst="rightArrow">
          <a:avLst>
            <a:gd name="adj1" fmla="val 50000"/>
            <a:gd name="adj2" fmla="val 50000"/>
          </a:avLst>
        </a:prstGeom>
        <a:solidFill>
          <a:srgbClr val="00B050"/>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7640" tIns="167640" rIns="254000" bIns="181201" numCol="1" spcCol="1270" anchor="ctr" anchorCtr="0">
          <a:noAutofit/>
        </a:bodyPr>
        <a:lstStyle/>
        <a:p>
          <a:pPr marL="0" lvl="0" indent="0" algn="l" defTabSz="1955800">
            <a:lnSpc>
              <a:spcPct val="90000"/>
            </a:lnSpc>
            <a:spcBef>
              <a:spcPct val="0"/>
            </a:spcBef>
            <a:spcAft>
              <a:spcPct val="35000"/>
            </a:spcAft>
            <a:buNone/>
          </a:pPr>
          <a:endParaRPr lang="en-US" sz="4400" b="0" i="0" kern="1200" dirty="0"/>
        </a:p>
      </dsp:txBody>
      <dsp:txXfrm>
        <a:off x="2495184" y="561151"/>
        <a:ext cx="5138111" cy="570711"/>
      </dsp:txXfrm>
    </dsp:sp>
    <dsp:sp modelId="{812A331B-44DA-4A5A-9B51-11968059CBBD}">
      <dsp:nvSpPr>
        <dsp:cNvPr id="0" name=""/>
        <dsp:cNvSpPr/>
      </dsp:nvSpPr>
      <dsp:spPr>
        <a:xfrm>
          <a:off x="2495184" y="926299"/>
          <a:ext cx="2413912" cy="2658191"/>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dirty="0"/>
            <a:t>The interpreter transforms the high-level program into an intermediate language that it executes, or it could parse the high-level source code and perform the commands directly, which is </a:t>
          </a:r>
          <a:r>
            <a:rPr lang="en-US" sz="1600" b="1" i="0" kern="1200" dirty="0"/>
            <a:t>done line by line </a:t>
          </a:r>
          <a:r>
            <a:rPr lang="en-US" sz="1600" b="0" i="0" kern="1200" dirty="0"/>
            <a:t>or statement by statement.</a:t>
          </a:r>
        </a:p>
      </dsp:txBody>
      <dsp:txXfrm>
        <a:off x="2495184" y="926299"/>
        <a:ext cx="2413912" cy="2658191"/>
      </dsp:txXfrm>
    </dsp:sp>
    <dsp:sp modelId="{3F4407DE-A85D-46C4-84AB-184169CC330E}">
      <dsp:nvSpPr>
        <dsp:cNvPr id="0" name=""/>
        <dsp:cNvSpPr/>
      </dsp:nvSpPr>
      <dsp:spPr>
        <a:xfrm>
          <a:off x="4909096" y="656270"/>
          <a:ext cx="3009553" cy="1141421"/>
        </a:xfrm>
        <a:prstGeom prst="rightArrow">
          <a:avLst>
            <a:gd name="adj1" fmla="val 50000"/>
            <a:gd name="adj2" fmla="val 50000"/>
          </a:avLst>
        </a:prstGeom>
        <a:solidFill>
          <a:srgbClr val="00B0F0"/>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167640" tIns="167640" rIns="254000" bIns="181201" numCol="1" spcCol="1270" anchor="ctr" anchorCtr="0">
          <a:noAutofit/>
        </a:bodyPr>
        <a:lstStyle/>
        <a:p>
          <a:pPr marL="0" lvl="0" indent="0" algn="l" defTabSz="1955800">
            <a:lnSpc>
              <a:spcPct val="90000"/>
            </a:lnSpc>
            <a:spcBef>
              <a:spcPct val="0"/>
            </a:spcBef>
            <a:spcAft>
              <a:spcPct val="35000"/>
            </a:spcAft>
            <a:buNone/>
          </a:pPr>
          <a:endParaRPr lang="en-US" sz="4400" kern="1200" dirty="0"/>
        </a:p>
      </dsp:txBody>
      <dsp:txXfrm>
        <a:off x="4909096" y="941625"/>
        <a:ext cx="2724198" cy="570711"/>
      </dsp:txXfrm>
    </dsp:sp>
    <dsp:sp modelId="{BEDAB73A-0D2C-44CD-824E-A84FD2D90898}">
      <dsp:nvSpPr>
        <dsp:cNvPr id="0" name=""/>
        <dsp:cNvSpPr/>
      </dsp:nvSpPr>
      <dsp:spPr>
        <a:xfrm>
          <a:off x="4909096" y="1310134"/>
          <a:ext cx="2413912" cy="2619289"/>
        </a:xfrm>
        <a:prstGeom prst="rect">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n-US" sz="1600" b="0" i="0" kern="1200" dirty="0"/>
            <a:t>An interpreter directly executes instructions written in a programming language without requiring them previously to have been compiled into a machine</a:t>
          </a:r>
          <a:r>
            <a:rPr lang="en-US" sz="1600" b="0" i="0" kern="1200" dirty="0">
              <a:hlinkClick xmlns:r="http://schemas.openxmlformats.org/officeDocument/2006/relationships" r:id="rId1" tooltip="Machine language"/>
            </a:rPr>
            <a:t> </a:t>
          </a:r>
          <a:r>
            <a:rPr lang="en-US" sz="1600" b="0" i="0" kern="1200" dirty="0"/>
            <a:t>language program.</a:t>
          </a:r>
          <a:endParaRPr lang="en-US" sz="1600" kern="1200" dirty="0"/>
        </a:p>
      </dsp:txBody>
      <dsp:txXfrm>
        <a:off x="4909096" y="1310134"/>
        <a:ext cx="2413912" cy="261928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D1B028-23CC-4755-8A25-A692C4D2CADC}">
      <dsp:nvSpPr>
        <dsp:cNvPr id="0" name=""/>
        <dsp:cNvSpPr/>
      </dsp:nvSpPr>
      <dsp:spPr>
        <a:xfrm>
          <a:off x="0" y="0"/>
          <a:ext cx="6799933" cy="1324405"/>
        </a:xfrm>
        <a:prstGeom prst="roundRect">
          <a:avLst>
            <a:gd name="adj" fmla="val 10000"/>
          </a:avLst>
        </a:prstGeom>
        <a:solidFill>
          <a:srgbClr val="00B0F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dirty="0"/>
            <a:t>Process and threads are the basic components in OS. </a:t>
          </a:r>
          <a:endParaRPr lang="en-US" sz="2100" kern="1200" dirty="0"/>
        </a:p>
      </dsp:txBody>
      <dsp:txXfrm>
        <a:off x="38790" y="38790"/>
        <a:ext cx="5370798" cy="1246825"/>
      </dsp:txXfrm>
    </dsp:sp>
    <dsp:sp modelId="{7B2831B4-0DF8-4AF6-84AD-133F5AC991E9}">
      <dsp:nvSpPr>
        <dsp:cNvPr id="0" name=""/>
        <dsp:cNvSpPr/>
      </dsp:nvSpPr>
      <dsp:spPr>
        <a:xfrm>
          <a:off x="599994" y="1545139"/>
          <a:ext cx="6799933" cy="1324405"/>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dirty="0"/>
            <a:t>Process is the program under execution whereas the thread is part of process. </a:t>
          </a:r>
          <a:endParaRPr lang="en-US" sz="2100" kern="1200" dirty="0"/>
        </a:p>
      </dsp:txBody>
      <dsp:txXfrm>
        <a:off x="638784" y="1583929"/>
        <a:ext cx="5261496" cy="1246825"/>
      </dsp:txXfrm>
    </dsp:sp>
    <dsp:sp modelId="{03E20E5B-8E01-4B12-A342-4555703D8D6E}">
      <dsp:nvSpPr>
        <dsp:cNvPr id="0" name=""/>
        <dsp:cNvSpPr/>
      </dsp:nvSpPr>
      <dsp:spPr>
        <a:xfrm>
          <a:off x="1199988" y="3090278"/>
          <a:ext cx="6799933" cy="1324405"/>
        </a:xfrm>
        <a:prstGeom prst="roundRect">
          <a:avLst>
            <a:gd name="adj" fmla="val 10000"/>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0" i="0" kern="1200" dirty="0"/>
            <a:t>Threads of a process can be used when same process is required multiple times. A process can consists of multiple threads.</a:t>
          </a:r>
          <a:endParaRPr lang="en-US" sz="2100" kern="1200" dirty="0"/>
        </a:p>
      </dsp:txBody>
      <dsp:txXfrm>
        <a:off x="1238778" y="3129068"/>
        <a:ext cx="5261496" cy="1246825"/>
      </dsp:txXfrm>
    </dsp:sp>
    <dsp:sp modelId="{5FC0034A-4A71-4CDF-A725-86055A449995}">
      <dsp:nvSpPr>
        <dsp:cNvPr id="0" name=""/>
        <dsp:cNvSpPr/>
      </dsp:nvSpPr>
      <dsp:spPr>
        <a:xfrm>
          <a:off x="5939070" y="1004340"/>
          <a:ext cx="860863" cy="860863"/>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132764" y="1004340"/>
        <a:ext cx="473475" cy="647799"/>
      </dsp:txXfrm>
    </dsp:sp>
    <dsp:sp modelId="{BF99724C-2D43-49BA-8C56-C4003E00EB92}">
      <dsp:nvSpPr>
        <dsp:cNvPr id="0" name=""/>
        <dsp:cNvSpPr/>
      </dsp:nvSpPr>
      <dsp:spPr>
        <a:xfrm>
          <a:off x="6539064" y="2540650"/>
          <a:ext cx="860863" cy="860863"/>
        </a:xfrm>
        <a:prstGeom prst="downArrow">
          <a:avLst>
            <a:gd name="adj1" fmla="val 55000"/>
            <a:gd name="adj2" fmla="val 45000"/>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6732758" y="2540650"/>
        <a:ext cx="473475" cy="647799"/>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FE8955-E81A-4223-9754-67D16162D3E9}">
      <dsp:nvSpPr>
        <dsp:cNvPr id="0" name=""/>
        <dsp:cNvSpPr/>
      </dsp:nvSpPr>
      <dsp:spPr>
        <a:xfrm>
          <a:off x="699299" y="0"/>
          <a:ext cx="4708832" cy="4708832"/>
        </a:xfrm>
        <a:prstGeom prst="triangle">
          <a:avLst/>
        </a:prstGeom>
        <a:solidFill>
          <a:srgbClr val="C00000"/>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sp>
    <dsp:sp modelId="{28054E81-D84A-4C3D-A961-34A9979A47BD}">
      <dsp:nvSpPr>
        <dsp:cNvPr id="0" name=""/>
        <dsp:cNvSpPr/>
      </dsp:nvSpPr>
      <dsp:spPr>
        <a:xfrm>
          <a:off x="3053715" y="473412"/>
          <a:ext cx="3060740" cy="1114668"/>
        </a:xfrm>
        <a:prstGeom prst="roundRect">
          <a:avLst/>
        </a:prstGeom>
        <a:solidFill>
          <a:schemeClr val="lt1">
            <a:alpha val="90000"/>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 Multitasking</a:t>
          </a:r>
        </a:p>
      </dsp:txBody>
      <dsp:txXfrm>
        <a:off x="3108129" y="527826"/>
        <a:ext cx="2951912" cy="1005840"/>
      </dsp:txXfrm>
    </dsp:sp>
    <dsp:sp modelId="{E0B9E3ED-705B-4615-91B7-10767679C228}">
      <dsp:nvSpPr>
        <dsp:cNvPr id="0" name=""/>
        <dsp:cNvSpPr/>
      </dsp:nvSpPr>
      <dsp:spPr>
        <a:xfrm>
          <a:off x="3053715" y="1727414"/>
          <a:ext cx="3060740" cy="1114668"/>
        </a:xfrm>
        <a:prstGeom prst="roundRect">
          <a:avLst/>
        </a:prstGeom>
        <a:solidFill>
          <a:schemeClr val="lt1">
            <a:alpha val="90000"/>
            <a:hueOff val="0"/>
            <a:satOff val="0"/>
            <a:lumOff val="0"/>
            <a:alphaOff val="0"/>
          </a:schemeClr>
        </a:solidFill>
        <a:ln w="25400" cap="flat" cmpd="sng" algn="ctr">
          <a:solidFill>
            <a:schemeClr val="accent2">
              <a:hueOff val="-5857"/>
              <a:satOff val="0"/>
              <a:lumOff val="3039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Multithreading</a:t>
          </a:r>
        </a:p>
      </dsp:txBody>
      <dsp:txXfrm>
        <a:off x="3108129" y="1781828"/>
        <a:ext cx="2951912" cy="1005840"/>
      </dsp:txXfrm>
    </dsp:sp>
    <dsp:sp modelId="{A0F33E38-9957-4B15-9BE7-7BC95D55EFEF}">
      <dsp:nvSpPr>
        <dsp:cNvPr id="0" name=""/>
        <dsp:cNvSpPr/>
      </dsp:nvSpPr>
      <dsp:spPr>
        <a:xfrm>
          <a:off x="3053715" y="2981417"/>
          <a:ext cx="3060740" cy="1114668"/>
        </a:xfrm>
        <a:prstGeom prst="roundRect">
          <a:avLst/>
        </a:prstGeom>
        <a:solidFill>
          <a:schemeClr val="lt1">
            <a:alpha val="90000"/>
            <a:hueOff val="0"/>
            <a:satOff val="0"/>
            <a:lumOff val="0"/>
            <a:alphaOff val="0"/>
          </a:schemeClr>
        </a:solidFill>
        <a:ln w="25400" cap="flat" cmpd="sng" algn="ctr">
          <a:solidFill>
            <a:schemeClr val="accent2">
              <a:hueOff val="-11713"/>
              <a:satOff val="0"/>
              <a:lumOff val="60785"/>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dirty="0"/>
            <a:t>Multiprocessing</a:t>
          </a:r>
        </a:p>
      </dsp:txBody>
      <dsp:txXfrm>
        <a:off x="3108129" y="3035831"/>
        <a:ext cx="2951912" cy="100584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03F2DC6-BF90-48B0-92F9-F483C2810093}">
      <dsp:nvSpPr>
        <dsp:cNvPr id="0" name=""/>
        <dsp:cNvSpPr/>
      </dsp:nvSpPr>
      <dsp:spPr>
        <a:xfrm>
          <a:off x="957" y="29493"/>
          <a:ext cx="3735346" cy="2241208"/>
        </a:xfrm>
        <a:prstGeom prst="rect">
          <a:avLst/>
        </a:prstGeom>
        <a:solidFill>
          <a:schemeClr val="accent1">
            <a:shade val="50000"/>
            <a:hueOff val="0"/>
            <a:satOff val="0"/>
            <a:lumOff val="0"/>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t>Multi tasking operating systems allow multiple users to perform multiple tasks at the same time. </a:t>
          </a:r>
          <a:endParaRPr lang="en-US" sz="2000" kern="1200" dirty="0"/>
        </a:p>
      </dsp:txBody>
      <dsp:txXfrm>
        <a:off x="957" y="29493"/>
        <a:ext cx="3735346" cy="2241208"/>
      </dsp:txXfrm>
    </dsp:sp>
    <dsp:sp modelId="{5D13A4D8-FBC3-4799-A723-E53EAF2888B0}">
      <dsp:nvSpPr>
        <dsp:cNvPr id="0" name=""/>
        <dsp:cNvSpPr/>
      </dsp:nvSpPr>
      <dsp:spPr>
        <a:xfrm>
          <a:off x="4109839" y="29493"/>
          <a:ext cx="3735346" cy="2241208"/>
        </a:xfrm>
        <a:prstGeom prst="rect">
          <a:avLst/>
        </a:prstGeom>
        <a:solidFill>
          <a:schemeClr val="accent1">
            <a:shade val="50000"/>
            <a:hueOff val="308196"/>
            <a:satOff val="-46091"/>
            <a:lumOff val="2944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t>The allocation of system resources such as input/output devices, CPU and memory among processes can be easily managed by multi-tasking operating system. </a:t>
          </a:r>
          <a:endParaRPr lang="en-US" sz="2000" kern="1200" dirty="0"/>
        </a:p>
      </dsp:txBody>
      <dsp:txXfrm>
        <a:off x="4109839" y="29493"/>
        <a:ext cx="3735346" cy="2241208"/>
      </dsp:txXfrm>
    </dsp:sp>
    <dsp:sp modelId="{64481FE2-BCB7-494A-A2B9-73BF95F9F2E9}">
      <dsp:nvSpPr>
        <dsp:cNvPr id="0" name=""/>
        <dsp:cNvSpPr/>
      </dsp:nvSpPr>
      <dsp:spPr>
        <a:xfrm>
          <a:off x="957" y="2644235"/>
          <a:ext cx="3735346" cy="2241208"/>
        </a:xfrm>
        <a:prstGeom prst="rect">
          <a:avLst/>
        </a:prstGeom>
        <a:solidFill>
          <a:schemeClr val="accent1">
            <a:shade val="50000"/>
            <a:hueOff val="616393"/>
            <a:satOff val="-92181"/>
            <a:lumOff val="58894"/>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t>There are various states through which a processor passes to complete particular or multiple executions.</a:t>
          </a:r>
          <a:endParaRPr lang="en-US" sz="2000" kern="1200" dirty="0"/>
        </a:p>
      </dsp:txBody>
      <dsp:txXfrm>
        <a:off x="957" y="2644235"/>
        <a:ext cx="3735346" cy="2241208"/>
      </dsp:txXfrm>
    </dsp:sp>
    <dsp:sp modelId="{6B828A20-80B4-44F8-8C0B-BEF159BC3E2C}">
      <dsp:nvSpPr>
        <dsp:cNvPr id="0" name=""/>
        <dsp:cNvSpPr/>
      </dsp:nvSpPr>
      <dsp:spPr>
        <a:xfrm>
          <a:off x="4109839" y="2644235"/>
          <a:ext cx="3735346" cy="2241208"/>
        </a:xfrm>
        <a:prstGeom prst="rect">
          <a:avLst/>
        </a:prstGeom>
        <a:solidFill>
          <a:schemeClr val="accent1">
            <a:shade val="50000"/>
            <a:hueOff val="308196"/>
            <a:satOff val="-46091"/>
            <a:lumOff val="29447"/>
            <a:alphaOff val="0"/>
          </a:schemeClr>
        </a:solidFill>
        <a:ln w="38100" cap="flat" cmpd="sng" algn="ctr">
          <a:solidFill>
            <a:schemeClr val="lt1">
              <a:hueOff val="0"/>
              <a:satOff val="0"/>
              <a:lumOff val="0"/>
              <a:alphaOff val="0"/>
            </a:schemeClr>
          </a:solidFill>
          <a:prstDash val="solid"/>
        </a:ln>
        <a:effectLst>
          <a:outerShdw blurRad="40000" dist="20000" dir="5400000" rotWithShape="0">
            <a:srgbClr val="000000">
              <a:alpha val="38000"/>
            </a:srgbClr>
          </a:outerShdw>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0" i="0" kern="1200" dirty="0"/>
            <a:t> Multitasking is the ability of an OS to execute more than one task simultaneously on </a:t>
          </a:r>
          <a:r>
            <a:rPr lang="en-US" sz="2000" b="0" i="1" kern="1200" dirty="0"/>
            <a:t>a </a:t>
          </a:r>
          <a:r>
            <a:rPr lang="en-US" sz="2000" b="0" i="0" kern="1200" dirty="0"/>
            <a:t>CPU machine as shown in the below diagram.</a:t>
          </a:r>
          <a:endParaRPr lang="en-US" sz="2000" kern="1200" dirty="0"/>
        </a:p>
      </dsp:txBody>
      <dsp:txXfrm>
        <a:off x="4109839" y="2644235"/>
        <a:ext cx="3735346" cy="224120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536E08-2D68-456F-955F-2D096FA7301D}">
      <dsp:nvSpPr>
        <dsp:cNvPr id="0" name=""/>
        <dsp:cNvSpPr/>
      </dsp:nvSpPr>
      <dsp:spPr>
        <a:xfrm>
          <a:off x="0" y="0"/>
          <a:ext cx="7944466" cy="1181214"/>
        </a:xfrm>
        <a:prstGeom prst="roundRect">
          <a:avLst/>
        </a:prstGeom>
        <a:solidFill>
          <a:schemeClr val="accent1">
            <a:shade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t>Multi-threading is an execution model that allows a single process to have multiple code segments (i.e., threads) running concurrently within the “context” of that process. </a:t>
          </a:r>
          <a:endParaRPr lang="en-US" sz="1800" kern="1200" dirty="0"/>
        </a:p>
      </dsp:txBody>
      <dsp:txXfrm>
        <a:off x="57662" y="57662"/>
        <a:ext cx="7829142" cy="1065890"/>
      </dsp:txXfrm>
    </dsp:sp>
    <dsp:sp modelId="{DF345D20-4B2D-4543-AE35-E28A768AB6EA}">
      <dsp:nvSpPr>
        <dsp:cNvPr id="0" name=""/>
        <dsp:cNvSpPr/>
      </dsp:nvSpPr>
      <dsp:spPr>
        <a:xfrm>
          <a:off x="0" y="1197078"/>
          <a:ext cx="7944466" cy="1181214"/>
        </a:xfrm>
        <a:prstGeom prst="round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t>E.g. VLC media player, where one thread is used for opening the VLC media player, one thread for playing a particular song and another thread for adding new songs to the playlist. </a:t>
          </a:r>
          <a:endParaRPr lang="en-US" sz="1800" kern="1200" dirty="0"/>
        </a:p>
      </dsp:txBody>
      <dsp:txXfrm>
        <a:off x="57662" y="1254740"/>
        <a:ext cx="7829142" cy="1065890"/>
      </dsp:txXfrm>
    </dsp:sp>
    <dsp:sp modelId="{54DC44F9-E14C-435D-9039-47E25BD3E536}">
      <dsp:nvSpPr>
        <dsp:cNvPr id="0" name=""/>
        <dsp:cNvSpPr/>
      </dsp:nvSpPr>
      <dsp:spPr>
        <a:xfrm>
          <a:off x="0" y="2392969"/>
          <a:ext cx="7944466" cy="1181214"/>
        </a:xfrm>
        <a:prstGeom prst="roundRect">
          <a:avLst/>
        </a:prstGeom>
        <a:solidFill>
          <a:schemeClr val="accent1">
            <a:shade val="80000"/>
            <a:hueOff val="461163"/>
            <a:satOff val="-60776"/>
            <a:lumOff val="2990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t>Multi threading is the ability of a process to manage its use by more than one user at a time and to manage multiple requests by the same user without having to have multiple copies of the program.</a:t>
          </a:r>
          <a:endParaRPr lang="en-US" sz="1800" kern="1200" dirty="0"/>
        </a:p>
      </dsp:txBody>
      <dsp:txXfrm>
        <a:off x="57662" y="2450631"/>
        <a:ext cx="7829142" cy="1065890"/>
      </dsp:txXfrm>
    </dsp:sp>
    <dsp:sp modelId="{61CB2863-C838-4AED-9E80-E84DF8B4472F}">
      <dsp:nvSpPr>
        <dsp:cNvPr id="0" name=""/>
        <dsp:cNvSpPr/>
      </dsp:nvSpPr>
      <dsp:spPr>
        <a:xfrm>
          <a:off x="0" y="3587430"/>
          <a:ext cx="7944466" cy="1181214"/>
        </a:xfrm>
        <a:prstGeom prst="round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t>The main advantage of Multi threading is increase responsiveness. Since there are multiple threads in a program, so if one thread is taking too long to execute or if it gets blocked, the rest of the threads keep executing without any problem.</a:t>
          </a:r>
          <a:endParaRPr lang="en-US" sz="1800" kern="1200" dirty="0"/>
        </a:p>
      </dsp:txBody>
      <dsp:txXfrm>
        <a:off x="57662" y="3645092"/>
        <a:ext cx="7829142" cy="1065890"/>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C26956-21A4-43DC-8671-CA540B3D9FE2}">
      <dsp:nvSpPr>
        <dsp:cNvPr id="0" name=""/>
        <dsp:cNvSpPr/>
      </dsp:nvSpPr>
      <dsp:spPr>
        <a:xfrm>
          <a:off x="0" y="0"/>
          <a:ext cx="7910052" cy="1094435"/>
        </a:xfrm>
        <a:prstGeom prst="roundRect">
          <a:avLst>
            <a:gd name="adj" fmla="val 10000"/>
          </a:avLst>
        </a:prstGeom>
        <a:solidFill>
          <a:schemeClr val="lt1">
            <a:hueOff val="0"/>
            <a:satOff val="0"/>
            <a:lumOff val="0"/>
            <a:alphaOff val="0"/>
          </a:schemeClr>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t>Multiprocessing is the use of two or more CPUs (processors) within a single Computer system. </a:t>
          </a:r>
          <a:endParaRPr lang="en-US" sz="1800" kern="1200" dirty="0"/>
        </a:p>
      </dsp:txBody>
      <dsp:txXfrm>
        <a:off x="1691453" y="0"/>
        <a:ext cx="6218598" cy="1094435"/>
      </dsp:txXfrm>
    </dsp:sp>
    <dsp:sp modelId="{E33429C0-6B41-4F30-B0FF-22E9F882EAA8}">
      <dsp:nvSpPr>
        <dsp:cNvPr id="0" name=""/>
        <dsp:cNvSpPr/>
      </dsp:nvSpPr>
      <dsp:spPr>
        <a:xfrm>
          <a:off x="109443" y="109443"/>
          <a:ext cx="1582010" cy="875548"/>
        </a:xfrm>
        <a:prstGeom prst="roundRect">
          <a:avLst>
            <a:gd name="adj" fmla="val 10000"/>
          </a:avLst>
        </a:prstGeom>
        <a:solidFill>
          <a:schemeClr val="accent3">
            <a:tint val="40000"/>
            <a:hueOff val="0"/>
            <a:satOff val="0"/>
            <a:lumOff val="0"/>
            <a:alphaOff val="0"/>
          </a:schemeClr>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dsp:style>
    </dsp:sp>
    <dsp:sp modelId="{F65624F1-A616-4AE7-8550-B32192F7661A}">
      <dsp:nvSpPr>
        <dsp:cNvPr id="0" name=""/>
        <dsp:cNvSpPr/>
      </dsp:nvSpPr>
      <dsp:spPr>
        <a:xfrm>
          <a:off x="0" y="1203879"/>
          <a:ext cx="7910052" cy="1094435"/>
        </a:xfrm>
        <a:prstGeom prst="roundRect">
          <a:avLst>
            <a:gd name="adj" fmla="val 10000"/>
          </a:avLst>
        </a:prstGeom>
        <a:solidFill>
          <a:schemeClr val="lt1">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t>The term also refers to the ability of a system to support more than one processor within a single computer system. </a:t>
          </a:r>
          <a:endParaRPr lang="en-US" sz="1800" kern="1200" dirty="0"/>
        </a:p>
      </dsp:txBody>
      <dsp:txXfrm>
        <a:off x="1691453" y="1203879"/>
        <a:ext cx="6218598" cy="1094435"/>
      </dsp:txXfrm>
    </dsp:sp>
    <dsp:sp modelId="{0EF7DAFF-A481-4A0F-AE63-BA811168E4D9}">
      <dsp:nvSpPr>
        <dsp:cNvPr id="0" name=""/>
        <dsp:cNvSpPr/>
      </dsp:nvSpPr>
      <dsp:spPr>
        <a:xfrm>
          <a:off x="109443" y="1313322"/>
          <a:ext cx="1582010" cy="875548"/>
        </a:xfrm>
        <a:prstGeom prst="roundRect">
          <a:avLst>
            <a:gd name="adj" fmla="val 10000"/>
          </a:avLst>
        </a:prstGeom>
        <a:solidFill>
          <a:schemeClr val="accent3">
            <a:tint val="40000"/>
            <a:hueOff val="0"/>
            <a:satOff val="0"/>
            <a:lumOff val="0"/>
            <a:alphaOff val="0"/>
          </a:schemeClr>
        </a:solidFill>
        <a:ln w="25400" cap="flat" cmpd="sng" algn="ctr">
          <a:solidFill>
            <a:schemeClr val="accent3">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DD3FF53A-7F66-4DFA-A7E3-48E0C01803AE}">
      <dsp:nvSpPr>
        <dsp:cNvPr id="0" name=""/>
        <dsp:cNvSpPr/>
      </dsp:nvSpPr>
      <dsp:spPr>
        <a:xfrm>
          <a:off x="0" y="2407758"/>
          <a:ext cx="7910052" cy="1094435"/>
        </a:xfrm>
        <a:prstGeom prst="roundRect">
          <a:avLst>
            <a:gd name="adj" fmla="val 10000"/>
          </a:avLst>
        </a:prstGeom>
        <a:solidFill>
          <a:schemeClr val="lt1">
            <a:hueOff val="0"/>
            <a:satOff val="0"/>
            <a:lumOff val="0"/>
            <a:alphaOff val="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t>Since there are multiple processors available, multiple processes can be executed at a time.</a:t>
          </a:r>
          <a:endParaRPr lang="en-US" sz="1800" kern="1200" dirty="0"/>
        </a:p>
      </dsp:txBody>
      <dsp:txXfrm>
        <a:off x="1691453" y="2407758"/>
        <a:ext cx="6218598" cy="1094435"/>
      </dsp:txXfrm>
    </dsp:sp>
    <dsp:sp modelId="{E0A8334E-8CFB-460D-BE6A-83A5EA4CC06C}">
      <dsp:nvSpPr>
        <dsp:cNvPr id="0" name=""/>
        <dsp:cNvSpPr/>
      </dsp:nvSpPr>
      <dsp:spPr>
        <a:xfrm>
          <a:off x="109443" y="2517201"/>
          <a:ext cx="1582010" cy="875548"/>
        </a:xfrm>
        <a:prstGeom prst="roundRect">
          <a:avLst>
            <a:gd name="adj" fmla="val 10000"/>
          </a:avLst>
        </a:prstGeom>
        <a:solidFill>
          <a:schemeClr val="accent3">
            <a:tint val="40000"/>
            <a:hueOff val="0"/>
            <a:satOff val="0"/>
            <a:lumOff val="0"/>
            <a:alphaOff val="0"/>
          </a:schemeClr>
        </a:solidFill>
        <a:ln w="25400" cap="flat" cmpd="sng" algn="ctr">
          <a:solidFill>
            <a:srgbClr val="00B050"/>
          </a:solidFill>
          <a:prstDash val="solid"/>
        </a:ln>
        <a:effectLst/>
      </dsp:spPr>
      <dsp:style>
        <a:lnRef idx="2">
          <a:scrgbClr r="0" g="0" b="0"/>
        </a:lnRef>
        <a:fillRef idx="1">
          <a:scrgbClr r="0" g="0" b="0"/>
        </a:fillRef>
        <a:effectRef idx="0">
          <a:scrgbClr r="0" g="0" b="0"/>
        </a:effectRef>
        <a:fontRef idx="minor"/>
      </dsp:style>
    </dsp:sp>
    <dsp:sp modelId="{98183398-6CD2-4D18-A1C3-ED0A80246F35}">
      <dsp:nvSpPr>
        <dsp:cNvPr id="0" name=""/>
        <dsp:cNvSpPr/>
      </dsp:nvSpPr>
      <dsp:spPr>
        <a:xfrm>
          <a:off x="0" y="3611637"/>
          <a:ext cx="7910052" cy="1094435"/>
        </a:xfrm>
        <a:prstGeom prst="roundRect">
          <a:avLst>
            <a:gd name="adj" fmla="val 10000"/>
          </a:avLst>
        </a:prstGeom>
        <a:solidFill>
          <a:schemeClr val="lt1">
            <a:hueOff val="0"/>
            <a:satOff val="0"/>
            <a:lumOff val="0"/>
            <a:alphaOff val="0"/>
          </a:schemeClr>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0" i="0" kern="1200" dirty="0"/>
            <a:t>The main advantage of a multiprocessor system is to get more work done in a shorter period of time. </a:t>
          </a:r>
          <a:endParaRPr lang="en-US" sz="1800" kern="1200" dirty="0"/>
        </a:p>
      </dsp:txBody>
      <dsp:txXfrm>
        <a:off x="1691453" y="3611637"/>
        <a:ext cx="6218598" cy="1094435"/>
      </dsp:txXfrm>
    </dsp:sp>
    <dsp:sp modelId="{BA911E3C-98A4-402F-BF23-8D01285AACEC}">
      <dsp:nvSpPr>
        <dsp:cNvPr id="0" name=""/>
        <dsp:cNvSpPr/>
      </dsp:nvSpPr>
      <dsp:spPr>
        <a:xfrm>
          <a:off x="109443" y="3721080"/>
          <a:ext cx="1582010" cy="875548"/>
        </a:xfrm>
        <a:prstGeom prst="roundRect">
          <a:avLst>
            <a:gd name="adj" fmla="val 10000"/>
          </a:avLst>
        </a:prstGeom>
        <a:solidFill>
          <a:schemeClr val="accent3">
            <a:tint val="40000"/>
            <a:hueOff val="0"/>
            <a:satOff val="0"/>
            <a:lumOff val="0"/>
            <a:alphaOff val="0"/>
          </a:schemeClr>
        </a:solidFill>
        <a:ln w="25400" cap="flat" cmpd="sng" algn="ctr">
          <a:solidFill>
            <a:srgbClr val="FFC000"/>
          </a:solidFill>
          <a:prstDash val="solid"/>
        </a:ln>
        <a:effectLst/>
      </dsp:spPr>
      <dsp:style>
        <a:lnRef idx="2">
          <a:scrgbClr r="0" g="0" b="0"/>
        </a:lnRef>
        <a:fillRef idx="1">
          <a:scrgbClr r="0" g="0" b="0"/>
        </a:fillRef>
        <a:effectRef idx="0">
          <a:scrgbClr r="0" g="0" b="0"/>
        </a:effectRef>
        <a:fontRef idx="minor"/>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0B0DC31-E7AD-4619-968B-FE121D9899A6}">
      <dsp:nvSpPr>
        <dsp:cNvPr id="0" name=""/>
        <dsp:cNvSpPr/>
      </dsp:nvSpPr>
      <dsp:spPr>
        <a:xfrm rot="5400000">
          <a:off x="-200050" y="203091"/>
          <a:ext cx="1333669" cy="933568"/>
        </a:xfrm>
        <a:prstGeom prst="chevron">
          <a:avLst/>
        </a:prstGeom>
        <a:solidFill>
          <a:schemeClr val="tx2">
            <a:lumMod val="25000"/>
            <a:lumOff val="7500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rot="-5400000">
        <a:off x="1" y="469824"/>
        <a:ext cx="933568" cy="400101"/>
      </dsp:txXfrm>
    </dsp:sp>
    <dsp:sp modelId="{46887D38-5EAD-4D44-8516-40FA981FE13F}">
      <dsp:nvSpPr>
        <dsp:cNvPr id="0" name=""/>
        <dsp:cNvSpPr/>
      </dsp:nvSpPr>
      <dsp:spPr>
        <a:xfrm rot="5400000">
          <a:off x="4121215" y="-3184605"/>
          <a:ext cx="866885" cy="7242178"/>
        </a:xfrm>
        <a:prstGeom prst="round2SameRect">
          <a:avLst/>
        </a:prstGeom>
        <a:solidFill>
          <a:schemeClr val="lt1">
            <a:alpha val="90000"/>
            <a:hueOff val="0"/>
            <a:satOff val="0"/>
            <a:lumOff val="0"/>
            <a:alphaOff val="0"/>
          </a:schemeClr>
        </a:solidFill>
        <a:ln w="25400" cap="flat" cmpd="sng" algn="ctr">
          <a:solidFill>
            <a:schemeClr val="accent2">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i="0" kern="1200" dirty="0"/>
            <a:t>CPU Scheduling</a:t>
          </a:r>
          <a:r>
            <a:rPr lang="en-US" sz="1800" b="0" i="0" kern="1200" dirty="0"/>
            <a:t> is a process that allows one process to use the CPU while another process is delayed (in standby) due to unavailability of any resources such as I/O etc.</a:t>
          </a:r>
          <a:endParaRPr lang="en-US" sz="1800" kern="1200" dirty="0"/>
        </a:p>
      </dsp:txBody>
      <dsp:txXfrm rot="-5400000">
        <a:off x="933569" y="45359"/>
        <a:ext cx="7199860" cy="782249"/>
      </dsp:txXfrm>
    </dsp:sp>
    <dsp:sp modelId="{F97BDE83-3408-499E-A700-BEE5408B68C7}">
      <dsp:nvSpPr>
        <dsp:cNvPr id="0" name=""/>
        <dsp:cNvSpPr/>
      </dsp:nvSpPr>
      <dsp:spPr>
        <a:xfrm rot="5400000">
          <a:off x="-200050" y="1391071"/>
          <a:ext cx="1333669" cy="933568"/>
        </a:xfrm>
        <a:prstGeom prst="chevron">
          <a:avLst/>
        </a:prstGeom>
        <a:solidFill>
          <a:srgbClr val="92D050"/>
        </a:solidFill>
        <a:ln w="25400" cap="flat" cmpd="sng" algn="ctr">
          <a:solidFill>
            <a:schemeClr val="accent2">
              <a:shade val="80000"/>
              <a:hueOff val="230581"/>
              <a:satOff val="-30388"/>
              <a:lumOff val="14951"/>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rot="-5400000">
        <a:off x="1" y="1657804"/>
        <a:ext cx="933568" cy="400101"/>
      </dsp:txXfrm>
    </dsp:sp>
    <dsp:sp modelId="{B9BB53F4-4D0A-486E-95AD-C15A671F1E2D}">
      <dsp:nvSpPr>
        <dsp:cNvPr id="0" name=""/>
        <dsp:cNvSpPr/>
      </dsp:nvSpPr>
      <dsp:spPr>
        <a:xfrm rot="5400000">
          <a:off x="4121215" y="-1996625"/>
          <a:ext cx="866885" cy="7242178"/>
        </a:xfrm>
        <a:prstGeom prst="round2SameRect">
          <a:avLst/>
        </a:prstGeom>
        <a:solidFill>
          <a:schemeClr val="lt1">
            <a:alpha val="90000"/>
            <a:hueOff val="0"/>
            <a:satOff val="0"/>
            <a:lumOff val="0"/>
            <a:alphaOff val="0"/>
          </a:schemeClr>
        </a:solidFill>
        <a:ln w="25400" cap="flat" cmpd="sng" algn="ctr">
          <a:solidFill>
            <a:schemeClr val="accent2">
              <a:shade val="80000"/>
              <a:hueOff val="230581"/>
              <a:satOff val="-30388"/>
              <a:lumOff val="14951"/>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The purpose of CPU Scheduling is to make the system more efficient, faster, and fairer.</a:t>
          </a:r>
          <a:endParaRPr lang="en-US" sz="1800" kern="1200" dirty="0"/>
        </a:p>
      </dsp:txBody>
      <dsp:txXfrm rot="-5400000">
        <a:off x="933569" y="1233339"/>
        <a:ext cx="7199860" cy="782249"/>
      </dsp:txXfrm>
    </dsp:sp>
    <dsp:sp modelId="{214D3E04-982C-4215-9717-3AAE345EB406}">
      <dsp:nvSpPr>
        <dsp:cNvPr id="0" name=""/>
        <dsp:cNvSpPr/>
      </dsp:nvSpPr>
      <dsp:spPr>
        <a:xfrm rot="5400000">
          <a:off x="-200050" y="2579050"/>
          <a:ext cx="1333669" cy="933568"/>
        </a:xfrm>
        <a:prstGeom prst="chevron">
          <a:avLst/>
        </a:prstGeom>
        <a:solidFill>
          <a:srgbClr val="FF0000"/>
        </a:solidFill>
        <a:ln w="25400" cap="flat" cmpd="sng" algn="ctr">
          <a:solidFill>
            <a:schemeClr val="accent2">
              <a:shade val="80000"/>
              <a:hueOff val="461163"/>
              <a:satOff val="-60776"/>
              <a:lumOff val="29903"/>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rot="-5400000">
        <a:off x="1" y="2845783"/>
        <a:ext cx="933568" cy="400101"/>
      </dsp:txXfrm>
    </dsp:sp>
    <dsp:sp modelId="{E0A0A444-5C25-4812-8146-84EE35D0BBA1}">
      <dsp:nvSpPr>
        <dsp:cNvPr id="0" name=""/>
        <dsp:cNvSpPr/>
      </dsp:nvSpPr>
      <dsp:spPr>
        <a:xfrm rot="5400000">
          <a:off x="4121215" y="-808646"/>
          <a:ext cx="866885" cy="7242178"/>
        </a:xfrm>
        <a:prstGeom prst="round2SameRect">
          <a:avLst/>
        </a:prstGeom>
        <a:solidFill>
          <a:schemeClr val="lt1">
            <a:alpha val="90000"/>
            <a:hueOff val="0"/>
            <a:satOff val="0"/>
            <a:lumOff val="0"/>
            <a:alphaOff val="0"/>
          </a:schemeClr>
        </a:solidFill>
        <a:ln w="25400" cap="flat" cmpd="sng" algn="ctr">
          <a:solidFill>
            <a:schemeClr val="accent2">
              <a:shade val="80000"/>
              <a:hueOff val="461163"/>
              <a:satOff val="-60776"/>
              <a:lumOff val="29903"/>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It is a key part of how an operating system works because it decides which task (or process) the CPU should work on at any given time.</a:t>
          </a:r>
          <a:endParaRPr lang="en-US" sz="1800" kern="1200" dirty="0"/>
        </a:p>
      </dsp:txBody>
      <dsp:txXfrm rot="-5400000">
        <a:off x="933569" y="2421318"/>
        <a:ext cx="7199860" cy="782249"/>
      </dsp:txXfrm>
    </dsp:sp>
    <dsp:sp modelId="{3EE74C98-6922-40E8-ABF9-CF4697C8C646}">
      <dsp:nvSpPr>
        <dsp:cNvPr id="0" name=""/>
        <dsp:cNvSpPr/>
      </dsp:nvSpPr>
      <dsp:spPr>
        <a:xfrm rot="5400000">
          <a:off x="-200050" y="3767029"/>
          <a:ext cx="1333669" cy="933568"/>
        </a:xfrm>
        <a:prstGeom prst="chevron">
          <a:avLst/>
        </a:prstGeom>
        <a:solidFill>
          <a:srgbClr val="FFFF00"/>
        </a:solidFill>
        <a:ln w="25400" cap="flat" cmpd="sng" algn="ctr">
          <a:solidFill>
            <a:schemeClr val="accent2">
              <a:shade val="80000"/>
              <a:hueOff val="691744"/>
              <a:satOff val="-91164"/>
              <a:lumOff val="44854"/>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endParaRPr lang="en-US" sz="1800" kern="1200" dirty="0"/>
        </a:p>
      </dsp:txBody>
      <dsp:txXfrm rot="-5400000">
        <a:off x="1" y="4033762"/>
        <a:ext cx="933568" cy="400101"/>
      </dsp:txXfrm>
    </dsp:sp>
    <dsp:sp modelId="{26B05B7B-93AB-465F-A206-64E5C7B862F3}">
      <dsp:nvSpPr>
        <dsp:cNvPr id="0" name=""/>
        <dsp:cNvSpPr/>
      </dsp:nvSpPr>
      <dsp:spPr>
        <a:xfrm rot="5400000">
          <a:off x="4121215" y="379332"/>
          <a:ext cx="866885" cy="7242178"/>
        </a:xfrm>
        <a:prstGeom prst="round2SameRect">
          <a:avLst/>
        </a:prstGeom>
        <a:solidFill>
          <a:schemeClr val="lt1">
            <a:alpha val="90000"/>
            <a:hueOff val="0"/>
            <a:satOff val="0"/>
            <a:lumOff val="0"/>
            <a:alphaOff val="0"/>
          </a:schemeClr>
        </a:solidFill>
        <a:ln w="25400" cap="flat" cmpd="sng" algn="ctr">
          <a:solidFill>
            <a:schemeClr val="accent2">
              <a:shade val="80000"/>
              <a:hueOff val="691744"/>
              <a:satOff val="-91164"/>
              <a:lumOff val="44854"/>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This is important because a CPU can only handle one task at a time, but there are usually many tasks that need to be processed.</a:t>
          </a:r>
          <a:endParaRPr lang="en-US" sz="1800" kern="1200" dirty="0"/>
        </a:p>
      </dsp:txBody>
      <dsp:txXfrm rot="-5400000">
        <a:off x="933569" y="3609296"/>
        <a:ext cx="7199860" cy="782249"/>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21CE41-0B8A-4DEA-AED9-B010C6FD9677}">
      <dsp:nvSpPr>
        <dsp:cNvPr id="0" name=""/>
        <dsp:cNvSpPr/>
      </dsp:nvSpPr>
      <dsp:spPr>
        <a:xfrm>
          <a:off x="-5501764" y="-848834"/>
          <a:ext cx="6601359" cy="6601359"/>
        </a:xfrm>
        <a:prstGeom prst="blockArc">
          <a:avLst>
            <a:gd name="adj1" fmla="val 18900000"/>
            <a:gd name="adj2" fmla="val 2700000"/>
            <a:gd name="adj3" fmla="val 327"/>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3B077F3-AA65-4D0A-A3C1-C53FA2D62DFB}">
      <dsp:nvSpPr>
        <dsp:cNvPr id="0" name=""/>
        <dsp:cNvSpPr/>
      </dsp:nvSpPr>
      <dsp:spPr>
        <a:xfrm>
          <a:off x="901420" y="540545"/>
          <a:ext cx="7860442" cy="1720876"/>
        </a:xfrm>
        <a:prstGeom prst="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1953" tIns="50800" rIns="50800" bIns="50800" numCol="1" spcCol="1270" anchor="ctr" anchorCtr="0">
          <a:noAutofit/>
        </a:bodyPr>
        <a:lstStyle/>
        <a:p>
          <a:pPr marL="0" lvl="0" indent="0" algn="l" defTabSz="889000">
            <a:lnSpc>
              <a:spcPct val="90000"/>
            </a:lnSpc>
            <a:spcBef>
              <a:spcPct val="0"/>
            </a:spcBef>
            <a:spcAft>
              <a:spcPct val="35000"/>
            </a:spcAft>
            <a:buNone/>
          </a:pPr>
          <a:r>
            <a:rPr lang="en-US" sz="2000" b="0" i="0" kern="1200" dirty="0"/>
            <a:t>Process synchronization is the process of coordination or multiple processes or threads that share common resources to execute and prevent conflicts between the processes or do not interfere with each other while sharing resources and ensuring data consistency. </a:t>
          </a:r>
          <a:endParaRPr lang="en-US" sz="2000" kern="1200" dirty="0"/>
        </a:p>
      </dsp:txBody>
      <dsp:txXfrm>
        <a:off x="901420" y="540545"/>
        <a:ext cx="7860442" cy="1720876"/>
      </dsp:txXfrm>
    </dsp:sp>
    <dsp:sp modelId="{EA373A5E-82D7-4C37-99C5-AC90928DB41A}">
      <dsp:nvSpPr>
        <dsp:cNvPr id="0" name=""/>
        <dsp:cNvSpPr/>
      </dsp:nvSpPr>
      <dsp:spPr>
        <a:xfrm>
          <a:off x="25866" y="525430"/>
          <a:ext cx="1751107" cy="175110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7A94EF3D-0F46-49DE-936A-D573224ABCC8}">
      <dsp:nvSpPr>
        <dsp:cNvPr id="0" name=""/>
        <dsp:cNvSpPr/>
      </dsp:nvSpPr>
      <dsp:spPr>
        <a:xfrm>
          <a:off x="901420" y="2753035"/>
          <a:ext cx="7860442" cy="1499340"/>
        </a:xfrm>
        <a:prstGeom prst="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11953" tIns="50800" rIns="50800" bIns="50800" numCol="1" spcCol="1270" anchor="ctr" anchorCtr="0">
          <a:noAutofit/>
        </a:bodyPr>
        <a:lstStyle/>
        <a:p>
          <a:pPr marL="0" lvl="0" indent="0" algn="l" defTabSz="889000">
            <a:lnSpc>
              <a:spcPct val="90000"/>
            </a:lnSpc>
            <a:spcBef>
              <a:spcPct val="0"/>
            </a:spcBef>
            <a:spcAft>
              <a:spcPct val="35000"/>
            </a:spcAft>
            <a:buNone/>
          </a:pPr>
          <a:r>
            <a:rPr lang="en-US" sz="2000" b="0" i="0" kern="1200" dirty="0"/>
            <a:t>It’s essential in multi-threaded or multi-process systems where concurrent access to shared resources can lead to issues like deadlocks, and inconsistencies.</a:t>
          </a:r>
          <a:endParaRPr lang="en-US" sz="2000" kern="1200" dirty="0"/>
        </a:p>
      </dsp:txBody>
      <dsp:txXfrm>
        <a:off x="901420" y="2753035"/>
        <a:ext cx="7860442" cy="1499340"/>
      </dsp:txXfrm>
    </dsp:sp>
    <dsp:sp modelId="{8342B9A2-25CA-4F5E-A298-1B7F51475116}">
      <dsp:nvSpPr>
        <dsp:cNvPr id="0" name=""/>
        <dsp:cNvSpPr/>
      </dsp:nvSpPr>
      <dsp:spPr>
        <a:xfrm>
          <a:off x="25866" y="2627151"/>
          <a:ext cx="1751107" cy="1751107"/>
        </a:xfrm>
        <a:prstGeom prst="ellipse">
          <a:avLst/>
        </a:prstGeom>
        <a:solidFill>
          <a:schemeClr val="l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9EEC65-1613-44DC-892C-13E34DB55E9D}">
      <dsp:nvSpPr>
        <dsp:cNvPr id="0" name=""/>
        <dsp:cNvSpPr/>
      </dsp:nvSpPr>
      <dsp:spPr>
        <a:xfrm>
          <a:off x="0" y="21844"/>
          <a:ext cx="2648620" cy="1069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r" defTabSz="800100">
            <a:lnSpc>
              <a:spcPct val="90000"/>
            </a:lnSpc>
            <a:spcBef>
              <a:spcPct val="0"/>
            </a:spcBef>
            <a:spcAft>
              <a:spcPct val="35000"/>
            </a:spcAft>
            <a:buNone/>
          </a:pPr>
          <a:endParaRPr lang="en-US" sz="1800" kern="1200" dirty="0"/>
        </a:p>
      </dsp:txBody>
      <dsp:txXfrm>
        <a:off x="0" y="21844"/>
        <a:ext cx="2648620" cy="1069200"/>
      </dsp:txXfrm>
    </dsp:sp>
    <dsp:sp modelId="{FC4E2D02-F063-47AE-9331-B9036E250995}">
      <dsp:nvSpPr>
        <dsp:cNvPr id="0" name=""/>
        <dsp:cNvSpPr/>
      </dsp:nvSpPr>
      <dsp:spPr>
        <a:xfrm>
          <a:off x="2648620" y="21844"/>
          <a:ext cx="529724" cy="1069200"/>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E3F2BA14-B064-4290-9D41-E06B143232CC}">
      <dsp:nvSpPr>
        <dsp:cNvPr id="0" name=""/>
        <dsp:cNvSpPr/>
      </dsp:nvSpPr>
      <dsp:spPr>
        <a:xfrm>
          <a:off x="3390234" y="21844"/>
          <a:ext cx="7204247" cy="1069200"/>
        </a:xfrm>
        <a:prstGeom prst="rect">
          <a:avLst/>
        </a:prstGeom>
        <a:solidFill>
          <a:srgbClr val="7030A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Semaphore is a mechanism or tool used in OS to help manage how different processes (or programs) share resources, like memory or data, without causing conflicts. </a:t>
          </a:r>
          <a:endParaRPr lang="en-US" sz="1800" kern="1200" dirty="0"/>
        </a:p>
      </dsp:txBody>
      <dsp:txXfrm>
        <a:off x="3390234" y="21844"/>
        <a:ext cx="7204247" cy="1069200"/>
      </dsp:txXfrm>
    </dsp:sp>
    <dsp:sp modelId="{B8DCF5E4-28B1-47A2-899E-80396A122F56}">
      <dsp:nvSpPr>
        <dsp:cNvPr id="0" name=""/>
        <dsp:cNvSpPr/>
      </dsp:nvSpPr>
      <dsp:spPr>
        <a:xfrm>
          <a:off x="0" y="1285444"/>
          <a:ext cx="2648620" cy="1069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r" defTabSz="800100">
            <a:lnSpc>
              <a:spcPct val="90000"/>
            </a:lnSpc>
            <a:spcBef>
              <a:spcPct val="0"/>
            </a:spcBef>
            <a:spcAft>
              <a:spcPct val="35000"/>
            </a:spcAft>
            <a:buNone/>
          </a:pPr>
          <a:endParaRPr lang="en-US" sz="1800" kern="1200" dirty="0"/>
        </a:p>
      </dsp:txBody>
      <dsp:txXfrm>
        <a:off x="0" y="1285444"/>
        <a:ext cx="2648620" cy="1069200"/>
      </dsp:txXfrm>
    </dsp:sp>
    <dsp:sp modelId="{B2787E50-B594-49CD-BA07-64041A4BC6BA}">
      <dsp:nvSpPr>
        <dsp:cNvPr id="0" name=""/>
        <dsp:cNvSpPr/>
      </dsp:nvSpPr>
      <dsp:spPr>
        <a:xfrm>
          <a:off x="2648620" y="1285444"/>
          <a:ext cx="529724" cy="1069200"/>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81415A51-7490-4DE5-A515-97C7328EFAFC}">
      <dsp:nvSpPr>
        <dsp:cNvPr id="0" name=""/>
        <dsp:cNvSpPr/>
      </dsp:nvSpPr>
      <dsp:spPr>
        <a:xfrm>
          <a:off x="3390234" y="1285444"/>
          <a:ext cx="7204247" cy="1069200"/>
        </a:xfrm>
        <a:prstGeom prst="rect">
          <a:avLst/>
        </a:prstGeom>
        <a:solidFill>
          <a:schemeClr val="accent2">
            <a:shade val="80000"/>
            <a:hueOff val="230581"/>
            <a:satOff val="-30388"/>
            <a:lumOff val="14951"/>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A semaphore is a special kind of synchronization data that can be used only through specific synchronization primitives. </a:t>
          </a:r>
          <a:endParaRPr lang="en-US" sz="1800" kern="1200" dirty="0"/>
        </a:p>
      </dsp:txBody>
      <dsp:txXfrm>
        <a:off x="3390234" y="1285444"/>
        <a:ext cx="7204247" cy="1069200"/>
      </dsp:txXfrm>
    </dsp:sp>
    <dsp:sp modelId="{58665039-E671-4D82-9200-80F7732054A4}">
      <dsp:nvSpPr>
        <dsp:cNvPr id="0" name=""/>
        <dsp:cNvSpPr/>
      </dsp:nvSpPr>
      <dsp:spPr>
        <a:xfrm>
          <a:off x="0" y="2549045"/>
          <a:ext cx="2648620" cy="1069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r" defTabSz="800100">
            <a:lnSpc>
              <a:spcPct val="90000"/>
            </a:lnSpc>
            <a:spcBef>
              <a:spcPct val="0"/>
            </a:spcBef>
            <a:spcAft>
              <a:spcPct val="35000"/>
            </a:spcAft>
            <a:buNone/>
          </a:pPr>
          <a:endParaRPr lang="en-US" sz="1800" kern="1200" dirty="0"/>
        </a:p>
      </dsp:txBody>
      <dsp:txXfrm>
        <a:off x="0" y="2549045"/>
        <a:ext cx="2648620" cy="1069200"/>
      </dsp:txXfrm>
    </dsp:sp>
    <dsp:sp modelId="{00671903-CABE-4225-886C-A928DBF5AA06}">
      <dsp:nvSpPr>
        <dsp:cNvPr id="0" name=""/>
        <dsp:cNvSpPr/>
      </dsp:nvSpPr>
      <dsp:spPr>
        <a:xfrm>
          <a:off x="2648620" y="2549045"/>
          <a:ext cx="529724" cy="1069200"/>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49DC898-10E7-453B-964B-607805735E71}">
      <dsp:nvSpPr>
        <dsp:cNvPr id="0" name=""/>
        <dsp:cNvSpPr/>
      </dsp:nvSpPr>
      <dsp:spPr>
        <a:xfrm>
          <a:off x="3390234" y="2549045"/>
          <a:ext cx="7204247" cy="1069200"/>
        </a:xfrm>
        <a:prstGeom prst="rect">
          <a:avLst/>
        </a:prstGeom>
        <a:solidFill>
          <a:srgbClr val="00B05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Semaphores are used to implement critical sections, which are regions of code that must be executed by only one process at a time. </a:t>
          </a:r>
          <a:endParaRPr lang="en-US" sz="1800" kern="1200" dirty="0"/>
        </a:p>
      </dsp:txBody>
      <dsp:txXfrm>
        <a:off x="3390234" y="2549045"/>
        <a:ext cx="7204247" cy="1069200"/>
      </dsp:txXfrm>
    </dsp:sp>
    <dsp:sp modelId="{60AF152A-2935-40A3-9594-CE7B4D103D0E}">
      <dsp:nvSpPr>
        <dsp:cNvPr id="0" name=""/>
        <dsp:cNvSpPr/>
      </dsp:nvSpPr>
      <dsp:spPr>
        <a:xfrm>
          <a:off x="0" y="3812645"/>
          <a:ext cx="2648620" cy="10692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45720" rIns="128016" bIns="45720" numCol="1" spcCol="1270" anchor="ctr" anchorCtr="0">
          <a:noAutofit/>
        </a:bodyPr>
        <a:lstStyle/>
        <a:p>
          <a:pPr marL="0" lvl="0" indent="0" algn="r" defTabSz="800100">
            <a:lnSpc>
              <a:spcPct val="90000"/>
            </a:lnSpc>
            <a:spcBef>
              <a:spcPct val="0"/>
            </a:spcBef>
            <a:spcAft>
              <a:spcPct val="35000"/>
            </a:spcAft>
            <a:buNone/>
          </a:pPr>
          <a:endParaRPr lang="en-US" sz="1800" kern="1200" dirty="0"/>
        </a:p>
      </dsp:txBody>
      <dsp:txXfrm>
        <a:off x="0" y="3812645"/>
        <a:ext cx="2648620" cy="1069200"/>
      </dsp:txXfrm>
    </dsp:sp>
    <dsp:sp modelId="{414E6988-A073-4FDD-A582-76B5ECC3A998}">
      <dsp:nvSpPr>
        <dsp:cNvPr id="0" name=""/>
        <dsp:cNvSpPr/>
      </dsp:nvSpPr>
      <dsp:spPr>
        <a:xfrm>
          <a:off x="2648620" y="3812645"/>
          <a:ext cx="529724" cy="1069200"/>
        </a:xfrm>
        <a:prstGeom prst="leftBrace">
          <a:avLst>
            <a:gd name="adj1" fmla="val 35000"/>
            <a:gd name="adj2" fmla="val 50000"/>
          </a:avLst>
        </a:prstGeom>
        <a:noFill/>
        <a:ln w="25400" cap="flat" cmpd="sng" algn="ctr">
          <a:solidFill>
            <a:schemeClr val="accent2">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B74E724B-B637-45CF-A64C-C4AFB4BDB31B}">
      <dsp:nvSpPr>
        <dsp:cNvPr id="0" name=""/>
        <dsp:cNvSpPr/>
      </dsp:nvSpPr>
      <dsp:spPr>
        <a:xfrm>
          <a:off x="3390234" y="3812645"/>
          <a:ext cx="7204247" cy="1069200"/>
        </a:xfrm>
        <a:prstGeom prst="rect">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By using semaphores, processes can coordinate access to shared resources, such as shared memory or I/O devices.</a:t>
          </a:r>
          <a:endParaRPr lang="en-US" sz="1800" kern="1200" dirty="0"/>
        </a:p>
      </dsp:txBody>
      <dsp:txXfrm>
        <a:off x="3390234" y="3812645"/>
        <a:ext cx="7204247" cy="106920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D0FBF2-5318-419A-8F7F-868B9340A3C3}">
      <dsp:nvSpPr>
        <dsp:cNvPr id="0" name=""/>
        <dsp:cNvSpPr/>
      </dsp:nvSpPr>
      <dsp:spPr>
        <a:xfrm>
          <a:off x="0" y="0"/>
          <a:ext cx="4903690" cy="4903690"/>
        </a:xfrm>
        <a:prstGeom prst="pie">
          <a:avLst>
            <a:gd name="adj1" fmla="val 5400000"/>
            <a:gd name="adj2" fmla="val 16200000"/>
          </a:avLst>
        </a:prstGeom>
        <a:solidFill>
          <a:srgbClr val="C000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3C59D22-E587-440D-995B-A5C5B5878575}">
      <dsp:nvSpPr>
        <dsp:cNvPr id="0" name=""/>
        <dsp:cNvSpPr/>
      </dsp:nvSpPr>
      <dsp:spPr>
        <a:xfrm>
          <a:off x="2451845" y="0"/>
          <a:ext cx="6335885" cy="4903690"/>
        </a:xfrm>
        <a:prstGeom prst="rect">
          <a:avLst/>
        </a:prstGeom>
        <a:solidFill>
          <a:schemeClr val="lt1">
            <a:alpha val="90000"/>
            <a:hueOff val="0"/>
            <a:satOff val="0"/>
            <a:lumOff val="0"/>
            <a:alphaOff val="0"/>
          </a:schemeClr>
        </a:solidFill>
        <a:ln w="25400" cap="flat" cmpd="sng" algn="ctr">
          <a:solidFill>
            <a:srgbClr val="FF0000"/>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A deadlock is a situation where a set of processes is blocked because each process is holding a resource and waiting for another resource acquired by some other process.</a:t>
          </a:r>
          <a:endParaRPr lang="en-US" sz="1800" kern="1200" dirty="0"/>
        </a:p>
      </dsp:txBody>
      <dsp:txXfrm>
        <a:off x="2451845" y="0"/>
        <a:ext cx="6335885" cy="1471110"/>
      </dsp:txXfrm>
    </dsp:sp>
    <dsp:sp modelId="{43AAC86B-9E83-4008-903C-67622139A990}">
      <dsp:nvSpPr>
        <dsp:cNvPr id="0" name=""/>
        <dsp:cNvSpPr/>
      </dsp:nvSpPr>
      <dsp:spPr>
        <a:xfrm>
          <a:off x="858147" y="1471110"/>
          <a:ext cx="3187395" cy="3187395"/>
        </a:xfrm>
        <a:prstGeom prst="pie">
          <a:avLst>
            <a:gd name="adj1" fmla="val 5400000"/>
            <a:gd name="adj2" fmla="val 16200000"/>
          </a:avLst>
        </a:prstGeom>
        <a:solidFill>
          <a:schemeClr val="accent2">
            <a:shade val="80000"/>
            <a:hueOff val="345872"/>
            <a:satOff val="-45582"/>
            <a:lumOff val="2242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47CE9BB5-ECB2-4D0F-9AF1-65B1DDAD0009}">
      <dsp:nvSpPr>
        <dsp:cNvPr id="0" name=""/>
        <dsp:cNvSpPr/>
      </dsp:nvSpPr>
      <dsp:spPr>
        <a:xfrm>
          <a:off x="2451845" y="1471110"/>
          <a:ext cx="6335885" cy="3187395"/>
        </a:xfrm>
        <a:prstGeom prst="rect">
          <a:avLst/>
        </a:prstGeom>
        <a:solidFill>
          <a:schemeClr val="lt1">
            <a:alpha val="90000"/>
            <a:hueOff val="0"/>
            <a:satOff val="0"/>
            <a:lumOff val="0"/>
            <a:alphaOff val="0"/>
          </a:schemeClr>
        </a:solidFill>
        <a:ln w="25400" cap="flat" cmpd="sng" algn="ctr">
          <a:solidFill>
            <a:schemeClr val="accent2">
              <a:shade val="80000"/>
              <a:hueOff val="345872"/>
              <a:satOff val="-45582"/>
              <a:lumOff val="22427"/>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Consider an example when two trains are coming toward each other on the same track and there is only one track, none of the trains can move once they are in front of each other. This is a practical example of deadlock.</a:t>
          </a:r>
          <a:endParaRPr lang="en-US" sz="1800" kern="1200" dirty="0"/>
        </a:p>
      </dsp:txBody>
      <dsp:txXfrm>
        <a:off x="2451845" y="1471110"/>
        <a:ext cx="6335885" cy="1471105"/>
      </dsp:txXfrm>
    </dsp:sp>
    <dsp:sp modelId="{E163C335-B9CE-4E04-9351-61C8F963AEC3}">
      <dsp:nvSpPr>
        <dsp:cNvPr id="0" name=""/>
        <dsp:cNvSpPr/>
      </dsp:nvSpPr>
      <dsp:spPr>
        <a:xfrm>
          <a:off x="1716292" y="2942215"/>
          <a:ext cx="1471105" cy="1471105"/>
        </a:xfrm>
        <a:prstGeom prst="pie">
          <a:avLst>
            <a:gd name="adj1" fmla="val 5400000"/>
            <a:gd name="adj2" fmla="val 16200000"/>
          </a:avLst>
        </a:prstGeom>
        <a:solidFill>
          <a:srgbClr val="FFFF00"/>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7B33739-CCAA-4D3B-BD2F-8458DE1EABE5}">
      <dsp:nvSpPr>
        <dsp:cNvPr id="0" name=""/>
        <dsp:cNvSpPr/>
      </dsp:nvSpPr>
      <dsp:spPr>
        <a:xfrm>
          <a:off x="2451845" y="2942215"/>
          <a:ext cx="6335885" cy="1471105"/>
        </a:xfrm>
        <a:prstGeom prst="rect">
          <a:avLst/>
        </a:prstGeom>
        <a:solidFill>
          <a:schemeClr val="lt1">
            <a:alpha val="90000"/>
            <a:hueOff val="0"/>
            <a:satOff val="0"/>
            <a:lumOff val="0"/>
            <a:alphaOff val="0"/>
          </a:schemeClr>
        </a:solidFill>
        <a:ln w="25400" cap="flat" cmpd="sng" algn="ctr">
          <a:solidFill>
            <a:srgbClr val="FFFF00"/>
          </a:solidFill>
          <a:prstDash val="solid"/>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t>Key concepts include mutual exclusion, resource holding, circular wait, and no preemption.</a:t>
          </a:r>
          <a:endParaRPr lang="en-US" sz="1800" kern="1200" dirty="0"/>
        </a:p>
      </dsp:txBody>
      <dsp:txXfrm>
        <a:off x="2451845" y="2942215"/>
        <a:ext cx="6335885" cy="1471105"/>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cycle3">
  <dgm:title val=""/>
  <dgm:desc val=""/>
  <dgm:catLst>
    <dgm:cat type="cycle" pri="5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axis="ch" ptType="node" func="cnt" op="equ" val="2">
        <dgm:alg type="composite">
          <dgm:param type="ar" val="0.9"/>
        </dgm:alg>
        <dgm:shape xmlns:r="http://schemas.openxmlformats.org/officeDocument/2006/relationships" r:blip="">
          <dgm:adjLst/>
        </dgm:shape>
        <dgm:presOf/>
        <dgm:constrLst>
          <dgm:constr type="primFontSz" for="ch" ptType="node" op="equ" val="65"/>
          <dgm:constr type="ctrX" for="ch" forName="node1" refType="w" fact="0.5"/>
          <dgm:constr type="t" for="ch" forName="node1"/>
          <dgm:constr type="w" for="ch" forName="node1" refType="w" fact="0.8"/>
          <dgm:constr type="h" for="ch" forName="node1" refType="w" refFor="ch" refForName="node1" fact="0.5"/>
          <dgm:constr type="ctrX" for="ch" forName="sibTrans" refType="w" fact="0.5"/>
          <dgm:constr type="t" for="ch" forName="sibTrans"/>
          <dgm:constr type="w" for="ch" forName="sibTrans" refType="w" fact="0.8"/>
          <dgm:constr type="h" for="ch" forName="sibTrans" refType="w" refFor="ch" refForName="node1" fact="0.5"/>
          <dgm:constr type="userA" for="ch" forName="sibTrans" refType="w" fact="1.07"/>
          <dgm:constr type="ctrX" for="ch" forName="node2" refType="w" fact="0.5"/>
          <dgm:constr type="b" for="ch" forName="node2" refType="h"/>
          <dgm:constr type="w" for="ch" forName="node2" refType="w" fact="0.8"/>
          <dgm:constr type="h" for="ch" forName="node2" refType="w" refFor="ch" refForName="node1" fact="0.5"/>
          <dgm:constr type="l" for="ch" forName="sp1"/>
          <dgm:constr type="t" for="ch" forName="sp1" refType="h" fact="0.5"/>
          <dgm:constr type="w" for="ch" forName="sp1" val="1"/>
          <dgm:constr type="h" for="ch" forName="sp1" val="1"/>
          <dgm:constr type="r" for="ch" forName="sp2" refType="w"/>
          <dgm:constr type="t" for="ch" forName="sp2" refType="h" fact="0.5"/>
          <dgm:constr type="w" for="ch" forName="sp2" val="1"/>
          <dgm:constr type="h" for="ch" forName="sp2" val="1"/>
        </dgm:constrLst>
        <dgm:ruleLst/>
      </dgm:if>
      <dgm:else name="Name3">
        <dgm:alg type="composite"/>
        <dgm:shape xmlns:r="http://schemas.openxmlformats.org/officeDocument/2006/relationships" r:blip="">
          <dgm:adjLst/>
        </dgm:shape>
        <dgm:presOf/>
        <dgm:constrLst>
          <dgm:constr type="primFontSz" for="ch" ptType="node" op="equ" val="65"/>
        </dgm:constrLst>
        <dgm:ruleLst/>
      </dgm:else>
    </dgm:choose>
    <dgm:choose name="Name4">
      <dgm:if name="Name5" axis="ch" ptType="node" func="cnt" op="equ" val="2">
        <dgm:layoutNode name="node1">
          <dgm:varLst>
            <dgm:bulletEnabled val="1"/>
          </dgm:varLst>
          <dgm:alg type="tx"/>
          <dgm:shape xmlns:r="http://schemas.openxmlformats.org/officeDocument/2006/relationships" type="roundRect" r:blip="">
            <dgm:adjLst/>
          </dgm:shape>
          <dgm:presOf axis="ch desOrSelf"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ibTrans" styleLbl="bgShp">
          <dgm:choose name="Name6">
            <dgm:if name="Name7" func="var" arg="dir" op="equ" val="norm">
              <dgm:alg type="conn">
                <dgm:param type="connRout" val="longCurve"/>
                <dgm:param type="begPts" val="midR"/>
                <dgm:param type="endPts" val="midL"/>
                <dgm:param type="dstNode" val="node1"/>
              </dgm:alg>
              <dgm:shape xmlns:r="http://schemas.openxmlformats.org/officeDocument/2006/relationships" type="conn" r:blip="" zOrderOff="-2">
                <dgm:adjLst/>
              </dgm:shape>
              <dgm:presOf axis="ch" ptType="sibTrans"/>
              <dgm:constrLst>
                <dgm:constr type="userA"/>
                <dgm:constr type="diam" refType="userA" fact="-1"/>
                <dgm:constr type="wArH" refType="userA" fact="0.05"/>
                <dgm:constr type="hArH" refType="userA" fact="0.1"/>
                <dgm:constr type="stemThick" refType="userA" fact="0.06"/>
                <dgm:constr type="begPad" refType="connDist" fact="-0.2"/>
                <dgm:constr type="endPad" refType="connDist" fact="0.05"/>
              </dgm:constrLst>
            </dgm:if>
            <dgm:else name="Name8">
              <dgm:alg type="conn">
                <dgm:param type="connRout" val="longCurve"/>
                <dgm:param type="begPts" val="midL"/>
                <dgm:param type="endPts" val="midR"/>
                <dgm:param type="dstNode" val="node1"/>
              </dgm:alg>
              <dgm:shape xmlns:r="http://schemas.openxmlformats.org/officeDocument/2006/relationships" type="conn" r:blip="" zOrderOff="-2">
                <dgm:adjLst/>
              </dgm:shape>
              <dgm:presOf axis="ch" ptType="sibTrans"/>
              <dgm:constrLst>
                <dgm:constr type="userA"/>
                <dgm:constr type="diam" refType="userA"/>
                <dgm:constr type="wArH" refType="userA" fact="0.05"/>
                <dgm:constr type="hArH" refType="userA" fact="0.1"/>
                <dgm:constr type="stemThick" refType="userA" fact="0.06"/>
                <dgm:constr type="begPad" refType="connDist" fact="-0.2"/>
                <dgm:constr type="endPad" refType="connDist" fact="0.05"/>
              </dgm:constrLst>
            </dgm:else>
          </dgm:choose>
          <dgm:ruleLst/>
        </dgm:layoutNode>
        <dgm:layoutNode name="node2">
          <dgm:varLst>
            <dgm:bulletEnabled val="1"/>
          </dgm:varLst>
          <dgm:alg type="tx"/>
          <dgm:shape xmlns:r="http://schemas.openxmlformats.org/officeDocument/2006/relationships" type="roundRect" r:blip="">
            <dgm:adjLst/>
          </dgm:shape>
          <dgm:presOf axis="ch desOrSelf"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sp1">
          <dgm:alg type="sp"/>
          <dgm:shape xmlns:r="http://schemas.openxmlformats.org/officeDocument/2006/relationships" r:blip="">
            <dgm:adjLst/>
          </dgm:shape>
          <dgm:presOf/>
          <dgm:constrLst/>
          <dgm:ruleLst/>
        </dgm:layoutNode>
        <dgm:layoutNode name="sp2">
          <dgm:alg type="sp"/>
          <dgm:shape xmlns:r="http://schemas.openxmlformats.org/officeDocument/2006/relationships" r:blip="">
            <dgm:adjLst/>
          </dgm:shape>
          <dgm:presOf/>
          <dgm:constrLst/>
          <dgm:ruleLst/>
        </dgm:layoutNode>
      </dgm:if>
      <dgm:else name="Name9">
        <dgm:layoutNode name="cycle">
          <dgm:choose name="Name10">
            <dgm:if name="Name11" func="var" arg="dir" op="equ" val="norm">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fact="-1"/>
                <dgm:constr type="wArH" for="ch" ptType="sibTrans" refType="diam" op="equ" fact="0.05"/>
                <dgm:constr type="hArH" for="ch" ptType="sibTrans" refType="diam" op="equ" fact="0.1"/>
                <dgm:constr type="stemThick" for="ch" ptType="sibTrans" refType="diam" op="equ" fact="0.065"/>
                <dgm:constr type="primFontSz" for="ch" ptType="node" op="equ"/>
              </dgm:constrLst>
            </dgm:if>
            <dgm:else name="Name12">
              <dgm:alg type="cycle">
                <dgm:param type="stAng" val="0"/>
                <dgm:param type="spanAng" val="-360"/>
              </dgm:alg>
              <dgm:shape xmlns:r="http://schemas.openxmlformats.org/officeDocument/2006/relationships" r:blip="">
                <dgm:adjLst/>
              </dgm:shape>
              <dgm:presOf/>
              <dgm:constrLst>
                <dgm:constr type="diam" refType="w"/>
                <dgm:constr type="w" for="ch" ptType="node" refType="w"/>
                <dgm:constr type="sibSp" val="15"/>
                <dgm:constr type="userA" for="ch" ptType="sibTrans" refType="diam" op="equ"/>
                <dgm:constr type="wArH" for="ch" ptType="sibTrans" refType="diam" op="equ" fact="0.05"/>
                <dgm:constr type="hArH" for="ch" ptType="sibTrans" refType="diam" op="equ" fact="0.1"/>
                <dgm:constr type="stemThick" for="ch" ptType="sibTrans" refType="diam" op="equ" fact="0.065"/>
                <dgm:constr type="primFontSz" for="ch" ptType="node" op="equ"/>
              </dgm:constrLst>
            </dgm:else>
          </dgm:choose>
          <dgm:ruleLst/>
          <dgm:forEach name="nodesFirstNodeForEach" axis="ch" ptType="node" cnt="1">
            <dgm:layoutNode name="nodeFirstNode">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FirstNode" styleLbl="bgShp">
                <dgm:choose name="Name13">
                  <dgm:if name="Name14" func="var" arg="dir" op="equ" val="norm">
                    <dgm:alg type="conn">
                      <dgm:param type="connRout" val="longCurve"/>
                      <dgm:param type="begPts" val="midR"/>
                      <dgm:param type="endPts" val="midL"/>
                      <dgm:param type="dstNode" val="nodeFirstNode"/>
                    </dgm:alg>
                  </dgm:if>
                  <dgm:else name="Name15">
                    <dgm:alg type="conn">
                      <dgm:param type="connRout" val="longCurve"/>
                      <dgm:param type="begPts" val="midL"/>
                      <dgm:param type="endPts" val="midR"/>
                      <dgm:param type="dstNode" val="nodeFirstNode"/>
                    </dgm:alg>
                  </dgm:else>
                </dgm:choose>
                <dgm:shape xmlns:r="http://schemas.openxmlformats.org/officeDocument/2006/relationships" type="conn" r:blip="" zOrderOff="-2">
                  <dgm:adjLst/>
                </dgm:shape>
                <dgm:presOf axis="self"/>
                <dgm:choose name="Name16">
                  <dgm:if name="Name17" axis="par ch" ptType="doc node" func="cnt" op="equ" val="3">
                    <dgm:constrLst>
                      <dgm:constr type="userA"/>
                      <dgm:constr type="diam" refType="userA" fact="1.01"/>
                      <dgm:constr type="begPad" refType="connDist" fact="-0.2"/>
                      <dgm:constr type="endPad" refType="connDist" fact="0.05"/>
                    </dgm:constrLst>
                  </dgm:if>
                  <dgm:if name="Name18" axis="par ch" ptType="doc node" func="cnt" op="equ" val="4">
                    <dgm:constrLst>
                      <dgm:constr type="userA"/>
                      <dgm:constr type="diam" refType="userA" fact="1.26"/>
                      <dgm:constr type="begPad" refType="connDist" fact="-0.2"/>
                      <dgm:constr type="endPad" refType="connDist" fact="0.05"/>
                    </dgm:constrLst>
                  </dgm:if>
                  <dgm:if name="Name19" axis="par ch" ptType="doc node" func="cnt" op="equ" val="5">
                    <dgm:constrLst>
                      <dgm:constr type="userA"/>
                      <dgm:constr type="diam" refType="userA" fact="1.04"/>
                      <dgm:constr type="begPad" refType="connDist" fact="-0.2"/>
                      <dgm:constr type="endPad" refType="connDist" fact="0.05"/>
                    </dgm:constrLst>
                  </dgm:if>
                  <dgm:if name="Name20" axis="par ch" ptType="doc node" func="cnt" op="equ" val="6">
                    <dgm:constrLst>
                      <dgm:constr type="userA"/>
                      <dgm:constr type="diam" refType="userA" fact="1.1"/>
                      <dgm:constr type="begPad" refType="connDist" fact="-0.2"/>
                      <dgm:constr type="endPad" refType="connDist" fact="0.05"/>
                    </dgm:constrLst>
                  </dgm:if>
                  <dgm:else name="Name21">
                    <dgm:constrLst>
                      <dgm:constr type="userA"/>
                      <dgm:constr type="diam" refType="userA" fact="1.04"/>
                      <dgm:constr type="begPad" refType="connDist" fact="-0.2"/>
                      <dgm:constr type="endPad" refType="connDist" fact="0.05"/>
                    </dgm:constrLst>
                  </dgm:else>
                </dgm:choose>
                <dgm:ruleLst/>
              </dgm:layoutNode>
            </dgm:forEach>
          </dgm:forEach>
          <dgm:forEach name="followingNodesForEach" axis="ch" ptType="node" st="2">
            <dgm:layoutNode name="nodeFollowingNodes">
              <dgm:varLst>
                <dgm:bulletEnabled val="1"/>
              </dgm:varLst>
              <dgm:alg type="tx"/>
              <dgm:shape xmlns:r="http://schemas.openxmlformats.org/officeDocument/2006/relationships" type="roundRect" r:blip="">
                <dgm:adjLst/>
              </dgm:shape>
              <dgm:presOf axis="desOrSelf" ptType="node"/>
              <dgm:constrLst>
                <dgm:constr type="h" refType="w" fact="0.5"/>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dgm:layoutNode>
      </dgm:else>
    </dgm:choose>
  </dgm:layoutNode>
</dgm:layoutDef>
</file>

<file path=ppt/diagrams/layout8.xml><?xml version="1.0" encoding="utf-8"?>
<dgm:layoutDef xmlns:dgm="http://schemas.openxmlformats.org/drawingml/2006/diagram" xmlns:a="http://schemas.openxmlformats.org/drawingml/2006/main" uniqueId="urn:microsoft.com/office/officeart/2005/8/layout/venn1">
  <dgm:title val=""/>
  <dgm:desc val=""/>
  <dgm:catLst>
    <dgm:cat type="relationship" pri="28000"/>
    <dgm:cat type="convert" pri="19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Lst>
      <dgm:cxnLst>
        <dgm:cxn modelId="7" srcId="0" destId="1" srcOrd="0" destOrd="0"/>
        <dgm:cxn modelId="8" srcId="0" destId="2" srcOrd="1" destOrd="0"/>
        <dgm:cxn modelId="9" srcId="0" destId="3" srcOrd="2" destOrd="0"/>
        <dgm:cxn modelId="10" srcId="0" destId="4" srcOrd="3" destOrd="0"/>
      </dgm:cxnLst>
      <dgm:bg/>
      <dgm:whole/>
    </dgm:dataModel>
  </dgm:clrData>
  <dgm:layoutNode name="compositeShape">
    <dgm:varLst>
      <dgm:chMax val="7"/>
      <dgm:dir/>
      <dgm:resizeHandles val="exact"/>
    </dgm:varLst>
    <dgm:choose name="Name0">
      <dgm:if name="Name1" axis="ch" ptType="node" func="cnt" op="equ" val="1">
        <dgm:alg type="composite">
          <dgm:param type="ar" val="1"/>
        </dgm:alg>
      </dgm:if>
      <dgm:if name="Name2" axis="ch" ptType="node" func="cnt" op="equ" val="2">
        <dgm:alg type="composite">
          <dgm:param type="ar" val="1.792"/>
        </dgm:alg>
      </dgm:if>
      <dgm:if name="Name3" axis="ch" ptType="node" func="cnt" op="equ" val="3">
        <dgm:alg type="composite">
          <dgm:param type="ar" val="1"/>
        </dgm:alg>
      </dgm:if>
      <dgm:if name="Name4" axis="ch" ptType="node" func="cnt" op="equ" val="4">
        <dgm:alg type="composite">
          <dgm:param type="ar" val="1"/>
        </dgm:alg>
      </dgm:if>
      <dgm:if name="Name5" axis="ch" ptType="node" func="cnt" op="equ" val="5">
        <dgm:alg type="composite">
          <dgm:param type="ar" val="1.4"/>
        </dgm:alg>
      </dgm:if>
      <dgm:if name="Name6" axis="ch" ptType="node" func="cnt" op="equ" val="6">
        <dgm:alg type="composite">
          <dgm:param type="ar" val="1.285"/>
        </dgm:alg>
      </dgm:if>
      <dgm:if name="Name7" axis="ch" ptType="node" func="cnt" op="equ" val="7">
        <dgm:alg type="composite">
          <dgm:param type="ar" val="1.359"/>
        </dgm:alg>
      </dgm:if>
      <dgm:else name="Name8">
        <dgm:alg type="composite">
          <dgm:param type="ar" val="1.359"/>
        </dgm:alg>
      </dgm:else>
    </dgm:choose>
    <dgm:shape xmlns:r="http://schemas.openxmlformats.org/officeDocument/2006/relationships" r:blip="">
      <dgm:adjLst/>
    </dgm:shape>
    <dgm:presOf/>
    <dgm:choose name="Name9">
      <dgm:if name="Name10" axis="ch" ptType="node" func="cnt" op="equ" val="1">
        <dgm:constrLst>
          <dgm:constr type="ctrX" for="ch" forName="circ1TxSh" refType="w" fact="0.5"/>
          <dgm:constr type="ctrY" for="ch" forName="circ1TxSh" refType="h" fact="0.5"/>
          <dgm:constr type="w" for="ch" forName="circ1TxSh" refType="w"/>
          <dgm:constr type="h" for="ch" forName="circ1TxSh" refType="h"/>
          <dgm:constr type="primFontSz" for="ch" ptType="node" op="equ"/>
        </dgm:constrLst>
      </dgm:if>
      <dgm:if name="Name11" axis="ch" ptType="node" func="cnt" op="equ" val="2">
        <dgm:constrLst>
          <dgm:constr type="ctrX" for="ch" forName="circ1" refType="w" fact="0.3"/>
          <dgm:constr type="ctrY" for="ch" forName="circ1" refType="h" fact="0.5"/>
          <dgm:constr type="w" for="ch" forName="circ1" refType="w" fact="0.555"/>
          <dgm:constr type="h" for="ch" forName="circ1" refType="h" fact="0.99456"/>
          <dgm:constr type="l" for="ch" forName="circ1Tx" refType="w" fact="0.1"/>
          <dgm:constr type="t" for="ch" forName="circ1Tx" refType="h" fact="0.12"/>
          <dgm:constr type="w" for="ch" forName="circ1Tx" refType="w" fact="0.32"/>
          <dgm:constr type="h" for="ch" forName="circ1Tx" refType="h" fact="0.76"/>
          <dgm:constr type="ctrX" for="ch" forName="circ2" refType="w" fact="0.7"/>
          <dgm:constr type="ctrY" for="ch" forName="circ2" refType="h" fact="0.5"/>
          <dgm:constr type="w" for="ch" forName="circ2" refType="w" fact="0.555"/>
          <dgm:constr type="h" for="ch" forName="circ2" refType="h" fact="0.99456"/>
          <dgm:constr type="l" for="ch" forName="circ2Tx" refType="w" fact="0.58"/>
          <dgm:constr type="t" for="ch" forName="circ2Tx" refType="h" fact="0.12"/>
          <dgm:constr type="w" for="ch" forName="circ2Tx" refType="w" fact="0.32"/>
          <dgm:constr type="h" for="ch" forName="circ2Tx" refType="h" fact="0.76"/>
          <dgm:constr type="primFontSz" for="ch" ptType="node" op="equ"/>
        </dgm:constrLst>
      </dgm:if>
      <dgm:if name="Name12" axis="ch" ptType="node" func="cnt" op="equ" val="3">
        <dgm:constrLst>
          <dgm:constr type="ctrX" for="ch" forName="circ1" refType="w" fact="0.5"/>
          <dgm:constr type="ctrY" for="ch" forName="circ1" refType="w" fact="0.25"/>
          <dgm:constr type="w" for="ch" forName="circ1" refType="w" fact="0.6"/>
          <dgm:constr type="h" for="ch" forName="circ1" refType="h" fact="0.6"/>
          <dgm:constr type="l" for="ch" forName="circ1Tx" refType="w" fact="0.28"/>
          <dgm:constr type="t" for="ch" forName="circ1Tx" refType="h" fact="0.055"/>
          <dgm:constr type="w" for="ch" forName="circ1Tx" refType="w" fact="0.44"/>
          <dgm:constr type="h" for="ch" forName="circ1Tx" refType="h" fact="0.27"/>
          <dgm:constr type="ctrX" for="ch" forName="circ2" refType="w" fact="0.7165"/>
          <dgm:constr type="ctrY" for="ch" forName="circ2" refType="w" fact="0.625"/>
          <dgm:constr type="w" for="ch" forName="circ2" refType="w" fact="0.6"/>
          <dgm:constr type="h" for="ch" forName="circ2" refType="h" fact="0.6"/>
          <dgm:constr type="l" for="ch" forName="circ2Tx" refType="w" fact="0.6"/>
          <dgm:constr type="t" for="ch" forName="circ2Tx" refType="h" fact="0.48"/>
          <dgm:constr type="w" for="ch" forName="circ2Tx" refType="w" fact="0.36"/>
          <dgm:constr type="h" for="ch" forName="circ2Tx" refType="h" fact="0.33"/>
          <dgm:constr type="ctrX" for="ch" forName="circ3" refType="w" fact="0.2835"/>
          <dgm:constr type="ctrY" for="ch" forName="circ3" refType="w" fact="0.625"/>
          <dgm:constr type="w" for="ch" forName="circ3" refType="w" fact="0.6"/>
          <dgm:constr type="h" for="ch" forName="circ3" refType="h" fact="0.6"/>
          <dgm:constr type="l" for="ch" forName="circ3Tx" refType="w" fact="0.04"/>
          <dgm:constr type="t" for="ch" forName="circ3Tx" refType="h" fact="0.48"/>
          <dgm:constr type="w" for="ch" forName="circ3Tx" refType="w" fact="0.36"/>
          <dgm:constr type="h" for="ch" forName="circ3Tx" refType="h" fact="0.33"/>
          <dgm:constr type="primFontSz" for="ch" ptType="node" op="equ"/>
        </dgm:constrLst>
      </dgm:if>
      <dgm:if name="Name13" axis="ch" ptType="node" func="cnt" op="equ" val="4">
        <dgm:constrLst>
          <dgm:constr type="ctrX" for="ch" forName="circ1" refType="w" fact="0.5"/>
          <dgm:constr type="ctrY" for="ch" forName="circ1" refType="w" fact="0.27"/>
          <dgm:constr type="w" for="ch" forName="circ1" refType="w" fact="0.52"/>
          <dgm:constr type="h" for="ch" forName="circ1" refType="h" fact="0.52"/>
          <dgm:constr type="l" for="ch" forName="circ1Tx" refType="w" fact="0.3"/>
          <dgm:constr type="t" for="ch" forName="circ1Tx" refType="h" fact="0.08"/>
          <dgm:constr type="w" for="ch" forName="circ1Tx" refType="w" fact="0.4"/>
          <dgm:constr type="h" for="ch" forName="circ1Tx" refType="h" fact="0.165"/>
          <dgm:constr type="ctrX" for="ch" forName="circ2" refType="w" fact="0.73"/>
          <dgm:constr type="ctrY" for="ch" forName="circ2" refType="w" fact="0.5"/>
          <dgm:constr type="w" for="ch" forName="circ2" refType="w" fact="0.52"/>
          <dgm:constr type="h" for="ch" forName="circ2" refType="h" fact="0.52"/>
          <dgm:constr type="r" for="ch" forName="circ2Tx" refType="w" fact="0.95"/>
          <dgm:constr type="t" for="ch" forName="circ2Tx" refType="h" fact="0.3"/>
          <dgm:constr type="w" for="ch" forName="circ2Tx" refType="w" fact="0.2"/>
          <dgm:constr type="h" for="ch" forName="circ2Tx" refType="h" fact="0.4"/>
          <dgm:constr type="ctrX" for="ch" forName="circ3" refType="w" fact="0.5"/>
          <dgm:constr type="ctrY" for="ch" forName="circ3" refType="w" fact="0.73"/>
          <dgm:constr type="w" for="ch" forName="circ3" refType="w" fact="0.52"/>
          <dgm:constr type="h" for="ch" forName="circ3" refType="h" fact="0.52"/>
          <dgm:constr type="l" for="ch" forName="circ3Tx" refType="w" fact="0.3"/>
          <dgm:constr type="b" for="ch" forName="circ3Tx" refType="h" fact="0.92"/>
          <dgm:constr type="w" for="ch" forName="circ3Tx" refType="w" fact="0.4"/>
          <dgm:constr type="h" for="ch" forName="circ3Tx" refType="h" fact="0.165"/>
          <dgm:constr type="ctrX" for="ch" forName="circ4" refType="w" fact="0.27"/>
          <dgm:constr type="ctrY" for="ch" forName="circ4" refType="h" fact="0.5"/>
          <dgm:constr type="w" for="ch" forName="circ4" refType="w" fact="0.52"/>
          <dgm:constr type="h" for="ch" forName="circ4" refType="h" fact="0.52"/>
          <dgm:constr type="l" for="ch" forName="circ4Tx" refType="w" fact="0.05"/>
          <dgm:constr type="t" for="ch" forName="circ4Tx" refType="h" fact="0.3"/>
          <dgm:constr type="w" for="ch" forName="circ4Tx" refType="w" fact="0.2"/>
          <dgm:constr type="h" for="ch" forName="circ4Tx" refType="h" fact="0.4"/>
          <dgm:constr type="primFontSz" for="ch" ptType="node" op="equ"/>
        </dgm:constrLst>
      </dgm:if>
      <dgm:if name="Name14" axis="ch" ptType="node" func="cnt" op="equ" val="5">
        <dgm:constrLst>
          <dgm:constr type="ctrX" for="ch" forName="circ1" refType="w" fact="0.5"/>
          <dgm:constr type="ctrY" for="ch" forName="circ1" refType="h" fact="0.46"/>
          <dgm:constr type="w" for="ch" forName="circ1" refType="w" fact="0.25"/>
          <dgm:constr type="h" for="ch" forName="circ1" refType="h" fact="0.35"/>
          <dgm:constr type="l" for="ch" forName="circ1Tx" refType="w" fact="0.355"/>
          <dgm:constr type="t" for="ch" forName="circ1Tx"/>
          <dgm:constr type="w" for="ch" forName="circ1Tx" refType="w" fact="0.29"/>
          <dgm:constr type="h" for="ch" forName="circ1Tx" refType="h" fact="0.235"/>
          <dgm:constr type="ctrX" for="ch" forName="circ2" refType="w" fact="0.5951"/>
          <dgm:constr type="ctrY" for="ch" forName="circ2" refType="h" fact="0.5567"/>
          <dgm:constr type="w" for="ch" forName="circ2" refType="w" fact="0.25"/>
          <dgm:constr type="h" for="ch" forName="circ2" refType="h" fact="0.35"/>
          <dgm:constr type="l" for="ch" forName="circ2Tx" refType="w" fact="0.74"/>
          <dgm:constr type="t" for="ch" forName="circ2Tx" refType="h" fact="0.31"/>
          <dgm:constr type="w" for="ch" forName="circ2Tx" refType="w" fact="0.26"/>
          <dgm:constr type="h" for="ch" forName="circ2Tx" refType="h" fact="0.255"/>
          <dgm:constr type="ctrX" for="ch" forName="circ3" refType="w" fact="0.5588"/>
          <dgm:constr type="ctrY" for="ch" forName="circ3" refType="h" fact="0.7133"/>
          <dgm:constr type="w" for="ch" forName="circ3" refType="w" fact="0.25"/>
          <dgm:constr type="h" for="ch" forName="circ3" refType="h" fact="0.35"/>
          <dgm:constr type="l" for="ch" forName="circ3Tx" refType="w" fact="0.7"/>
          <dgm:constr type="t" for="ch" forName="circ3Tx" refType="h" fact="0.745"/>
          <dgm:constr type="w" for="ch" forName="circ3Tx" refType="w" fact="0.26"/>
          <dgm:constr type="h" for="ch" forName="circ3Tx" refType="h" fact="0.255"/>
          <dgm:constr type="ctrX" for="ch" forName="circ4" refType="w" fact="0.4412"/>
          <dgm:constr type="ctrY" for="ch" forName="circ4" refType="h" fact="0.7133"/>
          <dgm:constr type="w" for="ch" forName="circ4" refType="w" fact="0.25"/>
          <dgm:constr type="h" for="ch" forName="circ4" refType="h" fact="0.35"/>
          <dgm:constr type="l" for="ch" forName="circ4Tx" refType="w" fact="0.04"/>
          <dgm:constr type="t" for="ch" forName="circ4Tx" refType="h" fact="0.745"/>
          <dgm:constr type="w" for="ch" forName="circ4Tx" refType="w" fact="0.26"/>
          <dgm:constr type="h" for="ch" forName="circ4Tx" refType="h" fact="0.255"/>
          <dgm:constr type="ctrX" for="ch" forName="circ5" refType="w" fact="0.4049"/>
          <dgm:constr type="ctrY" for="ch" forName="circ5" refType="h" fact="0.5567"/>
          <dgm:constr type="w" for="ch" forName="circ5" refType="w" fact="0.25"/>
          <dgm:constr type="h" for="ch" forName="circ5" refType="h" fact="0.35"/>
          <dgm:constr type="l" for="ch" forName="circ5Tx"/>
          <dgm:constr type="t" for="ch" forName="circ5Tx" refType="h" fact="0.31"/>
          <dgm:constr type="w" for="ch" forName="circ5Tx" refType="w" fact="0.26"/>
          <dgm:constr type="h" for="ch" forName="circ5Tx" refType="h" fact="0.255"/>
          <dgm:constr type="primFontSz" for="ch" ptType="node" op="equ"/>
        </dgm:constrLst>
      </dgm:if>
      <dgm:if name="Name15" axis="ch" ptType="node" func="cnt" op="equ" val="6">
        <dgm:constrLst>
          <dgm:constr type="ctrX" for="ch" forName="circ1" refType="w" fact="0.5"/>
          <dgm:constr type="ctrY" for="ch" forName="circ1" refType="h" fact="0.3844"/>
          <dgm:constr type="w" for="ch" forName="circ1" refType="w" fact="0.24"/>
          <dgm:constr type="h" for="ch" forName="circ1" refType="h" fact="0.3084"/>
          <dgm:constr type="l" for="ch" forName="circ1Tx" refType="w" fact="0.35"/>
          <dgm:constr type="t" for="ch" forName="circ1Tx"/>
          <dgm:constr type="w" for="ch" forName="circ1Tx" refType="w" fact="0.3"/>
          <dgm:constr type="h" for="ch" forName="circ1Tx" refType="h" fact="0.21"/>
          <dgm:constr type="ctrX" for="ch" forName="circ2" refType="w" fact="0.5779"/>
          <dgm:constr type="ctrY" for="ch" forName="circ2" refType="h" fact="0.4422"/>
          <dgm:constr type="w" for="ch" forName="circ2" refType="w" fact="0.24"/>
          <dgm:constr type="h" for="ch" forName="circ2" refType="h" fact="0.3084"/>
          <dgm:constr type="l" for="ch" forName="circ2Tx" refType="w" fact="0.7157"/>
          <dgm:constr type="t" for="ch" forName="circ2Tx" refType="h" fact="0.2"/>
          <dgm:constr type="w" for="ch" forName="circ2Tx" refType="w" fact="0.2843"/>
          <dgm:constr type="h" for="ch" forName="circ2Tx" refType="h" fact="0.23"/>
          <dgm:constr type="ctrX" for="ch" forName="circ3" refType="w" fact="0.5779"/>
          <dgm:constr type="ctrY" for="ch" forName="circ3" refType="h" fact="0.5578"/>
          <dgm:constr type="w" for="ch" forName="circ3" refType="w" fact="0.24"/>
          <dgm:constr type="h" for="ch" forName="circ3" refType="h" fact="0.3084"/>
          <dgm:constr type="l" for="ch" forName="circ3Tx" refType="w" fact="0.7157"/>
          <dgm:constr type="t" for="ch" forName="circ3Tx" refType="h" fact="0.543"/>
          <dgm:constr type="w" for="ch" forName="circ3Tx" refType="w" fact="0.2843"/>
          <dgm:constr type="h" for="ch" forName="circ3Tx" refType="h" fact="0.257"/>
          <dgm:constr type="ctrX" for="ch" forName="circ4" refType="w" fact="0.5"/>
          <dgm:constr type="ctrY" for="ch" forName="circ4" refType="h" fact="0.6157"/>
          <dgm:constr type="w" for="ch" forName="circ4" refType="w" fact="0.24"/>
          <dgm:constr type="h" for="ch" forName="circ4" refType="h" fact="0.3084"/>
          <dgm:constr type="l" for="ch" forName="circ4Tx" refType="w" fact="0.35"/>
          <dgm:constr type="t" for="ch" forName="circ4Tx" refType="h" fact="0.79"/>
          <dgm:constr type="w" for="ch" forName="circ4Tx" refType="w" fact="0.3"/>
          <dgm:constr type="h" for="ch" forName="circ4Tx" refType="h" fact="0.21"/>
          <dgm:constr type="ctrX" for="ch" forName="circ5" refType="w" fact="0.4221"/>
          <dgm:constr type="ctrY" for="ch" forName="circ5" refType="h" fact="0.5578"/>
          <dgm:constr type="w" for="ch" forName="circ5" refType="w" fact="0.24"/>
          <dgm:constr type="h" for="ch" forName="circ5" refType="h" fact="0.3084"/>
          <dgm:constr type="l" for="ch" forName="circ5Tx" refType="w" fact="0"/>
          <dgm:constr type="t" for="ch" forName="circ5Tx" refType="h" fact="0.543"/>
          <dgm:constr type="w" for="ch" forName="circ5Tx" refType="w" fact="0.2843"/>
          <dgm:constr type="h" for="ch" forName="circ5Tx" refType="h" fact="0.257"/>
          <dgm:constr type="ctrX" for="ch" forName="circ6" refType="w" fact="0.4221"/>
          <dgm:constr type="ctrY" for="ch" forName="circ6" refType="h" fact="0.4422"/>
          <dgm:constr type="w" for="ch" forName="circ6" refType="w" fact="0.24"/>
          <dgm:constr type="h" for="ch" forName="circ6" refType="h" fact="0.3084"/>
          <dgm:constr type="l" for="ch" forName="circ6Tx" refType="w" fact="0"/>
          <dgm:constr type="t" for="ch" forName="circ6Tx" refType="h" fact="0.2"/>
          <dgm:constr type="w" for="ch" forName="circ6Tx" refType="w" fact="0.2843"/>
          <dgm:constr type="h" for="ch" forName="circ6Tx" refType="h" fact="0.257"/>
          <dgm:constr type="primFontSz" for="ch" ptType="node" op="equ"/>
        </dgm:constrLst>
      </dgm:if>
      <dgm:else name="Name16">
        <dgm:constrLst>
          <dgm:constr type="ctrX" for="ch" forName="circ1" refType="w" fact="0.5"/>
          <dgm:constr type="ctrY" for="ch" forName="circ1" refType="h" fact="0.4177"/>
          <dgm:constr type="w" for="ch" forName="circ1" refType="w" fact="0.24"/>
          <dgm:constr type="h" for="ch" forName="circ1" refType="h" fact="0.3262"/>
          <dgm:constr type="l" for="ch" forName="circ1Tx" refType="w" fact="0.3625"/>
          <dgm:constr type="t" for="ch" forName="circ1Tx"/>
          <dgm:constr type="w" for="ch" forName="circ1Tx" refType="w" fact="0.275"/>
          <dgm:constr type="h" for="ch" forName="circ1Tx" refType="h" fact="0.2"/>
          <dgm:constr type="ctrX" for="ch" forName="circ2" refType="w" fact="0.5704"/>
          <dgm:constr type="ctrY" for="ch" forName="circ2" refType="h" fact="0.4637"/>
          <dgm:constr type="w" for="ch" forName="circ2" refType="w" fact="0.24"/>
          <dgm:constr type="h" for="ch" forName="circ2" refType="h" fact="0.3262"/>
          <dgm:constr type="l" for="ch" forName="circ2Tx" refType="w" fact="0.72"/>
          <dgm:constr type="t" for="ch" forName="circ2Tx" refType="h" fact="0.19"/>
          <dgm:constr type="w" for="ch" forName="circ2Tx" refType="w" fact="0.26"/>
          <dgm:constr type="h" for="ch" forName="circ2Tx" refType="h" fact="0.22"/>
          <dgm:constr type="ctrX" for="ch" forName="circ3" refType="w" fact="0.5877"/>
          <dgm:constr type="ctrY" for="ch" forName="circ3" refType="h" fact="0.5672"/>
          <dgm:constr type="w" for="ch" forName="circ3" refType="w" fact="0.24"/>
          <dgm:constr type="h" for="ch" forName="circ3" refType="h" fact="0.3262"/>
          <dgm:constr type="l" for="ch" forName="circ3Tx" refType="w" fact="0.745"/>
          <dgm:constr type="t" for="ch" forName="circ3Tx" refType="h" fact="0.47"/>
          <dgm:constr type="w" for="ch" forName="circ3Tx" refType="w" fact="0.255"/>
          <dgm:constr type="h" for="ch" forName="circ3Tx" refType="h" fact="0.235"/>
          <dgm:constr type="ctrX" for="ch" forName="circ4" refType="w" fact="0.539"/>
          <dgm:constr type="ctrY" for="ch" forName="circ4" refType="h" fact="0.6502"/>
          <dgm:constr type="w" for="ch" forName="circ4" refType="w" fact="0.24"/>
          <dgm:constr type="h" for="ch" forName="circ4" refType="h" fact="0.3262"/>
          <dgm:constr type="l" for="ch" forName="circ4Tx" refType="w" fact="0.635"/>
          <dgm:constr type="t" for="ch" forName="circ4Tx" refType="h" fact="0.785"/>
          <dgm:constr type="w" for="ch" forName="circ4Tx" refType="w" fact="0.275"/>
          <dgm:constr type="h" for="ch" forName="circ4Tx" refType="h" fact="0.215"/>
          <dgm:constr type="ctrX" for="ch" forName="circ5" refType="w" fact="0.461"/>
          <dgm:constr type="ctrY" for="ch" forName="circ5" refType="h" fact="0.6502"/>
          <dgm:constr type="w" for="ch" forName="circ5" refType="w" fact="0.24"/>
          <dgm:constr type="h" for="ch" forName="circ5" refType="h" fact="0.3262"/>
          <dgm:constr type="l" for="ch" forName="circ5Tx" refType="w" fact="0.09"/>
          <dgm:constr type="t" for="ch" forName="circ5Tx" refType="h" fact="0.785"/>
          <dgm:constr type="w" for="ch" forName="circ5Tx" refType="w" fact="0.275"/>
          <dgm:constr type="h" for="ch" forName="circ5Tx" refType="h" fact="0.215"/>
          <dgm:constr type="ctrX" for="ch" forName="circ6" refType="w" fact="0.4123"/>
          <dgm:constr type="ctrY" for="ch" forName="circ6" refType="h" fact="0.5672"/>
          <dgm:constr type="w" for="ch" forName="circ6" refType="w" fact="0.24"/>
          <dgm:constr type="h" for="ch" forName="circ6" refType="h" fact="0.3262"/>
          <dgm:constr type="l" for="ch" forName="circ6Tx"/>
          <dgm:constr type="t" for="ch" forName="circ6Tx" refType="h" fact="0.47"/>
          <dgm:constr type="w" for="ch" forName="circ6Tx" refType="w" fact="0.255"/>
          <dgm:constr type="h" for="ch" forName="circ6Tx" refType="h" fact="0.235"/>
          <dgm:constr type="ctrX" for="ch" forName="circ7" refType="w" fact="0.4296"/>
          <dgm:constr type="ctrY" for="ch" forName="circ7" refType="h" fact="0.4637"/>
          <dgm:constr type="w" for="ch" forName="circ7" refType="w" fact="0.24"/>
          <dgm:constr type="h" for="ch" forName="circ7" refType="h" fact="0.3262"/>
          <dgm:constr type="l" for="ch" forName="circ7Tx" refType="w" fact="0.02"/>
          <dgm:constr type="t" for="ch" forName="circ7Tx" refType="h" fact="0.19"/>
          <dgm:constr type="w" for="ch" forName="circ7Tx" refType="w" fact="0.26"/>
          <dgm:constr type="h" for="ch" forName="circ7Tx" refType="h" fact="0.22"/>
          <dgm:constr type="primFontSz" for="ch" ptType="node" op="equ"/>
        </dgm:constrLst>
      </dgm:else>
    </dgm:choose>
    <dgm:ruleLst/>
    <dgm:forEach name="Name17" axis="ch" ptType="node" cnt="1">
      <dgm:choose name="Name18">
        <dgm:if name="Name19" axis="root ch" ptType="all node" func="cnt" op="equ" val="1">
          <dgm:layoutNode name="circ1TxSh" styleLbl="vennNode1">
            <dgm:alg type="tx">
              <dgm:param type="txAnchorHorzCh" val="ctr"/>
              <dgm:param type="txAnchorVertCh" val="mid"/>
            </dgm:alg>
            <dgm:shape xmlns:r="http://schemas.openxmlformats.org/officeDocument/2006/relationships" type="ellipse" r:blip="">
              <dgm:adjLst/>
            </dgm:shape>
            <dgm:choose name="Name20">
              <dgm:if name="Name21" func="var" arg="dir" op="equ" val="norm">
                <dgm:choose name="Name22">
                  <dgm:if name="Name23" axis="root ch" ptType="all node" func="cnt" op="lte" val="4">
                    <dgm:presOf axis="desOrSelf" ptType="node"/>
                  </dgm:if>
                  <dgm:else name="Name24">
                    <dgm:presOf/>
                  </dgm:else>
                </dgm:choose>
              </dgm:if>
              <dgm:else name="Name25">
                <dgm:choose name="Name26">
                  <dgm:if name="Name27" axis="root ch" ptType="all node" func="cnt" op="equ" val="2">
                    <dgm:presOf axis="root ch desOrSelf" ptType="all node node" st="1 2 1" cnt="1 1 0"/>
                  </dgm:if>
                  <dgm:else name="Name28">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if>
        <dgm:else name="Name29">
          <dgm:layoutNode name="circ1" styleLbl="vennNode1">
            <dgm:alg type="sp"/>
            <dgm:shape xmlns:r="http://schemas.openxmlformats.org/officeDocument/2006/relationships" type="ellipse" r:blip="">
              <dgm:adjLst/>
            </dgm:shape>
            <dgm:choose name="Name30">
              <dgm:if name="Name31" func="var" arg="dir" op="equ" val="norm">
                <dgm:choose name="Name32">
                  <dgm:if name="Name33" axis="root ch" ptType="all node" func="cnt" op="lte" val="4">
                    <dgm:presOf axis="desOrSelf" ptType="node"/>
                  </dgm:if>
                  <dgm:else name="Name34">
                    <dgm:presOf/>
                  </dgm:else>
                </dgm:choose>
              </dgm:if>
              <dgm:else name="Name35">
                <dgm:choose name="Name36">
                  <dgm:if name="Name37" axis="root ch" ptType="all node" func="cnt" op="equ" val="2">
                    <dgm:presOf axis="root ch desOrSelf" ptType="all node node" st="1 2 1" cnt="1 1 0"/>
                  </dgm:if>
                  <dgm:else name="Name38">
                    <dgm:choose name="Name39">
                      <dgm:if name="Name40" axis="root ch" ptType="all node" func="cnt" op="lte" val="4">
                        <dgm:presOf axis="desOrSelf" ptType="node"/>
                      </dgm:if>
                      <dgm:else name="Name41">
                        <dgm:presOf/>
                      </dgm:else>
                    </dgm:choose>
                  </dgm:else>
                </dgm:choose>
              </dgm:else>
            </dgm:choose>
            <dgm:constrLst/>
            <dgm:ruleLst/>
          </dgm:layoutNode>
          <dgm:layoutNode name="circ1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42">
              <dgm:if name="Name43" func="var" arg="dir" op="equ" val="norm">
                <dgm:presOf axis="desOrSelf" ptType="node"/>
              </dgm:if>
              <dgm:else name="Name44">
                <dgm:choose name="Name45">
                  <dgm:if name="Name46" axis="root ch" ptType="all node" func="cnt" op="equ" val="2">
                    <dgm:presOf axis="root ch desOrSelf" ptType="all node node" st="1 2 1" cnt="1 1 0"/>
                  </dgm:if>
                  <dgm:else name="Name47">
                    <dgm:presOf axis="desOrSelf" ptType="node"/>
                  </dgm:else>
                </dgm:choose>
              </dgm:else>
            </dgm:choose>
            <dgm:constrLst>
              <dgm:constr type="tMarg"/>
              <dgm:constr type="bMarg"/>
              <dgm:constr type="lMarg"/>
              <dgm:constr type="rMarg"/>
              <dgm:constr type="primFontSz" val="65"/>
            </dgm:constrLst>
            <dgm:ruleLst>
              <dgm:rule type="primFontSz" val="5" fact="NaN" max="NaN"/>
            </dgm:ruleLst>
          </dgm:layoutNode>
        </dgm:else>
      </dgm:choose>
    </dgm:forEach>
    <dgm:forEach name="Name48" axis="ch" ptType="node" st="2" cnt="1">
      <dgm:layoutNode name="circ2" styleLbl="vennNode1">
        <dgm:alg type="sp"/>
        <dgm:shape xmlns:r="http://schemas.openxmlformats.org/officeDocument/2006/relationships" type="ellipse" r:blip="">
          <dgm:adjLst/>
        </dgm:shape>
        <dgm:choose name="Name49">
          <dgm:if name="Name50" func="var" arg="dir" op="equ" val="norm">
            <dgm:choose name="Name51">
              <dgm:if name="Name52" axis="root ch" ptType="all node" func="cnt" op="lte" val="4">
                <dgm:presOf axis="desOrSelf" ptType="node"/>
              </dgm:if>
              <dgm:else name="Name53">
                <dgm:presOf/>
              </dgm:else>
            </dgm:choose>
          </dgm:if>
          <dgm:else name="Name54">
            <dgm:choose name="Name55">
              <dgm:if name="Name56" axis="root ch" ptType="all node" func="cnt" op="equ" val="2">
                <dgm:presOf axis="root ch desOrSelf" ptType="all node node" st="1 1 1" cnt="1 1 0"/>
              </dgm:if>
              <dgm:if name="Name57" axis="root ch" ptType="all node" func="cnt" op="equ" val="3">
                <dgm:presOf axis="root ch desOrSelf" ptType="all node node" st="1 3 1" cnt="1 1 0"/>
              </dgm:if>
              <dgm:if name="Name58" axis="root ch" ptType="all node" func="cnt" op="equ" val="4">
                <dgm:presOf axis="root ch desOrSelf" ptType="all node node" st="1 4 1" cnt="1 1 0"/>
              </dgm:if>
              <dgm:else name="Name59">
                <dgm:presOf/>
              </dgm:else>
            </dgm:choose>
          </dgm:else>
        </dgm:choose>
        <dgm:constrLst/>
        <dgm:ruleLst/>
      </dgm:layoutNode>
      <dgm:layoutNode name="circ2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60">
          <dgm:if name="Name61" func="var" arg="dir" op="equ" val="norm">
            <dgm:presOf axis="desOrSelf" ptType="node"/>
          </dgm:if>
          <dgm:else name="Name62">
            <dgm:choose name="Name63">
              <dgm:if name="Name64" axis="root ch" ptType="all node" func="cnt" op="equ" val="2">
                <dgm:presOf axis="root ch desOrSelf" ptType="all node node" st="1 1 1" cnt="1 1 0"/>
              </dgm:if>
              <dgm:if name="Name65" axis="root ch" ptType="all node" func="cnt" op="equ" val="3">
                <dgm:presOf axis="root ch desOrSelf" ptType="all node node" st="1 3 1" cnt="1 1 0"/>
              </dgm:if>
              <dgm:if name="Name66" axis="root ch" ptType="all node" func="cnt" op="equ" val="4">
                <dgm:presOf axis="root ch desOrSelf" ptType="all node node" st="1 4 1" cnt="1 1 0"/>
              </dgm:if>
              <dgm:if name="Name67" axis="root ch" ptType="all node" func="cnt" op="equ" val="5">
                <dgm:presOf axis="root ch desOrSelf" ptType="all node node" st="1 5 1" cnt="1 1 0"/>
              </dgm:if>
              <dgm:if name="Name68" axis="root ch" ptType="all node" func="cnt" op="equ" val="6">
                <dgm:presOf axis="root ch desOrSelf" ptType="all node node" st="1 6 1" cnt="1 1 0"/>
              </dgm:if>
              <dgm:else name="Name69">
                <dgm:presOf axis="root ch desOrSelf" ptType="all node node" st="1 7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70" axis="ch" ptType="node" st="3" cnt="1">
      <dgm:layoutNode name="circ3" styleLbl="vennNode1">
        <dgm:alg type="sp"/>
        <dgm:shape xmlns:r="http://schemas.openxmlformats.org/officeDocument/2006/relationships" type="ellipse" r:blip="">
          <dgm:adjLst/>
        </dgm:shape>
        <dgm:choose name="Name71">
          <dgm:if name="Name72" func="var" arg="dir" op="equ" val="norm">
            <dgm:choose name="Name73">
              <dgm:if name="Name74" axis="root ch" ptType="all node" func="cnt" op="lte" val="4">
                <dgm:presOf axis="desOrSelf" ptType="node"/>
              </dgm:if>
              <dgm:else name="Name75">
                <dgm:presOf/>
              </dgm:else>
            </dgm:choose>
          </dgm:if>
          <dgm:else name="Name76">
            <dgm:choose name="Name77">
              <dgm:if name="Name78" axis="root ch" ptType="all node" func="cnt" op="equ" val="3">
                <dgm:presOf axis="root ch desOrSelf" ptType="all node node" st="1 2 1" cnt="1 1 0"/>
              </dgm:if>
              <dgm:if name="Name79" axis="root ch" ptType="all node" func="cnt" op="equ" val="4">
                <dgm:presOf axis="root ch desOrSelf" ptType="all node node" st="1 3 1" cnt="1 1 0"/>
              </dgm:if>
              <dgm:else name="Name80">
                <dgm:presOf/>
              </dgm:else>
            </dgm:choose>
          </dgm:else>
        </dgm:choose>
        <dgm:constrLst/>
        <dgm:ruleLst/>
      </dgm:layoutNode>
      <dgm:layoutNode name="circ3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81">
          <dgm:if name="Name82" func="var" arg="dir" op="equ" val="norm">
            <dgm:presOf axis="desOrSelf" ptType="node"/>
          </dgm:if>
          <dgm:else name="Name83">
            <dgm:choose name="Name84">
              <dgm:if name="Name85" axis="root ch" ptType="all node" func="cnt" op="equ" val="3">
                <dgm:presOf axis="root ch desOrSelf" ptType="all node node" st="1 2 1" cnt="1 1 0"/>
              </dgm:if>
              <dgm:if name="Name86" axis="root ch" ptType="all node" func="cnt" op="equ" val="4">
                <dgm:presOf axis="root ch desOrSelf" ptType="all node node" st="1 3 1" cnt="1 1 0"/>
              </dgm:if>
              <dgm:if name="Name87" axis="root ch" ptType="all node" func="cnt" op="equ" val="5">
                <dgm:presOf axis="root ch desOrSelf" ptType="all node node" st="1 4 1" cnt="1 1 0"/>
              </dgm:if>
              <dgm:if name="Name88" axis="root ch" ptType="all node" func="cnt" op="equ" val="6">
                <dgm:presOf axis="root ch desOrSelf" ptType="all node node" st="1 5 1" cnt="1 1 0"/>
              </dgm:if>
              <dgm:else name="Name89">
                <dgm:presOf axis="root ch desOrSelf" ptType="all node node" st="1 6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90" axis="ch" ptType="node" st="4" cnt="1">
      <dgm:layoutNode name="circ4" styleLbl="vennNode1">
        <dgm:alg type="sp"/>
        <dgm:shape xmlns:r="http://schemas.openxmlformats.org/officeDocument/2006/relationships" type="ellipse" r:blip="">
          <dgm:adjLst/>
        </dgm:shape>
        <dgm:choose name="Name91">
          <dgm:if name="Name92" func="var" arg="dir" op="equ" val="norm">
            <dgm:choose name="Name93">
              <dgm:if name="Name94" axis="root ch" ptType="all node" func="cnt" op="lte" val="4">
                <dgm:presOf axis="desOrSelf" ptType="node"/>
              </dgm:if>
              <dgm:else name="Name95">
                <dgm:presOf/>
              </dgm:else>
            </dgm:choose>
          </dgm:if>
          <dgm:else name="Name96">
            <dgm:choose name="Name97">
              <dgm:if name="Name98" axis="root ch" ptType="all node" func="cnt" op="equ" val="4">
                <dgm:presOf axis="root ch desOrSelf" ptType="all node node" st="1 2 1" cnt="1 1 0"/>
              </dgm:if>
              <dgm:else name="Name99">
                <dgm:presOf/>
              </dgm:else>
            </dgm:choose>
          </dgm:else>
        </dgm:choose>
        <dgm:constrLst/>
        <dgm:ruleLst/>
      </dgm:layoutNode>
      <dgm:layoutNode name="circ4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0">
          <dgm:if name="Name101" func="var" arg="dir" op="equ" val="norm">
            <dgm:presOf axis="desOrSelf" ptType="node"/>
          </dgm:if>
          <dgm:else name="Name102">
            <dgm:choose name="Name103">
              <dgm:if name="Name104" axis="root ch" ptType="all node" func="cnt" op="equ" val="4">
                <dgm:presOf axis="root ch desOrSelf" ptType="all node node" st="1 2 1" cnt="1 1 0"/>
              </dgm:if>
              <dgm:if name="Name105" axis="root ch" ptType="all node" func="cnt" op="equ" val="5">
                <dgm:presOf axis="root ch desOrSelf" ptType="all node node" st="1 3 1" cnt="1 1 0"/>
              </dgm:if>
              <dgm:if name="Name106" axis="root ch" ptType="all node" func="cnt" op="equ" val="6">
                <dgm:presOf axis="root ch desOrSelf" ptType="all node node" st="1 4 1" cnt="1 1 0"/>
              </dgm:if>
              <dgm:else name="Name107">
                <dgm:presOf axis="root ch desOrSelf" ptType="all node node" st="1 5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08" axis="ch" ptType="node" st="5" cnt="1">
      <dgm:layoutNode name="circ5" styleLbl="vennNode1">
        <dgm:alg type="sp"/>
        <dgm:shape xmlns:r="http://schemas.openxmlformats.org/officeDocument/2006/relationships" type="ellipse" r:blip="">
          <dgm:adjLst/>
        </dgm:shape>
        <dgm:presOf/>
        <dgm:constrLst/>
        <dgm:ruleLst/>
      </dgm:layoutNode>
      <dgm:layoutNode name="circ5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09">
          <dgm:if name="Name110" func="var" arg="dir" op="equ" val="norm">
            <dgm:presOf axis="desOrSelf" ptType="node"/>
          </dgm:if>
          <dgm:else name="Name111">
            <dgm:choose name="Name112">
              <dgm:if name="Name113" axis="root ch" ptType="all node" func="cnt" op="equ" val="5">
                <dgm:presOf axis="root ch desOrSelf" ptType="all node node" st="1 2 1" cnt="1 1 0"/>
              </dgm:if>
              <dgm:if name="Name114" axis="root ch" ptType="all node" func="cnt" op="equ" val="6">
                <dgm:presOf axis="root ch desOrSelf" ptType="all node node" st="1 3 1" cnt="1 1 0"/>
              </dgm:if>
              <dgm:else name="Name115">
                <dgm:presOf axis="root ch desOrSelf" ptType="all node node" st="1 4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16" axis="ch" ptType="node" st="6" cnt="1">
      <dgm:layoutNode name="circ6" styleLbl="vennNode1">
        <dgm:alg type="sp"/>
        <dgm:shape xmlns:r="http://schemas.openxmlformats.org/officeDocument/2006/relationships" type="ellipse" r:blip="">
          <dgm:adjLst/>
        </dgm:shape>
        <dgm:presOf/>
        <dgm:constrLst/>
        <dgm:ruleLst/>
      </dgm:layoutNode>
      <dgm:layoutNode name="circ6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17">
          <dgm:if name="Name118" func="var" arg="dir" op="equ" val="norm">
            <dgm:presOf axis="desOrSelf" ptType="node"/>
          </dgm:if>
          <dgm:else name="Name119">
            <dgm:choose name="Name120">
              <dgm:if name="Name121" axis="root ch" ptType="all node" func="cnt" op="equ" val="6">
                <dgm:presOf axis="root ch desOrSelf" ptType="all node node" st="1 2 1" cnt="1 1 0"/>
              </dgm:if>
              <dgm:else name="Name122">
                <dgm:presOf axis="root ch desOrSelf" ptType="all node node" st="1 3 1" cnt="1 1 0"/>
              </dgm:else>
            </dgm:choose>
          </dgm:else>
        </dgm:choose>
        <dgm:constrLst>
          <dgm:constr type="tMarg"/>
          <dgm:constr type="bMarg"/>
          <dgm:constr type="lMarg"/>
          <dgm:constr type="rMarg"/>
          <dgm:constr type="primFontSz" val="65"/>
        </dgm:constrLst>
        <dgm:ruleLst>
          <dgm:rule type="primFontSz" val="5" fact="NaN" max="NaN"/>
        </dgm:ruleLst>
      </dgm:layoutNode>
    </dgm:forEach>
    <dgm:forEach name="Name123" axis="ch" ptType="node" st="7" cnt="1">
      <dgm:layoutNode name="circ7" styleLbl="vennNode1">
        <dgm:alg type="sp"/>
        <dgm:shape xmlns:r="http://schemas.openxmlformats.org/officeDocument/2006/relationships" type="ellipse" r:blip="">
          <dgm:adjLst/>
        </dgm:shape>
        <dgm:presOf/>
        <dgm:constrLst/>
        <dgm:ruleLst/>
      </dgm:layoutNode>
      <dgm:layoutNode name="circ7Tx" styleLbl="revTx">
        <dgm:varLst>
          <dgm:chMax val="0"/>
          <dgm:chPref val="0"/>
          <dgm:bulletEnabled val="1"/>
        </dgm:varLst>
        <dgm:alg type="tx">
          <dgm:param type="txAnchorHorzCh" val="ctr"/>
          <dgm:param type="txAnchorVertCh" val="mid"/>
        </dgm:alg>
        <dgm:shape xmlns:r="http://schemas.openxmlformats.org/officeDocument/2006/relationships" type="rect" r:blip="" hideGeom="1">
          <dgm:adjLst/>
        </dgm:shape>
        <dgm:choose name="Name124">
          <dgm:if name="Name125" func="var" arg="dir" op="equ" val="norm">
            <dgm:presOf axis="desOrSelf" ptType="node"/>
          </dgm:if>
          <dgm:else name="Name126">
            <dgm:presOf axis="root ch desOrSelf" ptType="all node node" st="1 2 1" cnt="1 1 0"/>
          </dgm:else>
        </dgm:choose>
        <dgm:constrLst>
          <dgm:constr type="tMarg"/>
          <dgm:constr type="bMarg"/>
          <dgm:constr type="lMarg"/>
          <dgm:constr type="rMarg"/>
          <dgm:constr type="primFontSz" val="65"/>
        </dgm:constrLst>
        <dgm:ruleLst>
          <dgm:rule type="primFontSz" val="5" fact="NaN" max="NaN"/>
        </dgm:ruleLst>
      </dgm:layoutNode>
    </dgm:forEach>
  </dgm:layoutNode>
</dgm:layoutDef>
</file>

<file path=ppt/diagrams/layout9.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10.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9/3/layout/IncreasingArrowsProcess">
  <dgm:title val=""/>
  <dgm:desc val=""/>
  <dgm:catLst>
    <dgm:cat type="process" pri="5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40" srcId="0" destId="10" srcOrd="0" destOrd="0"/>
        <dgm:cxn modelId="12" srcId="10" destId="11" srcOrd="0" destOrd="0"/>
        <dgm:cxn modelId="5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2" destOrd="0"/>
        <dgm:cxn modelId="32" srcId="30" destId="31" srcOrd="0" destOrd="0"/>
      </dgm:cxnLst>
      <dgm:bg/>
      <dgm:whole/>
    </dgm:dataModel>
  </dgm:clrData>
  <dgm:layoutNode name="Name0">
    <dgm:varLst>
      <dgm:chMax val="5"/>
      <dgm:chPref val="5"/>
      <dgm:dir/>
      <dgm:animLvl val="lvl"/>
    </dgm:varLst>
    <dgm:shape xmlns:r="http://schemas.openxmlformats.org/officeDocument/2006/relationships" r:blip="">
      <dgm:adjLst/>
    </dgm:shape>
    <dgm:choose name="Name1">
      <dgm:if name="Name2" axis="ch" ptType="node" func="cnt" op="equ" val="1">
        <dgm:choose name="Name3">
          <dgm:if name="Name4" axis="ch ch" ptType="node node" func="cnt" op="equ" val="0">
            <dgm:alg type="composite">
              <dgm:param type="ar" val="6.8662"/>
            </dgm:alg>
            <dgm:choose name="Name5">
              <dgm:if name="Name6" func="var" arg="dir" op="equ" val="norm">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if>
              <dgm:else name="Name7">
                <dgm:constrLst>
                  <dgm:constr type="primFontSz" for="des" forName="parentText1" val="65"/>
                  <dgm:constr type="l" for="ch" forName="parentText1" refType="w" fact="0"/>
                  <dgm:constr type="t" for="ch" forName="parentText1" refType="h" fact="0"/>
                  <dgm:constr type="w" for="ch" forName="parentText1" refType="w"/>
                  <dgm:constr type="h" for="ch" forName="parentText1" refType="h"/>
                </dgm:constrLst>
              </dgm:else>
            </dgm:choose>
          </dgm:if>
          <dgm:else name="Name8">
            <dgm:alg type="composite">
              <dgm:param type="ar" val="1.9864"/>
            </dgm:alg>
            <dgm:choose name="Name9">
              <dgm:if name="Name10" func="var" arg="dir" op="equ" val="norm">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
                  <dgm:constr type="t" for="ch" forName="childText1" refType="h" fact="0.224"/>
                  <dgm:constr type="w" for="ch" forName="childText1" refType="w" fact="0.9241"/>
                  <dgm:constr type="h" for="ch" forName="childText1" refType="h" fact="0.776"/>
                </dgm:constrLst>
              </dgm:if>
              <dgm:else name="Name11">
                <dgm:constrLst>
                  <dgm:constr type="primFontSz" for="des" forName="childText1" val="65"/>
                  <dgm:constr type="primFontSz" for="des" forName="parentText1" val="65"/>
                  <dgm:constr type="primFontSz" for="des" forName="childText1" refType="primFontSz" refFor="des" refForName="parentText1" op="lte"/>
                  <dgm:constr type="l" for="ch" forName="parentText1" refType="w" fact="0"/>
                  <dgm:constr type="t" for="ch" forName="parentText1" refType="h" fact="0"/>
                  <dgm:constr type="w" for="ch" forName="parentText1" refType="w"/>
                  <dgm:constr type="h" for="ch" forName="parentText1" refType="h" fact="0.2893"/>
                  <dgm:constr type="l" for="ch" forName="childText1" refType="w" fact="0.076"/>
                  <dgm:constr type="t" for="ch" forName="childText1" refType="h" fact="0.224"/>
                  <dgm:constr type="w" for="ch" forName="childText1" refType="w" fact="0.9241"/>
                  <dgm:constr type="h" for="ch" forName="childText1" refType="h" fact="0.776"/>
                </dgm:constrLst>
              </dgm:else>
            </dgm:choose>
          </dgm:else>
        </dgm:choose>
      </dgm:if>
      <dgm:if name="Name12" axis="ch" ptType="node" func="cnt" op="equ" val="2">
        <dgm:choose name="Name13">
          <dgm:if name="Name14" axis="ch ch" ptType="node node" func="cnt" op="equ" val="0">
            <dgm:alg type="composite">
              <dgm:param type="ar" val="5.1498"/>
            </dgm:alg>
            <dgm:choose name="Name15">
              <dgm:if name="Name16" func="var" arg="dir" op="equ" val="norm">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462"/>
                  <dgm:constr type="t" for="ch" forName="parentText2" refType="h" fact="0.2499"/>
                  <dgm:constr type="w" for="ch" forName="parentText2" refType="w" fact="0.538"/>
                  <dgm:constr type="h" for="ch" forName="parentText2" refType="h" fact="0.7501"/>
                </dgm:constrLst>
              </dgm:if>
              <dgm:else name="Name17">
                <dgm:constrLst>
                  <dgm:constr type="primFontSz" for="des" forName="parentText1" val="65"/>
                  <dgm:constr type="primFontSz" for="des" forName="parentText2" refType="primFontSz" refFor="des" refForName="parentText1" op="equ"/>
                  <dgm:constr type="l" for="ch" forName="parentText1" refType="w" fact="0"/>
                  <dgm:constr type="t" for="ch" forName="parentText1" refType="h" fact="0"/>
                  <dgm:constr type="w" for="ch" forName="parentText1" refType="w"/>
                  <dgm:constr type="h" for="ch" forName="parentText1" refType="h" fact="0.7501"/>
                  <dgm:constr type="l" for="ch" forName="parentText2" refType="w" fact="0"/>
                  <dgm:constr type="t" for="ch" forName="parentText2" refType="h" fact="0.2499"/>
                  <dgm:constr type="w" for="ch" forName="parentText2" refType="w" fact="0.538"/>
                  <dgm:constr type="h" for="ch" forName="parentText2" refType="h" fact="0.7501"/>
                </dgm:constrLst>
              </dgm:else>
            </dgm:choose>
          </dgm:if>
          <dgm:else name="Name18">
            <dgm:alg type="composite">
              <dgm:param type="ar" val="2.0563"/>
            </dgm:alg>
            <dgm:choose name="Name19">
              <dgm:if name="Name2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462"/>
                  <dgm:constr type="t" for="ch" forName="parentText2" refType="h" fact="0.0998"/>
                  <dgm:constr type="w" for="ch" forName="parentText2" refType="w" fact="0.538"/>
                  <dgm:constr type="h" for="ch" forName="parentText2" refType="h" fact="0.2995"/>
                  <dgm:constr type="l" for="ch" forName="childText1" refType="w" fact="0"/>
                  <dgm:constr type="t" for="ch" forName="childText1" refType="h" fact="0.2317"/>
                  <dgm:constr type="w" for="ch" forName="childText1" refType="w" fact="0.462"/>
                  <dgm:constr type="h" for="ch" forName="childText1" refType="h" fact="0.6685"/>
                  <dgm:constr type="l" for="ch" forName="childText2" refType="w" fact="0.462"/>
                  <dgm:constr type="t" for="ch" forName="childText2" refType="h" fact="0.3315"/>
                  <dgm:constr type="w" for="ch" forName="childText2" refType="w" fact="0.462"/>
                  <dgm:constr type="h" for="ch" forName="childText2" refType="h" fact="0.6685"/>
                </dgm:constrLst>
              </dgm:if>
              <dgm:else name="Name2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parentText2" refType="primFontSz" refFor="des" refForName="parentText1" op="equ"/>
                  <dgm:constr type="primFontSz" for="des" forName="childText2" refType="primFontSz" refFor="des" refForName="childText1" op="equ"/>
                  <dgm:constr type="l" for="ch" forName="parentText1" refType="w" fact="0"/>
                  <dgm:constr type="t" for="ch" forName="parentText1" refType="h" fact="0"/>
                  <dgm:constr type="w" for="ch" forName="parentText1" refType="w"/>
                  <dgm:constr type="h" for="ch" forName="parentText1" refType="h" fact="0.2995"/>
                  <dgm:constr type="l" for="ch" forName="parentText2" refType="w" fact="0"/>
                  <dgm:constr type="t" for="ch" forName="parentText2" refType="h" fact="0.0998"/>
                  <dgm:constr type="w" for="ch" forName="parentText2" refType="w" fact="0.538"/>
                  <dgm:constr type="h" for="ch" forName="parentText2" refType="h" fact="0.2995"/>
                  <dgm:constr type="l" for="ch" forName="childText1" refType="w" fact="0.538"/>
                  <dgm:constr type="t" for="ch" forName="childText1" refType="h" fact="0.2317"/>
                  <dgm:constr type="w" for="ch" forName="childText1" refType="w" fact="0.462"/>
                  <dgm:constr type="h" for="ch" forName="childText1" refType="h" fact="0.6685"/>
                  <dgm:constr type="l" for="ch" forName="childText2" refType="w" fact="0.076"/>
                  <dgm:constr type="t" for="ch" forName="childText2" refType="h" fact="0.3315"/>
                  <dgm:constr type="w" for="ch" forName="childText2" refType="w" fact="0.462"/>
                  <dgm:constr type="h" for="ch" forName="childText2" refType="h" fact="0.6685"/>
                </dgm:constrLst>
              </dgm:else>
            </dgm:choose>
          </dgm:else>
        </dgm:choose>
      </dgm:if>
      <dgm:if name="Name22" axis="ch" ptType="node" func="cnt" op="equ" val="3">
        <dgm:choose name="Name23">
          <dgm:if name="Name24" axis="ch ch" ptType="node node" func="cnt" op="equ" val="0">
            <dgm:alg type="composite">
              <dgm:param type="ar" val="4.1198"/>
            </dgm:alg>
            <dgm:choose name="Name25">
              <dgm:if name="Name2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308"/>
                  <dgm:constr type="t" for="ch" forName="parentText2" refType="h" fact="0.2"/>
                  <dgm:constr type="w" for="ch" forName="parentText2" refType="w" fact="0.692"/>
                  <dgm:constr type="h" for="ch" forName="parentText2" refType="h" fact="0.6"/>
                  <dgm:constr type="l" for="ch" forName="parentText3" refType="w" fact="0.616"/>
                  <dgm:constr type="t" for="ch" forName="parentText3" refType="h" fact="0.4"/>
                  <dgm:constr type="w" for="ch" forName="parentText3" refType="w" fact="0.384"/>
                  <dgm:constr type="h" for="ch" forName="parentText3" refType="h" fact="0.6"/>
                </dgm:constrLst>
              </dgm:if>
              <dgm:else name="Name2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l" for="ch" forName="parentText1" refType="w" fact="0"/>
                  <dgm:constr type="t" for="ch" forName="parentText1" refType="h" fact="0"/>
                  <dgm:constr type="w" for="ch" forName="parentText1" refType="w"/>
                  <dgm:constr type="h" for="ch" forName="parentText1" refType="h" fact="0.6"/>
                  <dgm:constr type="l" for="ch" forName="parentText2" refType="w" fact="0"/>
                  <dgm:constr type="t" for="ch" forName="parentText2" refType="h" fact="0.2"/>
                  <dgm:constr type="w" for="ch" forName="parentText2" refType="w" fact="0.692"/>
                  <dgm:constr type="h" for="ch" forName="parentText2" refType="h" fact="0.6"/>
                  <dgm:constr type="l" for="ch" forName="parentText3" refType="w" fact="0"/>
                  <dgm:constr type="t" for="ch" forName="parentText3" refType="h" fact="0.4"/>
                  <dgm:constr type="w" for="ch" forName="parentText3" refType="w" fact="0.384"/>
                  <dgm:constr type="h" for="ch" forName="parentText3" refType="h" fact="0.6"/>
                </dgm:constrLst>
              </dgm:else>
            </dgm:choose>
          </dgm:if>
          <dgm:else name="Name28">
            <dgm:alg type="composite">
              <dgm:param type="ar" val="2.0702"/>
            </dgm:alg>
            <dgm:choose name="Name29">
              <dgm:if name="Name3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
                  <dgm:constr type="t" for="ch" forName="childText1" refType="h" fact="0.2325"/>
                  <dgm:constr type="w" for="ch" forName="childText1" refType="w" fact="0.308"/>
                  <dgm:constr type="h" for="ch" forName="childText1" refType="h" fact="0.5808"/>
                  <dgm:constr type="l" for="ch" forName="childText2" refType="w" fact="0.308"/>
                  <dgm:constr type="t" for="ch" forName="childText2" refType="h" fact="0.333"/>
                  <dgm:constr type="w" for="ch" forName="childText2" refType="w" fact="0.308"/>
                  <dgm:constr type="h" for="ch" forName="childText2" refType="h" fact="0.5808"/>
                  <dgm:constr type="l" for="ch" forName="childText3" refType="w" fact="0.61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308"/>
                  <dgm:constr type="t" for="ch" forName="parentText2" refType="h" fact="0.1005"/>
                  <dgm:constr type="w" for="ch" forName="parentText2" refType="w" fact="0.692"/>
                  <dgm:constr type="h" for="ch" forName="parentText2" refType="h" fact="0.3015"/>
                  <dgm:constr type="l" for="ch" forName="parentText3" refType="w" fact="0.616"/>
                  <dgm:constr type="t" for="ch" forName="parentText3" refType="h" fact="0.201"/>
                  <dgm:constr type="w" for="ch" forName="parentText3" refType="w" fact="0.384"/>
                  <dgm:constr type="h" for="ch" forName="parentText3" refType="h" fact="0.3015"/>
                </dgm:constrLst>
              </dgm:if>
              <dgm:else name="Name3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parentText2" refType="primFontSz" refFor="des" refForName="parentText1" op="equ"/>
                  <dgm:constr type="primFontSz" for="des" forName="parentText3"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l" for="ch" forName="childText1" refType="w" fact="0.692"/>
                  <dgm:constr type="t" for="ch" forName="childText1" refType="h" fact="0.2325"/>
                  <dgm:constr type="w" for="ch" forName="childText1" refType="w" fact="0.308"/>
                  <dgm:constr type="h" for="ch" forName="childText1" refType="h" fact="0.5808"/>
                  <dgm:constr type="l" for="ch" forName="childText2" refType="w" fact="0.384"/>
                  <dgm:constr type="t" for="ch" forName="childText2" refType="h" fact="0.333"/>
                  <dgm:constr type="w" for="ch" forName="childText2" refType="w" fact="0.308"/>
                  <dgm:constr type="h" for="ch" forName="childText2" refType="h" fact="0.5808"/>
                  <dgm:constr type="l" for="ch" forName="childText3" refType="w" fact="0.076"/>
                  <dgm:constr type="t" for="ch" forName="childText3" refType="h" fact="0.4335"/>
                  <dgm:constr type="w" for="ch" forName="childText3" refType="w" fact="0.308"/>
                  <dgm:constr type="h" for="ch" forName="childText3" refType="h" fact="0.5723"/>
                  <dgm:constr type="l" for="ch" forName="parentText1" refType="w" fact="0"/>
                  <dgm:constr type="t" for="ch" forName="parentText1" refType="h" fact="0"/>
                  <dgm:constr type="w" for="ch" forName="parentText1" refType="w"/>
                  <dgm:constr type="h" for="ch" forName="parentText1" refType="h" fact="0.3015"/>
                  <dgm:constr type="l" for="ch" forName="parentText2" refType="w" fact="0"/>
                  <dgm:constr type="t" for="ch" forName="parentText2" refType="h" fact="0.1005"/>
                  <dgm:constr type="w" for="ch" forName="parentText2" refType="w" fact="0.692"/>
                  <dgm:constr type="h" for="ch" forName="parentText2" refType="h" fact="0.3015"/>
                  <dgm:constr type="l" for="ch" forName="parentText3" refType="w" fact="0"/>
                  <dgm:constr type="t" for="ch" forName="parentText3" refType="h" fact="0.201"/>
                  <dgm:constr type="w" for="ch" forName="parentText3" refType="w" fact="0.384"/>
                  <dgm:constr type="h" for="ch" forName="parentText3" refType="h" fact="0.3015"/>
                </dgm:constrLst>
              </dgm:else>
            </dgm:choose>
          </dgm:else>
        </dgm:choose>
      </dgm:if>
      <dgm:if name="Name32" axis="ch" ptType="node" func="cnt" op="equ" val="4">
        <dgm:choose name="Name33">
          <dgm:if name="Name34" axis="ch ch" ptType="node node" func="cnt" op="equ" val="0">
            <dgm:alg type="composite">
              <dgm:param type="ar" val="3.435"/>
            </dgm:alg>
            <dgm:choose name="Name35">
              <dgm:if name="Name3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2305"/>
                  <dgm:constr type="t" for="ch" forName="parentText2" refType="h" fact="0.1666"/>
                  <dgm:constr type="w" for="ch" forName="parentText2" refType="w" fact="0.7695"/>
                  <dgm:constr type="h" for="ch" forName="parentText2" refType="h" fact="0.5001"/>
                  <dgm:constr type="l" for="ch" forName="parentText3" refType="w" fact="0.461"/>
                  <dgm:constr type="t" for="ch" forName="parentText3" refType="h" fact="0.3333"/>
                  <dgm:constr type="w" for="ch" forName="parentText3" refType="w" fact="0.539"/>
                  <dgm:constr type="h" for="ch" forName="parentText3" refType="h" fact="0.5001"/>
                  <dgm:constr type="l" for="ch" forName="parentText4" refType="w" fact="0.6915"/>
                  <dgm:constr type="t" for="ch" forName="parentText4" refType="h" fact="0.4999"/>
                  <dgm:constr type="w" for="ch" forName="parentText4" refType="w" fact="0.3085"/>
                  <dgm:constr type="h" for="ch" forName="parentText4" refType="h" fact="0.5001"/>
                </dgm:constrLst>
              </dgm:if>
              <dgm:else name="Name3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l" for="ch" forName="parentText1" refType="w" fact="0"/>
                  <dgm:constr type="t" for="ch" forName="parentText1" refType="h" fact="0"/>
                  <dgm:constr type="w" for="ch" forName="parentText1" refType="w"/>
                  <dgm:constr type="h" for="ch" forName="parentText1" refType="h" fact="0.5001"/>
                  <dgm:constr type="l" for="ch" forName="parentText2" refType="w" fact="0"/>
                  <dgm:constr type="t" for="ch" forName="parentText2" refType="h" fact="0.1666"/>
                  <dgm:constr type="w" for="ch" forName="parentText2" refType="w" fact="0.7695"/>
                  <dgm:constr type="h" for="ch" forName="parentText2" refType="h" fact="0.5001"/>
                  <dgm:constr type="l" for="ch" forName="parentText3" refType="w" fact="0"/>
                  <dgm:constr type="t" for="ch" forName="parentText3" refType="h" fact="0.3333"/>
                  <dgm:constr type="w" for="ch" forName="parentText3" refType="w" fact="0.539"/>
                  <dgm:constr type="h" for="ch" forName="parentText3" refType="h" fact="0.5001"/>
                  <dgm:constr type="l" for="ch" forName="parentText4" refType="w" fact="0"/>
                  <dgm:constr type="t" for="ch" forName="parentText4" refType="h" fact="0.4999"/>
                  <dgm:constr type="w" for="ch" forName="parentText4" refType="w" fact="0.3085"/>
                  <dgm:constr type="h" for="ch" forName="parentText4" refType="h" fact="0.5001"/>
                </dgm:constrLst>
              </dgm:else>
            </dgm:choose>
          </dgm:if>
          <dgm:else name="Name38">
            <dgm:alg type="composite">
              <dgm:param type="ar" val="1.9377"/>
            </dgm:alg>
            <dgm:choose name="Name39">
              <dgm:if name="Name4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
                  <dgm:constr type="t" for="ch" forName="childText1" refType="h" fact="0.218"/>
                  <dgm:constr type="w" for="ch" forName="childText1" refType="w" fact="0.2305"/>
                  <dgm:constr type="h" for="ch" forName="childText1" refType="h" fact="0.5218"/>
                  <dgm:constr type="l" for="ch" forName="childText2" refType="w" fact="0.2305"/>
                  <dgm:constr type="t" for="ch" forName="childText2" refType="h" fact="0.312"/>
                  <dgm:constr type="w" for="ch" forName="childText2" refType="w" fact="0.2305"/>
                  <dgm:constr type="h" for="ch" forName="childText2" refType="h" fact="0.5085"/>
                  <dgm:constr type="l" for="ch" forName="childText3" refType="w" fact="0.461"/>
                  <dgm:constr type="t" for="ch" forName="childText3" refType="h" fact="0.406"/>
                  <dgm:constr type="w" for="ch" forName="childText3" refType="w" fact="0.2305"/>
                  <dgm:constr type="h" for="ch" forName="childText3" refType="h" fact="0.5119"/>
                  <dgm:constr type="l" for="ch" forName="childText4" refType="w" fact="0.6915"/>
                  <dgm:constr type="t" for="ch" forName="childText4" refType="h" fact="0.5"/>
                  <dgm:constr type="w" for="ch" forName="childText4" refType="w" fact="0.232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2305"/>
                  <dgm:constr type="t" for="ch" forName="parentText2" refType="h" fact="0.094"/>
                  <dgm:constr type="w" for="ch" forName="parentText2" refType="w" fact="0.7695"/>
                  <dgm:constr type="h" for="ch" forName="parentText2" refType="h" fact="0.2821"/>
                  <dgm:constr type="l" for="ch" forName="parentText3" refType="w" fact="0.461"/>
                  <dgm:constr type="t" for="ch" forName="parentText3" refType="h" fact="0.188"/>
                  <dgm:constr type="w" for="ch" forName="parentText3" refType="w" fact="0.539"/>
                  <dgm:constr type="h" for="ch" forName="parentText3" refType="h" fact="0.2821"/>
                  <dgm:constr type="l" for="ch" forName="parentText4" refType="w" fact="0.6915"/>
                  <dgm:constr type="t" for="ch" forName="parentText4" refType="h" fact="0.282"/>
                  <dgm:constr type="w" for="ch" forName="parentText4" refType="w" fact="0.3085"/>
                  <dgm:constr type="h" for="ch" forName="parentText4" refType="h" fact="0.2821"/>
                </dgm:constrLst>
              </dgm:if>
              <dgm:else name="Name4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l" for="ch" forName="childText1" refType="w" fact="0.7695"/>
                  <dgm:constr type="t" for="ch" forName="childText1" refType="h" fact="0.218"/>
                  <dgm:constr type="w" for="ch" forName="childText1" refType="w" fact="0.2305"/>
                  <dgm:constr type="h" for="ch" forName="childText1" refType="h" fact="0.5218"/>
                  <dgm:constr type="l" for="ch" forName="childText2" refType="w" fact="0.539"/>
                  <dgm:constr type="t" for="ch" forName="childText2" refType="h" fact="0.312"/>
                  <dgm:constr type="w" for="ch" forName="childText2" refType="w" fact="0.2305"/>
                  <dgm:constr type="h" for="ch" forName="childText2" refType="h" fact="0.5085"/>
                  <dgm:constr type="l" for="ch" forName="childText3" refType="w" fact="0.3085"/>
                  <dgm:constr type="t" for="ch" forName="childText3" refType="h" fact="0.406"/>
                  <dgm:constr type="w" for="ch" forName="childText3" refType="w" fact="0.2305"/>
                  <dgm:constr type="h" for="ch" forName="childText3" refType="h" fact="0.5119"/>
                  <dgm:constr type="l" for="ch" forName="childText4" refType="w" fact="0.076"/>
                  <dgm:constr type="t" for="ch" forName="childText4" refType="h" fact="0.5"/>
                  <dgm:constr type="w" for="ch" forName="childText4" refType="w" fact="0.2346"/>
                  <dgm:constr type="h" for="ch" forName="childText4" refType="h" fact="0.5179"/>
                  <dgm:constr type="l" for="ch" forName="parentText1" refType="w" fact="0"/>
                  <dgm:constr type="t" for="ch" forName="parentText1" refType="h" fact="0"/>
                  <dgm:constr type="w" for="ch" forName="parentText1" refType="w"/>
                  <dgm:constr type="h" for="ch" forName="parentText1" refType="h" fact="0.2821"/>
                  <dgm:constr type="l" for="ch" forName="parentText2" refType="w" fact="0"/>
                  <dgm:constr type="t" for="ch" forName="parentText2" refType="h" fact="0.094"/>
                  <dgm:constr type="w" for="ch" forName="parentText2" refType="w" fact="0.7695"/>
                  <dgm:constr type="h" for="ch" forName="parentText2" refType="h" fact="0.2821"/>
                  <dgm:constr type="l" for="ch" forName="parentText3" refType="w" fact="0"/>
                  <dgm:constr type="t" for="ch" forName="parentText3" refType="h" fact="0.188"/>
                  <dgm:constr type="w" for="ch" forName="parentText3" refType="w" fact="0.539"/>
                  <dgm:constr type="h" for="ch" forName="parentText3" refType="h" fact="0.2821"/>
                  <dgm:constr type="l" for="ch" forName="parentText4" refType="w" fact="0"/>
                  <dgm:constr type="t" for="ch" forName="parentText4" refType="h" fact="0.282"/>
                  <dgm:constr type="w" for="ch" forName="parentText4" refType="w" fact="0.3085"/>
                  <dgm:constr type="h" for="ch" forName="parentText4" refType="h" fact="0.2821"/>
                </dgm:constrLst>
              </dgm:else>
            </dgm:choose>
          </dgm:else>
        </dgm:choose>
      </dgm:if>
      <dgm:else name="Name42">
        <dgm:choose name="Name43">
          <dgm:if name="Name44" axis="ch ch" ptType="node node" func="cnt" op="equ" val="0">
            <dgm:alg type="composite">
              <dgm:param type="ar" val="2.9463"/>
            </dgm:alg>
            <dgm:choose name="Name45">
              <dgm:if name="Name46" func="var" arg="dir" op="equ" val="norm">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1848"/>
                  <dgm:constr type="t" for="ch" forName="parentText2" refType="h" fact="0.1429"/>
                  <dgm:constr type="w" for="ch" forName="parentText2" refType="w" fact="0.8152"/>
                  <dgm:constr type="h" for="ch" forName="parentText2" refType="h" fact="0.4285"/>
                  <dgm:constr type="l" for="ch" forName="parentText3" refType="w" fact="0.3696"/>
                  <dgm:constr type="t" for="ch" forName="parentText3" refType="h" fact="0.2858"/>
                  <dgm:constr type="w" for="ch" forName="parentText3" refType="w" fact="0.6304"/>
                  <dgm:constr type="h" for="ch" forName="parentText3" refType="h" fact="0.4285"/>
                  <dgm:constr type="l" for="ch" forName="parentText4" refType="w" fact="0.5545"/>
                  <dgm:constr type="t" for="ch" forName="parentText4" refType="h" fact="0.4286"/>
                  <dgm:constr type="w" for="ch" forName="parentText4" refType="w" fact="0.4455"/>
                  <dgm:constr type="h" for="ch" forName="parentText4" refType="h" fact="0.4285"/>
                  <dgm:constr type="l" for="ch" forName="parentText5" refType="w" fact="0.7393"/>
                  <dgm:constr type="t" for="ch" forName="parentText5" refType="h" fact="0.5715"/>
                  <dgm:constr type="w" for="ch" forName="parentText5" refType="w" fact="0.2607"/>
                  <dgm:constr type="h" for="ch" forName="parentText5" refType="h" fact="0.4285"/>
                </dgm:constrLst>
              </dgm:if>
              <dgm:else name="Name47">
                <dgm:constrLst>
                  <dgm:constr type="primFontSz" for="des" forName="parentText1" val="65"/>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l" for="ch" forName="parentText1" refType="w" fact="0"/>
                  <dgm:constr type="t" for="ch" forName="parentText1" refType="h" fact="0"/>
                  <dgm:constr type="w" for="ch" forName="parentText1" refType="w"/>
                  <dgm:constr type="h" for="ch" forName="parentText1" refType="h" fact="0.4285"/>
                  <dgm:constr type="l" for="ch" forName="parentText2" refType="w" fact="0"/>
                  <dgm:constr type="t" for="ch" forName="parentText2" refType="h" fact="0.1429"/>
                  <dgm:constr type="w" for="ch" forName="parentText2" refType="w" fact="0.8152"/>
                  <dgm:constr type="h" for="ch" forName="parentText2" refType="h" fact="0.4285"/>
                  <dgm:constr type="l" for="ch" forName="parentText3" refType="w" fact="0"/>
                  <dgm:constr type="t" for="ch" forName="parentText3" refType="h" fact="0.2858"/>
                  <dgm:constr type="w" for="ch" forName="parentText3" refType="w" fact="0.6304"/>
                  <dgm:constr type="h" for="ch" forName="parentText3" refType="h" fact="0.4285"/>
                  <dgm:constr type="l" for="ch" forName="parentText4" refType="w" fact="0"/>
                  <dgm:constr type="t" for="ch" forName="parentText4" refType="h" fact="0.4286"/>
                  <dgm:constr type="w" for="ch" forName="parentText4" refType="w" fact="0.4455"/>
                  <dgm:constr type="h" for="ch" forName="parentText4" refType="h" fact="0.4285"/>
                  <dgm:constr type="l" for="ch" forName="parentText5" refType="w" fact="0"/>
                  <dgm:constr type="t" for="ch" forName="parentText5" refType="h" fact="0.5715"/>
                  <dgm:constr type="w" for="ch" forName="parentText5" refType="w" fact="0.2607"/>
                  <dgm:constr type="h" for="ch" forName="parentText5" refType="h" fact="0.4285"/>
                </dgm:constrLst>
              </dgm:else>
            </dgm:choose>
          </dgm:if>
          <dgm:else name="Name48">
            <dgm:alg type="composite">
              <dgm:param type="ar" val="1.7837"/>
            </dgm:alg>
            <dgm:choose name="Name49">
              <dgm:if name="Name50" func="var" arg="dir" op="equ" val="norm">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
                  <dgm:constr type="t" for="ch" forName="childText1" refType="h" fact="0.1997"/>
                  <dgm:constr type="w" for="ch" forName="childText1" refType="w" fact="0.18482"/>
                  <dgm:constr type="h" for="ch" forName="childText1" refType="h" fact="0.4763"/>
                  <dgm:constr type="l" for="ch" forName="childText2" refType="w" fact="0.1848"/>
                  <dgm:constr type="t" for="ch" forName="childText2" refType="h" fact="0.2862"/>
                  <dgm:constr type="w" for="ch" forName="childText2" refType="w" fact="0.18482"/>
                  <dgm:constr type="h" for="ch" forName="childText2" refType="h" fact="0.4763"/>
                  <dgm:constr type="l" for="ch" forName="childText3" refType="w" fact="0.3696"/>
                  <dgm:constr type="t" for="ch" forName="childText3" refType="h" fact="0.3727"/>
                  <dgm:constr type="w" for="ch" forName="childText3" refType="w" fact="0.18482"/>
                  <dgm:constr type="h" for="ch" forName="childText3" refType="h" fact="0.4763"/>
                  <dgm:constr type="l" for="ch" forName="childText4" refType="w" fact="0.5545"/>
                  <dgm:constr type="t" for="ch" forName="childText4" refType="h" fact="0.4592"/>
                  <dgm:constr type="w" for="ch" forName="childText4" refType="w" fact="0.18482"/>
                  <dgm:constr type="h" for="ch" forName="childText4" refType="h" fact="0.4763"/>
                  <dgm:constr type="l" for="ch" forName="childText5" refType="w" fact="0.7393"/>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1848"/>
                  <dgm:constr type="t" for="ch" forName="parentText2" refType="h" fact="0.0865"/>
                  <dgm:constr type="w" for="ch" forName="parentText2" refType="w" fact="0.8152"/>
                  <dgm:constr type="h" for="ch" forName="parentText2" refType="h" fact="0.2594"/>
                  <dgm:constr type="l" for="ch" forName="parentText3" refType="w" fact="0.3696"/>
                  <dgm:constr type="t" for="ch" forName="parentText3" refType="h" fact="0.173"/>
                  <dgm:constr type="w" for="ch" forName="parentText3" refType="w" fact="0.6304"/>
                  <dgm:constr type="h" for="ch" forName="parentText3" refType="h" fact="0.2594"/>
                  <dgm:constr type="l" for="ch" forName="parentText4" refType="w" fact="0.5545"/>
                  <dgm:constr type="t" for="ch" forName="parentText4" refType="h" fact="0.2595"/>
                  <dgm:constr type="w" for="ch" forName="parentText4" refType="w" fact="0.4455"/>
                  <dgm:constr type="h" for="ch" forName="parentText4" refType="h" fact="0.2594"/>
                  <dgm:constr type="l" for="ch" forName="parentText5" refType="w" fact="0.7393"/>
                  <dgm:constr type="t" for="ch" forName="parentText5" refType="h" fact="0.346"/>
                  <dgm:constr type="w" for="ch" forName="parentText5" refType="w" fact="0.2607"/>
                  <dgm:constr type="h" for="ch" forName="parentText5" refType="h" fact="0.2594"/>
                </dgm:constrLst>
              </dgm:if>
              <dgm:else name="Name51">
                <dgm:constrLst>
                  <dgm:constr type="primFontSz" for="des" forName="childText1" val="65"/>
                  <dgm:constr type="primFontSz" for="des" forName="parentText1" val="65"/>
                  <dgm:constr type="primFontSz" for="des" forName="childText1" refType="primFontSz" refFor="des" refForName="parentText1" op="lte"/>
                  <dgm:constr type="primFontSz" for="des" forName="childText2" refType="primFontSz" refFor="des" refForName="parentText1" op="lte"/>
                  <dgm:constr type="primFontSz" for="des" forName="childText3" refType="primFontSz" refFor="des" refForName="parentText1" op="lte"/>
                  <dgm:constr type="primFontSz" for="des" forName="childText4" refType="primFontSz" refFor="des" refForName="parentText1" op="lte"/>
                  <dgm:constr type="primFontSz" for="des" forName="childText5" refType="primFontSz" refFor="des" refForName="parentText1" op="lte"/>
                  <dgm:constr type="primFontSz" for="des" forName="childText1" refType="primFontSz" refFor="des" refForName="parentText2" op="lte"/>
                  <dgm:constr type="primFontSz" for="des" forName="childText2" refType="primFontSz" refFor="des" refForName="parentText2" op="lte"/>
                  <dgm:constr type="primFontSz" for="des" forName="childText3" refType="primFontSz" refFor="des" refForName="parentText2" op="lte"/>
                  <dgm:constr type="primFontSz" for="des" forName="childText4" refType="primFontSz" refFor="des" refForName="parentText2" op="lte"/>
                  <dgm:constr type="primFontSz" for="des" forName="childText5" refType="primFontSz" refFor="des" refForName="parentText2" op="lte"/>
                  <dgm:constr type="primFontSz" for="des" forName="childText1" refType="primFontSz" refFor="des" refForName="parentText3" op="lte"/>
                  <dgm:constr type="primFontSz" for="des" forName="childText2" refType="primFontSz" refFor="des" refForName="parentText3" op="lte"/>
                  <dgm:constr type="primFontSz" for="des" forName="childText3" refType="primFontSz" refFor="des" refForName="parentText3" op="lte"/>
                  <dgm:constr type="primFontSz" for="des" forName="childText4" refType="primFontSz" refFor="des" refForName="parentText3" op="lte"/>
                  <dgm:constr type="primFontSz" for="des" forName="childText5" refType="primFontSz" refFor="des" refForName="parentText3" op="lte"/>
                  <dgm:constr type="primFontSz" for="des" forName="childText1" refType="primFontSz" refFor="des" refForName="parentText4" op="lte"/>
                  <dgm:constr type="primFontSz" for="des" forName="childText2" refType="primFontSz" refFor="des" refForName="parentText4" op="lte"/>
                  <dgm:constr type="primFontSz" for="des" forName="childText3" refType="primFontSz" refFor="des" refForName="parentText4" op="lte"/>
                  <dgm:constr type="primFontSz" for="des" forName="childText4" refType="primFontSz" refFor="des" refForName="parentText4" op="lte"/>
                  <dgm:constr type="primFontSz" for="des" forName="childText5" refType="primFontSz" refFor="des" refForName="parentText4" op="lte"/>
                  <dgm:constr type="primFontSz" for="des" forName="childText1" refType="primFontSz" refFor="des" refForName="parentText5" op="lte"/>
                  <dgm:constr type="primFontSz" for="des" forName="childText2" refType="primFontSz" refFor="des" refForName="parentText5" op="lte"/>
                  <dgm:constr type="primFontSz" for="des" forName="childText3" refType="primFontSz" refFor="des" refForName="parentText5" op="lte"/>
                  <dgm:constr type="primFontSz" for="des" forName="childText4" refType="primFontSz" refFor="des" refForName="parentText5" op="lte"/>
                  <dgm:constr type="primFontSz" for="des" forName="childText5" refType="primFontSz" refFor="des" refForName="parentText5" op="lte"/>
                  <dgm:constr type="primFontSz" for="des" forName="parentText2" refType="primFontSz" refFor="des" refForName="parentText1" op="equ"/>
                  <dgm:constr type="primFontSz" for="des" forName="parentText3" refType="primFontSz" refFor="des" refForName="parentText1" op="equ"/>
                  <dgm:constr type="primFontSz" for="des" forName="parentText4" refType="primFontSz" refFor="des" refForName="parentText1" op="equ"/>
                  <dgm:constr type="primFontSz" for="des" forName="parentText5" refType="primFontSz" refFor="des" refForName="parentText1" op="equ"/>
                  <dgm:constr type="primFontSz" for="des" forName="childText2" refType="primFontSz" refFor="des" refForName="childText1" op="equ"/>
                  <dgm:constr type="primFontSz" for="des" forName="childText3" refType="primFontSz" refFor="des" refForName="childText1" op="equ"/>
                  <dgm:constr type="primFontSz" for="des" forName="childText4" refType="primFontSz" refFor="des" refForName="childText1" op="equ"/>
                  <dgm:constr type="primFontSz" for="des" forName="childText5" refType="primFontSz" refFor="des" refForName="childText1" op="equ"/>
                  <dgm:constr type="l" for="ch" forName="childText1" refType="w" fact="0.81518"/>
                  <dgm:constr type="t" for="ch" forName="childText1" refType="h" fact="0.1997"/>
                  <dgm:constr type="w" for="ch" forName="childText1" refType="w" fact="0.18482"/>
                  <dgm:constr type="h" for="ch" forName="childText1" refType="h" fact="0.4763"/>
                  <dgm:constr type="l" for="ch" forName="childText2" refType="w" fact="0.63036"/>
                  <dgm:constr type="t" for="ch" forName="childText2" refType="h" fact="0.2862"/>
                  <dgm:constr type="w" for="ch" forName="childText2" refType="w" fact="0.18482"/>
                  <dgm:constr type="h" for="ch" forName="childText2" refType="h" fact="0.4763"/>
                  <dgm:constr type="l" for="ch" forName="childText3" refType="w" fact="0.44554"/>
                  <dgm:constr type="t" for="ch" forName="childText3" refType="h" fact="0.3727"/>
                  <dgm:constr type="w" for="ch" forName="childText3" refType="w" fact="0.18482"/>
                  <dgm:constr type="h" for="ch" forName="childText3" refType="h" fact="0.4763"/>
                  <dgm:constr type="l" for="ch" forName="childText4" refType="w" fact="0.26072"/>
                  <dgm:constr type="t" for="ch" forName="childText4" refType="h" fact="0.4592"/>
                  <dgm:constr type="w" for="ch" forName="childText4" refType="w" fact="0.18482"/>
                  <dgm:constr type="h" for="ch" forName="childText4" refType="h" fact="0.4763"/>
                  <dgm:constr type="l" for="ch" forName="childText5" refType="w" fact="0.0759"/>
                  <dgm:constr type="t" for="ch" forName="childText5" refType="h" fact="0.5457"/>
                  <dgm:constr type="w" for="ch" forName="childText5" refType="w" fact="0.18482"/>
                  <dgm:constr type="h" for="ch" forName="childText5" refType="h" fact="0.4763"/>
                  <dgm:constr type="l" for="ch" forName="parentText1" refType="w" fact="0"/>
                  <dgm:constr type="t" for="ch" forName="parentText1" refType="h" fact="0"/>
                  <dgm:constr type="w" for="ch" forName="parentText1" refType="w"/>
                  <dgm:constr type="h" for="ch" forName="parentText1" refType="h" fact="0.2594"/>
                  <dgm:constr type="l" for="ch" forName="parentText2" refType="w" fact="0"/>
                  <dgm:constr type="t" for="ch" forName="parentText2" refType="h" fact="0.0865"/>
                  <dgm:constr type="w" for="ch" forName="parentText2" refType="w" fact="0.8152"/>
                  <dgm:constr type="h" for="ch" forName="parentText2" refType="h" fact="0.2594"/>
                  <dgm:constr type="l" for="ch" forName="parentText3" refType="w" fact="0"/>
                  <dgm:constr type="t" for="ch" forName="parentText3" refType="h" fact="0.173"/>
                  <dgm:constr type="w" for="ch" forName="parentText3" refType="w" fact="0.6304"/>
                  <dgm:constr type="h" for="ch" forName="parentText3" refType="h" fact="0.2594"/>
                  <dgm:constr type="l" for="ch" forName="parentText4" refType="w" fact="0"/>
                  <dgm:constr type="t" for="ch" forName="parentText4" refType="h" fact="0.2595"/>
                  <dgm:constr type="w" for="ch" forName="parentText4" refType="w" fact="0.4455"/>
                  <dgm:constr type="h" for="ch" forName="parentText4" refType="h" fact="0.2594"/>
                  <dgm:constr type="l" for="ch" forName="parentText5" refType="w" fact="0"/>
                  <dgm:constr type="t" for="ch" forName="parentText5" refType="h" fact="0.346"/>
                  <dgm:constr type="w" for="ch" forName="parentText5" refType="w" fact="0.2607"/>
                  <dgm:constr type="h" for="ch" forName="parentText5" refType="h" fact="0.2594"/>
                </dgm:constrLst>
              </dgm:else>
            </dgm:choose>
          </dgm:else>
        </dgm:choose>
      </dgm:else>
    </dgm:choose>
    <dgm:forEach name="Name52" axis="ch" ptType="node" cnt="1">
      <dgm:layoutNode name="parentText1" styleLbl="node1">
        <dgm:varLst>
          <dgm:chMax/>
          <dgm:chPref val="3"/>
          <dgm:bulletEnabled val="1"/>
        </dgm:varLst>
        <dgm:choose name="Name53">
          <dgm:if name="Name54"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55">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56">
        <dgm:if name="Name57" axis="ch" ptType="node" func="cnt" op="gte" val="1">
          <dgm:layoutNode name="childText1"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8"/>
      </dgm:choose>
    </dgm:forEach>
    <dgm:forEach name="Name59" axis="ch" ptType="node" st="2" cnt="1">
      <dgm:layoutNode name="parentText2" styleLbl="node1">
        <dgm:varLst>
          <dgm:chMax/>
          <dgm:chPref val="3"/>
          <dgm:bulletEnabled val="1"/>
        </dgm:varLst>
        <dgm:choose name="Name60">
          <dgm:if name="Name61"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2">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63">
        <dgm:if name="Name64" axis="ch" ptType="node" func="cnt" op="gte" val="1">
          <dgm:layoutNode name="childText2"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65"/>
      </dgm:choose>
    </dgm:forEach>
    <dgm:forEach name="Name66" axis="ch" ptType="node" st="3" cnt="1">
      <dgm:layoutNode name="parentText3" styleLbl="node1">
        <dgm:varLst>
          <dgm:chMax/>
          <dgm:chPref val="3"/>
          <dgm:bulletEnabled val="1"/>
        </dgm:varLst>
        <dgm:choose name="Name67">
          <dgm:if name="Name68"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69">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0">
        <dgm:if name="Name71" axis="ch" ptType="node" func="cnt" op="gte" val="1">
          <dgm:layoutNode name="childText3"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2"/>
      </dgm:choose>
    </dgm:forEach>
    <dgm:forEach name="Name73" axis="ch" ptType="node" st="4" cnt="1">
      <dgm:layoutNode name="parentText4" styleLbl="node1">
        <dgm:varLst>
          <dgm:chMax/>
          <dgm:chPref val="3"/>
          <dgm:bulletEnabled val="1"/>
        </dgm:varLst>
        <dgm:choose name="Name74">
          <dgm:if name="Name75"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76">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77">
        <dgm:if name="Name78" axis="ch" ptType="node" func="cnt" op="gte" val="1">
          <dgm:layoutNode name="childText4"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79"/>
      </dgm:choose>
    </dgm:forEach>
    <dgm:forEach name="Name80" axis="ch" ptType="node" st="5" cnt="1">
      <dgm:layoutNode name="parentText5" styleLbl="node1">
        <dgm:varLst>
          <dgm:chMax/>
          <dgm:chPref val="3"/>
          <dgm:bulletEnabled val="1"/>
        </dgm:varLst>
        <dgm:choose name="Name81">
          <dgm:if name="Name82" func="var" arg="dir" op="equ" val="norm">
            <dgm:alg type="tx">
              <dgm:param type="parTxLTRAlign" val="l"/>
            </dgm:alg>
            <dgm:shape xmlns:r="http://schemas.openxmlformats.org/officeDocument/2006/relationships" type="rightArrow" r:blip="">
              <dgm:adjLst>
                <dgm:adj idx="1" val="0.5"/>
                <dgm:adj idx="2" val="0.5"/>
              </dgm:adjLst>
            </dgm:shape>
            <dgm:constrLst>
              <dgm:constr type="lMarg" refType="primFontSz" fact="0.3"/>
              <dgm:constr type="rMarg" val="20"/>
              <dgm:constr type="tMarg" refType="primFontSz" fact="0.3"/>
              <dgm:constr type="bMarg" refType="h" fact="0.45"/>
            </dgm:constrLst>
          </dgm:if>
          <dgm:else name="Name83">
            <dgm:alg type="tx">
              <dgm:param type="parTxLTRAlign" val="r"/>
            </dgm:alg>
            <dgm:shape xmlns:r="http://schemas.openxmlformats.org/officeDocument/2006/relationships" type="leftArrow" r:blip="">
              <dgm:adjLst>
                <dgm:adj idx="1" val="0.5"/>
                <dgm:adj idx="2" val="0.5"/>
              </dgm:adjLst>
            </dgm:shape>
            <dgm:constrLst>
              <dgm:constr type="lMarg" val="20"/>
              <dgm:constr type="rMarg" refType="primFontSz" fact="0.3"/>
              <dgm:constr type="tMarg" refType="primFontSz" fact="0.3"/>
              <dgm:constr type="bMarg" refType="h" fact="0.45"/>
            </dgm:constrLst>
          </dgm:else>
        </dgm:choose>
        <dgm:presOf axis="self" ptType="node"/>
        <dgm:ruleLst>
          <dgm:rule type="primFontSz" val="5" fact="NaN" max="NaN"/>
        </dgm:ruleLst>
      </dgm:layoutNode>
      <dgm:choose name="Name84">
        <dgm:if name="Name85" axis="ch" ptType="node" func="cnt" op="gte" val="1">
          <dgm:layoutNode name="childText5" styleLbl="solidAlignAcc1">
            <dgm:varLst>
              <dgm:chMax val="0"/>
              <dgm:chPref val="0"/>
              <dgm:bulletEnabled val="1"/>
            </dgm:varLst>
            <dgm:alg type="tx">
              <dgm:param type="txAnchorVert" val="t"/>
              <dgm:param type="parTxLTRAlign" val="l"/>
            </dgm:alg>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6"/>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3.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14.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8/layout/VerticalCurvedList">
  <dgm:title val=""/>
  <dgm:desc val=""/>
  <dgm:catLst>
    <dgm:cat type="list" pri="20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0.8"/>
    </dgm:constrLst>
    <dgm:layoutNode name="Name1">
      <dgm:alg type="composite"/>
      <dgm:shape xmlns:r="http://schemas.openxmlformats.org/officeDocument/2006/relationships" r:blip="">
        <dgm:adjLst/>
      </dgm:shape>
      <dgm:choose name="Name2">
        <dgm:if name="Name3" func="var" arg="dir" op="equ" val="norm">
          <dgm:choose name="Name4">
            <dgm:if name="Name5" axis="ch" ptType="node" func="cnt" op="equ" val="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h" fact="0.225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primFontSz" for="ch" ptType="node" op="equ" val="65"/>
              </dgm:constrLst>
            </dgm:if>
            <dgm:if name="Name6" axis="ch" ptType="node" func="cnt" op="equ" val="2">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h" fact="0.1891"/>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h" fact="0.1891"/>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primFontSz" for="ch" ptType="node" op="equ" val="65"/>
              </dgm:constrLst>
            </dgm:if>
            <dgm:if name="Name7" axis="ch" ptType="node" func="cnt" op="equ" val="3">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h" fact="0.1526"/>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h" fact="0.2253"/>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h" fact="0.1526"/>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primFontSz" for="ch" ptType="node" op="equ" val="65"/>
              </dgm:constrLst>
            </dgm:if>
            <dgm:if name="Name8" axis="ch" ptType="node" func="cnt" op="equ" val="4">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h" fact="0.1268"/>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h" fact="0.215"/>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h" fact="0.21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h" fact="0.126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primFontSz" for="ch" ptType="node" op="equ" val="65"/>
              </dgm:constrLst>
            </dgm:if>
            <dgm:if name="Name9" axis="ch" ptType="node" func="cnt" op="equ" val="5">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h" fact="0.1082"/>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h" fact="0.197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h" fact="0.2253"/>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h" fact="0.1978"/>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h" fact="0.1082"/>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primFontSz" for="ch" ptType="node" op="equ" val="65"/>
              </dgm:constrLst>
            </dgm:if>
            <dgm:if name="Name10" axis="ch" ptType="node" func="cnt" op="equ" val="6">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h" fact="0.0943"/>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h" fact="0.1809"/>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h" fact="0.2205"/>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h" fact="0.2205"/>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h" fact="0.18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h" fact="0.0943"/>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primFontSz" for="ch" ptType="node" op="equ" val="65"/>
              </dgm:constrLst>
            </dgm:if>
            <dgm:else name="Name11">
              <dgm:constrLst>
                <dgm:constr type="h" for="ch" forName="cycle" refType="h"/>
                <dgm:constr type="w" for="ch" forName="cycle" refType="h" refFor="ch" refForName="cycle" fact="0.26"/>
                <dgm:constr type="l" for="ch" forName="cycle"/>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h" fact="0.0835"/>
                <dgm:constr type="l" for="ch" forName="text_1" refType="ctrX" refFor="ch" refForName="accent_1"/>
                <dgm:constr type="r" for="ch" forName="text_1" refType="w"/>
                <dgm:constr type="w" for="ch" forName="text_1" refType="h" refFor="ch" refForName="text_1" op="gte"/>
                <dgm:constr type="h" for="ch" forName="text_1" refType="h" refFor="ch" refForName="accent_1" fact="0.8"/>
                <dgm:constr type="ctrY" for="ch" forName="text_1" refType="ctrY" refFor="ch" refForName="accent_1"/>
                <dgm:constr type="l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h" fact="0.1658"/>
                <dgm:constr type="l" for="ch" forName="text_2" refType="ctrX" refFor="ch" refForName="accent_2"/>
                <dgm:constr type="r" for="ch" forName="text_2" refType="w"/>
                <dgm:constr type="w" for="ch" forName="text_2" refType="h" refFor="ch" refForName="text_2" op="gte"/>
                <dgm:constr type="h" for="ch" forName="text_2" refType="h" refFor="ch" refForName="accent_2" fact="0.8"/>
                <dgm:constr type="ctrY" for="ch" forName="text_2" refType="ctrY" refFor="ch" refForName="accent_2"/>
                <dgm:constr type="l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h" fact="0.2109"/>
                <dgm:constr type="l" for="ch" forName="text_3" refType="ctrX" refFor="ch" refForName="accent_3"/>
                <dgm:constr type="r" for="ch" forName="text_3" refType="w"/>
                <dgm:constr type="w" for="ch" forName="text_3" refType="h" refFor="ch" refForName="text_3" op="gte"/>
                <dgm:constr type="h" for="ch" forName="text_3" refType="h" refFor="ch" refForName="accent_3" fact="0.8"/>
                <dgm:constr type="ctrY" for="ch" forName="text_3" refType="ctrY" refFor="ch" refForName="accent_3"/>
                <dgm:constr type="l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h" fact="0.2253"/>
                <dgm:constr type="l" for="ch" forName="text_4" refType="ctrX" refFor="ch" refForName="accent_4"/>
                <dgm:constr type="r" for="ch" forName="text_4" refType="w"/>
                <dgm:constr type="w" for="ch" forName="text_4" refType="h" refFor="ch" refForName="text_4" op="gte"/>
                <dgm:constr type="h" for="ch" forName="text_4" refType="h" refFor="ch" refForName="accent_4" fact="0.8"/>
                <dgm:constr type="ctrY" for="ch" forName="text_4" refType="ctrY" refFor="ch" refForName="accent_4"/>
                <dgm:constr type="l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h" fact="0.2109"/>
                <dgm:constr type="l" for="ch" forName="text_5" refType="ctrX" refFor="ch" refForName="accent_5"/>
                <dgm:constr type="r" for="ch" forName="text_5" refType="w"/>
                <dgm:constr type="w" for="ch" forName="text_5" refType="h" refFor="ch" refForName="text_5" op="gte"/>
                <dgm:constr type="h" for="ch" forName="text_5" refType="h" refFor="ch" refForName="accent_5" fact="0.8"/>
                <dgm:constr type="ctrY" for="ch" forName="text_5" refType="ctrY" refFor="ch" refForName="accent_5"/>
                <dgm:constr type="l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h" fact="0.1658"/>
                <dgm:constr type="l" for="ch" forName="text_6" refType="ctrX" refFor="ch" refForName="accent_6"/>
                <dgm:constr type="r" for="ch" forName="text_6" refType="w"/>
                <dgm:constr type="w" for="ch" forName="text_6" refType="h" refFor="ch" refForName="text_6" op="gte"/>
                <dgm:constr type="h" for="ch" forName="text_6" refType="h" refFor="ch" refForName="accent_6" fact="0.8"/>
                <dgm:constr type="ctrY" for="ch" forName="text_6" refType="ctrY" refFor="ch" refForName="accent_6"/>
                <dgm:constr type="l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h" fact="0.0835"/>
                <dgm:constr type="l" for="ch" forName="text_7" refType="ctrX" refFor="ch" refForName="accent_7"/>
                <dgm:constr type="r" for="ch" forName="text_7" refType="w"/>
                <dgm:constr type="w" for="ch" forName="text_7" refType="h" refFor="ch" refForName="text_7" op="gte"/>
                <dgm:constr type="h" for="ch" forName="text_7" refType="h" refFor="ch" refForName="accent_7" fact="0.8"/>
                <dgm:constr type="ctrY" for="ch" forName="text_7" refType="ctrY" refFor="ch" refForName="accent_7"/>
                <dgm:constr type="lMarg" for="ch" forName="text_7" refType="w" refFor="ch" refForName="accent_7" fact="1.8"/>
                <dgm:constr type="primFontSz" for="ch" ptType="node" op="equ" val="65"/>
              </dgm:constrLst>
            </dgm:else>
          </dgm:choose>
        </dgm:if>
        <dgm:else name="Name12">
          <dgm:choose name="Name13">
            <dgm:if name="Name14" axis="ch" ptType="node" func="cnt" op="equ" val="1">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625"/>
                <dgm:constr type="w" for="ch" forName="accent_1" refType="h" refFor="ch" refForName="accent_1" op="equ"/>
                <dgm:constr type="ctrY" for="ch" forName="accent_1" refType="h" fact="0.5"/>
                <dgm:constr type="ctrX" for="ch" forName="accent_1" refType="w"/>
                <dgm:constr type="ctrXOff" for="ch" forName="accent_1" refType="h" fact="-0.225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primFontSz" for="ch" ptType="node" op="equ" val="65"/>
              </dgm:constrLst>
            </dgm:if>
            <dgm:if name="Name15" axis="ch" ptType="node" func="cnt" op="equ" val="2">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3571"/>
                <dgm:constr type="w" for="ch" forName="accent_1" refType="h" refFor="ch" refForName="accent_1" op="equ"/>
                <dgm:constr type="ctrY" for="ch" forName="accent_1" refType="h" fact="0.2857"/>
                <dgm:constr type="ctrX" for="ch" forName="accent_1" refType="w"/>
                <dgm:constr type="ctrXOff" for="ch" forName="accent_1" refType="h" fact="-0.1891"/>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3571"/>
                <dgm:constr type="w" for="ch" forName="accent_2" refType="h" refFor="ch" refForName="accent_2" op="equ"/>
                <dgm:constr type="ctrY" for="ch" forName="accent_2" refType="h" fact="0.7143"/>
                <dgm:constr type="ctrX" for="ch" forName="accent_2" refType="w"/>
                <dgm:constr type="ctrXOff" for="ch" forName="accent_2" refType="h" fact="-0.1891"/>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primFontSz" for="ch" ptType="node" op="equ" val="65"/>
              </dgm:constrLst>
            </dgm:if>
            <dgm:if name="Name16" axis="ch" ptType="node" func="cnt" op="equ" val="3">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25"/>
                <dgm:constr type="w" for="ch" forName="accent_1" refType="h" refFor="ch" refForName="accent_1" op="equ"/>
                <dgm:constr type="ctrY" for="ch" forName="accent_1" refType="h" fact="0.2"/>
                <dgm:constr type="ctrX" for="ch" forName="accent_1" refType="w"/>
                <dgm:constr type="ctrXOff" for="ch" forName="accent_1" refType="h" fact="-0.1526"/>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25"/>
                <dgm:constr type="w" for="ch" forName="accent_2" refType="h" refFor="ch" refForName="accent_2" op="equ"/>
                <dgm:constr type="ctrY" for="ch" forName="accent_2" refType="h" fact="0.5"/>
                <dgm:constr type="ctrX" for="ch" forName="accent_2" refType="w"/>
                <dgm:constr type="ctrXOff" for="ch" forName="accent_2" refType="h" fact="-0.2253"/>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25"/>
                <dgm:constr type="w" for="ch" forName="accent_3" refType="h" refFor="ch" refForName="accent_3" op="equ"/>
                <dgm:constr type="ctrY" for="ch" forName="accent_3" refType="h" fact="0.8"/>
                <dgm:constr type="ctrX" for="ch" forName="accent_3" refType="w"/>
                <dgm:constr type="ctrXOff" for="ch" forName="accent_3" refType="h" fact="-0.1526"/>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primFontSz" for="ch" ptType="node" op="equ" val="65"/>
              </dgm:constrLst>
            </dgm:if>
            <dgm:if name="Name17" axis="ch" ptType="node" func="cnt" op="equ" val="4">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923"/>
                <dgm:constr type="w" for="ch" forName="accent_1" refType="h" refFor="ch" refForName="accent_1" op="equ"/>
                <dgm:constr type="ctrY" for="ch" forName="accent_1" refType="h" fact="0.1538"/>
                <dgm:constr type="ctrX" for="ch" forName="accent_1" refType="w"/>
                <dgm:constr type="ctrXOff" for="ch" forName="accent_1" refType="h" fact="-0.1268"/>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923"/>
                <dgm:constr type="w" for="ch" forName="accent_2" refType="h" refFor="ch" refForName="accent_2" op="equ"/>
                <dgm:constr type="ctrY" for="ch" forName="accent_2" refType="h" fact="0.3846"/>
                <dgm:constr type="ctrX" for="ch" forName="accent_2" refType="w"/>
                <dgm:constr type="ctrXOff" for="ch" forName="accent_2" refType="h" fact="-0.215"/>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923"/>
                <dgm:constr type="w" for="ch" forName="accent_3" refType="h" refFor="ch" refForName="accent_3" op="equ"/>
                <dgm:constr type="ctrY" for="ch" forName="accent_3" refType="h" fact="0.6154"/>
                <dgm:constr type="ctrX" for="ch" forName="accent_3" refType="w"/>
                <dgm:constr type="ctrXOff" for="ch" forName="accent_3" refType="h" fact="-0.21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923"/>
                <dgm:constr type="w" for="ch" forName="accent_4" refType="h" refFor="ch" refForName="accent_4" op="equ"/>
                <dgm:constr type="ctrY" for="ch" forName="accent_4" refType="h" fact="0.8462"/>
                <dgm:constr type="ctrX" for="ch" forName="accent_4" refType="w"/>
                <dgm:constr type="ctrXOff" for="ch" forName="accent_4" refType="h" fact="-0.126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primFontSz" for="ch" ptType="node" op="equ" val="65"/>
              </dgm:constrLst>
            </dgm:if>
            <dgm:if name="Name18" axis="ch" ptType="node" func="cnt" op="equ" val="5">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563"/>
                <dgm:constr type="w" for="ch" forName="accent_1" refType="h" refFor="ch" refForName="accent_1" op="equ"/>
                <dgm:constr type="ctrY" for="ch" forName="accent_1" refType="h" fact="0.125"/>
                <dgm:constr type="ctrX" for="ch" forName="accent_1" refType="w"/>
                <dgm:constr type="ctrXOff" for="ch" forName="accent_1" refType="h" fact="-0.1082"/>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563"/>
                <dgm:constr type="w" for="ch" forName="accent_2" refType="h" refFor="ch" refForName="accent_2" op="equ"/>
                <dgm:constr type="ctrY" for="ch" forName="accent_2" refType="h" fact="0.3125"/>
                <dgm:constr type="ctrX" for="ch" forName="accent_2" refType="w"/>
                <dgm:constr type="ctrXOff" for="ch" forName="accent_2" refType="h" fact="-0.197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563"/>
                <dgm:constr type="w" for="ch" forName="accent_3" refType="h" refFor="ch" refForName="accent_3" op="equ"/>
                <dgm:constr type="ctrY" for="ch" forName="accent_3" refType="h" fact="0.5"/>
                <dgm:constr type="ctrX" for="ch" forName="accent_3" refType="w"/>
                <dgm:constr type="ctrXOff" for="ch" forName="accent_3" refType="h" fact="-0.2253"/>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563"/>
                <dgm:constr type="w" for="ch" forName="accent_4" refType="h" refFor="ch" refForName="accent_4" op="equ"/>
                <dgm:constr type="ctrY" for="ch" forName="accent_4" refType="h" fact="0.6875"/>
                <dgm:constr type="ctrX" for="ch" forName="accent_4" refType="w"/>
                <dgm:constr type="ctrXOff" for="ch" forName="accent_4" refType="h" fact="-0.1978"/>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563"/>
                <dgm:constr type="w" for="ch" forName="accent_5" refType="h" refFor="ch" refForName="accent_5" op="equ"/>
                <dgm:constr type="ctrY" for="ch" forName="accent_5" refType="h" fact="0.875"/>
                <dgm:constr type="ctrX" for="ch" forName="accent_5" refType="w"/>
                <dgm:constr type="ctrXOff" for="ch" forName="accent_5" refType="h" fact="-0.1082"/>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primFontSz" for="ch" ptType="node" op="equ" val="65"/>
              </dgm:constrLst>
            </dgm:if>
            <dgm:if name="Name19" axis="ch" ptType="node" func="cnt" op="equ" val="6">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316"/>
                <dgm:constr type="w" for="ch" forName="accent_1" refType="h" refFor="ch" refForName="accent_1" op="equ"/>
                <dgm:constr type="ctrY" for="ch" forName="accent_1" refType="h" fact="0.1053"/>
                <dgm:constr type="ctrX" for="ch" forName="accent_1" refType="w"/>
                <dgm:constr type="ctrXOff" for="ch" forName="accent_1" refType="h" fact="-0.0943"/>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316"/>
                <dgm:constr type="w" for="ch" forName="accent_2" refType="h" refFor="ch" refForName="accent_2" op="equ"/>
                <dgm:constr type="ctrY" for="ch" forName="accent_2" refType="h" fact="0.2632"/>
                <dgm:constr type="ctrX" for="ch" forName="accent_2" refType="w"/>
                <dgm:constr type="ctrXOff" for="ch" forName="accent_2" refType="h" fact="-0.1809"/>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316"/>
                <dgm:constr type="w" for="ch" forName="accent_3" refType="h" refFor="ch" refForName="accent_3" op="equ"/>
                <dgm:constr type="ctrY" for="ch" forName="accent_3" refType="h" fact="0.4211"/>
                <dgm:constr type="ctrX" for="ch" forName="accent_3" refType="w"/>
                <dgm:constr type="ctrXOff" for="ch" forName="accent_3" refType="h" fact="-0.2205"/>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316"/>
                <dgm:constr type="w" for="ch" forName="accent_4" refType="h" refFor="ch" refForName="accent_4" op="equ"/>
                <dgm:constr type="ctrY" for="ch" forName="accent_4" refType="h" fact="0.5789"/>
                <dgm:constr type="ctrX" for="ch" forName="accent_4" refType="w"/>
                <dgm:constr type="ctrXOff" for="ch" forName="accent_4" refType="h" fact="-0.2205"/>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316"/>
                <dgm:constr type="w" for="ch" forName="accent_5" refType="h" refFor="ch" refForName="accent_5" op="equ"/>
                <dgm:constr type="ctrY" for="ch" forName="accent_5" refType="h" fact="0.7368"/>
                <dgm:constr type="ctrX" for="ch" forName="accent_5" refType="w"/>
                <dgm:constr type="ctrXOff" for="ch" forName="accent_5" refType="h" fact="-0.18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316"/>
                <dgm:constr type="w" for="ch" forName="accent_6" refType="h" refFor="ch" refForName="accent_6" op="equ"/>
                <dgm:constr type="ctrY" for="ch" forName="accent_6" refType="h" fact="0.8947"/>
                <dgm:constr type="ctrX" for="ch" forName="accent_6" refType="w"/>
                <dgm:constr type="ctrXOff" for="ch" forName="accent_6" refType="h" fact="-0.0943"/>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primFontSz" for="ch" ptType="node" op="equ" val="65"/>
              </dgm:constrLst>
            </dgm:if>
            <dgm:else name="Name20">
              <dgm:constrLst>
                <dgm:constr type="h" for="ch" forName="cycle" refType="h"/>
                <dgm:constr type="w" for="ch" forName="cycle" refType="h" refFor="ch" refForName="cycle" fact="0.26"/>
                <dgm:constr type="r" for="ch" forName="cycle" refType="w"/>
                <dgm:constr type="ctrY" for="ch" forName="cycle" refType="h" fact="0.5"/>
                <dgm:constr type="diam" for="ch" forName="cycle" refType="h" fact="1.344"/>
                <dgm:constr type="h" for="ch" forName="accent_1" refType="h" fact="0.1136"/>
                <dgm:constr type="w" for="ch" forName="accent_1" refType="h" refFor="ch" refForName="accent_1" op="equ"/>
                <dgm:constr type="ctrY" for="ch" forName="accent_1" refType="h" fact="0.0909"/>
                <dgm:constr type="ctrX" for="ch" forName="accent_1" refType="w"/>
                <dgm:constr type="ctrXOff" for="ch" forName="accent_1" refType="h" fact="-0.0835"/>
                <dgm:constr type="r" for="ch" forName="text_1" refType="ctrX" refFor="ch" refForName="accent_1"/>
                <dgm:constr type="rOff" for="ch" forName="text_1" refType="ctrXOff" refFor="ch" refForName="accent_1"/>
                <dgm:constr type="l" for="ch" forName="text_1"/>
                <dgm:constr type="w" for="ch" forName="text_1" refType="h" refFor="ch" refForName="text_1" op="gte"/>
                <dgm:constr type="h" for="ch" forName="text_1" refType="h" refFor="ch" refForName="accent_1" fact="0.8"/>
                <dgm:constr type="ctrY" for="ch" forName="text_1" refType="ctrY" refFor="ch" refForName="accent_1"/>
                <dgm:constr type="rMarg" for="ch" forName="text_1" refType="w" refFor="ch" refForName="accent_1" fact="1.8"/>
                <dgm:constr type="h" for="ch" forName="accent_2" refType="h" fact="0.1136"/>
                <dgm:constr type="w" for="ch" forName="accent_2" refType="h" refFor="ch" refForName="accent_2" op="equ"/>
                <dgm:constr type="ctrY" for="ch" forName="accent_2" refType="h" fact="0.2273"/>
                <dgm:constr type="ctrX" for="ch" forName="accent_2" refType="w"/>
                <dgm:constr type="ctrXOff" for="ch" forName="accent_2" refType="h" fact="-0.1658"/>
                <dgm:constr type="r" for="ch" forName="text_2" refType="ctrX" refFor="ch" refForName="accent_2"/>
                <dgm:constr type="rOff" for="ch" forName="text_2" refType="ctrXOff" refFor="ch" refForName="accent_2"/>
                <dgm:constr type="l" for="ch" forName="text_2"/>
                <dgm:constr type="w" for="ch" forName="text_2" refType="h" refFor="ch" refForName="text_2" op="gte"/>
                <dgm:constr type="h" for="ch" forName="text_2" refType="h" refFor="ch" refForName="accent_2" fact="0.8"/>
                <dgm:constr type="ctrY" for="ch" forName="text_2" refType="ctrY" refFor="ch" refForName="accent_2"/>
                <dgm:constr type="rMarg" for="ch" forName="text_2" refType="w" refFor="ch" refForName="accent_2" fact="1.8"/>
                <dgm:constr type="h" for="ch" forName="accent_3" refType="h" fact="0.1136"/>
                <dgm:constr type="w" for="ch" forName="accent_3" refType="h" refFor="ch" refForName="accent_3" op="equ"/>
                <dgm:constr type="ctrY" for="ch" forName="accent_3" refType="h" fact="0.3636"/>
                <dgm:constr type="ctrX" for="ch" forName="accent_3" refType="w"/>
                <dgm:constr type="ctrXOff" for="ch" forName="accent_3" refType="h" fact="-0.2109"/>
                <dgm:constr type="r" for="ch" forName="text_3" refType="ctrX" refFor="ch" refForName="accent_3"/>
                <dgm:constr type="rOff" for="ch" forName="text_3" refType="ctrXOff" refFor="ch" refForName="accent_3"/>
                <dgm:constr type="l" for="ch" forName="text_3"/>
                <dgm:constr type="w" for="ch" forName="text_3" refType="h" refFor="ch" refForName="text_3" op="gte"/>
                <dgm:constr type="h" for="ch" forName="text_3" refType="h" refFor="ch" refForName="accent_3" fact="0.8"/>
                <dgm:constr type="ctrY" for="ch" forName="text_3" refType="ctrY" refFor="ch" refForName="accent_3"/>
                <dgm:constr type="rMarg" for="ch" forName="text_3" refType="w" refFor="ch" refForName="accent_3" fact="1.8"/>
                <dgm:constr type="h" for="ch" forName="accent_4" refType="h" fact="0.1136"/>
                <dgm:constr type="w" for="ch" forName="accent_4" refType="h" refFor="ch" refForName="accent_4" op="equ"/>
                <dgm:constr type="ctrY" for="ch" forName="accent_4" refType="h" fact="0.5"/>
                <dgm:constr type="ctrX" for="ch" forName="accent_4" refType="w"/>
                <dgm:constr type="ctrXOff" for="ch" forName="accent_4" refType="h" fact="-0.2253"/>
                <dgm:constr type="r" for="ch" forName="text_4" refType="ctrX" refFor="ch" refForName="accent_4"/>
                <dgm:constr type="rOff" for="ch" forName="text_4" refType="ctrXOff" refFor="ch" refForName="accent_4"/>
                <dgm:constr type="l" for="ch" forName="text_4"/>
                <dgm:constr type="w" for="ch" forName="text_4" refType="h" refFor="ch" refForName="text_4" op="gte"/>
                <dgm:constr type="h" for="ch" forName="text_4" refType="h" refFor="ch" refForName="accent_4" fact="0.8"/>
                <dgm:constr type="ctrY" for="ch" forName="text_4" refType="ctrY" refFor="ch" refForName="accent_4"/>
                <dgm:constr type="rMarg" for="ch" forName="text_4" refType="w" refFor="ch" refForName="accent_4" fact="1.8"/>
                <dgm:constr type="h" for="ch" forName="accent_5" refType="h" fact="0.1136"/>
                <dgm:constr type="w" for="ch" forName="accent_5" refType="h" refFor="ch" refForName="accent_5" op="equ"/>
                <dgm:constr type="ctrY" for="ch" forName="accent_5" refType="h" fact="0.6364"/>
                <dgm:constr type="ctrX" for="ch" forName="accent_5" refType="w"/>
                <dgm:constr type="ctrXOff" for="ch" forName="accent_5" refType="h" fact="-0.2109"/>
                <dgm:constr type="r" for="ch" forName="text_5" refType="ctrX" refFor="ch" refForName="accent_5"/>
                <dgm:constr type="rOff" for="ch" forName="text_5" refType="ctrXOff" refFor="ch" refForName="accent_5"/>
                <dgm:constr type="l" for="ch" forName="text_5"/>
                <dgm:constr type="w" for="ch" forName="text_5" refType="h" refFor="ch" refForName="text_5" op="gte"/>
                <dgm:constr type="h" for="ch" forName="text_5" refType="h" refFor="ch" refForName="accent_5" fact="0.8"/>
                <dgm:constr type="ctrY" for="ch" forName="text_5" refType="ctrY" refFor="ch" refForName="accent_5"/>
                <dgm:constr type="rMarg" for="ch" forName="text_5" refType="w" refFor="ch" refForName="accent_5" fact="1.8"/>
                <dgm:constr type="h" for="ch" forName="accent_6" refType="h" fact="0.1136"/>
                <dgm:constr type="w" for="ch" forName="accent_6" refType="h" refFor="ch" refForName="accent_6" op="equ"/>
                <dgm:constr type="ctrY" for="ch" forName="accent_6" refType="h" fact="0.7727"/>
                <dgm:constr type="ctrX" for="ch" forName="accent_6" refType="w"/>
                <dgm:constr type="ctrXOff" for="ch" forName="accent_6" refType="h" fact="-0.1658"/>
                <dgm:constr type="r" for="ch" forName="text_6" refType="ctrX" refFor="ch" refForName="accent_6"/>
                <dgm:constr type="rOff" for="ch" forName="text_6" refType="ctrXOff" refFor="ch" refForName="accent_6"/>
                <dgm:constr type="l" for="ch" forName="text_6"/>
                <dgm:constr type="w" for="ch" forName="text_6" refType="h" refFor="ch" refForName="text_6" op="gte"/>
                <dgm:constr type="h" for="ch" forName="text_6" refType="h" refFor="ch" refForName="accent_6" fact="0.8"/>
                <dgm:constr type="ctrY" for="ch" forName="text_6" refType="ctrY" refFor="ch" refForName="accent_6"/>
                <dgm:constr type="rMarg" for="ch" forName="text_6" refType="w" refFor="ch" refForName="accent_6" fact="1.8"/>
                <dgm:constr type="h" for="ch" forName="accent_7" refType="h" fact="0.1136"/>
                <dgm:constr type="w" for="ch" forName="accent_7" refType="h" refFor="ch" refForName="accent_7" op="equ"/>
                <dgm:constr type="ctrY" for="ch" forName="accent_7" refType="h" fact="0.9091"/>
                <dgm:constr type="ctrX" for="ch" forName="accent_7" refType="w"/>
                <dgm:constr type="ctrXOff" for="ch" forName="accent_7" refType="h" fact="-0.0835"/>
                <dgm:constr type="r" for="ch" forName="text_7" refType="ctrX" refFor="ch" refForName="accent_7"/>
                <dgm:constr type="rOff" for="ch" forName="text_7" refType="ctrXOff" refFor="ch" refForName="accent_7"/>
                <dgm:constr type="l" for="ch" forName="text_7"/>
                <dgm:constr type="w" for="ch" forName="text_7" refType="h" refFor="ch" refForName="text_7" op="gte"/>
                <dgm:constr type="h" for="ch" forName="text_7" refType="h" refFor="ch" refForName="accent_7" fact="0.8"/>
                <dgm:constr type="ctrY" for="ch" forName="text_7" refType="ctrY" refFor="ch" refForName="accent_7"/>
                <dgm:constr type="rMarg" for="ch" forName="text_7" refType="w" refFor="ch" refForName="accent_7" fact="1.8"/>
                <dgm:constr type="primFontSz" for="ch" ptType="node" op="equ" val="65"/>
              </dgm:constrLst>
            </dgm:else>
          </dgm:choose>
        </dgm:else>
      </dgm:choose>
      <dgm:layoutNode name="cycle">
        <dgm:choose name="Name21">
          <dgm:if name="Name22" func="var" arg="dir" op="equ" val="norm">
            <dgm:alg type="cycle">
              <dgm:param type="stAng" val="45"/>
              <dgm:param type="spanAng" val="90"/>
            </dgm:alg>
          </dgm:if>
          <dgm:else name="Name23">
            <dgm:alg type="cycle">
              <dgm:param type="stAng" val="225"/>
              <dgm:param type="spanAng" val="90"/>
            </dgm:alg>
          </dgm:else>
        </dgm:choose>
        <dgm:shape xmlns:r="http://schemas.openxmlformats.org/officeDocument/2006/relationships" r:blip="">
          <dgm:adjLst/>
        </dgm:shape>
        <dgm:presOf/>
        <dgm:constrLst>
          <dgm:constr type="w" for="ch" val="1"/>
          <dgm:constr type="h" for="ch" val="1"/>
          <dgm:constr type="diam" for="ch" forName="conn" refType="diam"/>
        </dgm:constrLst>
        <dgm:layoutNode name="srcNode">
          <dgm:alg type="sp"/>
          <dgm:shape xmlns:r="http://schemas.openxmlformats.org/officeDocument/2006/relationships" type="rect" r:blip="" hideGeom="1">
            <dgm:adjLst/>
          </dgm:shape>
          <dgm:presOf/>
        </dgm:layoutNode>
        <dgm:layoutNode name="conn" styleLbl="parChTrans1D2">
          <dgm:alg type="conn">
            <dgm:param type="connRout" val="curve"/>
            <dgm:param type="srcNode" val="srcNode"/>
            <dgm:param type="dstNode" val="dstNode"/>
            <dgm:param type="begPts" val="ctr"/>
            <dgm:param type="endPts" val="ctr"/>
            <dgm:param type="endSty" val="noArr"/>
          </dgm:alg>
          <dgm:shape xmlns:r="http://schemas.openxmlformats.org/officeDocument/2006/relationships" type="conn" r:blip="">
            <dgm:adjLst/>
          </dgm:shape>
          <dgm:presOf axis="desOrSelf" ptType="sibTrans" hideLastTrans="0" st="0" cnt="1"/>
          <dgm:constrLst>
            <dgm:constr type="begPad"/>
            <dgm:constr type="endPad"/>
          </dgm:constrLst>
        </dgm:layoutNode>
        <dgm:layoutNode name="extraNode">
          <dgm:alg type="sp"/>
          <dgm:shape xmlns:r="http://schemas.openxmlformats.org/officeDocument/2006/relationships" type="rect" r:blip="" hideGeom="1">
            <dgm:adjLst/>
          </dgm:shape>
          <dgm:presOf/>
        </dgm:layoutNode>
        <dgm:layoutNode name="dstNode">
          <dgm:alg type="sp"/>
          <dgm:shape xmlns:r="http://schemas.openxmlformats.org/officeDocument/2006/relationships" type="rect" r:blip="" hideGeom="1">
            <dgm:adjLst/>
          </dgm:shape>
          <dgm:presOf/>
        </dgm:layoutNode>
      </dgm:layoutNode>
      <dgm:forEach name="wrapper" axis="self" ptType="parTrans">
        <dgm:forEach name="wrapper2" axis="self" ptType="sibTrans" st="2">
          <dgm:forEach name="accentRepeat" axis="self">
            <dgm:layoutNode name="accentRepeatNode" styleLbl="solidFgAcc1">
              <dgm:alg type="sp"/>
              <dgm:shape xmlns:r="http://schemas.openxmlformats.org/officeDocument/2006/relationships" type="ellipse" r:blip="">
                <dgm:adjLst/>
              </dgm:shape>
              <dgm:presOf/>
            </dgm:layoutNode>
          </dgm:forEach>
        </dgm:forEach>
      </dgm:forEach>
      <dgm:forEach name="Name24" axis="ch" ptType="node" cnt="1">
        <dgm:layoutNode name="text_1" styleLbl="node1">
          <dgm:varLst>
            <dgm:bulletEnabled val="1"/>
          </dgm:varLst>
          <dgm:choose name="Name25">
            <dgm:if name="Name26" func="var" arg="dir" op="equ" val="norm">
              <dgm:alg type="tx">
                <dgm:param type="parTxLTRAlign" val="l"/>
                <dgm:param type="shpTxLTRAlignCh" val="l"/>
                <dgm:param type="parTxRTLAlign" val="l"/>
                <dgm:param type="shpTxRTLAlignCh" val="l"/>
              </dgm:alg>
            </dgm:if>
            <dgm:else name="Name2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1">
          <dgm:alg type="sp"/>
          <dgm:shape xmlns:r="http://schemas.openxmlformats.org/officeDocument/2006/relationships" r:blip="">
            <dgm:adjLst/>
          </dgm:shape>
          <dgm:presOf/>
          <dgm:constrLst/>
          <dgm:forEach name="Name28" ref="accentRepeat"/>
        </dgm:layoutNode>
      </dgm:forEach>
      <dgm:forEach name="Name29" axis="ch" ptType="node" st="2" cnt="1">
        <dgm:layoutNode name="text_2" styleLbl="node1">
          <dgm:varLst>
            <dgm:bulletEnabled val="1"/>
          </dgm:varLst>
          <dgm:choose name="Name30">
            <dgm:if name="Name31" func="var" arg="dir" op="equ" val="norm">
              <dgm:alg type="tx">
                <dgm:param type="parTxLTRAlign" val="l"/>
                <dgm:param type="shpTxLTRAlignCh" val="l"/>
                <dgm:param type="parTxRTLAlign" val="l"/>
                <dgm:param type="shpTxRTLAlignCh" val="l"/>
              </dgm:alg>
            </dgm:if>
            <dgm:else name="Name3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2">
          <dgm:alg type="sp"/>
          <dgm:shape xmlns:r="http://schemas.openxmlformats.org/officeDocument/2006/relationships" r:blip="">
            <dgm:adjLst/>
          </dgm:shape>
          <dgm:presOf/>
          <dgm:constrLst/>
          <dgm:forEach name="Name33" ref="accentRepeat"/>
        </dgm:layoutNode>
      </dgm:forEach>
      <dgm:forEach name="Name34" axis="ch" ptType="node" st="3" cnt="1">
        <dgm:layoutNode name="text_3" styleLbl="node1">
          <dgm:varLst>
            <dgm:bulletEnabled val="1"/>
          </dgm:varLst>
          <dgm:choose name="Name35">
            <dgm:if name="Name36" func="var" arg="dir" op="equ" val="norm">
              <dgm:alg type="tx">
                <dgm:param type="parTxLTRAlign" val="l"/>
                <dgm:param type="shpTxLTRAlignCh" val="l"/>
                <dgm:param type="parTxRTLAlign" val="l"/>
                <dgm:param type="shpTxRTLAlignCh" val="l"/>
              </dgm:alg>
            </dgm:if>
            <dgm:else name="Name3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3">
          <dgm:alg type="sp"/>
          <dgm:shape xmlns:r="http://schemas.openxmlformats.org/officeDocument/2006/relationships" r:blip="">
            <dgm:adjLst/>
          </dgm:shape>
          <dgm:presOf/>
          <dgm:constrLst/>
          <dgm:forEach name="Name38" ref="accentRepeat"/>
        </dgm:layoutNode>
      </dgm:forEach>
      <dgm:forEach name="Name39" axis="ch" ptType="node" st="4" cnt="1">
        <dgm:layoutNode name="text_4" styleLbl="node1">
          <dgm:varLst>
            <dgm:bulletEnabled val="1"/>
          </dgm:varLst>
          <dgm:choose name="Name40">
            <dgm:if name="Name41" func="var" arg="dir" op="equ" val="norm">
              <dgm:alg type="tx">
                <dgm:param type="parTxLTRAlign" val="l"/>
                <dgm:param type="shpTxLTRAlignCh" val="l"/>
                <dgm:param type="parTxRTLAlign" val="l"/>
                <dgm:param type="shpTxRTLAlignCh" val="l"/>
              </dgm:alg>
            </dgm:if>
            <dgm:else name="Name4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4">
          <dgm:alg type="sp"/>
          <dgm:shape xmlns:r="http://schemas.openxmlformats.org/officeDocument/2006/relationships" r:blip="">
            <dgm:adjLst/>
          </dgm:shape>
          <dgm:presOf/>
          <dgm:constrLst/>
          <dgm:forEach name="Name43" ref="accentRepeat"/>
        </dgm:layoutNode>
      </dgm:forEach>
      <dgm:forEach name="Name44" axis="ch" ptType="node" st="5" cnt="1">
        <dgm:layoutNode name="text_5" styleLbl="node1">
          <dgm:varLst>
            <dgm:bulletEnabled val="1"/>
          </dgm:varLst>
          <dgm:choose name="Name45">
            <dgm:if name="Name46" func="var" arg="dir" op="equ" val="norm">
              <dgm:alg type="tx">
                <dgm:param type="parTxLTRAlign" val="l"/>
                <dgm:param type="shpTxLTRAlignCh" val="l"/>
                <dgm:param type="parTxRTLAlign" val="l"/>
                <dgm:param type="shpTxRTLAlignCh" val="l"/>
              </dgm:alg>
            </dgm:if>
            <dgm:else name="Name4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5">
          <dgm:alg type="sp"/>
          <dgm:shape xmlns:r="http://schemas.openxmlformats.org/officeDocument/2006/relationships" r:blip="">
            <dgm:adjLst/>
          </dgm:shape>
          <dgm:presOf/>
          <dgm:constrLst/>
          <dgm:forEach name="Name48" ref="accentRepeat"/>
        </dgm:layoutNode>
      </dgm:forEach>
      <dgm:forEach name="Name49" axis="ch" ptType="node" st="6" cnt="1">
        <dgm:layoutNode name="text_6" styleLbl="node1">
          <dgm:varLst>
            <dgm:bulletEnabled val="1"/>
          </dgm:varLst>
          <dgm:choose name="Name50">
            <dgm:if name="Name51" func="var" arg="dir" op="equ" val="norm">
              <dgm:alg type="tx">
                <dgm:param type="parTxLTRAlign" val="l"/>
                <dgm:param type="shpTxLTRAlignCh" val="l"/>
                <dgm:param type="parTxRTLAlign" val="l"/>
                <dgm:param type="shpTxRTLAlignCh" val="l"/>
              </dgm:alg>
            </dgm:if>
            <dgm:else name="Name52">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6">
          <dgm:alg type="sp"/>
          <dgm:shape xmlns:r="http://schemas.openxmlformats.org/officeDocument/2006/relationships" r:blip="">
            <dgm:adjLst/>
          </dgm:shape>
          <dgm:presOf/>
          <dgm:constrLst/>
          <dgm:forEach name="Name53" ref="accentRepeat"/>
        </dgm:layoutNode>
      </dgm:forEach>
      <dgm:forEach name="Name54" axis="ch" ptType="node" st="7" cnt="1">
        <dgm:layoutNode name="text_7" styleLbl="node1">
          <dgm:varLst>
            <dgm:bulletEnabled val="1"/>
          </dgm:varLst>
          <dgm:choose name="Name55">
            <dgm:if name="Name56" func="var" arg="dir" op="equ" val="norm">
              <dgm:alg type="tx">
                <dgm:param type="parTxLTRAlign" val="l"/>
                <dgm:param type="shpTxLTRAlignCh" val="l"/>
                <dgm:param type="parTxRTLAlign" val="l"/>
                <dgm:param type="shpTxRTLAlignCh" val="l"/>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primFontSz" val="65"/>
            <dgm:constr type="lMarg" refType="primFontSz" fact="0.2"/>
            <dgm:constr type="rMarg" refType="primFontSz" fact="0.2"/>
            <dgm:constr type="tMarg" refType="primFontSz" fact="0.2"/>
            <dgm:constr type="bMarg" refType="primFontSz" fact="0.2"/>
          </dgm:constrLst>
          <dgm:ruleLst>
            <dgm:rule type="primFontSz" val="5" fact="NaN" max="NaN"/>
          </dgm:ruleLst>
        </dgm:layoutNode>
        <dgm:layoutNode name="accent_7">
          <dgm:alg type="sp"/>
          <dgm:shape xmlns:r="http://schemas.openxmlformats.org/officeDocument/2006/relationships" r:blip="">
            <dgm:adjLst/>
          </dgm:shape>
          <dgm:presOf/>
          <dgm:constrLst/>
          <dgm:forEach name="Name58" ref="accentRepeat"/>
        </dgm:layoutNode>
      </dgm:forEach>
    </dgm:layoutNode>
  </dgm:layoutNode>
</dgm:layoutDef>
</file>

<file path=ppt/diagrams/layout19.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169920" cy="480060"/>
          </a:xfrm>
          <a:prstGeom prst="rect">
            <a:avLst/>
          </a:prstGeom>
          <a:noFill/>
          <a:ln>
            <a:noFill/>
          </a:ln>
        </p:spPr>
        <p:txBody>
          <a:bodyPr spcFirstLastPara="1" wrap="square" lIns="96650" tIns="48325" rIns="96650" bIns="48325" anchor="t"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143587" y="0"/>
            <a:ext cx="3169920" cy="480060"/>
          </a:xfrm>
          <a:prstGeom prst="rect">
            <a:avLst/>
          </a:prstGeom>
          <a:noFill/>
          <a:ln>
            <a:noFill/>
          </a:ln>
        </p:spPr>
        <p:txBody>
          <a:bodyPr spcFirstLastPara="1" wrap="square" lIns="96650" tIns="48325" rIns="96650" bIns="48325" anchor="t" anchorCtr="0">
            <a:noAutofit/>
          </a:bodyPr>
          <a:lstStyle>
            <a:lvl1pPr marR="0" lvl="0" algn="r"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31520" y="4560570"/>
            <a:ext cx="5852160" cy="4320540"/>
          </a:xfrm>
          <a:prstGeom prst="rect">
            <a:avLst/>
          </a:prstGeom>
          <a:noFill/>
          <a:ln>
            <a:noFill/>
          </a:ln>
        </p:spPr>
        <p:txBody>
          <a:bodyPr spcFirstLastPara="1" wrap="square" lIns="96650" tIns="48325" rIns="96650" bIns="48325"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9119474"/>
            <a:ext cx="3169920" cy="480060"/>
          </a:xfrm>
          <a:prstGeom prst="rect">
            <a:avLst/>
          </a:prstGeom>
          <a:noFill/>
          <a:ln>
            <a:noFill/>
          </a:ln>
        </p:spPr>
        <p:txBody>
          <a:bodyPr spcFirstLastPara="1" wrap="square" lIns="96650" tIns="48325" rIns="96650" bIns="48325" anchor="b" anchorCtr="0">
            <a:noAutofit/>
          </a:bodyPr>
          <a:lstStyle>
            <a:lvl1pPr marR="0" lvl="0" algn="l" rtl="0">
              <a:spcBef>
                <a:spcPts val="0"/>
              </a:spcBef>
              <a:spcAft>
                <a:spcPts val="0"/>
              </a:spcAft>
              <a:buSzPts val="1400"/>
              <a:buNone/>
              <a:defRPr sz="13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143587" y="9119474"/>
            <a:ext cx="3169920" cy="480060"/>
          </a:xfrm>
          <a:prstGeom prst="rect">
            <a:avLst/>
          </a:prstGeom>
          <a:noFill/>
          <a:ln>
            <a:noFill/>
          </a:ln>
        </p:spPr>
        <p:txBody>
          <a:bodyPr spcFirstLastPara="1" wrap="square" lIns="96650" tIns="48325" rIns="96650" bIns="48325" anchor="b" anchorCtr="0">
            <a:noAutofit/>
          </a:bodyPr>
          <a:lstStyle/>
          <a:p>
            <a:pPr marL="0" marR="0" lvl="0" indent="0" algn="r" rtl="0">
              <a:spcBef>
                <a:spcPts val="0"/>
              </a:spcBef>
              <a:spcAft>
                <a:spcPts val="0"/>
              </a:spcAft>
              <a:buNone/>
            </a:pPr>
            <a:fld id="{00000000-1234-1234-1234-123412341234}" type="slidenum">
              <a:rPr lang="en-US" sz="1300" b="0" i="0" u="none" strike="noStrike" cap="none">
                <a:solidFill>
                  <a:schemeClr val="dk1"/>
                </a:solidFill>
                <a:latin typeface="Calibri"/>
                <a:ea typeface="Calibri"/>
                <a:cs typeface="Calibri"/>
                <a:sym typeface="Calibri"/>
              </a:rPr>
              <a:t>‹#›</a:t>
            </a:fld>
            <a:endParaRPr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8979330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notes"/>
          <p:cNvSpPr txBox="1">
            <a:spLocks noGrp="1"/>
          </p:cNvSpPr>
          <p:nvPr>
            <p:ph type="body" idx="1"/>
          </p:nvPr>
        </p:nvSpPr>
        <p:spPr>
          <a:xfrm>
            <a:off x="731520" y="4560570"/>
            <a:ext cx="5852160" cy="4320540"/>
          </a:xfrm>
          <a:prstGeom prst="rect">
            <a:avLst/>
          </a:prstGeom>
        </p:spPr>
        <p:txBody>
          <a:bodyPr spcFirstLastPara="1" wrap="square" lIns="96650" tIns="48325" rIns="96650" bIns="48325" anchor="t" anchorCtr="0">
            <a:noAutofit/>
          </a:bodyPr>
          <a:lstStyle/>
          <a:p>
            <a:pPr marL="0" lvl="0" indent="0" algn="l" rtl="0">
              <a:spcBef>
                <a:spcPts val="0"/>
              </a:spcBef>
              <a:spcAft>
                <a:spcPts val="0"/>
              </a:spcAft>
              <a:buNone/>
            </a:pPr>
            <a:endParaRPr/>
          </a:p>
        </p:txBody>
      </p:sp>
      <p:sp>
        <p:nvSpPr>
          <p:cNvPr id="97" name="Google Shape;97;p1:notes"/>
          <p:cNvSpPr>
            <a:spLocks noGrp="1" noRot="1" noChangeAspect="1"/>
          </p:cNvSpPr>
          <p:nvPr>
            <p:ph type="sldImg" idx="2"/>
          </p:nvPr>
        </p:nvSpPr>
        <p:spPr>
          <a:xfrm>
            <a:off x="1257300" y="720725"/>
            <a:ext cx="4800600" cy="360045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134950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300" b="0" i="0" u="none" strike="noStrike" cap="none" smtClean="0">
                <a:solidFill>
                  <a:schemeClr val="dk1"/>
                </a:solidFill>
                <a:latin typeface="Calibri"/>
                <a:ea typeface="Calibri"/>
                <a:cs typeface="Calibri"/>
                <a:sym typeface="Calibri"/>
              </a:rPr>
              <a:t>2</a:t>
            </a:fld>
            <a:endParaRPr lang="en-US" sz="13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391087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15"/>
        <p:cNvGrpSpPr/>
        <p:nvPr/>
      </p:nvGrpSpPr>
      <p:grpSpPr>
        <a:xfrm>
          <a:off x="0" y="0"/>
          <a:ext cx="0" cy="0"/>
          <a:chOff x="0" y="0"/>
          <a:chExt cx="0" cy="0"/>
        </a:xfrm>
      </p:grpSpPr>
      <p:sp>
        <p:nvSpPr>
          <p:cNvPr id="16" name="Google Shape;16;p2"/>
          <p:cNvSpPr/>
          <p:nvPr/>
        </p:nvSpPr>
        <p:spPr>
          <a:xfrm rot="10800000" flipH="1">
            <a:off x="0" y="-2"/>
            <a:ext cx="9144000" cy="4953001"/>
          </a:xfrm>
          <a:prstGeom prst="rect">
            <a:avLst/>
          </a:prstGeom>
          <a:solidFill>
            <a:srgbClr val="000F2E"/>
          </a:solidFill>
          <a:ln>
            <a:noFill/>
          </a:ln>
          <a:effectLst>
            <a:outerShdw blurRad="50800" dist="38100" dir="16200000"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7" name="Google Shape;17;p2"/>
          <p:cNvSpPr txBox="1">
            <a:spLocks noGrp="1"/>
          </p:cNvSpPr>
          <p:nvPr>
            <p:ph type="ctrTitle"/>
          </p:nvPr>
        </p:nvSpPr>
        <p:spPr>
          <a:xfrm>
            <a:off x="685800" y="1371600"/>
            <a:ext cx="77724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lt1"/>
              </a:buClr>
              <a:buSzPts val="4400"/>
              <a:buFont typeface="Calibri"/>
              <a:buNone/>
              <a:defRPr b="1">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2"/>
          <p:cNvSpPr txBox="1">
            <a:spLocks noGrp="1"/>
          </p:cNvSpPr>
          <p:nvPr>
            <p:ph type="subTitle" idx="1"/>
          </p:nvPr>
        </p:nvSpPr>
        <p:spPr>
          <a:xfrm>
            <a:off x="1371600" y="3127375"/>
            <a:ext cx="6400800" cy="1216025"/>
          </a:xfrm>
          <a:prstGeom prst="rect">
            <a:avLst/>
          </a:prstGeom>
          <a:noFill/>
          <a:ln>
            <a:noFill/>
          </a:ln>
        </p:spPr>
        <p:txBody>
          <a:bodyPr spcFirstLastPara="1" wrap="square" lIns="91425" tIns="45700" rIns="91425" bIns="45700" anchor="t" anchorCtr="0">
            <a:noAutofit/>
          </a:bodyPr>
          <a:lstStyle>
            <a:lvl1pPr lvl="0" algn="ctr">
              <a:spcBef>
                <a:spcPts val="640"/>
              </a:spcBef>
              <a:spcAft>
                <a:spcPts val="0"/>
              </a:spcAft>
              <a:buClr>
                <a:schemeClr val="lt1"/>
              </a:buClr>
              <a:buSzPts val="3200"/>
              <a:buNone/>
              <a:defRPr b="1">
                <a:solidFill>
                  <a:schemeClr val="lt1"/>
                </a:solidFill>
              </a:defRPr>
            </a:lvl1pPr>
            <a:lvl2pPr lvl="1" algn="ctr">
              <a:spcBef>
                <a:spcPts val="560"/>
              </a:spcBef>
              <a:spcAft>
                <a:spcPts val="0"/>
              </a:spcAft>
              <a:buClr>
                <a:srgbClr val="888A9C"/>
              </a:buClr>
              <a:buSzPts val="2800"/>
              <a:buNone/>
              <a:defRPr>
                <a:solidFill>
                  <a:srgbClr val="888A9C"/>
                </a:solidFill>
              </a:defRPr>
            </a:lvl2pPr>
            <a:lvl3pPr lvl="2" algn="ctr">
              <a:spcBef>
                <a:spcPts val="480"/>
              </a:spcBef>
              <a:spcAft>
                <a:spcPts val="0"/>
              </a:spcAft>
              <a:buClr>
                <a:srgbClr val="888A9C"/>
              </a:buClr>
              <a:buSzPts val="2400"/>
              <a:buNone/>
              <a:defRPr>
                <a:solidFill>
                  <a:srgbClr val="888A9C"/>
                </a:solidFill>
              </a:defRPr>
            </a:lvl3pPr>
            <a:lvl4pPr lvl="3" algn="ctr">
              <a:spcBef>
                <a:spcPts val="400"/>
              </a:spcBef>
              <a:spcAft>
                <a:spcPts val="0"/>
              </a:spcAft>
              <a:buClr>
                <a:srgbClr val="888A9C"/>
              </a:buClr>
              <a:buSzPts val="2000"/>
              <a:buNone/>
              <a:defRPr>
                <a:solidFill>
                  <a:srgbClr val="888A9C"/>
                </a:solidFill>
              </a:defRPr>
            </a:lvl4pPr>
            <a:lvl5pPr lvl="4" algn="ctr">
              <a:spcBef>
                <a:spcPts val="400"/>
              </a:spcBef>
              <a:spcAft>
                <a:spcPts val="0"/>
              </a:spcAft>
              <a:buClr>
                <a:srgbClr val="888A9C"/>
              </a:buClr>
              <a:buSzPts val="2000"/>
              <a:buNone/>
              <a:defRPr>
                <a:solidFill>
                  <a:srgbClr val="888A9C"/>
                </a:solidFill>
              </a:defRPr>
            </a:lvl5pPr>
            <a:lvl6pPr lvl="5" algn="ctr">
              <a:spcBef>
                <a:spcPts val="400"/>
              </a:spcBef>
              <a:spcAft>
                <a:spcPts val="0"/>
              </a:spcAft>
              <a:buClr>
                <a:srgbClr val="888A9C"/>
              </a:buClr>
              <a:buSzPts val="2000"/>
              <a:buNone/>
              <a:defRPr>
                <a:solidFill>
                  <a:srgbClr val="888A9C"/>
                </a:solidFill>
              </a:defRPr>
            </a:lvl6pPr>
            <a:lvl7pPr lvl="6" algn="ctr">
              <a:spcBef>
                <a:spcPts val="400"/>
              </a:spcBef>
              <a:spcAft>
                <a:spcPts val="0"/>
              </a:spcAft>
              <a:buClr>
                <a:srgbClr val="888A9C"/>
              </a:buClr>
              <a:buSzPts val="2000"/>
              <a:buNone/>
              <a:defRPr>
                <a:solidFill>
                  <a:srgbClr val="888A9C"/>
                </a:solidFill>
              </a:defRPr>
            </a:lvl7pPr>
            <a:lvl8pPr lvl="7" algn="ctr">
              <a:spcBef>
                <a:spcPts val="400"/>
              </a:spcBef>
              <a:spcAft>
                <a:spcPts val="0"/>
              </a:spcAft>
              <a:buClr>
                <a:srgbClr val="888A9C"/>
              </a:buClr>
              <a:buSzPts val="2000"/>
              <a:buNone/>
              <a:defRPr>
                <a:solidFill>
                  <a:srgbClr val="888A9C"/>
                </a:solidFill>
              </a:defRPr>
            </a:lvl8pPr>
            <a:lvl9pPr lvl="8" algn="ctr">
              <a:spcBef>
                <a:spcPts val="400"/>
              </a:spcBef>
              <a:spcAft>
                <a:spcPts val="0"/>
              </a:spcAft>
              <a:buClr>
                <a:srgbClr val="888A9C"/>
              </a:buClr>
              <a:buSzPts val="2000"/>
              <a:buNone/>
              <a:defRPr>
                <a:solidFill>
                  <a:srgbClr val="888A9C"/>
                </a:solidFill>
              </a:defRPr>
            </a:lvl9pPr>
          </a:lstStyle>
          <a:p>
            <a:r>
              <a:rPr lang="en-US"/>
              <a:t>Click to edit Master subtitle style</a:t>
            </a:r>
            <a:endParaRPr/>
          </a:p>
        </p:txBody>
      </p:sp>
      <p:sp>
        <p:nvSpPr>
          <p:cNvPr id="19" name="Google Shape;19;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0" name="Google Shape;20;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21" name="Google Shape;2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pic>
        <p:nvPicPr>
          <p:cNvPr id="22" name="Google Shape;22;p2"/>
          <p:cNvPicPr preferRelativeResize="0"/>
          <p:nvPr/>
        </p:nvPicPr>
        <p:blipFill rotWithShape="1">
          <a:blip r:embed="rId2">
            <a:alphaModFix/>
          </a:blip>
          <a:srcRect/>
          <a:stretch/>
        </p:blipFill>
        <p:spPr>
          <a:xfrm>
            <a:off x="3330414" y="5281369"/>
            <a:ext cx="2843999" cy="1104862"/>
          </a:xfrm>
          <a:prstGeom prst="rect">
            <a:avLst/>
          </a:prstGeom>
          <a:noFill/>
          <a:ln>
            <a:noFill/>
          </a:ln>
        </p:spPr>
      </p:pic>
      <p:sp>
        <p:nvSpPr>
          <p:cNvPr id="23" name="Google Shape;23;p2"/>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Tree>
    <p:extLst>
      <p:ext uri="{BB962C8B-B14F-4D97-AF65-F5344CB8AC3E}">
        <p14:creationId xmlns:p14="http://schemas.microsoft.com/office/powerpoint/2010/main" val="5027400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and Content" type="obj">
  <p:cSld name="Title and Content">
    <p:bg>
      <p:bgRef idx="1001">
        <a:schemeClr val="bg1"/>
      </p:bgRef>
    </p:bg>
    <p:spTree>
      <p:nvGrpSpPr>
        <p:cNvPr id="1" name="Shape 24"/>
        <p:cNvGrpSpPr/>
        <p:nvPr/>
      </p:nvGrpSpPr>
      <p:grpSpPr>
        <a:xfrm>
          <a:off x="0" y="0"/>
          <a:ext cx="0" cy="0"/>
          <a:chOff x="0" y="0"/>
          <a:chExt cx="0" cy="0"/>
        </a:xfrm>
      </p:grpSpPr>
      <p:sp>
        <p:nvSpPr>
          <p:cNvPr id="25" name="Google Shape;25;p3"/>
          <p:cNvSpPr/>
          <p:nvPr/>
        </p:nvSpPr>
        <p:spPr>
          <a:xfrm>
            <a:off x="0" y="66294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6" name="Google Shape;26;p3"/>
          <p:cNvSpPr/>
          <p:nvPr/>
        </p:nvSpPr>
        <p:spPr>
          <a:xfrm rot="10800000" flipH="1">
            <a:off x="-2458" y="1143000"/>
            <a:ext cx="9144000" cy="228600"/>
          </a:xfrm>
          <a:prstGeom prst="rect">
            <a:avLst/>
          </a:prstGeom>
          <a:solidFill>
            <a:srgbClr val="000F2E"/>
          </a:solidFill>
          <a:ln>
            <a:noFill/>
          </a:ln>
          <a:effectLst>
            <a:outerShdw blurRad="50800" dist="38100" dir="2700000" algn="t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27" name="Google Shape;27;p3"/>
          <p:cNvSpPr txBox="1">
            <a:spLocks noGrp="1"/>
          </p:cNvSpPr>
          <p:nvPr>
            <p:ph type="title"/>
          </p:nvPr>
        </p:nvSpPr>
        <p:spPr>
          <a:xfrm>
            <a:off x="457200" y="152400"/>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b="1">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28" name="Google Shape;28;p3"/>
          <p:cNvSpPr txBox="1">
            <a:spLocks noGrp="1"/>
          </p:cNvSpPr>
          <p:nvPr>
            <p:ph type="body" idx="1"/>
          </p:nvPr>
        </p:nvSpPr>
        <p:spPr>
          <a:xfrm>
            <a:off x="457200" y="1524000"/>
            <a:ext cx="8229600" cy="4942175"/>
          </a:xfrm>
          <a:prstGeom prst="rect">
            <a:avLst/>
          </a:prstGeom>
          <a:noFill/>
          <a:ln>
            <a:noFill/>
          </a:ln>
        </p:spPr>
        <p:txBody>
          <a:bodyPr spcFirstLastPara="1" wrap="square" lIns="91425" tIns="45700" rIns="91425" bIns="45700" anchor="t" anchorCtr="0">
            <a:noAutofit/>
          </a:bodyPr>
          <a:lstStyle>
            <a:lvl1pPr marL="457200" lvl="0" indent="-342900" algn="l">
              <a:spcBef>
                <a:spcPts val="600"/>
              </a:spcBef>
              <a:spcAft>
                <a:spcPts val="0"/>
              </a:spcAft>
              <a:buClr>
                <a:schemeClr val="dk1"/>
              </a:buClr>
              <a:buSzPts val="1800"/>
              <a:buFont typeface="Calibri"/>
              <a:buChar char="•"/>
              <a:defRPr sz="30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29" name="Google Shape;29;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pic>
        <p:nvPicPr>
          <p:cNvPr id="30" name="Google Shape;30;p3"/>
          <p:cNvPicPr preferRelativeResize="0"/>
          <p:nvPr/>
        </p:nvPicPr>
        <p:blipFill rotWithShape="1">
          <a:blip r:embed="rId2">
            <a:alphaModFix/>
          </a:blip>
          <a:srcRect/>
          <a:stretch/>
        </p:blipFill>
        <p:spPr>
          <a:xfrm>
            <a:off x="4304167" y="6400800"/>
            <a:ext cx="365760" cy="405070"/>
          </a:xfrm>
          <a:prstGeom prst="rect">
            <a:avLst/>
          </a:prstGeom>
          <a:noFill/>
          <a:ln>
            <a:noFill/>
          </a:ln>
        </p:spPr>
      </p:pic>
      <p:pic>
        <p:nvPicPr>
          <p:cNvPr id="31" name="Google Shape;31;p3"/>
          <p:cNvPicPr preferRelativeResize="0"/>
          <p:nvPr/>
        </p:nvPicPr>
        <p:blipFill rotWithShape="1">
          <a:blip r:embed="rId3">
            <a:alphaModFix/>
          </a:blip>
          <a:srcRect/>
          <a:stretch/>
        </p:blipFill>
        <p:spPr>
          <a:xfrm>
            <a:off x="4364295" y="6466175"/>
            <a:ext cx="245505" cy="274320"/>
          </a:xfrm>
          <a:prstGeom prst="rect">
            <a:avLst/>
          </a:prstGeom>
          <a:noFill/>
          <a:ln>
            <a:noFill/>
          </a:ln>
        </p:spPr>
      </p:pic>
      <p:sp>
        <p:nvSpPr>
          <p:cNvPr id="32" name="Google Shape;32;p3"/>
          <p:cNvSpPr txBox="1">
            <a:spLocks noGrp="1"/>
          </p:cNvSpPr>
          <p:nvPr>
            <p:ph type="sldNum" idx="12"/>
          </p:nvPr>
        </p:nvSpPr>
        <p:spPr>
          <a:xfrm>
            <a:off x="4296547" y="6400800"/>
            <a:ext cx="3810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sz="1100" b="1" i="0" u="none" strike="noStrike" cap="none">
                <a:solidFill>
                  <a:srgbClr val="000F2E"/>
                </a:solidFill>
                <a:latin typeface="Calibri"/>
                <a:ea typeface="Calibri"/>
                <a:cs typeface="Calibri"/>
                <a:sym typeface="Calibri"/>
              </a:defRPr>
            </a:lvl1pPr>
            <a:lvl2pPr marL="0" lvl="1" indent="0" algn="ctr">
              <a:spcBef>
                <a:spcPts val="0"/>
              </a:spcBef>
              <a:buNone/>
              <a:defRPr sz="1100" b="1" i="0" u="none" strike="noStrike" cap="none">
                <a:solidFill>
                  <a:srgbClr val="000F2E"/>
                </a:solidFill>
                <a:latin typeface="Calibri"/>
                <a:ea typeface="Calibri"/>
                <a:cs typeface="Calibri"/>
                <a:sym typeface="Calibri"/>
              </a:defRPr>
            </a:lvl2pPr>
            <a:lvl3pPr marL="0" lvl="2" indent="0" algn="ctr">
              <a:spcBef>
                <a:spcPts val="0"/>
              </a:spcBef>
              <a:buNone/>
              <a:defRPr sz="1100" b="1" i="0" u="none" strike="noStrike" cap="none">
                <a:solidFill>
                  <a:srgbClr val="000F2E"/>
                </a:solidFill>
                <a:latin typeface="Calibri"/>
                <a:ea typeface="Calibri"/>
                <a:cs typeface="Calibri"/>
                <a:sym typeface="Calibri"/>
              </a:defRPr>
            </a:lvl3pPr>
            <a:lvl4pPr marL="0" lvl="3" indent="0" algn="ctr">
              <a:spcBef>
                <a:spcPts val="0"/>
              </a:spcBef>
              <a:buNone/>
              <a:defRPr sz="1100" b="1" i="0" u="none" strike="noStrike" cap="none">
                <a:solidFill>
                  <a:srgbClr val="000F2E"/>
                </a:solidFill>
                <a:latin typeface="Calibri"/>
                <a:ea typeface="Calibri"/>
                <a:cs typeface="Calibri"/>
                <a:sym typeface="Calibri"/>
              </a:defRPr>
            </a:lvl4pPr>
            <a:lvl5pPr marL="0" lvl="4" indent="0" algn="ctr">
              <a:spcBef>
                <a:spcPts val="0"/>
              </a:spcBef>
              <a:buNone/>
              <a:defRPr sz="1100" b="1" i="0" u="none" strike="noStrike" cap="none">
                <a:solidFill>
                  <a:srgbClr val="000F2E"/>
                </a:solidFill>
                <a:latin typeface="Calibri"/>
                <a:ea typeface="Calibri"/>
                <a:cs typeface="Calibri"/>
                <a:sym typeface="Calibri"/>
              </a:defRPr>
            </a:lvl5pPr>
            <a:lvl6pPr marL="0" lvl="5" indent="0" algn="ctr">
              <a:spcBef>
                <a:spcPts val="0"/>
              </a:spcBef>
              <a:buNone/>
              <a:defRPr sz="1100" b="1" i="0" u="none" strike="noStrike" cap="none">
                <a:solidFill>
                  <a:srgbClr val="000F2E"/>
                </a:solidFill>
                <a:latin typeface="Calibri"/>
                <a:ea typeface="Calibri"/>
                <a:cs typeface="Calibri"/>
                <a:sym typeface="Calibri"/>
              </a:defRPr>
            </a:lvl6pPr>
            <a:lvl7pPr marL="0" lvl="6" indent="0" algn="ctr">
              <a:spcBef>
                <a:spcPts val="0"/>
              </a:spcBef>
              <a:buNone/>
              <a:defRPr sz="1100" b="1" i="0" u="none" strike="noStrike" cap="none">
                <a:solidFill>
                  <a:srgbClr val="000F2E"/>
                </a:solidFill>
                <a:latin typeface="Calibri"/>
                <a:ea typeface="Calibri"/>
                <a:cs typeface="Calibri"/>
                <a:sym typeface="Calibri"/>
              </a:defRPr>
            </a:lvl7pPr>
            <a:lvl8pPr marL="0" lvl="7" indent="0" algn="ctr">
              <a:spcBef>
                <a:spcPts val="0"/>
              </a:spcBef>
              <a:buNone/>
              <a:defRPr sz="1100" b="1" i="0" u="none" strike="noStrike" cap="none">
                <a:solidFill>
                  <a:srgbClr val="000F2E"/>
                </a:solidFill>
                <a:latin typeface="Calibri"/>
                <a:ea typeface="Calibri"/>
                <a:cs typeface="Calibri"/>
                <a:sym typeface="Calibri"/>
              </a:defRPr>
            </a:lvl8pPr>
            <a:lvl9pPr marL="0" lvl="8" indent="0" algn="ctr">
              <a:spcBef>
                <a:spcPts val="0"/>
              </a:spcBef>
              <a:buNone/>
              <a:defRPr sz="1100" b="1" i="0" u="none" strike="noStrike" cap="none">
                <a:solidFill>
                  <a:srgbClr val="000F2E"/>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smtClean="0"/>
              <a:t>‹#›</a:t>
            </a:fld>
            <a:endParaRPr lang="en-US"/>
          </a:p>
        </p:txBody>
      </p:sp>
      <p:pic>
        <p:nvPicPr>
          <p:cNvPr id="2" name="Picture 1"/>
          <p:cNvPicPr>
            <a:picLocks noChangeAspect="1"/>
          </p:cNvPicPr>
          <p:nvPr/>
        </p:nvPicPr>
        <p:blipFill rotWithShape="1">
          <a:blip r:embed="rId4">
            <a:duotone>
              <a:schemeClr val="accent4">
                <a:shade val="45000"/>
                <a:satMod val="135000"/>
              </a:schemeClr>
              <a:prstClr val="white"/>
            </a:duotone>
            <a:extLst>
              <a:ext uri="{28A0092B-C50C-407E-A947-70E740481C1C}">
                <a14:useLocalDpi xmlns:a14="http://schemas.microsoft.com/office/drawing/2010/main" val="0"/>
              </a:ext>
            </a:extLst>
          </a:blip>
          <a:srcRect t="6274" r="49256"/>
          <a:stretch/>
        </p:blipFill>
        <p:spPr>
          <a:xfrm>
            <a:off x="6183389" y="1378424"/>
            <a:ext cx="2960611" cy="5468390"/>
          </a:xfrm>
          <a:prstGeom prst="rect">
            <a:avLst/>
          </a:prstGeom>
        </p:spPr>
      </p:pic>
    </p:spTree>
    <p:extLst>
      <p:ext uri="{BB962C8B-B14F-4D97-AF65-F5344CB8AC3E}">
        <p14:creationId xmlns:p14="http://schemas.microsoft.com/office/powerpoint/2010/main" val="2743776217"/>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35" name="Google Shape;35;p4"/>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rgbClr val="888A9C"/>
              </a:buClr>
              <a:buSzPts val="2000"/>
              <a:buNone/>
              <a:defRPr sz="2000">
                <a:solidFill>
                  <a:srgbClr val="888A9C"/>
                </a:solidFill>
              </a:defRPr>
            </a:lvl1pPr>
            <a:lvl2pPr marL="914400" lvl="1" indent="-228600" algn="l">
              <a:spcBef>
                <a:spcPts val="360"/>
              </a:spcBef>
              <a:spcAft>
                <a:spcPts val="0"/>
              </a:spcAft>
              <a:buClr>
                <a:srgbClr val="888A9C"/>
              </a:buClr>
              <a:buSzPts val="1800"/>
              <a:buNone/>
              <a:defRPr sz="1800">
                <a:solidFill>
                  <a:srgbClr val="888A9C"/>
                </a:solidFill>
              </a:defRPr>
            </a:lvl2pPr>
            <a:lvl3pPr marL="1371600" lvl="2" indent="-228600" algn="l">
              <a:spcBef>
                <a:spcPts val="320"/>
              </a:spcBef>
              <a:spcAft>
                <a:spcPts val="0"/>
              </a:spcAft>
              <a:buClr>
                <a:srgbClr val="888A9C"/>
              </a:buClr>
              <a:buSzPts val="1600"/>
              <a:buNone/>
              <a:defRPr sz="1600">
                <a:solidFill>
                  <a:srgbClr val="888A9C"/>
                </a:solidFill>
              </a:defRPr>
            </a:lvl3pPr>
            <a:lvl4pPr marL="1828800" lvl="3" indent="-228600" algn="l">
              <a:spcBef>
                <a:spcPts val="280"/>
              </a:spcBef>
              <a:spcAft>
                <a:spcPts val="0"/>
              </a:spcAft>
              <a:buClr>
                <a:srgbClr val="888A9C"/>
              </a:buClr>
              <a:buSzPts val="1400"/>
              <a:buNone/>
              <a:defRPr sz="1400">
                <a:solidFill>
                  <a:srgbClr val="888A9C"/>
                </a:solidFill>
              </a:defRPr>
            </a:lvl4pPr>
            <a:lvl5pPr marL="2286000" lvl="4" indent="-228600" algn="l">
              <a:spcBef>
                <a:spcPts val="280"/>
              </a:spcBef>
              <a:spcAft>
                <a:spcPts val="0"/>
              </a:spcAft>
              <a:buClr>
                <a:srgbClr val="888A9C"/>
              </a:buClr>
              <a:buSzPts val="1400"/>
              <a:buNone/>
              <a:defRPr sz="1400">
                <a:solidFill>
                  <a:srgbClr val="888A9C"/>
                </a:solidFill>
              </a:defRPr>
            </a:lvl5pPr>
            <a:lvl6pPr marL="2743200" lvl="5" indent="-228600" algn="l">
              <a:spcBef>
                <a:spcPts val="280"/>
              </a:spcBef>
              <a:spcAft>
                <a:spcPts val="0"/>
              </a:spcAft>
              <a:buClr>
                <a:srgbClr val="888A9C"/>
              </a:buClr>
              <a:buSzPts val="1400"/>
              <a:buNone/>
              <a:defRPr sz="1400">
                <a:solidFill>
                  <a:srgbClr val="888A9C"/>
                </a:solidFill>
              </a:defRPr>
            </a:lvl6pPr>
            <a:lvl7pPr marL="3200400" lvl="6" indent="-228600" algn="l">
              <a:spcBef>
                <a:spcPts val="280"/>
              </a:spcBef>
              <a:spcAft>
                <a:spcPts val="0"/>
              </a:spcAft>
              <a:buClr>
                <a:srgbClr val="888A9C"/>
              </a:buClr>
              <a:buSzPts val="1400"/>
              <a:buNone/>
              <a:defRPr sz="1400">
                <a:solidFill>
                  <a:srgbClr val="888A9C"/>
                </a:solidFill>
              </a:defRPr>
            </a:lvl7pPr>
            <a:lvl8pPr marL="3657600" lvl="7" indent="-228600" algn="l">
              <a:spcBef>
                <a:spcPts val="280"/>
              </a:spcBef>
              <a:spcAft>
                <a:spcPts val="0"/>
              </a:spcAft>
              <a:buClr>
                <a:srgbClr val="888A9C"/>
              </a:buClr>
              <a:buSzPts val="1400"/>
              <a:buNone/>
              <a:defRPr sz="1400">
                <a:solidFill>
                  <a:srgbClr val="888A9C"/>
                </a:solidFill>
              </a:defRPr>
            </a:lvl8pPr>
            <a:lvl9pPr marL="4114800" lvl="8" indent="-228600" algn="l">
              <a:spcBef>
                <a:spcPts val="280"/>
              </a:spcBef>
              <a:spcAft>
                <a:spcPts val="0"/>
              </a:spcAft>
              <a:buClr>
                <a:srgbClr val="888A9C"/>
              </a:buClr>
              <a:buSzPts val="1400"/>
              <a:buNone/>
              <a:defRPr sz="1400">
                <a:solidFill>
                  <a:srgbClr val="888A9C"/>
                </a:solidFill>
              </a:defRPr>
            </a:lvl9pPr>
          </a:lstStyle>
          <a:p>
            <a:pPr lvl="0"/>
            <a:r>
              <a:rPr lang="en-US"/>
              <a:t>Edit Master text styles</a:t>
            </a:r>
          </a:p>
        </p:txBody>
      </p:sp>
      <p:sp>
        <p:nvSpPr>
          <p:cNvPr id="36" name="Google Shape;36;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7" name="Google Shape;37;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38" name="Google Shape;38;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2401884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9"/>
        <p:cNvGrpSpPr/>
        <p:nvPr/>
      </p:nvGrpSpPr>
      <p:grpSpPr>
        <a:xfrm>
          <a:off x="0" y="0"/>
          <a:ext cx="0" cy="0"/>
          <a:chOff x="0" y="0"/>
          <a:chExt cx="0" cy="0"/>
        </a:xfrm>
      </p:grpSpPr>
      <p:sp>
        <p:nvSpPr>
          <p:cNvPr id="40" name="Google Shape;40;p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1" name="Google Shape;41;p5"/>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2" name="Google Shape;42;p5"/>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pPr lvl="0"/>
            <a:r>
              <a:rPr lang="en-US"/>
              <a:t>Edit Master text styles</a:t>
            </a:r>
          </a:p>
        </p:txBody>
      </p:sp>
      <p:sp>
        <p:nvSpPr>
          <p:cNvPr id="43" name="Google Shape;43;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4" name="Google Shape;44;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45" name="Google Shape;45;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67197424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6"/>
        <p:cNvGrpSpPr/>
        <p:nvPr/>
      </p:nvGrpSpPr>
      <p:grpSpPr>
        <a:xfrm>
          <a:off x="0" y="0"/>
          <a:ext cx="0" cy="0"/>
          <a:chOff x="0" y="0"/>
          <a:chExt cx="0" cy="0"/>
        </a:xfrm>
      </p:grpSpPr>
      <p:sp>
        <p:nvSpPr>
          <p:cNvPr id="47" name="Google Shape;47;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48" name="Google Shape;48;p6"/>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49" name="Google Shape;49;p6"/>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0" name="Google Shape;50;p6"/>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pPr lvl="0"/>
            <a:r>
              <a:rPr lang="en-US"/>
              <a:t>Edit Master text styles</a:t>
            </a:r>
          </a:p>
        </p:txBody>
      </p:sp>
      <p:sp>
        <p:nvSpPr>
          <p:cNvPr id="51" name="Google Shape;51;p6"/>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pPr lvl="0"/>
            <a:r>
              <a:rPr lang="en-US"/>
              <a:t>Edit Master text styles</a:t>
            </a:r>
          </a:p>
        </p:txBody>
      </p:sp>
      <p:sp>
        <p:nvSpPr>
          <p:cNvPr id="52" name="Google Shape;5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3" name="Google Shape;5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4" name="Google Shape;5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5779277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5"/>
        <p:cNvGrpSpPr/>
        <p:nvPr/>
      </p:nvGrpSpPr>
      <p:grpSpPr>
        <a:xfrm>
          <a:off x="0" y="0"/>
          <a:ext cx="0" cy="0"/>
          <a:chOff x="0" y="0"/>
          <a:chExt cx="0" cy="0"/>
        </a:xfrm>
      </p:grpSpPr>
      <p:sp>
        <p:nvSpPr>
          <p:cNvPr id="56" name="Google Shape;56;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57" name="Google Shape;57;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8" name="Google Shape;58;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59" name="Google Shape;59;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91303669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2" name="Google Shape;6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3" name="Google Shape;6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1638717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64"/>
        <p:cNvGrpSpPr/>
        <p:nvPr/>
      </p:nvGrpSpPr>
      <p:grpSpPr>
        <a:xfrm>
          <a:off x="0" y="0"/>
          <a:ext cx="0" cy="0"/>
          <a:chOff x="0" y="0"/>
          <a:chExt cx="0" cy="0"/>
        </a:xfrm>
      </p:grpSpPr>
      <p:sp>
        <p:nvSpPr>
          <p:cNvPr id="65" name="Google Shape;6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66" name="Google Shape;6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pPr lvl="0"/>
            <a:r>
              <a:rPr lang="en-US"/>
              <a:t>Edit Master text styles</a:t>
            </a:r>
          </a:p>
        </p:txBody>
      </p:sp>
      <p:sp>
        <p:nvSpPr>
          <p:cNvPr id="67" name="Google Shape;6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68" name="Google Shape;6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69" name="Google Shape;6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0" name="Google Shape;7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41876887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71"/>
        <p:cNvGrpSpPr/>
        <p:nvPr/>
      </p:nvGrpSpPr>
      <p:grpSpPr>
        <a:xfrm>
          <a:off x="0" y="0"/>
          <a:ext cx="0" cy="0"/>
          <a:chOff x="0" y="0"/>
          <a:chExt cx="0" cy="0"/>
        </a:xfrm>
      </p:grpSpPr>
      <p:sp>
        <p:nvSpPr>
          <p:cNvPr id="72" name="Google Shape;7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73" name="Google Shape;73;p10"/>
          <p:cNvSpPr>
            <a:spLocks noGrp="1"/>
          </p:cNvSpPr>
          <p:nvPr>
            <p:ph type="pic" idx="2"/>
          </p:nvPr>
        </p:nvSpPr>
        <p:spPr>
          <a:xfrm>
            <a:off x="1792288" y="612775"/>
            <a:ext cx="5486400" cy="41148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dk1"/>
              </a:buClr>
              <a:buSzPts val="3200"/>
              <a:buFont typeface="Arial"/>
              <a:buNone/>
              <a:defRPr sz="3200" b="0" i="0" u="none" strike="noStrike" cap="none">
                <a:solidFill>
                  <a:schemeClr val="dk1"/>
                </a:solidFill>
                <a:latin typeface="Calibri"/>
                <a:ea typeface="Calibri"/>
                <a:cs typeface="Calibri"/>
                <a:sym typeface="Calibri"/>
              </a:defRPr>
            </a:lvl1pPr>
            <a:lvl2pPr marR="0" lvl="1" algn="l" rtl="0">
              <a:spcBef>
                <a:spcPts val="56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l" rtl="0">
              <a:spcBef>
                <a:spcPts val="48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3pPr>
            <a:lvl4pPr marR="0" lvl="3"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4pPr>
            <a:lvl5pPr marR="0" lvl="4"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5pPr>
            <a:lvl6pPr marR="0" lvl="5"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6pPr>
            <a:lvl7pPr marR="0" lvl="6"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7pPr>
            <a:lvl8pPr marR="0" lvl="7"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8pPr>
            <a:lvl9pPr marR="0" lvl="8" algn="l" rtl="0">
              <a:spcBef>
                <a:spcPts val="4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9pPr>
          </a:lstStyle>
          <a:p>
            <a:r>
              <a:rPr lang="en-US"/>
              <a:t>Click icon to add picture</a:t>
            </a:r>
            <a:endParaRPr/>
          </a:p>
        </p:txBody>
      </p:sp>
      <p:sp>
        <p:nvSpPr>
          <p:cNvPr id="74" name="Google Shape;7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pPr lvl="0"/>
            <a:r>
              <a:rPr lang="en-US"/>
              <a:t>Edit Master text styles</a:t>
            </a:r>
          </a:p>
        </p:txBody>
      </p:sp>
      <p:sp>
        <p:nvSpPr>
          <p:cNvPr id="75" name="Google Shape;7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6" name="Google Shape;7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77" name="Google Shape;7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03789674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8"/>
        <p:cNvGrpSpPr/>
        <p:nvPr/>
      </p:nvGrpSpPr>
      <p:grpSpPr>
        <a:xfrm>
          <a:off x="0" y="0"/>
          <a:ext cx="0" cy="0"/>
          <a:chOff x="0" y="0"/>
          <a:chExt cx="0" cy="0"/>
        </a:xfrm>
      </p:grpSpPr>
      <p:sp>
        <p:nvSpPr>
          <p:cNvPr id="79" name="Google Shape;7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0" name="Google Shape;80;p11"/>
          <p:cNvSpPr txBox="1">
            <a:spLocks noGrp="1"/>
          </p:cNvSpPr>
          <p:nvPr>
            <p:ph type="body" idx="1"/>
          </p:nvPr>
        </p:nvSpPr>
        <p:spPr>
          <a:xfrm rot="5400000">
            <a:off x="2309018" y="-251619"/>
            <a:ext cx="4525963" cy="8229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1" name="Google Shape;8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2" name="Google Shape;8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3" name="Google Shape;8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251067224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84"/>
        <p:cNvGrpSpPr/>
        <p:nvPr/>
      </p:nvGrpSpPr>
      <p:grpSpPr>
        <a:xfrm>
          <a:off x="0" y="0"/>
          <a:ext cx="0" cy="0"/>
          <a:chOff x="0" y="0"/>
          <a:chExt cx="0" cy="0"/>
        </a:xfrm>
      </p:grpSpPr>
      <p:sp>
        <p:nvSpPr>
          <p:cNvPr id="85" name="Google Shape;85;p12"/>
          <p:cNvSpPr txBox="1">
            <a:spLocks noGrp="1"/>
          </p:cNvSpPr>
          <p:nvPr>
            <p:ph type="title"/>
          </p:nvPr>
        </p:nvSpPr>
        <p:spPr>
          <a:xfrm rot="5400000">
            <a:off x="4732337" y="2171700"/>
            <a:ext cx="5851525" cy="20574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86" name="Google Shape;86;p12"/>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lvl="0"/>
            <a:r>
              <a:rPr lang="en-US"/>
              <a:t>Edit Master text styles</a:t>
            </a:r>
          </a:p>
        </p:txBody>
      </p:sp>
      <p:sp>
        <p:nvSpPr>
          <p:cNvPr id="87" name="Google Shape;8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8" name="Google Shape;8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lang="en-US"/>
          </a:p>
        </p:txBody>
      </p:sp>
      <p:sp>
        <p:nvSpPr>
          <p:cNvPr id="89" name="Google Shape;8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27369225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3" name="Google Shape;13;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A9C"/>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lang="en-US"/>
          </a:p>
        </p:txBody>
      </p:sp>
      <p:sp>
        <p:nvSpPr>
          <p:cNvPr id="14" name="Google Shape;14;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A9C"/>
                </a:solidFill>
                <a:latin typeface="Calibri"/>
                <a:ea typeface="Calibri"/>
                <a:cs typeface="Calibri"/>
                <a:sym typeface="Calibri"/>
              </a:defRPr>
            </a:lvl1pPr>
            <a:lvl2pPr marL="0" marR="0" lvl="1" indent="0" algn="r" rtl="0">
              <a:spcBef>
                <a:spcPts val="0"/>
              </a:spcBef>
              <a:buNone/>
              <a:defRPr sz="1200" b="0" i="0" u="none" strike="noStrike" cap="none">
                <a:solidFill>
                  <a:srgbClr val="888A9C"/>
                </a:solidFill>
                <a:latin typeface="Calibri"/>
                <a:ea typeface="Calibri"/>
                <a:cs typeface="Calibri"/>
                <a:sym typeface="Calibri"/>
              </a:defRPr>
            </a:lvl2pPr>
            <a:lvl3pPr marL="0" marR="0" lvl="2" indent="0" algn="r" rtl="0">
              <a:spcBef>
                <a:spcPts val="0"/>
              </a:spcBef>
              <a:buNone/>
              <a:defRPr sz="1200" b="0" i="0" u="none" strike="noStrike" cap="none">
                <a:solidFill>
                  <a:srgbClr val="888A9C"/>
                </a:solidFill>
                <a:latin typeface="Calibri"/>
                <a:ea typeface="Calibri"/>
                <a:cs typeface="Calibri"/>
                <a:sym typeface="Calibri"/>
              </a:defRPr>
            </a:lvl3pPr>
            <a:lvl4pPr marL="0" marR="0" lvl="3" indent="0" algn="r" rtl="0">
              <a:spcBef>
                <a:spcPts val="0"/>
              </a:spcBef>
              <a:buNone/>
              <a:defRPr sz="1200" b="0" i="0" u="none" strike="noStrike" cap="none">
                <a:solidFill>
                  <a:srgbClr val="888A9C"/>
                </a:solidFill>
                <a:latin typeface="Calibri"/>
                <a:ea typeface="Calibri"/>
                <a:cs typeface="Calibri"/>
                <a:sym typeface="Calibri"/>
              </a:defRPr>
            </a:lvl4pPr>
            <a:lvl5pPr marL="0" marR="0" lvl="4" indent="0" algn="r" rtl="0">
              <a:spcBef>
                <a:spcPts val="0"/>
              </a:spcBef>
              <a:buNone/>
              <a:defRPr sz="1200" b="0" i="0" u="none" strike="noStrike" cap="none">
                <a:solidFill>
                  <a:srgbClr val="888A9C"/>
                </a:solidFill>
                <a:latin typeface="Calibri"/>
                <a:ea typeface="Calibri"/>
                <a:cs typeface="Calibri"/>
                <a:sym typeface="Calibri"/>
              </a:defRPr>
            </a:lvl5pPr>
            <a:lvl6pPr marL="0" marR="0" lvl="5" indent="0" algn="r" rtl="0">
              <a:spcBef>
                <a:spcPts val="0"/>
              </a:spcBef>
              <a:buNone/>
              <a:defRPr sz="1200" b="0" i="0" u="none" strike="noStrike" cap="none">
                <a:solidFill>
                  <a:srgbClr val="888A9C"/>
                </a:solidFill>
                <a:latin typeface="Calibri"/>
                <a:ea typeface="Calibri"/>
                <a:cs typeface="Calibri"/>
                <a:sym typeface="Calibri"/>
              </a:defRPr>
            </a:lvl6pPr>
            <a:lvl7pPr marL="0" marR="0" lvl="6" indent="0" algn="r" rtl="0">
              <a:spcBef>
                <a:spcPts val="0"/>
              </a:spcBef>
              <a:buNone/>
              <a:defRPr sz="1200" b="0" i="0" u="none" strike="noStrike" cap="none">
                <a:solidFill>
                  <a:srgbClr val="888A9C"/>
                </a:solidFill>
                <a:latin typeface="Calibri"/>
                <a:ea typeface="Calibri"/>
                <a:cs typeface="Calibri"/>
                <a:sym typeface="Calibri"/>
              </a:defRPr>
            </a:lvl7pPr>
            <a:lvl8pPr marL="0" marR="0" lvl="7" indent="0" algn="r" rtl="0">
              <a:spcBef>
                <a:spcPts val="0"/>
              </a:spcBef>
              <a:buNone/>
              <a:defRPr sz="1200" b="0" i="0" u="none" strike="noStrike" cap="none">
                <a:solidFill>
                  <a:srgbClr val="888A9C"/>
                </a:solidFill>
                <a:latin typeface="Calibri"/>
                <a:ea typeface="Calibri"/>
                <a:cs typeface="Calibri"/>
                <a:sym typeface="Calibri"/>
              </a:defRPr>
            </a:lvl8pPr>
            <a:lvl9pPr marL="0" marR="0" lvl="8" indent="0" algn="r" rtl="0">
              <a:spcBef>
                <a:spcPts val="0"/>
              </a:spcBef>
              <a:buNone/>
              <a:defRPr sz="1200" b="0" i="0" u="none" strike="noStrike" cap="none">
                <a:solidFill>
                  <a:srgbClr val="888A9C"/>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859536403"/>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1.xml"/><Relationship Id="rId2" Type="http://schemas.openxmlformats.org/officeDocument/2006/relationships/diagramData" Target="../diagrams/data11.xml"/><Relationship Id="rId1" Type="http://schemas.openxmlformats.org/officeDocument/2006/relationships/slideLayout" Target="../slideLayouts/slideLayout2.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2.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3.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4.xml"/><Relationship Id="rId2" Type="http://schemas.openxmlformats.org/officeDocument/2006/relationships/diagramData" Target="../diagrams/data14.xml"/><Relationship Id="rId1" Type="http://schemas.openxmlformats.org/officeDocument/2006/relationships/slideLayout" Target="../slideLayouts/slideLayout2.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5.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6.xml"/><Relationship Id="rId2" Type="http://schemas.openxmlformats.org/officeDocument/2006/relationships/diagramData" Target="../diagrams/data16.xml"/><Relationship Id="rId1" Type="http://schemas.openxmlformats.org/officeDocument/2006/relationships/slideLayout" Target="../slideLayouts/slideLayout2.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7.xml"/><Relationship Id="rId2" Type="http://schemas.openxmlformats.org/officeDocument/2006/relationships/diagramData" Target="../diagrams/data17.xml"/><Relationship Id="rId1" Type="http://schemas.openxmlformats.org/officeDocument/2006/relationships/slideLayout" Target="../slideLayouts/slideLayout2.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8.xml"/><Relationship Id="rId2" Type="http://schemas.openxmlformats.org/officeDocument/2006/relationships/diagramData" Target="../diagrams/data18.xml"/><Relationship Id="rId1" Type="http://schemas.openxmlformats.org/officeDocument/2006/relationships/slideLayout" Target="../slideLayouts/slideLayout2.xml"/><Relationship Id="rId6" Type="http://schemas.microsoft.com/office/2007/relationships/diagramDrawing" Target="../diagrams/drawing18.xml"/><Relationship Id="rId5" Type="http://schemas.openxmlformats.org/officeDocument/2006/relationships/diagramColors" Target="../diagrams/colors18.xml"/><Relationship Id="rId4" Type="http://schemas.openxmlformats.org/officeDocument/2006/relationships/diagramQuickStyle" Target="../diagrams/quickStyle18.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19.xml"/><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3.xml.rels><?xml version="1.0" encoding="UTF-8" standalone="yes"?>
<Relationships xmlns="http://schemas.openxmlformats.org/package/2006/relationships"><Relationship Id="rId3" Type="http://schemas.openxmlformats.org/officeDocument/2006/relationships/diagramLayout" Target="../diagrams/layout20.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3"/>
          <p:cNvSpPr txBox="1">
            <a:spLocks noGrp="1"/>
          </p:cNvSpPr>
          <p:nvPr>
            <p:ph type="ctrTitle"/>
          </p:nvPr>
        </p:nvSpPr>
        <p:spPr>
          <a:xfrm>
            <a:off x="0" y="1065670"/>
            <a:ext cx="9144001" cy="1470025"/>
          </a:xfrm>
          <a:prstGeom prst="rect">
            <a:avLst/>
          </a:prstGeom>
          <a:noFill/>
          <a:ln>
            <a:noFill/>
          </a:ln>
        </p:spPr>
        <p:txBody>
          <a:bodyPr spcFirstLastPara="1" wrap="square" lIns="91425" tIns="45700" rIns="91425" bIns="45700" anchor="ctr" anchorCtr="0">
            <a:noAutofit/>
          </a:bodyPr>
          <a:lstStyle/>
          <a:p>
            <a:pPr>
              <a:buSzPts val="4400"/>
            </a:pPr>
            <a:r>
              <a:rPr lang="en-US" sz="4000" b="1" dirty="0"/>
              <a:t>Operating Systems </a:t>
            </a:r>
            <a:br>
              <a:rPr lang="en-US" sz="4000" b="1" dirty="0"/>
            </a:br>
            <a:r>
              <a:rPr lang="en-US" sz="4000" b="1" dirty="0"/>
              <a:t>(COS 101)</a:t>
            </a:r>
            <a:br>
              <a:rPr lang="en-US" sz="4000" b="1" dirty="0"/>
            </a:br>
            <a:endParaRPr sz="4000" dirty="0"/>
          </a:p>
        </p:txBody>
      </p:sp>
      <p:sp>
        <p:nvSpPr>
          <p:cNvPr id="100" name="Google Shape;100;p13"/>
          <p:cNvSpPr txBox="1">
            <a:spLocks noGrp="1"/>
          </p:cNvSpPr>
          <p:nvPr>
            <p:ph type="subTitle" idx="1"/>
          </p:nvPr>
        </p:nvSpPr>
        <p:spPr>
          <a:xfrm>
            <a:off x="1371600" y="2535695"/>
            <a:ext cx="6400800" cy="1216025"/>
          </a:xfrm>
          <a:prstGeom prst="rect">
            <a:avLst/>
          </a:prstGeom>
          <a:noFill/>
          <a:ln>
            <a:noFill/>
          </a:ln>
        </p:spPr>
        <p:txBody>
          <a:bodyPr spcFirstLastPara="1" wrap="square" lIns="91425" tIns="45700" rIns="91425" bIns="45700" anchor="t" anchorCtr="0">
            <a:noAutofit/>
          </a:bodyPr>
          <a:lstStyle/>
          <a:p>
            <a:pPr marL="0" lvl="0" indent="0">
              <a:spcBef>
                <a:spcPts val="0"/>
              </a:spcBef>
            </a:pPr>
            <a:r>
              <a:rPr lang="en-US" b="1" i="1" dirty="0"/>
              <a:t>Week 3</a:t>
            </a:r>
            <a:endParaRPr dirty="0"/>
          </a:p>
        </p:txBody>
      </p:sp>
    </p:spTree>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Learning Objectives</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a:t>
            </a:fld>
            <a:endParaRPr lang="en-US"/>
          </a:p>
        </p:txBody>
      </p:sp>
      <p:graphicFrame>
        <p:nvGraphicFramePr>
          <p:cNvPr id="5" name="Diagram 4">
            <a:extLst>
              <a:ext uri="{FF2B5EF4-FFF2-40B4-BE49-F238E27FC236}">
                <a16:creationId xmlns:a16="http://schemas.microsoft.com/office/drawing/2014/main" id="{CEB767DE-12FC-B5C7-0FBC-DA1D0147C877}"/>
              </a:ext>
            </a:extLst>
          </p:cNvPr>
          <p:cNvGraphicFramePr/>
          <p:nvPr>
            <p:extLst>
              <p:ext uri="{D42A27DB-BD31-4B8C-83A1-F6EECF244321}">
                <p14:modId xmlns:p14="http://schemas.microsoft.com/office/powerpoint/2010/main" val="2803936514"/>
              </p:ext>
            </p:extLst>
          </p:nvPr>
        </p:nvGraphicFramePr>
        <p:xfrm>
          <a:off x="-1730479" y="1535993"/>
          <a:ext cx="9940414" cy="467963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4041573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5">
                                            <p:graphicEl>
                                              <a:dgm id="{0FA14884-8E42-4B42-A5F6-82F38BF243C9}"/>
                                            </p:graphicEl>
                                          </p:spTgt>
                                        </p:tgtEl>
                                        <p:attrNameLst>
                                          <p:attrName>style.visibility</p:attrName>
                                        </p:attrNameLst>
                                      </p:cBhvr>
                                      <p:to>
                                        <p:strVal val="visible"/>
                                      </p:to>
                                    </p:set>
                                    <p:anim calcmode="lin" valueType="num">
                                      <p:cBhvr additive="base">
                                        <p:cTn id="7" dur="500" fill="hold"/>
                                        <p:tgtEl>
                                          <p:spTgt spid="5">
                                            <p:graphicEl>
                                              <a:dgm id="{0FA14884-8E42-4B42-A5F6-82F38BF243C9}"/>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5">
                                            <p:graphicEl>
                                              <a:dgm id="{0FA14884-8E42-4B42-A5F6-82F38BF243C9}"/>
                                            </p:graphicEl>
                                          </p:spTgt>
                                        </p:tgtEl>
                                        <p:attrNameLst>
                                          <p:attrName>ppt_y</p:attrName>
                                        </p:attrNameLst>
                                      </p:cBhvr>
                                      <p:tavLst>
                                        <p:tav tm="0">
                                          <p:val>
                                            <p:strVal val="#ppt_y"/>
                                          </p:val>
                                        </p:tav>
                                        <p:tav tm="100000">
                                          <p:val>
                                            <p:strVal val="#ppt_y"/>
                                          </p:val>
                                        </p:tav>
                                      </p:tavLst>
                                    </p:anim>
                                  </p:childTnLst>
                                </p:cTn>
                              </p:par>
                              <p:par>
                                <p:cTn id="9" presetID="2" presetClass="entr" presetSubtype="2" fill="hold" grpId="0" nodeType="withEffect">
                                  <p:stCondLst>
                                    <p:cond delay="0"/>
                                  </p:stCondLst>
                                  <p:childTnLst>
                                    <p:set>
                                      <p:cBhvr>
                                        <p:cTn id="10" dur="1" fill="hold">
                                          <p:stCondLst>
                                            <p:cond delay="0"/>
                                          </p:stCondLst>
                                        </p:cTn>
                                        <p:tgtEl>
                                          <p:spTgt spid="5">
                                            <p:graphicEl>
                                              <a:dgm id="{7E712AAD-6C95-4C91-8C31-7017C83CD0FE}"/>
                                            </p:graphicEl>
                                          </p:spTgt>
                                        </p:tgtEl>
                                        <p:attrNameLst>
                                          <p:attrName>style.visibility</p:attrName>
                                        </p:attrNameLst>
                                      </p:cBhvr>
                                      <p:to>
                                        <p:strVal val="visible"/>
                                      </p:to>
                                    </p:set>
                                    <p:anim calcmode="lin" valueType="num">
                                      <p:cBhvr additive="base">
                                        <p:cTn id="11" dur="500" fill="hold"/>
                                        <p:tgtEl>
                                          <p:spTgt spid="5">
                                            <p:graphicEl>
                                              <a:dgm id="{7E712AAD-6C95-4C91-8C31-7017C83CD0FE}"/>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5">
                                            <p:graphicEl>
                                              <a:dgm id="{7E712AAD-6C95-4C91-8C31-7017C83CD0FE}"/>
                                            </p:graphicEl>
                                          </p:spTgt>
                                        </p:tgtEl>
                                        <p:attrNameLst>
                                          <p:attrName>ppt_y</p:attrName>
                                        </p:attrNameLst>
                                      </p:cBhvr>
                                      <p:tavLst>
                                        <p:tav tm="0">
                                          <p:val>
                                            <p:strVal val="#ppt_y"/>
                                          </p:val>
                                        </p:tav>
                                        <p:tav tm="100000">
                                          <p:val>
                                            <p:strVal val="#ppt_y"/>
                                          </p:val>
                                        </p:tav>
                                      </p:tavLst>
                                    </p:anim>
                                  </p:childTnLst>
                                </p:cTn>
                              </p:par>
                              <p:par>
                                <p:cTn id="13" presetID="2" presetClass="entr" presetSubtype="2" fill="hold" grpId="0" nodeType="withEffect">
                                  <p:stCondLst>
                                    <p:cond delay="0"/>
                                  </p:stCondLst>
                                  <p:childTnLst>
                                    <p:set>
                                      <p:cBhvr>
                                        <p:cTn id="14" dur="1" fill="hold">
                                          <p:stCondLst>
                                            <p:cond delay="0"/>
                                          </p:stCondLst>
                                        </p:cTn>
                                        <p:tgtEl>
                                          <p:spTgt spid="5">
                                            <p:graphicEl>
                                              <a:dgm id="{F49EEEB3-827A-4647-AEF5-C4362CF8E1E9}"/>
                                            </p:graphicEl>
                                          </p:spTgt>
                                        </p:tgtEl>
                                        <p:attrNameLst>
                                          <p:attrName>style.visibility</p:attrName>
                                        </p:attrNameLst>
                                      </p:cBhvr>
                                      <p:to>
                                        <p:strVal val="visible"/>
                                      </p:to>
                                    </p:set>
                                    <p:anim calcmode="lin" valueType="num">
                                      <p:cBhvr additive="base">
                                        <p:cTn id="15" dur="500" fill="hold"/>
                                        <p:tgtEl>
                                          <p:spTgt spid="5">
                                            <p:graphicEl>
                                              <a:dgm id="{F49EEEB3-827A-4647-AEF5-C4362CF8E1E9}"/>
                                            </p:graphicEl>
                                          </p:spTgt>
                                        </p:tgtEl>
                                        <p:attrNameLst>
                                          <p:attrName>ppt_x</p:attrName>
                                        </p:attrNameLst>
                                      </p:cBhvr>
                                      <p:tavLst>
                                        <p:tav tm="0">
                                          <p:val>
                                            <p:strVal val="1+#ppt_w/2"/>
                                          </p:val>
                                        </p:tav>
                                        <p:tav tm="100000">
                                          <p:val>
                                            <p:strVal val="#ppt_x"/>
                                          </p:val>
                                        </p:tav>
                                      </p:tavLst>
                                    </p:anim>
                                    <p:anim calcmode="lin" valueType="num">
                                      <p:cBhvr additive="base">
                                        <p:cTn id="16" dur="500" fill="hold"/>
                                        <p:tgtEl>
                                          <p:spTgt spid="5">
                                            <p:graphicEl>
                                              <a:dgm id="{F49EEEB3-827A-4647-AEF5-C4362CF8E1E9}"/>
                                            </p:graphicEl>
                                          </p:spTgt>
                                        </p:tgtEl>
                                        <p:attrNameLst>
                                          <p:attrName>ppt_y</p:attrName>
                                        </p:attrNameLst>
                                      </p:cBhvr>
                                      <p:tavLst>
                                        <p:tav tm="0">
                                          <p:val>
                                            <p:strVal val="#ppt_y"/>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2" fill="hold" grpId="0" nodeType="clickEffect">
                                  <p:stCondLst>
                                    <p:cond delay="0"/>
                                  </p:stCondLst>
                                  <p:childTnLst>
                                    <p:set>
                                      <p:cBhvr>
                                        <p:cTn id="20" dur="1" fill="hold">
                                          <p:stCondLst>
                                            <p:cond delay="0"/>
                                          </p:stCondLst>
                                        </p:cTn>
                                        <p:tgtEl>
                                          <p:spTgt spid="5">
                                            <p:graphicEl>
                                              <a:dgm id="{221F3C21-9418-4DD7-9FF6-6540B692B6AB}"/>
                                            </p:graphicEl>
                                          </p:spTgt>
                                        </p:tgtEl>
                                        <p:attrNameLst>
                                          <p:attrName>style.visibility</p:attrName>
                                        </p:attrNameLst>
                                      </p:cBhvr>
                                      <p:to>
                                        <p:strVal val="visible"/>
                                      </p:to>
                                    </p:set>
                                    <p:anim calcmode="lin" valueType="num">
                                      <p:cBhvr additive="base">
                                        <p:cTn id="21" dur="500" fill="hold"/>
                                        <p:tgtEl>
                                          <p:spTgt spid="5">
                                            <p:graphicEl>
                                              <a:dgm id="{221F3C21-9418-4DD7-9FF6-6540B692B6AB}"/>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5">
                                            <p:graphicEl>
                                              <a:dgm id="{221F3C21-9418-4DD7-9FF6-6540B692B6AB}"/>
                                            </p:graphicEl>
                                          </p:spTgt>
                                        </p:tgtEl>
                                        <p:attrNameLst>
                                          <p:attrName>ppt_y</p:attrName>
                                        </p:attrNameLst>
                                      </p:cBhvr>
                                      <p:tavLst>
                                        <p:tav tm="0">
                                          <p:val>
                                            <p:strVal val="#ppt_y"/>
                                          </p:val>
                                        </p:tav>
                                        <p:tav tm="100000">
                                          <p:val>
                                            <p:strVal val="#ppt_y"/>
                                          </p:val>
                                        </p:tav>
                                      </p:tavLst>
                                    </p:anim>
                                  </p:childTnLst>
                                </p:cTn>
                              </p:par>
                              <p:par>
                                <p:cTn id="23" presetID="2" presetClass="entr" presetSubtype="2" fill="hold" grpId="0" nodeType="withEffect">
                                  <p:stCondLst>
                                    <p:cond delay="0"/>
                                  </p:stCondLst>
                                  <p:childTnLst>
                                    <p:set>
                                      <p:cBhvr>
                                        <p:cTn id="24" dur="1" fill="hold">
                                          <p:stCondLst>
                                            <p:cond delay="0"/>
                                          </p:stCondLst>
                                        </p:cTn>
                                        <p:tgtEl>
                                          <p:spTgt spid="5">
                                            <p:graphicEl>
                                              <a:dgm id="{0A5248CE-8698-47EF-B9C7-1B78E19EDA41}"/>
                                            </p:graphicEl>
                                          </p:spTgt>
                                        </p:tgtEl>
                                        <p:attrNameLst>
                                          <p:attrName>style.visibility</p:attrName>
                                        </p:attrNameLst>
                                      </p:cBhvr>
                                      <p:to>
                                        <p:strVal val="visible"/>
                                      </p:to>
                                    </p:set>
                                    <p:anim calcmode="lin" valueType="num">
                                      <p:cBhvr additive="base">
                                        <p:cTn id="25" dur="500" fill="hold"/>
                                        <p:tgtEl>
                                          <p:spTgt spid="5">
                                            <p:graphicEl>
                                              <a:dgm id="{0A5248CE-8698-47EF-B9C7-1B78E19EDA41}"/>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5">
                                            <p:graphicEl>
                                              <a:dgm id="{0A5248CE-8698-47EF-B9C7-1B78E19EDA41}"/>
                                            </p:graphicEl>
                                          </p:spTgt>
                                        </p:tgtEl>
                                        <p:attrNameLst>
                                          <p:attrName>ppt_y</p:attrName>
                                        </p:attrNameLst>
                                      </p:cBhvr>
                                      <p:tavLst>
                                        <p:tav tm="0">
                                          <p:val>
                                            <p:strVal val="#ppt_y"/>
                                          </p:val>
                                        </p:tav>
                                        <p:tav tm="100000">
                                          <p:val>
                                            <p:strVal val="#ppt_y"/>
                                          </p:val>
                                        </p:tav>
                                      </p:tavLst>
                                    </p:anim>
                                  </p:childTnLst>
                                </p:cTn>
                              </p:par>
                              <p:par>
                                <p:cTn id="27" presetID="2" presetClass="entr" presetSubtype="2" fill="hold" grpId="0" nodeType="withEffect">
                                  <p:stCondLst>
                                    <p:cond delay="0"/>
                                  </p:stCondLst>
                                  <p:childTnLst>
                                    <p:set>
                                      <p:cBhvr>
                                        <p:cTn id="28" dur="1" fill="hold">
                                          <p:stCondLst>
                                            <p:cond delay="0"/>
                                          </p:stCondLst>
                                        </p:cTn>
                                        <p:tgtEl>
                                          <p:spTgt spid="5">
                                            <p:graphicEl>
                                              <a:dgm id="{17BE2427-C615-4C33-90F1-260E1A7CBEE0}"/>
                                            </p:graphicEl>
                                          </p:spTgt>
                                        </p:tgtEl>
                                        <p:attrNameLst>
                                          <p:attrName>style.visibility</p:attrName>
                                        </p:attrNameLst>
                                      </p:cBhvr>
                                      <p:to>
                                        <p:strVal val="visible"/>
                                      </p:to>
                                    </p:set>
                                    <p:anim calcmode="lin" valueType="num">
                                      <p:cBhvr additive="base">
                                        <p:cTn id="29" dur="500" fill="hold"/>
                                        <p:tgtEl>
                                          <p:spTgt spid="5">
                                            <p:graphicEl>
                                              <a:dgm id="{17BE2427-C615-4C33-90F1-260E1A7CBEE0}"/>
                                            </p:graphic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5">
                                            <p:graphicEl>
                                              <a:dgm id="{17BE2427-C615-4C33-90F1-260E1A7CBEE0}"/>
                                            </p:graphic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2" fill="hold" grpId="0" nodeType="clickEffect">
                                  <p:stCondLst>
                                    <p:cond delay="0"/>
                                  </p:stCondLst>
                                  <p:childTnLst>
                                    <p:set>
                                      <p:cBhvr>
                                        <p:cTn id="34" dur="1" fill="hold">
                                          <p:stCondLst>
                                            <p:cond delay="0"/>
                                          </p:stCondLst>
                                        </p:cTn>
                                        <p:tgtEl>
                                          <p:spTgt spid="5">
                                            <p:graphicEl>
                                              <a:dgm id="{73C50C6D-54E6-4846-9BD0-0C93FDECDFEA}"/>
                                            </p:graphicEl>
                                          </p:spTgt>
                                        </p:tgtEl>
                                        <p:attrNameLst>
                                          <p:attrName>style.visibility</p:attrName>
                                        </p:attrNameLst>
                                      </p:cBhvr>
                                      <p:to>
                                        <p:strVal val="visible"/>
                                      </p:to>
                                    </p:set>
                                    <p:anim calcmode="lin" valueType="num">
                                      <p:cBhvr additive="base">
                                        <p:cTn id="35" dur="500" fill="hold"/>
                                        <p:tgtEl>
                                          <p:spTgt spid="5">
                                            <p:graphicEl>
                                              <a:dgm id="{73C50C6D-54E6-4846-9BD0-0C93FDECDFEA}"/>
                                            </p:graphic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5">
                                            <p:graphicEl>
                                              <a:dgm id="{73C50C6D-54E6-4846-9BD0-0C93FDECDFEA}"/>
                                            </p:graphicEl>
                                          </p:spTgt>
                                        </p:tgtEl>
                                        <p:attrNameLst>
                                          <p:attrName>ppt_y</p:attrName>
                                        </p:attrNameLst>
                                      </p:cBhvr>
                                      <p:tavLst>
                                        <p:tav tm="0">
                                          <p:val>
                                            <p:strVal val="#ppt_y"/>
                                          </p:val>
                                        </p:tav>
                                        <p:tav tm="100000">
                                          <p:val>
                                            <p:strVal val="#ppt_y"/>
                                          </p:val>
                                        </p:tav>
                                      </p:tavLst>
                                    </p:anim>
                                  </p:childTnLst>
                                </p:cTn>
                              </p:par>
                              <p:par>
                                <p:cTn id="37" presetID="2" presetClass="entr" presetSubtype="2" fill="hold" grpId="0" nodeType="withEffect">
                                  <p:stCondLst>
                                    <p:cond delay="0"/>
                                  </p:stCondLst>
                                  <p:childTnLst>
                                    <p:set>
                                      <p:cBhvr>
                                        <p:cTn id="38" dur="1" fill="hold">
                                          <p:stCondLst>
                                            <p:cond delay="0"/>
                                          </p:stCondLst>
                                        </p:cTn>
                                        <p:tgtEl>
                                          <p:spTgt spid="5">
                                            <p:graphicEl>
                                              <a:dgm id="{A98055A8-8165-4953-B8A3-9F1EDADFC2B8}"/>
                                            </p:graphicEl>
                                          </p:spTgt>
                                        </p:tgtEl>
                                        <p:attrNameLst>
                                          <p:attrName>style.visibility</p:attrName>
                                        </p:attrNameLst>
                                      </p:cBhvr>
                                      <p:to>
                                        <p:strVal val="visible"/>
                                      </p:to>
                                    </p:set>
                                    <p:anim calcmode="lin" valueType="num">
                                      <p:cBhvr additive="base">
                                        <p:cTn id="39" dur="500" fill="hold"/>
                                        <p:tgtEl>
                                          <p:spTgt spid="5">
                                            <p:graphicEl>
                                              <a:dgm id="{A98055A8-8165-4953-B8A3-9F1EDADFC2B8}"/>
                                            </p:graphicEl>
                                          </p:spTgt>
                                        </p:tgtEl>
                                        <p:attrNameLst>
                                          <p:attrName>ppt_x</p:attrName>
                                        </p:attrNameLst>
                                      </p:cBhvr>
                                      <p:tavLst>
                                        <p:tav tm="0">
                                          <p:val>
                                            <p:strVal val="1+#ppt_w/2"/>
                                          </p:val>
                                        </p:tav>
                                        <p:tav tm="100000">
                                          <p:val>
                                            <p:strVal val="#ppt_x"/>
                                          </p:val>
                                        </p:tav>
                                      </p:tavLst>
                                    </p:anim>
                                    <p:anim calcmode="lin" valueType="num">
                                      <p:cBhvr additive="base">
                                        <p:cTn id="40" dur="500" fill="hold"/>
                                        <p:tgtEl>
                                          <p:spTgt spid="5">
                                            <p:graphicEl>
                                              <a:dgm id="{A98055A8-8165-4953-B8A3-9F1EDADFC2B8}"/>
                                            </p:graphicEl>
                                          </p:spTgt>
                                        </p:tgtEl>
                                        <p:attrNameLst>
                                          <p:attrName>ppt_y</p:attrName>
                                        </p:attrNameLst>
                                      </p:cBhvr>
                                      <p:tavLst>
                                        <p:tav tm="0">
                                          <p:val>
                                            <p:strVal val="#ppt_y"/>
                                          </p:val>
                                        </p:tav>
                                        <p:tav tm="100000">
                                          <p:val>
                                            <p:strVal val="#ppt_y"/>
                                          </p:val>
                                        </p:tav>
                                      </p:tavLst>
                                    </p:anim>
                                  </p:childTnLst>
                                </p:cTn>
                              </p:par>
                              <p:par>
                                <p:cTn id="41" presetID="2" presetClass="entr" presetSubtype="2" fill="hold" grpId="0" nodeType="withEffect">
                                  <p:stCondLst>
                                    <p:cond delay="0"/>
                                  </p:stCondLst>
                                  <p:childTnLst>
                                    <p:set>
                                      <p:cBhvr>
                                        <p:cTn id="42" dur="1" fill="hold">
                                          <p:stCondLst>
                                            <p:cond delay="0"/>
                                          </p:stCondLst>
                                        </p:cTn>
                                        <p:tgtEl>
                                          <p:spTgt spid="5">
                                            <p:graphicEl>
                                              <a:dgm id="{1B4335A3-C0B8-4568-BDF0-A4BF1AEE7DD7}"/>
                                            </p:graphicEl>
                                          </p:spTgt>
                                        </p:tgtEl>
                                        <p:attrNameLst>
                                          <p:attrName>style.visibility</p:attrName>
                                        </p:attrNameLst>
                                      </p:cBhvr>
                                      <p:to>
                                        <p:strVal val="visible"/>
                                      </p:to>
                                    </p:set>
                                    <p:anim calcmode="lin" valueType="num">
                                      <p:cBhvr additive="base">
                                        <p:cTn id="43" dur="500" fill="hold"/>
                                        <p:tgtEl>
                                          <p:spTgt spid="5">
                                            <p:graphicEl>
                                              <a:dgm id="{1B4335A3-C0B8-4568-BDF0-A4BF1AEE7DD7}"/>
                                            </p:graphic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5">
                                            <p:graphicEl>
                                              <a:dgm id="{1B4335A3-C0B8-4568-BDF0-A4BF1AEE7DD7}"/>
                                            </p:graphic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5">
                                            <p:graphicEl>
                                              <a:dgm id="{89C031F5-BCC0-40C1-AC10-1C10453D3987}"/>
                                            </p:graphicEl>
                                          </p:spTgt>
                                        </p:tgtEl>
                                        <p:attrNameLst>
                                          <p:attrName>style.visibility</p:attrName>
                                        </p:attrNameLst>
                                      </p:cBhvr>
                                      <p:to>
                                        <p:strVal val="visible"/>
                                      </p:to>
                                    </p:set>
                                    <p:anim calcmode="lin" valueType="num">
                                      <p:cBhvr additive="base">
                                        <p:cTn id="49" dur="500" fill="hold"/>
                                        <p:tgtEl>
                                          <p:spTgt spid="5">
                                            <p:graphicEl>
                                              <a:dgm id="{89C031F5-BCC0-40C1-AC10-1C10453D3987}"/>
                                            </p:graphic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5">
                                            <p:graphicEl>
                                              <a:dgm id="{89C031F5-BCC0-40C1-AC10-1C10453D3987}"/>
                                            </p:graphicEl>
                                          </p:spTgt>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5">
                                            <p:graphicEl>
                                              <a:dgm id="{699F7BB3-CF4E-49E9-9963-DF4316075100}"/>
                                            </p:graphicEl>
                                          </p:spTgt>
                                        </p:tgtEl>
                                        <p:attrNameLst>
                                          <p:attrName>style.visibility</p:attrName>
                                        </p:attrNameLst>
                                      </p:cBhvr>
                                      <p:to>
                                        <p:strVal val="visible"/>
                                      </p:to>
                                    </p:set>
                                    <p:anim calcmode="lin" valueType="num">
                                      <p:cBhvr additive="base">
                                        <p:cTn id="53" dur="500" fill="hold"/>
                                        <p:tgtEl>
                                          <p:spTgt spid="5">
                                            <p:graphicEl>
                                              <a:dgm id="{699F7BB3-CF4E-49E9-9963-DF4316075100}"/>
                                            </p:graphic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5">
                                            <p:graphicEl>
                                              <a:dgm id="{699F7BB3-CF4E-49E9-9963-DF4316075100}"/>
                                            </p:graphicEl>
                                          </p:spTgt>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5">
                                            <p:graphicEl>
                                              <a:dgm id="{A949858D-344E-41C9-9E5B-EDBE4EF8494D}"/>
                                            </p:graphicEl>
                                          </p:spTgt>
                                        </p:tgtEl>
                                        <p:attrNameLst>
                                          <p:attrName>style.visibility</p:attrName>
                                        </p:attrNameLst>
                                      </p:cBhvr>
                                      <p:to>
                                        <p:strVal val="visible"/>
                                      </p:to>
                                    </p:set>
                                    <p:anim calcmode="lin" valueType="num">
                                      <p:cBhvr additive="base">
                                        <p:cTn id="57" dur="500" fill="hold"/>
                                        <p:tgtEl>
                                          <p:spTgt spid="5">
                                            <p:graphicEl>
                                              <a:dgm id="{A949858D-344E-41C9-9E5B-EDBE4EF8494D}"/>
                                            </p:graphicEl>
                                          </p:spTgt>
                                        </p:tgtEl>
                                        <p:attrNameLst>
                                          <p:attrName>ppt_x</p:attrName>
                                        </p:attrNameLst>
                                      </p:cBhvr>
                                      <p:tavLst>
                                        <p:tav tm="0">
                                          <p:val>
                                            <p:strVal val="1+#ppt_w/2"/>
                                          </p:val>
                                        </p:tav>
                                        <p:tav tm="100000">
                                          <p:val>
                                            <p:strVal val="#ppt_x"/>
                                          </p:val>
                                        </p:tav>
                                      </p:tavLst>
                                    </p:anim>
                                    <p:anim calcmode="lin" valueType="num">
                                      <p:cBhvr additive="base">
                                        <p:cTn id="58" dur="500" fill="hold"/>
                                        <p:tgtEl>
                                          <p:spTgt spid="5">
                                            <p:graphicEl>
                                              <a:dgm id="{A949858D-344E-41C9-9E5B-EDBE4EF8494D}"/>
                                            </p:graphicEl>
                                          </p:spTgt>
                                        </p:tgtEl>
                                        <p:attrNameLst>
                                          <p:attrName>ppt_y</p:attrName>
                                        </p:attrNameLst>
                                      </p:cBhvr>
                                      <p:tavLst>
                                        <p:tav tm="0">
                                          <p:val>
                                            <p:strVal val="#ppt_y"/>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2" fill="hold" grpId="0" nodeType="clickEffect">
                                  <p:stCondLst>
                                    <p:cond delay="0"/>
                                  </p:stCondLst>
                                  <p:childTnLst>
                                    <p:set>
                                      <p:cBhvr>
                                        <p:cTn id="62" dur="1" fill="hold">
                                          <p:stCondLst>
                                            <p:cond delay="0"/>
                                          </p:stCondLst>
                                        </p:cTn>
                                        <p:tgtEl>
                                          <p:spTgt spid="5">
                                            <p:graphicEl>
                                              <a:dgm id="{13A43879-CE88-4467-B1AD-080F481905BF}"/>
                                            </p:graphicEl>
                                          </p:spTgt>
                                        </p:tgtEl>
                                        <p:attrNameLst>
                                          <p:attrName>style.visibility</p:attrName>
                                        </p:attrNameLst>
                                      </p:cBhvr>
                                      <p:to>
                                        <p:strVal val="visible"/>
                                      </p:to>
                                    </p:set>
                                    <p:anim calcmode="lin" valueType="num">
                                      <p:cBhvr additive="base">
                                        <p:cTn id="63" dur="500" fill="hold"/>
                                        <p:tgtEl>
                                          <p:spTgt spid="5">
                                            <p:graphicEl>
                                              <a:dgm id="{13A43879-CE88-4467-B1AD-080F481905BF}"/>
                                            </p:graphicEl>
                                          </p:spTgt>
                                        </p:tgtEl>
                                        <p:attrNameLst>
                                          <p:attrName>ppt_x</p:attrName>
                                        </p:attrNameLst>
                                      </p:cBhvr>
                                      <p:tavLst>
                                        <p:tav tm="0">
                                          <p:val>
                                            <p:strVal val="1+#ppt_w/2"/>
                                          </p:val>
                                        </p:tav>
                                        <p:tav tm="100000">
                                          <p:val>
                                            <p:strVal val="#ppt_x"/>
                                          </p:val>
                                        </p:tav>
                                      </p:tavLst>
                                    </p:anim>
                                    <p:anim calcmode="lin" valueType="num">
                                      <p:cBhvr additive="base">
                                        <p:cTn id="64" dur="500" fill="hold"/>
                                        <p:tgtEl>
                                          <p:spTgt spid="5">
                                            <p:graphicEl>
                                              <a:dgm id="{13A43879-CE88-4467-B1AD-080F481905BF}"/>
                                            </p:graphicEl>
                                          </p:spTgt>
                                        </p:tgtEl>
                                        <p:attrNameLst>
                                          <p:attrName>ppt_y</p:attrName>
                                        </p:attrNameLst>
                                      </p:cBhvr>
                                      <p:tavLst>
                                        <p:tav tm="0">
                                          <p:val>
                                            <p:strVal val="#ppt_y"/>
                                          </p:val>
                                        </p:tav>
                                        <p:tav tm="100000">
                                          <p:val>
                                            <p:strVal val="#ppt_y"/>
                                          </p:val>
                                        </p:tav>
                                      </p:tavLst>
                                    </p:anim>
                                  </p:childTnLst>
                                </p:cTn>
                              </p:par>
                              <p:par>
                                <p:cTn id="65" presetID="2" presetClass="entr" presetSubtype="2" fill="hold" grpId="0" nodeType="withEffect">
                                  <p:stCondLst>
                                    <p:cond delay="0"/>
                                  </p:stCondLst>
                                  <p:childTnLst>
                                    <p:set>
                                      <p:cBhvr>
                                        <p:cTn id="66" dur="1" fill="hold">
                                          <p:stCondLst>
                                            <p:cond delay="0"/>
                                          </p:stCondLst>
                                        </p:cTn>
                                        <p:tgtEl>
                                          <p:spTgt spid="5">
                                            <p:graphicEl>
                                              <a:dgm id="{F57F2A5B-C774-44BE-96AD-F423DF044808}"/>
                                            </p:graphicEl>
                                          </p:spTgt>
                                        </p:tgtEl>
                                        <p:attrNameLst>
                                          <p:attrName>style.visibility</p:attrName>
                                        </p:attrNameLst>
                                      </p:cBhvr>
                                      <p:to>
                                        <p:strVal val="visible"/>
                                      </p:to>
                                    </p:set>
                                    <p:anim calcmode="lin" valueType="num">
                                      <p:cBhvr additive="base">
                                        <p:cTn id="67" dur="500" fill="hold"/>
                                        <p:tgtEl>
                                          <p:spTgt spid="5">
                                            <p:graphicEl>
                                              <a:dgm id="{F57F2A5B-C774-44BE-96AD-F423DF044808}"/>
                                            </p:graphicEl>
                                          </p:spTgt>
                                        </p:tgtEl>
                                        <p:attrNameLst>
                                          <p:attrName>ppt_x</p:attrName>
                                        </p:attrNameLst>
                                      </p:cBhvr>
                                      <p:tavLst>
                                        <p:tav tm="0">
                                          <p:val>
                                            <p:strVal val="1+#ppt_w/2"/>
                                          </p:val>
                                        </p:tav>
                                        <p:tav tm="100000">
                                          <p:val>
                                            <p:strVal val="#ppt_x"/>
                                          </p:val>
                                        </p:tav>
                                      </p:tavLst>
                                    </p:anim>
                                    <p:anim calcmode="lin" valueType="num">
                                      <p:cBhvr additive="base">
                                        <p:cTn id="68" dur="500" fill="hold"/>
                                        <p:tgtEl>
                                          <p:spTgt spid="5">
                                            <p:graphicEl>
                                              <a:dgm id="{F57F2A5B-C774-44BE-96AD-F423DF044808}"/>
                                            </p:graphicEl>
                                          </p:spTgt>
                                        </p:tgtEl>
                                        <p:attrNameLst>
                                          <p:attrName>ppt_y</p:attrName>
                                        </p:attrNameLst>
                                      </p:cBhvr>
                                      <p:tavLst>
                                        <p:tav tm="0">
                                          <p:val>
                                            <p:strVal val="#ppt_y"/>
                                          </p:val>
                                        </p:tav>
                                        <p:tav tm="100000">
                                          <p:val>
                                            <p:strVal val="#ppt_y"/>
                                          </p:val>
                                        </p:tav>
                                      </p:tavLst>
                                    </p:anim>
                                  </p:childTnLst>
                                </p:cTn>
                              </p:par>
                              <p:par>
                                <p:cTn id="69" presetID="2" presetClass="entr" presetSubtype="2" fill="hold" grpId="0" nodeType="withEffect">
                                  <p:stCondLst>
                                    <p:cond delay="0"/>
                                  </p:stCondLst>
                                  <p:childTnLst>
                                    <p:set>
                                      <p:cBhvr>
                                        <p:cTn id="70" dur="1" fill="hold">
                                          <p:stCondLst>
                                            <p:cond delay="0"/>
                                          </p:stCondLst>
                                        </p:cTn>
                                        <p:tgtEl>
                                          <p:spTgt spid="5">
                                            <p:graphicEl>
                                              <a:dgm id="{B6F5EB3D-98A8-4472-B7E6-EB07ABCBEB12}"/>
                                            </p:graphicEl>
                                          </p:spTgt>
                                        </p:tgtEl>
                                        <p:attrNameLst>
                                          <p:attrName>style.visibility</p:attrName>
                                        </p:attrNameLst>
                                      </p:cBhvr>
                                      <p:to>
                                        <p:strVal val="visible"/>
                                      </p:to>
                                    </p:set>
                                    <p:anim calcmode="lin" valueType="num">
                                      <p:cBhvr additive="base">
                                        <p:cTn id="71" dur="500" fill="hold"/>
                                        <p:tgtEl>
                                          <p:spTgt spid="5">
                                            <p:graphicEl>
                                              <a:dgm id="{B6F5EB3D-98A8-4472-B7E6-EB07ABCBEB12}"/>
                                            </p:graphicEl>
                                          </p:spTgt>
                                        </p:tgtEl>
                                        <p:attrNameLst>
                                          <p:attrName>ppt_x</p:attrName>
                                        </p:attrNameLst>
                                      </p:cBhvr>
                                      <p:tavLst>
                                        <p:tav tm="0">
                                          <p:val>
                                            <p:strVal val="1+#ppt_w/2"/>
                                          </p:val>
                                        </p:tav>
                                        <p:tav tm="100000">
                                          <p:val>
                                            <p:strVal val="#ppt_x"/>
                                          </p:val>
                                        </p:tav>
                                      </p:tavLst>
                                    </p:anim>
                                    <p:anim calcmode="lin" valueType="num">
                                      <p:cBhvr additive="base">
                                        <p:cTn id="72" dur="500" fill="hold"/>
                                        <p:tgtEl>
                                          <p:spTgt spid="5">
                                            <p:graphicEl>
                                              <a:dgm id="{B6F5EB3D-98A8-4472-B7E6-EB07ABCBEB12}"/>
                                            </p:graphicEl>
                                          </p:spTgt>
                                        </p:tgtEl>
                                        <p:attrNameLst>
                                          <p:attrName>ppt_y</p:attrName>
                                        </p:attrNameLst>
                                      </p:cBhvr>
                                      <p:tavLst>
                                        <p:tav tm="0">
                                          <p:val>
                                            <p:strVal val="#ppt_y"/>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2" fill="hold" grpId="0" nodeType="clickEffect">
                                  <p:stCondLst>
                                    <p:cond delay="0"/>
                                  </p:stCondLst>
                                  <p:childTnLst>
                                    <p:set>
                                      <p:cBhvr>
                                        <p:cTn id="76" dur="1" fill="hold">
                                          <p:stCondLst>
                                            <p:cond delay="0"/>
                                          </p:stCondLst>
                                        </p:cTn>
                                        <p:tgtEl>
                                          <p:spTgt spid="5">
                                            <p:graphicEl>
                                              <a:dgm id="{54D36420-B320-4751-AF25-9495701141FA}"/>
                                            </p:graphicEl>
                                          </p:spTgt>
                                        </p:tgtEl>
                                        <p:attrNameLst>
                                          <p:attrName>style.visibility</p:attrName>
                                        </p:attrNameLst>
                                      </p:cBhvr>
                                      <p:to>
                                        <p:strVal val="visible"/>
                                      </p:to>
                                    </p:set>
                                    <p:anim calcmode="lin" valueType="num">
                                      <p:cBhvr additive="base">
                                        <p:cTn id="77" dur="500" fill="hold"/>
                                        <p:tgtEl>
                                          <p:spTgt spid="5">
                                            <p:graphicEl>
                                              <a:dgm id="{54D36420-B320-4751-AF25-9495701141FA}"/>
                                            </p:graphicEl>
                                          </p:spTgt>
                                        </p:tgtEl>
                                        <p:attrNameLst>
                                          <p:attrName>ppt_x</p:attrName>
                                        </p:attrNameLst>
                                      </p:cBhvr>
                                      <p:tavLst>
                                        <p:tav tm="0">
                                          <p:val>
                                            <p:strVal val="1+#ppt_w/2"/>
                                          </p:val>
                                        </p:tav>
                                        <p:tav tm="100000">
                                          <p:val>
                                            <p:strVal val="#ppt_x"/>
                                          </p:val>
                                        </p:tav>
                                      </p:tavLst>
                                    </p:anim>
                                    <p:anim calcmode="lin" valueType="num">
                                      <p:cBhvr additive="base">
                                        <p:cTn id="78" dur="500" fill="hold"/>
                                        <p:tgtEl>
                                          <p:spTgt spid="5">
                                            <p:graphicEl>
                                              <a:dgm id="{54D36420-B320-4751-AF25-9495701141FA}"/>
                                            </p:graphicEl>
                                          </p:spTgt>
                                        </p:tgtEl>
                                        <p:attrNameLst>
                                          <p:attrName>ppt_y</p:attrName>
                                        </p:attrNameLst>
                                      </p:cBhvr>
                                      <p:tavLst>
                                        <p:tav tm="0">
                                          <p:val>
                                            <p:strVal val="#ppt_y"/>
                                          </p:val>
                                        </p:tav>
                                        <p:tav tm="100000">
                                          <p:val>
                                            <p:strVal val="#ppt_y"/>
                                          </p:val>
                                        </p:tav>
                                      </p:tavLst>
                                    </p:anim>
                                  </p:childTnLst>
                                </p:cTn>
                              </p:par>
                              <p:par>
                                <p:cTn id="79" presetID="2" presetClass="entr" presetSubtype="2" fill="hold" grpId="0" nodeType="withEffect">
                                  <p:stCondLst>
                                    <p:cond delay="0"/>
                                  </p:stCondLst>
                                  <p:childTnLst>
                                    <p:set>
                                      <p:cBhvr>
                                        <p:cTn id="80" dur="1" fill="hold">
                                          <p:stCondLst>
                                            <p:cond delay="0"/>
                                          </p:stCondLst>
                                        </p:cTn>
                                        <p:tgtEl>
                                          <p:spTgt spid="5">
                                            <p:graphicEl>
                                              <a:dgm id="{10C899B8-CB5D-4E53-A78E-AAB0EA30A6CA}"/>
                                            </p:graphicEl>
                                          </p:spTgt>
                                        </p:tgtEl>
                                        <p:attrNameLst>
                                          <p:attrName>style.visibility</p:attrName>
                                        </p:attrNameLst>
                                      </p:cBhvr>
                                      <p:to>
                                        <p:strVal val="visible"/>
                                      </p:to>
                                    </p:set>
                                    <p:anim calcmode="lin" valueType="num">
                                      <p:cBhvr additive="base">
                                        <p:cTn id="81" dur="500" fill="hold"/>
                                        <p:tgtEl>
                                          <p:spTgt spid="5">
                                            <p:graphicEl>
                                              <a:dgm id="{10C899B8-CB5D-4E53-A78E-AAB0EA30A6CA}"/>
                                            </p:graphicEl>
                                          </p:spTgt>
                                        </p:tgtEl>
                                        <p:attrNameLst>
                                          <p:attrName>ppt_x</p:attrName>
                                        </p:attrNameLst>
                                      </p:cBhvr>
                                      <p:tavLst>
                                        <p:tav tm="0">
                                          <p:val>
                                            <p:strVal val="1+#ppt_w/2"/>
                                          </p:val>
                                        </p:tav>
                                        <p:tav tm="100000">
                                          <p:val>
                                            <p:strVal val="#ppt_x"/>
                                          </p:val>
                                        </p:tav>
                                      </p:tavLst>
                                    </p:anim>
                                    <p:anim calcmode="lin" valueType="num">
                                      <p:cBhvr additive="base">
                                        <p:cTn id="82" dur="500" fill="hold"/>
                                        <p:tgtEl>
                                          <p:spTgt spid="5">
                                            <p:graphicEl>
                                              <a:dgm id="{10C899B8-CB5D-4E53-A78E-AAB0EA30A6CA}"/>
                                            </p:graphicEl>
                                          </p:spTgt>
                                        </p:tgtEl>
                                        <p:attrNameLst>
                                          <p:attrName>ppt_y</p:attrName>
                                        </p:attrNameLst>
                                      </p:cBhvr>
                                      <p:tavLst>
                                        <p:tav tm="0">
                                          <p:val>
                                            <p:strVal val="#ppt_y"/>
                                          </p:val>
                                        </p:tav>
                                        <p:tav tm="100000">
                                          <p:val>
                                            <p:strVal val="#ppt_y"/>
                                          </p:val>
                                        </p:tav>
                                      </p:tavLst>
                                    </p:anim>
                                  </p:childTnLst>
                                </p:cTn>
                              </p:par>
                              <p:par>
                                <p:cTn id="83" presetID="2" presetClass="entr" presetSubtype="2" fill="hold" grpId="0" nodeType="withEffect">
                                  <p:stCondLst>
                                    <p:cond delay="0"/>
                                  </p:stCondLst>
                                  <p:childTnLst>
                                    <p:set>
                                      <p:cBhvr>
                                        <p:cTn id="84" dur="1" fill="hold">
                                          <p:stCondLst>
                                            <p:cond delay="0"/>
                                          </p:stCondLst>
                                        </p:cTn>
                                        <p:tgtEl>
                                          <p:spTgt spid="5">
                                            <p:graphicEl>
                                              <a:dgm id="{E21F195A-1AEB-4D68-9CE7-C2880CC90C6C}"/>
                                            </p:graphicEl>
                                          </p:spTgt>
                                        </p:tgtEl>
                                        <p:attrNameLst>
                                          <p:attrName>style.visibility</p:attrName>
                                        </p:attrNameLst>
                                      </p:cBhvr>
                                      <p:to>
                                        <p:strVal val="visible"/>
                                      </p:to>
                                    </p:set>
                                    <p:anim calcmode="lin" valueType="num">
                                      <p:cBhvr additive="base">
                                        <p:cTn id="85" dur="500" fill="hold"/>
                                        <p:tgtEl>
                                          <p:spTgt spid="5">
                                            <p:graphicEl>
                                              <a:dgm id="{E21F195A-1AEB-4D68-9CE7-C2880CC90C6C}"/>
                                            </p:graphicEl>
                                          </p:spTgt>
                                        </p:tgtEl>
                                        <p:attrNameLst>
                                          <p:attrName>ppt_x</p:attrName>
                                        </p:attrNameLst>
                                      </p:cBhvr>
                                      <p:tavLst>
                                        <p:tav tm="0">
                                          <p:val>
                                            <p:strVal val="1+#ppt_w/2"/>
                                          </p:val>
                                        </p:tav>
                                        <p:tav tm="100000">
                                          <p:val>
                                            <p:strVal val="#ppt_x"/>
                                          </p:val>
                                        </p:tav>
                                      </p:tavLst>
                                    </p:anim>
                                    <p:anim calcmode="lin" valueType="num">
                                      <p:cBhvr additive="base">
                                        <p:cTn id="86" dur="500" fill="hold"/>
                                        <p:tgtEl>
                                          <p:spTgt spid="5">
                                            <p:graphicEl>
                                              <a:dgm id="{E21F195A-1AEB-4D68-9CE7-C2880CC90C6C}"/>
                                            </p:graphicEl>
                                          </p:spTgt>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2" fill="hold" grpId="0" nodeType="clickEffect">
                                  <p:stCondLst>
                                    <p:cond delay="0"/>
                                  </p:stCondLst>
                                  <p:childTnLst>
                                    <p:set>
                                      <p:cBhvr>
                                        <p:cTn id="90" dur="1" fill="hold">
                                          <p:stCondLst>
                                            <p:cond delay="0"/>
                                          </p:stCondLst>
                                        </p:cTn>
                                        <p:tgtEl>
                                          <p:spTgt spid="5">
                                            <p:graphicEl>
                                              <a:dgm id="{2567B5B0-437B-4AD6-8706-EEC96163CFE5}"/>
                                            </p:graphicEl>
                                          </p:spTgt>
                                        </p:tgtEl>
                                        <p:attrNameLst>
                                          <p:attrName>style.visibility</p:attrName>
                                        </p:attrNameLst>
                                      </p:cBhvr>
                                      <p:to>
                                        <p:strVal val="visible"/>
                                      </p:to>
                                    </p:set>
                                    <p:anim calcmode="lin" valueType="num">
                                      <p:cBhvr additive="base">
                                        <p:cTn id="91" dur="500" fill="hold"/>
                                        <p:tgtEl>
                                          <p:spTgt spid="5">
                                            <p:graphicEl>
                                              <a:dgm id="{2567B5B0-437B-4AD6-8706-EEC96163CFE5}"/>
                                            </p:graphicEl>
                                          </p:spTgt>
                                        </p:tgtEl>
                                        <p:attrNameLst>
                                          <p:attrName>ppt_x</p:attrName>
                                        </p:attrNameLst>
                                      </p:cBhvr>
                                      <p:tavLst>
                                        <p:tav tm="0">
                                          <p:val>
                                            <p:strVal val="1+#ppt_w/2"/>
                                          </p:val>
                                        </p:tav>
                                        <p:tav tm="100000">
                                          <p:val>
                                            <p:strVal val="#ppt_x"/>
                                          </p:val>
                                        </p:tav>
                                      </p:tavLst>
                                    </p:anim>
                                    <p:anim calcmode="lin" valueType="num">
                                      <p:cBhvr additive="base">
                                        <p:cTn id="92" dur="500" fill="hold"/>
                                        <p:tgtEl>
                                          <p:spTgt spid="5">
                                            <p:graphicEl>
                                              <a:dgm id="{2567B5B0-437B-4AD6-8706-EEC96163CFE5}"/>
                                            </p:graphicEl>
                                          </p:spTgt>
                                        </p:tgtEl>
                                        <p:attrNameLst>
                                          <p:attrName>ppt_y</p:attrName>
                                        </p:attrNameLst>
                                      </p:cBhvr>
                                      <p:tavLst>
                                        <p:tav tm="0">
                                          <p:val>
                                            <p:strVal val="#ppt_y"/>
                                          </p:val>
                                        </p:tav>
                                        <p:tav tm="100000">
                                          <p:val>
                                            <p:strVal val="#ppt_y"/>
                                          </p:val>
                                        </p:tav>
                                      </p:tavLst>
                                    </p:anim>
                                  </p:childTnLst>
                                </p:cTn>
                              </p:par>
                              <p:par>
                                <p:cTn id="93" presetID="2" presetClass="entr" presetSubtype="2" fill="hold" grpId="0" nodeType="withEffect">
                                  <p:stCondLst>
                                    <p:cond delay="0"/>
                                  </p:stCondLst>
                                  <p:childTnLst>
                                    <p:set>
                                      <p:cBhvr>
                                        <p:cTn id="94" dur="1" fill="hold">
                                          <p:stCondLst>
                                            <p:cond delay="0"/>
                                          </p:stCondLst>
                                        </p:cTn>
                                        <p:tgtEl>
                                          <p:spTgt spid="5">
                                            <p:graphicEl>
                                              <a:dgm id="{926A831E-61F9-486B-B4B9-7C1FB1E27EEB}"/>
                                            </p:graphicEl>
                                          </p:spTgt>
                                        </p:tgtEl>
                                        <p:attrNameLst>
                                          <p:attrName>style.visibility</p:attrName>
                                        </p:attrNameLst>
                                      </p:cBhvr>
                                      <p:to>
                                        <p:strVal val="visible"/>
                                      </p:to>
                                    </p:set>
                                    <p:anim calcmode="lin" valueType="num">
                                      <p:cBhvr additive="base">
                                        <p:cTn id="95" dur="500" fill="hold"/>
                                        <p:tgtEl>
                                          <p:spTgt spid="5">
                                            <p:graphicEl>
                                              <a:dgm id="{926A831E-61F9-486B-B4B9-7C1FB1E27EEB}"/>
                                            </p:graphicEl>
                                          </p:spTgt>
                                        </p:tgtEl>
                                        <p:attrNameLst>
                                          <p:attrName>ppt_x</p:attrName>
                                        </p:attrNameLst>
                                      </p:cBhvr>
                                      <p:tavLst>
                                        <p:tav tm="0">
                                          <p:val>
                                            <p:strVal val="1+#ppt_w/2"/>
                                          </p:val>
                                        </p:tav>
                                        <p:tav tm="100000">
                                          <p:val>
                                            <p:strVal val="#ppt_x"/>
                                          </p:val>
                                        </p:tav>
                                      </p:tavLst>
                                    </p:anim>
                                    <p:anim calcmode="lin" valueType="num">
                                      <p:cBhvr additive="base">
                                        <p:cTn id="96" dur="500" fill="hold"/>
                                        <p:tgtEl>
                                          <p:spTgt spid="5">
                                            <p:graphicEl>
                                              <a:dgm id="{926A831E-61F9-486B-B4B9-7C1FB1E27EEB}"/>
                                            </p:graphicEl>
                                          </p:spTgt>
                                        </p:tgtEl>
                                        <p:attrNameLst>
                                          <p:attrName>ppt_y</p:attrName>
                                        </p:attrNameLst>
                                      </p:cBhvr>
                                      <p:tavLst>
                                        <p:tav tm="0">
                                          <p:val>
                                            <p:strVal val="#ppt_y"/>
                                          </p:val>
                                        </p:tav>
                                        <p:tav tm="100000">
                                          <p:val>
                                            <p:strVal val="#ppt_y"/>
                                          </p:val>
                                        </p:tav>
                                      </p:tavLst>
                                    </p:anim>
                                  </p:childTnLst>
                                </p:cTn>
                              </p:par>
                              <p:par>
                                <p:cTn id="97" presetID="2" presetClass="entr" presetSubtype="2" fill="hold" grpId="0" nodeType="withEffect">
                                  <p:stCondLst>
                                    <p:cond delay="0"/>
                                  </p:stCondLst>
                                  <p:childTnLst>
                                    <p:set>
                                      <p:cBhvr>
                                        <p:cTn id="98" dur="1" fill="hold">
                                          <p:stCondLst>
                                            <p:cond delay="0"/>
                                          </p:stCondLst>
                                        </p:cTn>
                                        <p:tgtEl>
                                          <p:spTgt spid="5">
                                            <p:graphicEl>
                                              <a:dgm id="{CF87FA44-D80C-4FAE-A114-9C9DAC94D4B6}"/>
                                            </p:graphicEl>
                                          </p:spTgt>
                                        </p:tgtEl>
                                        <p:attrNameLst>
                                          <p:attrName>style.visibility</p:attrName>
                                        </p:attrNameLst>
                                      </p:cBhvr>
                                      <p:to>
                                        <p:strVal val="visible"/>
                                      </p:to>
                                    </p:set>
                                    <p:anim calcmode="lin" valueType="num">
                                      <p:cBhvr additive="base">
                                        <p:cTn id="99" dur="500" fill="hold"/>
                                        <p:tgtEl>
                                          <p:spTgt spid="5">
                                            <p:graphicEl>
                                              <a:dgm id="{CF87FA44-D80C-4FAE-A114-9C9DAC94D4B6}"/>
                                            </p:graphicEl>
                                          </p:spTgt>
                                        </p:tgtEl>
                                        <p:attrNameLst>
                                          <p:attrName>ppt_x</p:attrName>
                                        </p:attrNameLst>
                                      </p:cBhvr>
                                      <p:tavLst>
                                        <p:tav tm="0">
                                          <p:val>
                                            <p:strVal val="1+#ppt_w/2"/>
                                          </p:val>
                                        </p:tav>
                                        <p:tav tm="100000">
                                          <p:val>
                                            <p:strVal val="#ppt_x"/>
                                          </p:val>
                                        </p:tav>
                                      </p:tavLst>
                                    </p:anim>
                                    <p:anim calcmode="lin" valueType="num">
                                      <p:cBhvr additive="base">
                                        <p:cTn id="100" dur="500" fill="hold"/>
                                        <p:tgtEl>
                                          <p:spTgt spid="5">
                                            <p:graphicEl>
                                              <a:dgm id="{CF87FA44-D80C-4FAE-A114-9C9DAC94D4B6}"/>
                                            </p:graphicEl>
                                          </p:spTgt>
                                        </p:tgtEl>
                                        <p:attrNameLst>
                                          <p:attrName>ppt_y</p:attrName>
                                        </p:attrNameLst>
                                      </p:cBhvr>
                                      <p:tavLst>
                                        <p:tav tm="0">
                                          <p:val>
                                            <p:strVal val="#ppt_y"/>
                                          </p:val>
                                        </p:tav>
                                        <p:tav tm="100000">
                                          <p:val>
                                            <p:strVal val="#ppt_y"/>
                                          </p:val>
                                        </p:tav>
                                      </p:tavLst>
                                    </p:anim>
                                  </p:childTnLst>
                                </p:cTn>
                              </p:par>
                            </p:childTnLst>
                          </p:cTn>
                        </p:par>
                      </p:childTnLst>
                    </p:cTn>
                  </p:par>
                  <p:par>
                    <p:cTn id="101" fill="hold">
                      <p:stCondLst>
                        <p:cond delay="indefinite"/>
                      </p:stCondLst>
                      <p:childTnLst>
                        <p:par>
                          <p:cTn id="102" fill="hold">
                            <p:stCondLst>
                              <p:cond delay="0"/>
                            </p:stCondLst>
                            <p:childTnLst>
                              <p:par>
                                <p:cTn id="103" presetID="2" presetClass="entr" presetSubtype="2" fill="hold" grpId="0" nodeType="clickEffect">
                                  <p:stCondLst>
                                    <p:cond delay="0"/>
                                  </p:stCondLst>
                                  <p:childTnLst>
                                    <p:set>
                                      <p:cBhvr>
                                        <p:cTn id="104" dur="1" fill="hold">
                                          <p:stCondLst>
                                            <p:cond delay="0"/>
                                          </p:stCondLst>
                                        </p:cTn>
                                        <p:tgtEl>
                                          <p:spTgt spid="5">
                                            <p:graphicEl>
                                              <a:dgm id="{CEE87A47-F4C6-4564-B0B0-3D6782947F88}"/>
                                            </p:graphicEl>
                                          </p:spTgt>
                                        </p:tgtEl>
                                        <p:attrNameLst>
                                          <p:attrName>style.visibility</p:attrName>
                                        </p:attrNameLst>
                                      </p:cBhvr>
                                      <p:to>
                                        <p:strVal val="visible"/>
                                      </p:to>
                                    </p:set>
                                    <p:anim calcmode="lin" valueType="num">
                                      <p:cBhvr additive="base">
                                        <p:cTn id="105" dur="500" fill="hold"/>
                                        <p:tgtEl>
                                          <p:spTgt spid="5">
                                            <p:graphicEl>
                                              <a:dgm id="{CEE87A47-F4C6-4564-B0B0-3D6782947F88}"/>
                                            </p:graphicEl>
                                          </p:spTgt>
                                        </p:tgtEl>
                                        <p:attrNameLst>
                                          <p:attrName>ppt_x</p:attrName>
                                        </p:attrNameLst>
                                      </p:cBhvr>
                                      <p:tavLst>
                                        <p:tav tm="0">
                                          <p:val>
                                            <p:strVal val="1+#ppt_w/2"/>
                                          </p:val>
                                        </p:tav>
                                        <p:tav tm="100000">
                                          <p:val>
                                            <p:strVal val="#ppt_x"/>
                                          </p:val>
                                        </p:tav>
                                      </p:tavLst>
                                    </p:anim>
                                    <p:anim calcmode="lin" valueType="num">
                                      <p:cBhvr additive="base">
                                        <p:cTn id="106" dur="500" fill="hold"/>
                                        <p:tgtEl>
                                          <p:spTgt spid="5">
                                            <p:graphicEl>
                                              <a:dgm id="{CEE87A47-F4C6-4564-B0B0-3D6782947F88}"/>
                                            </p:graphicEl>
                                          </p:spTgt>
                                        </p:tgtEl>
                                        <p:attrNameLst>
                                          <p:attrName>ppt_y</p:attrName>
                                        </p:attrNameLst>
                                      </p:cBhvr>
                                      <p:tavLst>
                                        <p:tav tm="0">
                                          <p:val>
                                            <p:strVal val="#ppt_y"/>
                                          </p:val>
                                        </p:tav>
                                        <p:tav tm="100000">
                                          <p:val>
                                            <p:strVal val="#ppt_y"/>
                                          </p:val>
                                        </p:tav>
                                      </p:tavLst>
                                    </p:anim>
                                  </p:childTnLst>
                                </p:cTn>
                              </p:par>
                              <p:par>
                                <p:cTn id="107" presetID="2" presetClass="entr" presetSubtype="2" fill="hold" grpId="0" nodeType="withEffect">
                                  <p:stCondLst>
                                    <p:cond delay="0"/>
                                  </p:stCondLst>
                                  <p:childTnLst>
                                    <p:set>
                                      <p:cBhvr>
                                        <p:cTn id="108" dur="1" fill="hold">
                                          <p:stCondLst>
                                            <p:cond delay="0"/>
                                          </p:stCondLst>
                                        </p:cTn>
                                        <p:tgtEl>
                                          <p:spTgt spid="5">
                                            <p:graphicEl>
                                              <a:dgm id="{E524407C-6E0D-4BCE-BEFD-67FE12645638}"/>
                                            </p:graphicEl>
                                          </p:spTgt>
                                        </p:tgtEl>
                                        <p:attrNameLst>
                                          <p:attrName>style.visibility</p:attrName>
                                        </p:attrNameLst>
                                      </p:cBhvr>
                                      <p:to>
                                        <p:strVal val="visible"/>
                                      </p:to>
                                    </p:set>
                                    <p:anim calcmode="lin" valueType="num">
                                      <p:cBhvr additive="base">
                                        <p:cTn id="109" dur="500" fill="hold"/>
                                        <p:tgtEl>
                                          <p:spTgt spid="5">
                                            <p:graphicEl>
                                              <a:dgm id="{E524407C-6E0D-4BCE-BEFD-67FE12645638}"/>
                                            </p:graphicEl>
                                          </p:spTgt>
                                        </p:tgtEl>
                                        <p:attrNameLst>
                                          <p:attrName>ppt_x</p:attrName>
                                        </p:attrNameLst>
                                      </p:cBhvr>
                                      <p:tavLst>
                                        <p:tav tm="0">
                                          <p:val>
                                            <p:strVal val="1+#ppt_w/2"/>
                                          </p:val>
                                        </p:tav>
                                        <p:tav tm="100000">
                                          <p:val>
                                            <p:strVal val="#ppt_x"/>
                                          </p:val>
                                        </p:tav>
                                      </p:tavLst>
                                    </p:anim>
                                    <p:anim calcmode="lin" valueType="num">
                                      <p:cBhvr additive="base">
                                        <p:cTn id="110" dur="500" fill="hold"/>
                                        <p:tgtEl>
                                          <p:spTgt spid="5">
                                            <p:graphicEl>
                                              <a:dgm id="{E524407C-6E0D-4BCE-BEFD-67FE12645638}"/>
                                            </p:graphicEl>
                                          </p:spTgt>
                                        </p:tgtEl>
                                        <p:attrNameLst>
                                          <p:attrName>ppt_y</p:attrName>
                                        </p:attrNameLst>
                                      </p:cBhvr>
                                      <p:tavLst>
                                        <p:tav tm="0">
                                          <p:val>
                                            <p:strVal val="#ppt_y"/>
                                          </p:val>
                                        </p:tav>
                                        <p:tav tm="100000">
                                          <p:val>
                                            <p:strVal val="#ppt_y"/>
                                          </p:val>
                                        </p:tav>
                                      </p:tavLst>
                                    </p:anim>
                                  </p:childTnLst>
                                </p:cTn>
                              </p:par>
                              <p:par>
                                <p:cTn id="111" presetID="2" presetClass="entr" presetSubtype="2" fill="hold" grpId="0" nodeType="withEffect">
                                  <p:stCondLst>
                                    <p:cond delay="0"/>
                                  </p:stCondLst>
                                  <p:childTnLst>
                                    <p:set>
                                      <p:cBhvr>
                                        <p:cTn id="112" dur="1" fill="hold">
                                          <p:stCondLst>
                                            <p:cond delay="0"/>
                                          </p:stCondLst>
                                        </p:cTn>
                                        <p:tgtEl>
                                          <p:spTgt spid="5">
                                            <p:graphicEl>
                                              <a:dgm id="{F442A93C-37DA-4410-8EEA-F7CE2B74C073}"/>
                                            </p:graphicEl>
                                          </p:spTgt>
                                        </p:tgtEl>
                                        <p:attrNameLst>
                                          <p:attrName>style.visibility</p:attrName>
                                        </p:attrNameLst>
                                      </p:cBhvr>
                                      <p:to>
                                        <p:strVal val="visible"/>
                                      </p:to>
                                    </p:set>
                                    <p:anim calcmode="lin" valueType="num">
                                      <p:cBhvr additive="base">
                                        <p:cTn id="113" dur="500" fill="hold"/>
                                        <p:tgtEl>
                                          <p:spTgt spid="5">
                                            <p:graphicEl>
                                              <a:dgm id="{F442A93C-37DA-4410-8EEA-F7CE2B74C073}"/>
                                            </p:graphicEl>
                                          </p:spTgt>
                                        </p:tgtEl>
                                        <p:attrNameLst>
                                          <p:attrName>ppt_x</p:attrName>
                                        </p:attrNameLst>
                                      </p:cBhvr>
                                      <p:tavLst>
                                        <p:tav tm="0">
                                          <p:val>
                                            <p:strVal val="1+#ppt_w/2"/>
                                          </p:val>
                                        </p:tav>
                                        <p:tav tm="100000">
                                          <p:val>
                                            <p:strVal val="#ppt_x"/>
                                          </p:val>
                                        </p:tav>
                                      </p:tavLst>
                                    </p:anim>
                                    <p:anim calcmode="lin" valueType="num">
                                      <p:cBhvr additive="base">
                                        <p:cTn id="114" dur="500" fill="hold"/>
                                        <p:tgtEl>
                                          <p:spTgt spid="5">
                                            <p:graphicEl>
                                              <a:dgm id="{F442A93C-37DA-4410-8EEA-F7CE2B74C073}"/>
                                            </p:graphicEl>
                                          </p:spTgt>
                                        </p:tgtEl>
                                        <p:attrNameLst>
                                          <p:attrName>ppt_y</p:attrName>
                                        </p:attrNameLst>
                                      </p:cBhvr>
                                      <p:tavLst>
                                        <p:tav tm="0">
                                          <p:val>
                                            <p:strVal val="#ppt_y"/>
                                          </p:val>
                                        </p:tav>
                                        <p:tav tm="100000">
                                          <p:val>
                                            <p:strVal val="#ppt_y"/>
                                          </p:val>
                                        </p:tav>
                                      </p:tavLst>
                                    </p:anim>
                                  </p:childTnLst>
                                </p:cTn>
                              </p:par>
                            </p:childTnLst>
                          </p:cTn>
                        </p:par>
                      </p:childTnLst>
                    </p:cTn>
                  </p:par>
                  <p:par>
                    <p:cTn id="115" fill="hold">
                      <p:stCondLst>
                        <p:cond delay="indefinite"/>
                      </p:stCondLst>
                      <p:childTnLst>
                        <p:par>
                          <p:cTn id="116" fill="hold">
                            <p:stCondLst>
                              <p:cond delay="0"/>
                            </p:stCondLst>
                            <p:childTnLst>
                              <p:par>
                                <p:cTn id="117" presetID="2" presetClass="entr" presetSubtype="2" fill="hold" grpId="0" nodeType="clickEffect">
                                  <p:stCondLst>
                                    <p:cond delay="0"/>
                                  </p:stCondLst>
                                  <p:childTnLst>
                                    <p:set>
                                      <p:cBhvr>
                                        <p:cTn id="118" dur="1" fill="hold">
                                          <p:stCondLst>
                                            <p:cond delay="0"/>
                                          </p:stCondLst>
                                        </p:cTn>
                                        <p:tgtEl>
                                          <p:spTgt spid="5">
                                            <p:graphicEl>
                                              <a:dgm id="{DE9CBB7A-2E05-4358-A38B-10CE3E65ED13}"/>
                                            </p:graphicEl>
                                          </p:spTgt>
                                        </p:tgtEl>
                                        <p:attrNameLst>
                                          <p:attrName>style.visibility</p:attrName>
                                        </p:attrNameLst>
                                      </p:cBhvr>
                                      <p:to>
                                        <p:strVal val="visible"/>
                                      </p:to>
                                    </p:set>
                                    <p:anim calcmode="lin" valueType="num">
                                      <p:cBhvr additive="base">
                                        <p:cTn id="119" dur="500" fill="hold"/>
                                        <p:tgtEl>
                                          <p:spTgt spid="5">
                                            <p:graphicEl>
                                              <a:dgm id="{DE9CBB7A-2E05-4358-A38B-10CE3E65ED13}"/>
                                            </p:graphicEl>
                                          </p:spTgt>
                                        </p:tgtEl>
                                        <p:attrNameLst>
                                          <p:attrName>ppt_x</p:attrName>
                                        </p:attrNameLst>
                                      </p:cBhvr>
                                      <p:tavLst>
                                        <p:tav tm="0">
                                          <p:val>
                                            <p:strVal val="1+#ppt_w/2"/>
                                          </p:val>
                                        </p:tav>
                                        <p:tav tm="100000">
                                          <p:val>
                                            <p:strVal val="#ppt_x"/>
                                          </p:val>
                                        </p:tav>
                                      </p:tavLst>
                                    </p:anim>
                                    <p:anim calcmode="lin" valueType="num">
                                      <p:cBhvr additive="base">
                                        <p:cTn id="120" dur="500" fill="hold"/>
                                        <p:tgtEl>
                                          <p:spTgt spid="5">
                                            <p:graphicEl>
                                              <a:dgm id="{DE9CBB7A-2E05-4358-A38B-10CE3E65ED13}"/>
                                            </p:graphicEl>
                                          </p:spTgt>
                                        </p:tgtEl>
                                        <p:attrNameLst>
                                          <p:attrName>ppt_y</p:attrName>
                                        </p:attrNameLst>
                                      </p:cBhvr>
                                      <p:tavLst>
                                        <p:tav tm="0">
                                          <p:val>
                                            <p:strVal val="#ppt_y"/>
                                          </p:val>
                                        </p:tav>
                                        <p:tav tm="100000">
                                          <p:val>
                                            <p:strVal val="#ppt_y"/>
                                          </p:val>
                                        </p:tav>
                                      </p:tavLst>
                                    </p:anim>
                                  </p:childTnLst>
                                </p:cTn>
                              </p:par>
                              <p:par>
                                <p:cTn id="121" presetID="2" presetClass="entr" presetSubtype="2" fill="hold" grpId="0" nodeType="withEffect">
                                  <p:stCondLst>
                                    <p:cond delay="0"/>
                                  </p:stCondLst>
                                  <p:childTnLst>
                                    <p:set>
                                      <p:cBhvr>
                                        <p:cTn id="122" dur="1" fill="hold">
                                          <p:stCondLst>
                                            <p:cond delay="0"/>
                                          </p:stCondLst>
                                        </p:cTn>
                                        <p:tgtEl>
                                          <p:spTgt spid="5">
                                            <p:graphicEl>
                                              <a:dgm id="{5F19D1A2-A5C6-4702-9A3A-D0DA60939844}"/>
                                            </p:graphicEl>
                                          </p:spTgt>
                                        </p:tgtEl>
                                        <p:attrNameLst>
                                          <p:attrName>style.visibility</p:attrName>
                                        </p:attrNameLst>
                                      </p:cBhvr>
                                      <p:to>
                                        <p:strVal val="visible"/>
                                      </p:to>
                                    </p:set>
                                    <p:anim calcmode="lin" valueType="num">
                                      <p:cBhvr additive="base">
                                        <p:cTn id="123" dur="500" fill="hold"/>
                                        <p:tgtEl>
                                          <p:spTgt spid="5">
                                            <p:graphicEl>
                                              <a:dgm id="{5F19D1A2-A5C6-4702-9A3A-D0DA60939844}"/>
                                            </p:graphicEl>
                                          </p:spTgt>
                                        </p:tgtEl>
                                        <p:attrNameLst>
                                          <p:attrName>ppt_x</p:attrName>
                                        </p:attrNameLst>
                                      </p:cBhvr>
                                      <p:tavLst>
                                        <p:tav tm="0">
                                          <p:val>
                                            <p:strVal val="1+#ppt_w/2"/>
                                          </p:val>
                                        </p:tav>
                                        <p:tav tm="100000">
                                          <p:val>
                                            <p:strVal val="#ppt_x"/>
                                          </p:val>
                                        </p:tav>
                                      </p:tavLst>
                                    </p:anim>
                                    <p:anim calcmode="lin" valueType="num">
                                      <p:cBhvr additive="base">
                                        <p:cTn id="124" dur="500" fill="hold"/>
                                        <p:tgtEl>
                                          <p:spTgt spid="5">
                                            <p:graphicEl>
                                              <a:dgm id="{5F19D1A2-A5C6-4702-9A3A-D0DA60939844}"/>
                                            </p:graphicEl>
                                          </p:spTgt>
                                        </p:tgtEl>
                                        <p:attrNameLst>
                                          <p:attrName>ppt_y</p:attrName>
                                        </p:attrNameLst>
                                      </p:cBhvr>
                                      <p:tavLst>
                                        <p:tav tm="0">
                                          <p:val>
                                            <p:strVal val="#ppt_y"/>
                                          </p:val>
                                        </p:tav>
                                        <p:tav tm="100000">
                                          <p:val>
                                            <p:strVal val="#ppt_y"/>
                                          </p:val>
                                        </p:tav>
                                      </p:tavLst>
                                    </p:anim>
                                  </p:childTnLst>
                                </p:cTn>
                              </p:par>
                              <p:par>
                                <p:cTn id="125" presetID="2" presetClass="entr" presetSubtype="2" fill="hold" grpId="0" nodeType="withEffect">
                                  <p:stCondLst>
                                    <p:cond delay="0"/>
                                  </p:stCondLst>
                                  <p:childTnLst>
                                    <p:set>
                                      <p:cBhvr>
                                        <p:cTn id="126" dur="1" fill="hold">
                                          <p:stCondLst>
                                            <p:cond delay="0"/>
                                          </p:stCondLst>
                                        </p:cTn>
                                        <p:tgtEl>
                                          <p:spTgt spid="5">
                                            <p:graphicEl>
                                              <a:dgm id="{27C8E0F1-ED9D-431D-856A-17244635FC2B}"/>
                                            </p:graphicEl>
                                          </p:spTgt>
                                        </p:tgtEl>
                                        <p:attrNameLst>
                                          <p:attrName>style.visibility</p:attrName>
                                        </p:attrNameLst>
                                      </p:cBhvr>
                                      <p:to>
                                        <p:strVal val="visible"/>
                                      </p:to>
                                    </p:set>
                                    <p:anim calcmode="lin" valueType="num">
                                      <p:cBhvr additive="base">
                                        <p:cTn id="127" dur="500" fill="hold"/>
                                        <p:tgtEl>
                                          <p:spTgt spid="5">
                                            <p:graphicEl>
                                              <a:dgm id="{27C8E0F1-ED9D-431D-856A-17244635FC2B}"/>
                                            </p:graphicEl>
                                          </p:spTgt>
                                        </p:tgtEl>
                                        <p:attrNameLst>
                                          <p:attrName>ppt_x</p:attrName>
                                        </p:attrNameLst>
                                      </p:cBhvr>
                                      <p:tavLst>
                                        <p:tav tm="0">
                                          <p:val>
                                            <p:strVal val="1+#ppt_w/2"/>
                                          </p:val>
                                        </p:tav>
                                        <p:tav tm="100000">
                                          <p:val>
                                            <p:strVal val="#ppt_x"/>
                                          </p:val>
                                        </p:tav>
                                      </p:tavLst>
                                    </p:anim>
                                    <p:anim calcmode="lin" valueType="num">
                                      <p:cBhvr additive="base">
                                        <p:cTn id="128" dur="500" fill="hold"/>
                                        <p:tgtEl>
                                          <p:spTgt spid="5">
                                            <p:graphicEl>
                                              <a:dgm id="{27C8E0F1-ED9D-431D-856A-17244635FC2B}"/>
                                            </p:graphicEl>
                                          </p:spTgt>
                                        </p:tgtEl>
                                        <p:attrNameLst>
                                          <p:attrName>ppt_y</p:attrName>
                                        </p:attrNameLst>
                                      </p:cBhvr>
                                      <p:tavLst>
                                        <p:tav tm="0">
                                          <p:val>
                                            <p:strVal val="#ppt_y"/>
                                          </p:val>
                                        </p:tav>
                                        <p:tav tm="100000">
                                          <p:val>
                                            <p:strVal val="#ppt_y"/>
                                          </p:val>
                                        </p:tav>
                                      </p:tavLst>
                                    </p:anim>
                                  </p:childTnLst>
                                </p:cTn>
                              </p:par>
                            </p:childTnLst>
                          </p:cTn>
                        </p:par>
                      </p:childTnLst>
                    </p:cTn>
                  </p:par>
                  <p:par>
                    <p:cTn id="129" fill="hold">
                      <p:stCondLst>
                        <p:cond delay="indefinite"/>
                      </p:stCondLst>
                      <p:childTnLst>
                        <p:par>
                          <p:cTn id="130" fill="hold">
                            <p:stCondLst>
                              <p:cond delay="0"/>
                            </p:stCondLst>
                            <p:childTnLst>
                              <p:par>
                                <p:cTn id="131" presetID="2" presetClass="entr" presetSubtype="2" fill="hold" grpId="0" nodeType="clickEffect">
                                  <p:stCondLst>
                                    <p:cond delay="0"/>
                                  </p:stCondLst>
                                  <p:childTnLst>
                                    <p:set>
                                      <p:cBhvr>
                                        <p:cTn id="132" dur="1" fill="hold">
                                          <p:stCondLst>
                                            <p:cond delay="0"/>
                                          </p:stCondLst>
                                        </p:cTn>
                                        <p:tgtEl>
                                          <p:spTgt spid="5">
                                            <p:graphicEl>
                                              <a:dgm id="{CFCA77D7-89D7-4B75-954F-26AE9BEA7662}"/>
                                            </p:graphicEl>
                                          </p:spTgt>
                                        </p:tgtEl>
                                        <p:attrNameLst>
                                          <p:attrName>style.visibility</p:attrName>
                                        </p:attrNameLst>
                                      </p:cBhvr>
                                      <p:to>
                                        <p:strVal val="visible"/>
                                      </p:to>
                                    </p:set>
                                    <p:anim calcmode="lin" valueType="num">
                                      <p:cBhvr additive="base">
                                        <p:cTn id="133" dur="500" fill="hold"/>
                                        <p:tgtEl>
                                          <p:spTgt spid="5">
                                            <p:graphicEl>
                                              <a:dgm id="{CFCA77D7-89D7-4B75-954F-26AE9BEA7662}"/>
                                            </p:graphicEl>
                                          </p:spTgt>
                                        </p:tgtEl>
                                        <p:attrNameLst>
                                          <p:attrName>ppt_x</p:attrName>
                                        </p:attrNameLst>
                                      </p:cBhvr>
                                      <p:tavLst>
                                        <p:tav tm="0">
                                          <p:val>
                                            <p:strVal val="1+#ppt_w/2"/>
                                          </p:val>
                                        </p:tav>
                                        <p:tav tm="100000">
                                          <p:val>
                                            <p:strVal val="#ppt_x"/>
                                          </p:val>
                                        </p:tav>
                                      </p:tavLst>
                                    </p:anim>
                                    <p:anim calcmode="lin" valueType="num">
                                      <p:cBhvr additive="base">
                                        <p:cTn id="134" dur="500" fill="hold"/>
                                        <p:tgtEl>
                                          <p:spTgt spid="5">
                                            <p:graphicEl>
                                              <a:dgm id="{CFCA77D7-89D7-4B75-954F-26AE9BEA7662}"/>
                                            </p:graphicEl>
                                          </p:spTgt>
                                        </p:tgtEl>
                                        <p:attrNameLst>
                                          <p:attrName>ppt_y</p:attrName>
                                        </p:attrNameLst>
                                      </p:cBhvr>
                                      <p:tavLst>
                                        <p:tav tm="0">
                                          <p:val>
                                            <p:strVal val="#ppt_y"/>
                                          </p:val>
                                        </p:tav>
                                        <p:tav tm="100000">
                                          <p:val>
                                            <p:strVal val="#ppt_y"/>
                                          </p:val>
                                        </p:tav>
                                      </p:tavLst>
                                    </p:anim>
                                  </p:childTnLst>
                                </p:cTn>
                              </p:par>
                              <p:par>
                                <p:cTn id="135" presetID="2" presetClass="entr" presetSubtype="2" fill="hold" grpId="0" nodeType="withEffect">
                                  <p:stCondLst>
                                    <p:cond delay="0"/>
                                  </p:stCondLst>
                                  <p:childTnLst>
                                    <p:set>
                                      <p:cBhvr>
                                        <p:cTn id="136" dur="1" fill="hold">
                                          <p:stCondLst>
                                            <p:cond delay="0"/>
                                          </p:stCondLst>
                                        </p:cTn>
                                        <p:tgtEl>
                                          <p:spTgt spid="5">
                                            <p:graphicEl>
                                              <a:dgm id="{5A459711-B14D-4517-874C-8B90C8C6B675}"/>
                                            </p:graphicEl>
                                          </p:spTgt>
                                        </p:tgtEl>
                                        <p:attrNameLst>
                                          <p:attrName>style.visibility</p:attrName>
                                        </p:attrNameLst>
                                      </p:cBhvr>
                                      <p:to>
                                        <p:strVal val="visible"/>
                                      </p:to>
                                    </p:set>
                                    <p:anim calcmode="lin" valueType="num">
                                      <p:cBhvr additive="base">
                                        <p:cTn id="137" dur="500" fill="hold"/>
                                        <p:tgtEl>
                                          <p:spTgt spid="5">
                                            <p:graphicEl>
                                              <a:dgm id="{5A459711-B14D-4517-874C-8B90C8C6B675}"/>
                                            </p:graphicEl>
                                          </p:spTgt>
                                        </p:tgtEl>
                                        <p:attrNameLst>
                                          <p:attrName>ppt_x</p:attrName>
                                        </p:attrNameLst>
                                      </p:cBhvr>
                                      <p:tavLst>
                                        <p:tav tm="0">
                                          <p:val>
                                            <p:strVal val="1+#ppt_w/2"/>
                                          </p:val>
                                        </p:tav>
                                        <p:tav tm="100000">
                                          <p:val>
                                            <p:strVal val="#ppt_x"/>
                                          </p:val>
                                        </p:tav>
                                      </p:tavLst>
                                    </p:anim>
                                    <p:anim calcmode="lin" valueType="num">
                                      <p:cBhvr additive="base">
                                        <p:cTn id="138" dur="500" fill="hold"/>
                                        <p:tgtEl>
                                          <p:spTgt spid="5">
                                            <p:graphicEl>
                                              <a:dgm id="{5A459711-B14D-4517-874C-8B90C8C6B675}"/>
                                            </p:graphicEl>
                                          </p:spTgt>
                                        </p:tgtEl>
                                        <p:attrNameLst>
                                          <p:attrName>ppt_y</p:attrName>
                                        </p:attrNameLst>
                                      </p:cBhvr>
                                      <p:tavLst>
                                        <p:tav tm="0">
                                          <p:val>
                                            <p:strVal val="#ppt_y"/>
                                          </p:val>
                                        </p:tav>
                                        <p:tav tm="100000">
                                          <p:val>
                                            <p:strVal val="#ppt_y"/>
                                          </p:val>
                                        </p:tav>
                                      </p:tavLst>
                                    </p:anim>
                                  </p:childTnLst>
                                </p:cTn>
                              </p:par>
                              <p:par>
                                <p:cTn id="139" presetID="2" presetClass="entr" presetSubtype="2" fill="hold" grpId="0" nodeType="withEffect">
                                  <p:stCondLst>
                                    <p:cond delay="0"/>
                                  </p:stCondLst>
                                  <p:childTnLst>
                                    <p:set>
                                      <p:cBhvr>
                                        <p:cTn id="140" dur="1" fill="hold">
                                          <p:stCondLst>
                                            <p:cond delay="0"/>
                                          </p:stCondLst>
                                        </p:cTn>
                                        <p:tgtEl>
                                          <p:spTgt spid="5">
                                            <p:graphicEl>
                                              <a:dgm id="{32E971DB-FF02-4295-BAF9-E83F4F4BBEB6}"/>
                                            </p:graphicEl>
                                          </p:spTgt>
                                        </p:tgtEl>
                                        <p:attrNameLst>
                                          <p:attrName>style.visibility</p:attrName>
                                        </p:attrNameLst>
                                      </p:cBhvr>
                                      <p:to>
                                        <p:strVal val="visible"/>
                                      </p:to>
                                    </p:set>
                                    <p:anim calcmode="lin" valueType="num">
                                      <p:cBhvr additive="base">
                                        <p:cTn id="141" dur="500" fill="hold"/>
                                        <p:tgtEl>
                                          <p:spTgt spid="5">
                                            <p:graphicEl>
                                              <a:dgm id="{32E971DB-FF02-4295-BAF9-E83F4F4BBEB6}"/>
                                            </p:graphicEl>
                                          </p:spTgt>
                                        </p:tgtEl>
                                        <p:attrNameLst>
                                          <p:attrName>ppt_x</p:attrName>
                                        </p:attrNameLst>
                                      </p:cBhvr>
                                      <p:tavLst>
                                        <p:tav tm="0">
                                          <p:val>
                                            <p:strVal val="1+#ppt_w/2"/>
                                          </p:val>
                                        </p:tav>
                                        <p:tav tm="100000">
                                          <p:val>
                                            <p:strVal val="#ppt_x"/>
                                          </p:val>
                                        </p:tav>
                                      </p:tavLst>
                                    </p:anim>
                                    <p:anim calcmode="lin" valueType="num">
                                      <p:cBhvr additive="base">
                                        <p:cTn id="142" dur="500" fill="hold"/>
                                        <p:tgtEl>
                                          <p:spTgt spid="5">
                                            <p:graphicEl>
                                              <a:dgm id="{32E971DB-FF02-4295-BAF9-E83F4F4BBEB6}"/>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uiExpand="1">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What is an Operating System (OS)?</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3</a:t>
            </a:fld>
            <a:endParaRPr lang="en-US"/>
          </a:p>
        </p:txBody>
      </p:sp>
      <p:graphicFrame>
        <p:nvGraphicFramePr>
          <p:cNvPr id="3" name="Diagram 2">
            <a:extLst>
              <a:ext uri="{FF2B5EF4-FFF2-40B4-BE49-F238E27FC236}">
                <a16:creationId xmlns:a16="http://schemas.microsoft.com/office/drawing/2014/main" id="{51E79EA8-640C-0DFA-1689-9CBC6907920D}"/>
              </a:ext>
            </a:extLst>
          </p:cNvPr>
          <p:cNvGraphicFramePr/>
          <p:nvPr>
            <p:extLst>
              <p:ext uri="{D42A27DB-BD31-4B8C-83A1-F6EECF244321}">
                <p14:modId xmlns:p14="http://schemas.microsoft.com/office/powerpoint/2010/main" val="4292006779"/>
              </p:ext>
            </p:extLst>
          </p:nvPr>
        </p:nvGraphicFramePr>
        <p:xfrm>
          <a:off x="1096297" y="1465826"/>
          <a:ext cx="6951406" cy="50038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236551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964F7C87-6F48-4013-87B0-A6DF592ED51F}"/>
                                            </p:graphicEl>
                                          </p:spTgt>
                                        </p:tgtEl>
                                        <p:attrNameLst>
                                          <p:attrName>style.visibility</p:attrName>
                                        </p:attrNameLst>
                                      </p:cBhvr>
                                      <p:to>
                                        <p:strVal val="visible"/>
                                      </p:to>
                                    </p:set>
                                    <p:anim calcmode="lin" valueType="num">
                                      <p:cBhvr additive="base">
                                        <p:cTn id="7" dur="500" fill="hold"/>
                                        <p:tgtEl>
                                          <p:spTgt spid="3">
                                            <p:graphicEl>
                                              <a:dgm id="{964F7C87-6F48-4013-87B0-A6DF592ED51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964F7C87-6F48-4013-87B0-A6DF592ED51F}"/>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60C1B2D5-7059-4AAF-96E4-15173A02C31D}"/>
                                            </p:graphicEl>
                                          </p:spTgt>
                                        </p:tgtEl>
                                        <p:attrNameLst>
                                          <p:attrName>style.visibility</p:attrName>
                                        </p:attrNameLst>
                                      </p:cBhvr>
                                      <p:to>
                                        <p:strVal val="visible"/>
                                      </p:to>
                                    </p:set>
                                    <p:anim calcmode="lin" valueType="num">
                                      <p:cBhvr additive="base">
                                        <p:cTn id="13" dur="500" fill="hold"/>
                                        <p:tgtEl>
                                          <p:spTgt spid="3">
                                            <p:graphicEl>
                                              <a:dgm id="{60C1B2D5-7059-4AAF-96E4-15173A02C31D}"/>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60C1B2D5-7059-4AAF-96E4-15173A02C31D}"/>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graphicEl>
                                              <a:dgm id="{0805C536-1778-459A-BC1E-6FD64E8D6AA5}"/>
                                            </p:graphicEl>
                                          </p:spTgt>
                                        </p:tgtEl>
                                        <p:attrNameLst>
                                          <p:attrName>style.visibility</p:attrName>
                                        </p:attrNameLst>
                                      </p:cBhvr>
                                      <p:to>
                                        <p:strVal val="visible"/>
                                      </p:to>
                                    </p:set>
                                    <p:anim calcmode="lin" valueType="num">
                                      <p:cBhvr additive="base">
                                        <p:cTn id="19" dur="500" fill="hold"/>
                                        <p:tgtEl>
                                          <p:spTgt spid="3">
                                            <p:graphicEl>
                                              <a:dgm id="{0805C536-1778-459A-BC1E-6FD64E8D6AA5}"/>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graphicEl>
                                              <a:dgm id="{0805C536-1778-459A-BC1E-6FD64E8D6AA5}"/>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Types of Operating Systems?</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4</a:t>
            </a:fld>
            <a:endParaRPr lang="en-US"/>
          </a:p>
        </p:txBody>
      </p:sp>
      <p:graphicFrame>
        <p:nvGraphicFramePr>
          <p:cNvPr id="3" name="Diagram 2">
            <a:extLst>
              <a:ext uri="{FF2B5EF4-FFF2-40B4-BE49-F238E27FC236}">
                <a16:creationId xmlns:a16="http://schemas.microsoft.com/office/drawing/2014/main" id="{51E79EA8-640C-0DFA-1689-9CBC6907920D}"/>
              </a:ext>
            </a:extLst>
          </p:cNvPr>
          <p:cNvGraphicFramePr/>
          <p:nvPr>
            <p:extLst>
              <p:ext uri="{D42A27DB-BD31-4B8C-83A1-F6EECF244321}">
                <p14:modId xmlns:p14="http://schemas.microsoft.com/office/powerpoint/2010/main" val="1883039984"/>
              </p:ext>
            </p:extLst>
          </p:nvPr>
        </p:nvGraphicFramePr>
        <p:xfrm>
          <a:off x="897043" y="1524000"/>
          <a:ext cx="7561007" cy="49456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197010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3">
                                            <p:graphicEl>
                                              <a:dgm id="{05CBC86D-7A5D-4CF1-A9BA-D717550D950A}"/>
                                            </p:graphicEl>
                                          </p:spTgt>
                                        </p:tgtEl>
                                        <p:attrNameLst>
                                          <p:attrName>style.visibility</p:attrName>
                                        </p:attrNameLst>
                                      </p:cBhvr>
                                      <p:to>
                                        <p:strVal val="visible"/>
                                      </p:to>
                                    </p:set>
                                    <p:anim calcmode="lin" valueType="num">
                                      <p:cBhvr additive="base">
                                        <p:cTn id="7" dur="500" fill="hold"/>
                                        <p:tgtEl>
                                          <p:spTgt spid="3">
                                            <p:graphicEl>
                                              <a:dgm id="{05CBC86D-7A5D-4CF1-A9BA-D717550D950A}"/>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graphicEl>
                                              <a:dgm id="{05CBC86D-7A5D-4CF1-A9BA-D717550D950A}"/>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2" fill="hold" grpId="0" nodeType="clickEffect">
                                  <p:stCondLst>
                                    <p:cond delay="0"/>
                                  </p:stCondLst>
                                  <p:childTnLst>
                                    <p:set>
                                      <p:cBhvr>
                                        <p:cTn id="12" dur="1" fill="hold">
                                          <p:stCondLst>
                                            <p:cond delay="0"/>
                                          </p:stCondLst>
                                        </p:cTn>
                                        <p:tgtEl>
                                          <p:spTgt spid="3">
                                            <p:graphicEl>
                                              <a:dgm id="{4495E43A-6765-47E6-AD88-528107FB0D72}"/>
                                            </p:graphicEl>
                                          </p:spTgt>
                                        </p:tgtEl>
                                        <p:attrNameLst>
                                          <p:attrName>style.visibility</p:attrName>
                                        </p:attrNameLst>
                                      </p:cBhvr>
                                      <p:to>
                                        <p:strVal val="visible"/>
                                      </p:to>
                                    </p:set>
                                    <p:anim calcmode="lin" valueType="num">
                                      <p:cBhvr additive="base">
                                        <p:cTn id="13" dur="500" fill="hold"/>
                                        <p:tgtEl>
                                          <p:spTgt spid="3">
                                            <p:graphicEl>
                                              <a:dgm id="{4495E43A-6765-47E6-AD88-528107FB0D72}"/>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graphicEl>
                                              <a:dgm id="{4495E43A-6765-47E6-AD88-528107FB0D72}"/>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2" fill="hold" grpId="0" nodeType="clickEffect">
                                  <p:stCondLst>
                                    <p:cond delay="0"/>
                                  </p:stCondLst>
                                  <p:childTnLst>
                                    <p:set>
                                      <p:cBhvr>
                                        <p:cTn id="18" dur="1" fill="hold">
                                          <p:stCondLst>
                                            <p:cond delay="0"/>
                                          </p:stCondLst>
                                        </p:cTn>
                                        <p:tgtEl>
                                          <p:spTgt spid="3">
                                            <p:graphicEl>
                                              <a:dgm id="{255C1DE5-4FA3-4ABB-B6F9-8F86DB3DFE59}"/>
                                            </p:graphicEl>
                                          </p:spTgt>
                                        </p:tgtEl>
                                        <p:attrNameLst>
                                          <p:attrName>style.visibility</p:attrName>
                                        </p:attrNameLst>
                                      </p:cBhvr>
                                      <p:to>
                                        <p:strVal val="visible"/>
                                      </p:to>
                                    </p:set>
                                    <p:anim calcmode="lin" valueType="num">
                                      <p:cBhvr additive="base">
                                        <p:cTn id="19" dur="500" fill="hold"/>
                                        <p:tgtEl>
                                          <p:spTgt spid="3">
                                            <p:graphicEl>
                                              <a:dgm id="{255C1DE5-4FA3-4ABB-B6F9-8F86DB3DFE59}"/>
                                            </p:graphicEl>
                                          </p:spTgt>
                                        </p:tgtEl>
                                        <p:attrNameLst>
                                          <p:attrName>ppt_x</p:attrName>
                                        </p:attrNameLst>
                                      </p:cBhvr>
                                      <p:tavLst>
                                        <p:tav tm="0">
                                          <p:val>
                                            <p:strVal val="1+#ppt_w/2"/>
                                          </p:val>
                                        </p:tav>
                                        <p:tav tm="100000">
                                          <p:val>
                                            <p:strVal val="#ppt_x"/>
                                          </p:val>
                                        </p:tav>
                                      </p:tavLst>
                                    </p:anim>
                                    <p:anim calcmode="lin" valueType="num">
                                      <p:cBhvr additive="base">
                                        <p:cTn id="20" dur="500" fill="hold"/>
                                        <p:tgtEl>
                                          <p:spTgt spid="3">
                                            <p:graphicEl>
                                              <a:dgm id="{255C1DE5-4FA3-4ABB-B6F9-8F86DB3DFE59}"/>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3">
                                            <p:graphicEl>
                                              <a:dgm id="{C695A253-9DEE-4957-B43C-2F6D0E2F28B6}"/>
                                            </p:graphicEl>
                                          </p:spTgt>
                                        </p:tgtEl>
                                        <p:attrNameLst>
                                          <p:attrName>style.visibility</p:attrName>
                                        </p:attrNameLst>
                                      </p:cBhvr>
                                      <p:to>
                                        <p:strVal val="visible"/>
                                      </p:to>
                                    </p:set>
                                    <p:anim calcmode="lin" valueType="num">
                                      <p:cBhvr additive="base">
                                        <p:cTn id="25" dur="500" fill="hold"/>
                                        <p:tgtEl>
                                          <p:spTgt spid="3">
                                            <p:graphicEl>
                                              <a:dgm id="{C695A253-9DEE-4957-B43C-2F6D0E2F28B6}"/>
                                            </p:graphicEl>
                                          </p:spTgt>
                                        </p:tgtEl>
                                        <p:attrNameLst>
                                          <p:attrName>ppt_x</p:attrName>
                                        </p:attrNameLst>
                                      </p:cBhvr>
                                      <p:tavLst>
                                        <p:tav tm="0">
                                          <p:val>
                                            <p:strVal val="1+#ppt_w/2"/>
                                          </p:val>
                                        </p:tav>
                                        <p:tav tm="100000">
                                          <p:val>
                                            <p:strVal val="#ppt_x"/>
                                          </p:val>
                                        </p:tav>
                                      </p:tavLst>
                                    </p:anim>
                                    <p:anim calcmode="lin" valueType="num">
                                      <p:cBhvr additive="base">
                                        <p:cTn id="26" dur="500" fill="hold"/>
                                        <p:tgtEl>
                                          <p:spTgt spid="3">
                                            <p:graphicEl>
                                              <a:dgm id="{C695A253-9DEE-4957-B43C-2F6D0E2F28B6}"/>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2" fill="hold" grpId="0" nodeType="clickEffect">
                                  <p:stCondLst>
                                    <p:cond delay="0"/>
                                  </p:stCondLst>
                                  <p:childTnLst>
                                    <p:set>
                                      <p:cBhvr>
                                        <p:cTn id="30" dur="1" fill="hold">
                                          <p:stCondLst>
                                            <p:cond delay="0"/>
                                          </p:stCondLst>
                                        </p:cTn>
                                        <p:tgtEl>
                                          <p:spTgt spid="3">
                                            <p:graphicEl>
                                              <a:dgm id="{E1B25F37-D222-4BE2-807D-E451AFDBC41D}"/>
                                            </p:graphicEl>
                                          </p:spTgt>
                                        </p:tgtEl>
                                        <p:attrNameLst>
                                          <p:attrName>style.visibility</p:attrName>
                                        </p:attrNameLst>
                                      </p:cBhvr>
                                      <p:to>
                                        <p:strVal val="visible"/>
                                      </p:to>
                                    </p:set>
                                    <p:anim calcmode="lin" valueType="num">
                                      <p:cBhvr additive="base">
                                        <p:cTn id="31" dur="500" fill="hold"/>
                                        <p:tgtEl>
                                          <p:spTgt spid="3">
                                            <p:graphicEl>
                                              <a:dgm id="{E1B25F37-D222-4BE2-807D-E451AFDBC41D}"/>
                                            </p:graphicEl>
                                          </p:spTgt>
                                        </p:tgtEl>
                                        <p:attrNameLst>
                                          <p:attrName>ppt_x</p:attrName>
                                        </p:attrNameLst>
                                      </p:cBhvr>
                                      <p:tavLst>
                                        <p:tav tm="0">
                                          <p:val>
                                            <p:strVal val="1+#ppt_w/2"/>
                                          </p:val>
                                        </p:tav>
                                        <p:tav tm="100000">
                                          <p:val>
                                            <p:strVal val="#ppt_x"/>
                                          </p:val>
                                        </p:tav>
                                      </p:tavLst>
                                    </p:anim>
                                    <p:anim calcmode="lin" valueType="num">
                                      <p:cBhvr additive="base">
                                        <p:cTn id="32" dur="500" fill="hold"/>
                                        <p:tgtEl>
                                          <p:spTgt spid="3">
                                            <p:graphicEl>
                                              <a:dgm id="{E1B25F37-D222-4BE2-807D-E451AFDBC41D}"/>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2" fill="hold" grpId="0" nodeType="clickEffect">
                                  <p:stCondLst>
                                    <p:cond delay="0"/>
                                  </p:stCondLst>
                                  <p:childTnLst>
                                    <p:set>
                                      <p:cBhvr>
                                        <p:cTn id="36" dur="1" fill="hold">
                                          <p:stCondLst>
                                            <p:cond delay="0"/>
                                          </p:stCondLst>
                                        </p:cTn>
                                        <p:tgtEl>
                                          <p:spTgt spid="3">
                                            <p:graphicEl>
                                              <a:dgm id="{06F6A6FB-5032-4FD1-8B9F-FED8B39811C6}"/>
                                            </p:graphicEl>
                                          </p:spTgt>
                                        </p:tgtEl>
                                        <p:attrNameLst>
                                          <p:attrName>style.visibility</p:attrName>
                                        </p:attrNameLst>
                                      </p:cBhvr>
                                      <p:to>
                                        <p:strVal val="visible"/>
                                      </p:to>
                                    </p:set>
                                    <p:anim calcmode="lin" valueType="num">
                                      <p:cBhvr additive="base">
                                        <p:cTn id="37" dur="500" fill="hold"/>
                                        <p:tgtEl>
                                          <p:spTgt spid="3">
                                            <p:graphicEl>
                                              <a:dgm id="{06F6A6FB-5032-4FD1-8B9F-FED8B39811C6}"/>
                                            </p:graphicEl>
                                          </p:spTgt>
                                        </p:tgtEl>
                                        <p:attrNameLst>
                                          <p:attrName>ppt_x</p:attrName>
                                        </p:attrNameLst>
                                      </p:cBhvr>
                                      <p:tavLst>
                                        <p:tav tm="0">
                                          <p:val>
                                            <p:strVal val="1+#ppt_w/2"/>
                                          </p:val>
                                        </p:tav>
                                        <p:tav tm="100000">
                                          <p:val>
                                            <p:strVal val="#ppt_x"/>
                                          </p:val>
                                        </p:tav>
                                      </p:tavLst>
                                    </p:anim>
                                    <p:anim calcmode="lin" valueType="num">
                                      <p:cBhvr additive="base">
                                        <p:cTn id="38" dur="500" fill="hold"/>
                                        <p:tgtEl>
                                          <p:spTgt spid="3">
                                            <p:graphicEl>
                                              <a:dgm id="{06F6A6FB-5032-4FD1-8B9F-FED8B39811C6}"/>
                                            </p:graphicEl>
                                          </p:spTgt>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2" fill="hold" grpId="0" nodeType="clickEffect">
                                  <p:stCondLst>
                                    <p:cond delay="0"/>
                                  </p:stCondLst>
                                  <p:childTnLst>
                                    <p:set>
                                      <p:cBhvr>
                                        <p:cTn id="42" dur="1" fill="hold">
                                          <p:stCondLst>
                                            <p:cond delay="0"/>
                                          </p:stCondLst>
                                        </p:cTn>
                                        <p:tgtEl>
                                          <p:spTgt spid="3">
                                            <p:graphicEl>
                                              <a:dgm id="{9E874329-28C7-4CD3-8E56-A5FB8F75A3D3}"/>
                                            </p:graphicEl>
                                          </p:spTgt>
                                        </p:tgtEl>
                                        <p:attrNameLst>
                                          <p:attrName>style.visibility</p:attrName>
                                        </p:attrNameLst>
                                      </p:cBhvr>
                                      <p:to>
                                        <p:strVal val="visible"/>
                                      </p:to>
                                    </p:set>
                                    <p:anim calcmode="lin" valueType="num">
                                      <p:cBhvr additive="base">
                                        <p:cTn id="43" dur="500" fill="hold"/>
                                        <p:tgtEl>
                                          <p:spTgt spid="3">
                                            <p:graphicEl>
                                              <a:dgm id="{9E874329-28C7-4CD3-8E56-A5FB8F75A3D3}"/>
                                            </p:graphicEl>
                                          </p:spTgt>
                                        </p:tgtEl>
                                        <p:attrNameLst>
                                          <p:attrName>ppt_x</p:attrName>
                                        </p:attrNameLst>
                                      </p:cBhvr>
                                      <p:tavLst>
                                        <p:tav tm="0">
                                          <p:val>
                                            <p:strVal val="1+#ppt_w/2"/>
                                          </p:val>
                                        </p:tav>
                                        <p:tav tm="100000">
                                          <p:val>
                                            <p:strVal val="#ppt_x"/>
                                          </p:val>
                                        </p:tav>
                                      </p:tavLst>
                                    </p:anim>
                                    <p:anim calcmode="lin" valueType="num">
                                      <p:cBhvr additive="base">
                                        <p:cTn id="44" dur="500" fill="hold"/>
                                        <p:tgtEl>
                                          <p:spTgt spid="3">
                                            <p:graphicEl>
                                              <a:dgm id="{9E874329-28C7-4CD3-8E56-A5FB8F75A3D3}"/>
                                            </p:graphicEl>
                                          </p:spTgt>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2" fill="hold" grpId="0" nodeType="clickEffect">
                                  <p:stCondLst>
                                    <p:cond delay="0"/>
                                  </p:stCondLst>
                                  <p:childTnLst>
                                    <p:set>
                                      <p:cBhvr>
                                        <p:cTn id="48" dur="1" fill="hold">
                                          <p:stCondLst>
                                            <p:cond delay="0"/>
                                          </p:stCondLst>
                                        </p:cTn>
                                        <p:tgtEl>
                                          <p:spTgt spid="3">
                                            <p:graphicEl>
                                              <a:dgm id="{067004DC-8343-4636-A31A-45F784FDA0BD}"/>
                                            </p:graphicEl>
                                          </p:spTgt>
                                        </p:tgtEl>
                                        <p:attrNameLst>
                                          <p:attrName>style.visibility</p:attrName>
                                        </p:attrNameLst>
                                      </p:cBhvr>
                                      <p:to>
                                        <p:strVal val="visible"/>
                                      </p:to>
                                    </p:set>
                                    <p:anim calcmode="lin" valueType="num">
                                      <p:cBhvr additive="base">
                                        <p:cTn id="49" dur="500" fill="hold"/>
                                        <p:tgtEl>
                                          <p:spTgt spid="3">
                                            <p:graphicEl>
                                              <a:dgm id="{067004DC-8343-4636-A31A-45F784FDA0BD}"/>
                                            </p:graphicEl>
                                          </p:spTgt>
                                        </p:tgtEl>
                                        <p:attrNameLst>
                                          <p:attrName>ppt_x</p:attrName>
                                        </p:attrNameLst>
                                      </p:cBhvr>
                                      <p:tavLst>
                                        <p:tav tm="0">
                                          <p:val>
                                            <p:strVal val="1+#ppt_w/2"/>
                                          </p:val>
                                        </p:tav>
                                        <p:tav tm="100000">
                                          <p:val>
                                            <p:strVal val="#ppt_x"/>
                                          </p:val>
                                        </p:tav>
                                      </p:tavLst>
                                    </p:anim>
                                    <p:anim calcmode="lin" valueType="num">
                                      <p:cBhvr additive="base">
                                        <p:cTn id="50" dur="500" fill="hold"/>
                                        <p:tgtEl>
                                          <p:spTgt spid="3">
                                            <p:graphicEl>
                                              <a:dgm id="{067004DC-8343-4636-A31A-45F784FDA0BD}"/>
                                            </p:graphicEl>
                                          </p:spTgt>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2" fill="hold" grpId="0" nodeType="clickEffect">
                                  <p:stCondLst>
                                    <p:cond delay="0"/>
                                  </p:stCondLst>
                                  <p:childTnLst>
                                    <p:set>
                                      <p:cBhvr>
                                        <p:cTn id="54" dur="1" fill="hold">
                                          <p:stCondLst>
                                            <p:cond delay="0"/>
                                          </p:stCondLst>
                                        </p:cTn>
                                        <p:tgtEl>
                                          <p:spTgt spid="3">
                                            <p:graphicEl>
                                              <a:dgm id="{E381ACF6-1160-45FE-B54B-49227151AC56}"/>
                                            </p:graphicEl>
                                          </p:spTgt>
                                        </p:tgtEl>
                                        <p:attrNameLst>
                                          <p:attrName>style.visibility</p:attrName>
                                        </p:attrNameLst>
                                      </p:cBhvr>
                                      <p:to>
                                        <p:strVal val="visible"/>
                                      </p:to>
                                    </p:set>
                                    <p:anim calcmode="lin" valueType="num">
                                      <p:cBhvr additive="base">
                                        <p:cTn id="55" dur="500" fill="hold"/>
                                        <p:tgtEl>
                                          <p:spTgt spid="3">
                                            <p:graphicEl>
                                              <a:dgm id="{E381ACF6-1160-45FE-B54B-49227151AC56}"/>
                                            </p:graphicEl>
                                          </p:spTgt>
                                        </p:tgtEl>
                                        <p:attrNameLst>
                                          <p:attrName>ppt_x</p:attrName>
                                        </p:attrNameLst>
                                      </p:cBhvr>
                                      <p:tavLst>
                                        <p:tav tm="0">
                                          <p:val>
                                            <p:strVal val="1+#ppt_w/2"/>
                                          </p:val>
                                        </p:tav>
                                        <p:tav tm="100000">
                                          <p:val>
                                            <p:strVal val="#ppt_x"/>
                                          </p:val>
                                        </p:tav>
                                      </p:tavLst>
                                    </p:anim>
                                    <p:anim calcmode="lin" valueType="num">
                                      <p:cBhvr additive="base">
                                        <p:cTn id="56" dur="500" fill="hold"/>
                                        <p:tgtEl>
                                          <p:spTgt spid="3">
                                            <p:graphicEl>
                                              <a:dgm id="{E381ACF6-1160-45FE-B54B-49227151AC56}"/>
                                            </p:graphicEl>
                                          </p:spTgt>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2" fill="hold" grpId="0" nodeType="clickEffect">
                                  <p:stCondLst>
                                    <p:cond delay="0"/>
                                  </p:stCondLst>
                                  <p:childTnLst>
                                    <p:set>
                                      <p:cBhvr>
                                        <p:cTn id="60" dur="1" fill="hold">
                                          <p:stCondLst>
                                            <p:cond delay="0"/>
                                          </p:stCondLst>
                                        </p:cTn>
                                        <p:tgtEl>
                                          <p:spTgt spid="3">
                                            <p:graphicEl>
                                              <a:dgm id="{CA476C61-1EC6-4B60-8009-A1B5B4F4585D}"/>
                                            </p:graphicEl>
                                          </p:spTgt>
                                        </p:tgtEl>
                                        <p:attrNameLst>
                                          <p:attrName>style.visibility</p:attrName>
                                        </p:attrNameLst>
                                      </p:cBhvr>
                                      <p:to>
                                        <p:strVal val="visible"/>
                                      </p:to>
                                    </p:set>
                                    <p:anim calcmode="lin" valueType="num">
                                      <p:cBhvr additive="base">
                                        <p:cTn id="61" dur="500" fill="hold"/>
                                        <p:tgtEl>
                                          <p:spTgt spid="3">
                                            <p:graphicEl>
                                              <a:dgm id="{CA476C61-1EC6-4B60-8009-A1B5B4F4585D}"/>
                                            </p:graphicEl>
                                          </p:spTgt>
                                        </p:tgtEl>
                                        <p:attrNameLst>
                                          <p:attrName>ppt_x</p:attrName>
                                        </p:attrNameLst>
                                      </p:cBhvr>
                                      <p:tavLst>
                                        <p:tav tm="0">
                                          <p:val>
                                            <p:strVal val="1+#ppt_w/2"/>
                                          </p:val>
                                        </p:tav>
                                        <p:tav tm="100000">
                                          <p:val>
                                            <p:strVal val="#ppt_x"/>
                                          </p:val>
                                        </p:tav>
                                      </p:tavLst>
                                    </p:anim>
                                    <p:anim calcmode="lin" valueType="num">
                                      <p:cBhvr additive="base">
                                        <p:cTn id="62" dur="500" fill="hold"/>
                                        <p:tgtEl>
                                          <p:spTgt spid="3">
                                            <p:graphicEl>
                                              <a:dgm id="{CA476C61-1EC6-4B60-8009-A1B5B4F4585D}"/>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Functions of Operating Systems?</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5</a:t>
            </a:fld>
            <a:endParaRPr lang="en-US"/>
          </a:p>
        </p:txBody>
      </p:sp>
      <p:graphicFrame>
        <p:nvGraphicFramePr>
          <p:cNvPr id="3" name="Diagram 2">
            <a:extLst>
              <a:ext uri="{FF2B5EF4-FFF2-40B4-BE49-F238E27FC236}">
                <a16:creationId xmlns:a16="http://schemas.microsoft.com/office/drawing/2014/main" id="{51E79EA8-640C-0DFA-1689-9CBC6907920D}"/>
              </a:ext>
            </a:extLst>
          </p:cNvPr>
          <p:cNvGraphicFramePr/>
          <p:nvPr>
            <p:extLst>
              <p:ext uri="{D42A27DB-BD31-4B8C-83A1-F6EECF244321}">
                <p14:modId xmlns:p14="http://schemas.microsoft.com/office/powerpoint/2010/main" val="3504598574"/>
              </p:ext>
            </p:extLst>
          </p:nvPr>
        </p:nvGraphicFramePr>
        <p:xfrm>
          <a:off x="525801" y="1444889"/>
          <a:ext cx="7922492" cy="504394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173102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FC2A7D85-99E0-4DE6-A74D-55E0D7DEFEEF}"/>
                                            </p:graphicEl>
                                          </p:spTgt>
                                        </p:tgtEl>
                                        <p:attrNameLst>
                                          <p:attrName>style.visibility</p:attrName>
                                        </p:attrNameLst>
                                      </p:cBhvr>
                                      <p:to>
                                        <p:strVal val="visible"/>
                                      </p:to>
                                    </p:set>
                                    <p:anim calcmode="lin" valueType="num">
                                      <p:cBhvr additive="base">
                                        <p:cTn id="7" dur="500" fill="hold"/>
                                        <p:tgtEl>
                                          <p:spTgt spid="3">
                                            <p:graphicEl>
                                              <a:dgm id="{FC2A7D85-99E0-4DE6-A74D-55E0D7DEFEEF}"/>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FC2A7D85-99E0-4DE6-A74D-55E0D7DEFEEF}"/>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graphicEl>
                                              <a:dgm id="{D0D7EDC6-7CFB-406C-B876-A4532D4D3C46}"/>
                                            </p:graphicEl>
                                          </p:spTgt>
                                        </p:tgtEl>
                                        <p:attrNameLst>
                                          <p:attrName>style.visibility</p:attrName>
                                        </p:attrNameLst>
                                      </p:cBhvr>
                                      <p:to>
                                        <p:strVal val="visible"/>
                                      </p:to>
                                    </p:set>
                                    <p:anim calcmode="lin" valueType="num">
                                      <p:cBhvr additive="base">
                                        <p:cTn id="11" dur="500" fill="hold"/>
                                        <p:tgtEl>
                                          <p:spTgt spid="3">
                                            <p:graphicEl>
                                              <a:dgm id="{D0D7EDC6-7CFB-406C-B876-A4532D4D3C46}"/>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graphicEl>
                                              <a:dgm id="{D0D7EDC6-7CFB-406C-B876-A4532D4D3C46}"/>
                                            </p:graphic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graphicEl>
                                              <a:dgm id="{A74F6BAF-1F3F-4A02-84A6-4C3CDDD8949D}"/>
                                            </p:graphicEl>
                                          </p:spTgt>
                                        </p:tgtEl>
                                        <p:attrNameLst>
                                          <p:attrName>style.visibility</p:attrName>
                                        </p:attrNameLst>
                                      </p:cBhvr>
                                      <p:to>
                                        <p:strVal val="visible"/>
                                      </p:to>
                                    </p:set>
                                    <p:anim calcmode="lin" valueType="num">
                                      <p:cBhvr additive="base">
                                        <p:cTn id="17" dur="500" fill="hold"/>
                                        <p:tgtEl>
                                          <p:spTgt spid="3">
                                            <p:graphicEl>
                                              <a:dgm id="{A74F6BAF-1F3F-4A02-84A6-4C3CDDD8949D}"/>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graphicEl>
                                              <a:dgm id="{A74F6BAF-1F3F-4A02-84A6-4C3CDDD8949D}"/>
                                            </p:graphic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graphicEl>
                                              <a:dgm id="{DF2979F3-1F2A-4B84-98CE-26ABB047ACBA}"/>
                                            </p:graphicEl>
                                          </p:spTgt>
                                        </p:tgtEl>
                                        <p:attrNameLst>
                                          <p:attrName>style.visibility</p:attrName>
                                        </p:attrNameLst>
                                      </p:cBhvr>
                                      <p:to>
                                        <p:strVal val="visible"/>
                                      </p:to>
                                    </p:set>
                                    <p:anim calcmode="lin" valueType="num">
                                      <p:cBhvr additive="base">
                                        <p:cTn id="21" dur="500" fill="hold"/>
                                        <p:tgtEl>
                                          <p:spTgt spid="3">
                                            <p:graphicEl>
                                              <a:dgm id="{DF2979F3-1F2A-4B84-98CE-26ABB047ACBA}"/>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graphicEl>
                                              <a:dgm id="{DF2979F3-1F2A-4B84-98CE-26ABB047ACBA}"/>
                                            </p:graphic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graphicEl>
                                              <a:dgm id="{09B6B147-829A-4F09-9A23-C6D59D18024F}"/>
                                            </p:graphicEl>
                                          </p:spTgt>
                                        </p:tgtEl>
                                        <p:attrNameLst>
                                          <p:attrName>style.visibility</p:attrName>
                                        </p:attrNameLst>
                                      </p:cBhvr>
                                      <p:to>
                                        <p:strVal val="visible"/>
                                      </p:to>
                                    </p:set>
                                    <p:anim calcmode="lin" valueType="num">
                                      <p:cBhvr additive="base">
                                        <p:cTn id="27" dur="500" fill="hold"/>
                                        <p:tgtEl>
                                          <p:spTgt spid="3">
                                            <p:graphicEl>
                                              <a:dgm id="{09B6B147-829A-4F09-9A23-C6D59D18024F}"/>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graphicEl>
                                              <a:dgm id="{09B6B147-829A-4F09-9A23-C6D59D18024F}"/>
                                            </p:graphic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graphicEl>
                                              <a:dgm id="{61CC9F6F-71F1-478C-ACE9-51CBDB3B03DC}"/>
                                            </p:graphicEl>
                                          </p:spTgt>
                                        </p:tgtEl>
                                        <p:attrNameLst>
                                          <p:attrName>style.visibility</p:attrName>
                                        </p:attrNameLst>
                                      </p:cBhvr>
                                      <p:to>
                                        <p:strVal val="visible"/>
                                      </p:to>
                                    </p:set>
                                    <p:anim calcmode="lin" valueType="num">
                                      <p:cBhvr additive="base">
                                        <p:cTn id="31" dur="500" fill="hold"/>
                                        <p:tgtEl>
                                          <p:spTgt spid="3">
                                            <p:graphicEl>
                                              <a:dgm id="{61CC9F6F-71F1-478C-ACE9-51CBDB3B03DC}"/>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graphicEl>
                                              <a:dgm id="{61CC9F6F-71F1-478C-ACE9-51CBDB3B03DC}"/>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graphicEl>
                                              <a:dgm id="{B028072A-24C3-4CAE-B983-5F840474C389}"/>
                                            </p:graphicEl>
                                          </p:spTgt>
                                        </p:tgtEl>
                                        <p:attrNameLst>
                                          <p:attrName>style.visibility</p:attrName>
                                        </p:attrNameLst>
                                      </p:cBhvr>
                                      <p:to>
                                        <p:strVal val="visible"/>
                                      </p:to>
                                    </p:set>
                                    <p:anim calcmode="lin" valueType="num">
                                      <p:cBhvr additive="base">
                                        <p:cTn id="37" dur="500" fill="hold"/>
                                        <p:tgtEl>
                                          <p:spTgt spid="3">
                                            <p:graphicEl>
                                              <a:dgm id="{B028072A-24C3-4CAE-B983-5F840474C389}"/>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graphicEl>
                                              <a:dgm id="{B028072A-24C3-4CAE-B983-5F840474C389}"/>
                                            </p:graphic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graphicEl>
                                              <a:dgm id="{F034160A-A878-4EBC-9F75-1DACE8842F9A}"/>
                                            </p:graphicEl>
                                          </p:spTgt>
                                        </p:tgtEl>
                                        <p:attrNameLst>
                                          <p:attrName>style.visibility</p:attrName>
                                        </p:attrNameLst>
                                      </p:cBhvr>
                                      <p:to>
                                        <p:strVal val="visible"/>
                                      </p:to>
                                    </p:set>
                                    <p:anim calcmode="lin" valueType="num">
                                      <p:cBhvr additive="base">
                                        <p:cTn id="41" dur="500" fill="hold"/>
                                        <p:tgtEl>
                                          <p:spTgt spid="3">
                                            <p:graphicEl>
                                              <a:dgm id="{F034160A-A878-4EBC-9F75-1DACE8842F9A}"/>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graphicEl>
                                              <a:dgm id="{F034160A-A878-4EBC-9F75-1DACE8842F9A}"/>
                                            </p:graphic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3">
                                            <p:graphicEl>
                                              <a:dgm id="{A36AB315-BDE8-4C73-AC59-E85B60F66CAB}"/>
                                            </p:graphicEl>
                                          </p:spTgt>
                                        </p:tgtEl>
                                        <p:attrNameLst>
                                          <p:attrName>style.visibility</p:attrName>
                                        </p:attrNameLst>
                                      </p:cBhvr>
                                      <p:to>
                                        <p:strVal val="visible"/>
                                      </p:to>
                                    </p:set>
                                    <p:anim calcmode="lin" valueType="num">
                                      <p:cBhvr additive="base">
                                        <p:cTn id="47" dur="500" fill="hold"/>
                                        <p:tgtEl>
                                          <p:spTgt spid="3">
                                            <p:graphicEl>
                                              <a:dgm id="{A36AB315-BDE8-4C73-AC59-E85B60F66CAB}"/>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graphicEl>
                                              <a:dgm id="{A36AB315-BDE8-4C73-AC59-E85B60F66CAB}"/>
                                            </p:graphicEl>
                                          </p:spTgt>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3">
                                            <p:graphicEl>
                                              <a:dgm id="{374EFFB7-BDD3-45E5-94FE-954170428ED1}"/>
                                            </p:graphicEl>
                                          </p:spTgt>
                                        </p:tgtEl>
                                        <p:attrNameLst>
                                          <p:attrName>style.visibility</p:attrName>
                                        </p:attrNameLst>
                                      </p:cBhvr>
                                      <p:to>
                                        <p:strVal val="visible"/>
                                      </p:to>
                                    </p:set>
                                    <p:anim calcmode="lin" valueType="num">
                                      <p:cBhvr additive="base">
                                        <p:cTn id="51" dur="500" fill="hold"/>
                                        <p:tgtEl>
                                          <p:spTgt spid="3">
                                            <p:graphicEl>
                                              <a:dgm id="{374EFFB7-BDD3-45E5-94FE-954170428ED1}"/>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3">
                                            <p:graphicEl>
                                              <a:dgm id="{374EFFB7-BDD3-45E5-94FE-954170428ED1}"/>
                                            </p:graphic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3">
                                            <p:graphicEl>
                                              <a:dgm id="{A2064AB6-EB53-46AA-9706-5EA660C71941}"/>
                                            </p:graphicEl>
                                          </p:spTgt>
                                        </p:tgtEl>
                                        <p:attrNameLst>
                                          <p:attrName>style.visibility</p:attrName>
                                        </p:attrNameLst>
                                      </p:cBhvr>
                                      <p:to>
                                        <p:strVal val="visible"/>
                                      </p:to>
                                    </p:set>
                                    <p:anim calcmode="lin" valueType="num">
                                      <p:cBhvr additive="base">
                                        <p:cTn id="57" dur="500" fill="hold"/>
                                        <p:tgtEl>
                                          <p:spTgt spid="3">
                                            <p:graphicEl>
                                              <a:dgm id="{A2064AB6-EB53-46AA-9706-5EA660C71941}"/>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graphicEl>
                                              <a:dgm id="{A2064AB6-EB53-46AA-9706-5EA660C71941}"/>
                                            </p:graphicEl>
                                          </p:spTgt>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3">
                                            <p:graphicEl>
                                              <a:dgm id="{38941F2A-3656-4AAB-8A93-762FBB254DB0}"/>
                                            </p:graphicEl>
                                          </p:spTgt>
                                        </p:tgtEl>
                                        <p:attrNameLst>
                                          <p:attrName>style.visibility</p:attrName>
                                        </p:attrNameLst>
                                      </p:cBhvr>
                                      <p:to>
                                        <p:strVal val="visible"/>
                                      </p:to>
                                    </p:set>
                                    <p:anim calcmode="lin" valueType="num">
                                      <p:cBhvr additive="base">
                                        <p:cTn id="61" dur="500" fill="hold"/>
                                        <p:tgtEl>
                                          <p:spTgt spid="3">
                                            <p:graphicEl>
                                              <a:dgm id="{38941F2A-3656-4AAB-8A93-762FBB254DB0}"/>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graphicEl>
                                              <a:dgm id="{38941F2A-3656-4AAB-8A93-762FBB254DB0}"/>
                                            </p:graphic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
                                            <p:graphicEl>
                                              <a:dgm id="{E8207903-82C8-4F07-B403-FC929D36A631}"/>
                                            </p:graphicEl>
                                          </p:spTgt>
                                        </p:tgtEl>
                                        <p:attrNameLst>
                                          <p:attrName>style.visibility</p:attrName>
                                        </p:attrNameLst>
                                      </p:cBhvr>
                                      <p:to>
                                        <p:strVal val="visible"/>
                                      </p:to>
                                    </p:set>
                                    <p:anim calcmode="lin" valueType="num">
                                      <p:cBhvr additive="base">
                                        <p:cTn id="67" dur="500" fill="hold"/>
                                        <p:tgtEl>
                                          <p:spTgt spid="3">
                                            <p:graphicEl>
                                              <a:dgm id="{E8207903-82C8-4F07-B403-FC929D36A631}"/>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3">
                                            <p:graphicEl>
                                              <a:dgm id="{E8207903-82C8-4F07-B403-FC929D36A631}"/>
                                            </p:graphicEl>
                                          </p:spTgt>
                                        </p:tgtEl>
                                        <p:attrNameLst>
                                          <p:attrName>ppt_y</p:attrName>
                                        </p:attrNameLst>
                                      </p:cBhvr>
                                      <p:tavLst>
                                        <p:tav tm="0">
                                          <p:val>
                                            <p:strVal val="1+#ppt_h/2"/>
                                          </p:val>
                                        </p:tav>
                                        <p:tav tm="100000">
                                          <p:val>
                                            <p:strVal val="#ppt_y"/>
                                          </p:val>
                                        </p:tav>
                                      </p:tavLst>
                                    </p:anim>
                                  </p:childTnLst>
                                </p:cTn>
                              </p:par>
                              <p:par>
                                <p:cTn id="69" presetID="2" presetClass="entr" presetSubtype="4" fill="hold" grpId="0" nodeType="withEffect">
                                  <p:stCondLst>
                                    <p:cond delay="0"/>
                                  </p:stCondLst>
                                  <p:childTnLst>
                                    <p:set>
                                      <p:cBhvr>
                                        <p:cTn id="70" dur="1" fill="hold">
                                          <p:stCondLst>
                                            <p:cond delay="0"/>
                                          </p:stCondLst>
                                        </p:cTn>
                                        <p:tgtEl>
                                          <p:spTgt spid="3">
                                            <p:graphicEl>
                                              <a:dgm id="{8F2D131D-1BCF-4B81-9DE8-104CAC81508F}"/>
                                            </p:graphicEl>
                                          </p:spTgt>
                                        </p:tgtEl>
                                        <p:attrNameLst>
                                          <p:attrName>style.visibility</p:attrName>
                                        </p:attrNameLst>
                                      </p:cBhvr>
                                      <p:to>
                                        <p:strVal val="visible"/>
                                      </p:to>
                                    </p:set>
                                    <p:anim calcmode="lin" valueType="num">
                                      <p:cBhvr additive="base">
                                        <p:cTn id="71" dur="500" fill="hold"/>
                                        <p:tgtEl>
                                          <p:spTgt spid="3">
                                            <p:graphicEl>
                                              <a:dgm id="{8F2D131D-1BCF-4B81-9DE8-104CAC81508F}"/>
                                            </p:graphicEl>
                                          </p:spTgt>
                                        </p:tgtEl>
                                        <p:attrNameLst>
                                          <p:attrName>ppt_x</p:attrName>
                                        </p:attrNameLst>
                                      </p:cBhvr>
                                      <p:tavLst>
                                        <p:tav tm="0">
                                          <p:val>
                                            <p:strVal val="#ppt_x"/>
                                          </p:val>
                                        </p:tav>
                                        <p:tav tm="100000">
                                          <p:val>
                                            <p:strVal val="#ppt_x"/>
                                          </p:val>
                                        </p:tav>
                                      </p:tavLst>
                                    </p:anim>
                                    <p:anim calcmode="lin" valueType="num">
                                      <p:cBhvr additive="base">
                                        <p:cTn id="72" dur="500" fill="hold"/>
                                        <p:tgtEl>
                                          <p:spTgt spid="3">
                                            <p:graphicEl>
                                              <a:dgm id="{8F2D131D-1BCF-4B81-9DE8-104CAC81508F}"/>
                                            </p:graphicEl>
                                          </p:spTgt>
                                        </p:tgtEl>
                                        <p:attrNameLst>
                                          <p:attrName>ppt_y</p:attrName>
                                        </p:attrNameLst>
                                      </p:cBhvr>
                                      <p:tavLst>
                                        <p:tav tm="0">
                                          <p:val>
                                            <p:strVal val="1+#ppt_h/2"/>
                                          </p:val>
                                        </p:tav>
                                        <p:tav tm="100000">
                                          <p:val>
                                            <p:strVal val="#ppt_y"/>
                                          </p:val>
                                        </p:tav>
                                      </p:tavLst>
                                    </p:anim>
                                  </p:childTnLst>
                                </p:cTn>
                              </p:par>
                            </p:childTnLst>
                          </p:cTn>
                        </p:par>
                      </p:childTnLst>
                    </p:cTn>
                  </p:par>
                  <p:par>
                    <p:cTn id="73" fill="hold">
                      <p:stCondLst>
                        <p:cond delay="indefinite"/>
                      </p:stCondLst>
                      <p:childTnLst>
                        <p:par>
                          <p:cTn id="74" fill="hold">
                            <p:stCondLst>
                              <p:cond delay="0"/>
                            </p:stCondLst>
                            <p:childTnLst>
                              <p:par>
                                <p:cTn id="75" presetID="2" presetClass="entr" presetSubtype="4" fill="hold" grpId="0" nodeType="clickEffect">
                                  <p:stCondLst>
                                    <p:cond delay="0"/>
                                  </p:stCondLst>
                                  <p:childTnLst>
                                    <p:set>
                                      <p:cBhvr>
                                        <p:cTn id="76" dur="1" fill="hold">
                                          <p:stCondLst>
                                            <p:cond delay="0"/>
                                          </p:stCondLst>
                                        </p:cTn>
                                        <p:tgtEl>
                                          <p:spTgt spid="3">
                                            <p:graphicEl>
                                              <a:dgm id="{49B4D081-84F4-48CA-A0E7-2F5205F346CC}"/>
                                            </p:graphicEl>
                                          </p:spTgt>
                                        </p:tgtEl>
                                        <p:attrNameLst>
                                          <p:attrName>style.visibility</p:attrName>
                                        </p:attrNameLst>
                                      </p:cBhvr>
                                      <p:to>
                                        <p:strVal val="visible"/>
                                      </p:to>
                                    </p:set>
                                    <p:anim calcmode="lin" valueType="num">
                                      <p:cBhvr additive="base">
                                        <p:cTn id="77" dur="500" fill="hold"/>
                                        <p:tgtEl>
                                          <p:spTgt spid="3">
                                            <p:graphicEl>
                                              <a:dgm id="{49B4D081-84F4-48CA-A0E7-2F5205F346CC}"/>
                                            </p:graphicEl>
                                          </p:spTgt>
                                        </p:tgtEl>
                                        <p:attrNameLst>
                                          <p:attrName>ppt_x</p:attrName>
                                        </p:attrNameLst>
                                      </p:cBhvr>
                                      <p:tavLst>
                                        <p:tav tm="0">
                                          <p:val>
                                            <p:strVal val="#ppt_x"/>
                                          </p:val>
                                        </p:tav>
                                        <p:tav tm="100000">
                                          <p:val>
                                            <p:strVal val="#ppt_x"/>
                                          </p:val>
                                        </p:tav>
                                      </p:tavLst>
                                    </p:anim>
                                    <p:anim calcmode="lin" valueType="num">
                                      <p:cBhvr additive="base">
                                        <p:cTn id="78" dur="500" fill="hold"/>
                                        <p:tgtEl>
                                          <p:spTgt spid="3">
                                            <p:graphicEl>
                                              <a:dgm id="{49B4D081-84F4-48CA-A0E7-2F5205F346CC}"/>
                                            </p:graphicEl>
                                          </p:spTgt>
                                        </p:tgtEl>
                                        <p:attrNameLst>
                                          <p:attrName>ppt_y</p:attrName>
                                        </p:attrNameLst>
                                      </p:cBhvr>
                                      <p:tavLst>
                                        <p:tav tm="0">
                                          <p:val>
                                            <p:strVal val="1+#ppt_h/2"/>
                                          </p:val>
                                        </p:tav>
                                        <p:tav tm="100000">
                                          <p:val>
                                            <p:strVal val="#ppt_y"/>
                                          </p:val>
                                        </p:tav>
                                      </p:tavLst>
                                    </p:anim>
                                  </p:childTnLst>
                                </p:cTn>
                              </p:par>
                              <p:par>
                                <p:cTn id="79" presetID="2" presetClass="entr" presetSubtype="4" fill="hold" grpId="0" nodeType="withEffect">
                                  <p:stCondLst>
                                    <p:cond delay="0"/>
                                  </p:stCondLst>
                                  <p:childTnLst>
                                    <p:set>
                                      <p:cBhvr>
                                        <p:cTn id="80" dur="1" fill="hold">
                                          <p:stCondLst>
                                            <p:cond delay="0"/>
                                          </p:stCondLst>
                                        </p:cTn>
                                        <p:tgtEl>
                                          <p:spTgt spid="3">
                                            <p:graphicEl>
                                              <a:dgm id="{78BBFC1B-DDCB-4CB6-8D6C-D3F221CB89AB}"/>
                                            </p:graphicEl>
                                          </p:spTgt>
                                        </p:tgtEl>
                                        <p:attrNameLst>
                                          <p:attrName>style.visibility</p:attrName>
                                        </p:attrNameLst>
                                      </p:cBhvr>
                                      <p:to>
                                        <p:strVal val="visible"/>
                                      </p:to>
                                    </p:set>
                                    <p:anim calcmode="lin" valueType="num">
                                      <p:cBhvr additive="base">
                                        <p:cTn id="81" dur="500" fill="hold"/>
                                        <p:tgtEl>
                                          <p:spTgt spid="3">
                                            <p:graphicEl>
                                              <a:dgm id="{78BBFC1B-DDCB-4CB6-8D6C-D3F221CB89AB}"/>
                                            </p:graphicEl>
                                          </p:spTgt>
                                        </p:tgtEl>
                                        <p:attrNameLst>
                                          <p:attrName>ppt_x</p:attrName>
                                        </p:attrNameLst>
                                      </p:cBhvr>
                                      <p:tavLst>
                                        <p:tav tm="0">
                                          <p:val>
                                            <p:strVal val="#ppt_x"/>
                                          </p:val>
                                        </p:tav>
                                        <p:tav tm="100000">
                                          <p:val>
                                            <p:strVal val="#ppt_x"/>
                                          </p:val>
                                        </p:tav>
                                      </p:tavLst>
                                    </p:anim>
                                    <p:anim calcmode="lin" valueType="num">
                                      <p:cBhvr additive="base">
                                        <p:cTn id="82" dur="500" fill="hold"/>
                                        <p:tgtEl>
                                          <p:spTgt spid="3">
                                            <p:graphicEl>
                                              <a:dgm id="{78BBFC1B-DDCB-4CB6-8D6C-D3F221CB89AB}"/>
                                            </p:graphicEl>
                                          </p:spTgt>
                                        </p:tgtEl>
                                        <p:attrNameLst>
                                          <p:attrName>ppt_y</p:attrName>
                                        </p:attrNameLst>
                                      </p:cBhvr>
                                      <p:tavLst>
                                        <p:tav tm="0">
                                          <p:val>
                                            <p:strVal val="1+#ppt_h/2"/>
                                          </p:val>
                                        </p:tav>
                                        <p:tav tm="100000">
                                          <p:val>
                                            <p:strVal val="#ppt_y"/>
                                          </p:val>
                                        </p:tav>
                                      </p:tavLst>
                                    </p:anim>
                                  </p:childTnLst>
                                </p:cTn>
                              </p:par>
                            </p:childTnLst>
                          </p:cTn>
                        </p:par>
                      </p:childTnLst>
                    </p:cTn>
                  </p:par>
                  <p:par>
                    <p:cTn id="83" fill="hold">
                      <p:stCondLst>
                        <p:cond delay="indefinite"/>
                      </p:stCondLst>
                      <p:childTnLst>
                        <p:par>
                          <p:cTn id="84" fill="hold">
                            <p:stCondLst>
                              <p:cond delay="0"/>
                            </p:stCondLst>
                            <p:childTnLst>
                              <p:par>
                                <p:cTn id="85" presetID="2" presetClass="entr" presetSubtype="4" fill="hold" grpId="0" nodeType="clickEffect">
                                  <p:stCondLst>
                                    <p:cond delay="0"/>
                                  </p:stCondLst>
                                  <p:childTnLst>
                                    <p:set>
                                      <p:cBhvr>
                                        <p:cTn id="86" dur="1" fill="hold">
                                          <p:stCondLst>
                                            <p:cond delay="0"/>
                                          </p:stCondLst>
                                        </p:cTn>
                                        <p:tgtEl>
                                          <p:spTgt spid="3">
                                            <p:graphicEl>
                                              <a:dgm id="{FB25F0CF-AF8D-4BAC-A0AA-F1DCE291E48F}"/>
                                            </p:graphicEl>
                                          </p:spTgt>
                                        </p:tgtEl>
                                        <p:attrNameLst>
                                          <p:attrName>style.visibility</p:attrName>
                                        </p:attrNameLst>
                                      </p:cBhvr>
                                      <p:to>
                                        <p:strVal val="visible"/>
                                      </p:to>
                                    </p:set>
                                    <p:anim calcmode="lin" valueType="num">
                                      <p:cBhvr additive="base">
                                        <p:cTn id="87" dur="500" fill="hold"/>
                                        <p:tgtEl>
                                          <p:spTgt spid="3">
                                            <p:graphicEl>
                                              <a:dgm id="{FB25F0CF-AF8D-4BAC-A0AA-F1DCE291E48F}"/>
                                            </p:graphicEl>
                                          </p:spTgt>
                                        </p:tgtEl>
                                        <p:attrNameLst>
                                          <p:attrName>ppt_x</p:attrName>
                                        </p:attrNameLst>
                                      </p:cBhvr>
                                      <p:tavLst>
                                        <p:tav tm="0">
                                          <p:val>
                                            <p:strVal val="#ppt_x"/>
                                          </p:val>
                                        </p:tav>
                                        <p:tav tm="100000">
                                          <p:val>
                                            <p:strVal val="#ppt_x"/>
                                          </p:val>
                                        </p:tav>
                                      </p:tavLst>
                                    </p:anim>
                                    <p:anim calcmode="lin" valueType="num">
                                      <p:cBhvr additive="base">
                                        <p:cTn id="88" dur="500" fill="hold"/>
                                        <p:tgtEl>
                                          <p:spTgt spid="3">
                                            <p:graphicEl>
                                              <a:dgm id="{FB25F0CF-AF8D-4BAC-A0AA-F1DCE291E48F}"/>
                                            </p:graphicEl>
                                          </p:spTgt>
                                        </p:tgtEl>
                                        <p:attrNameLst>
                                          <p:attrName>ppt_y</p:attrName>
                                        </p:attrNameLst>
                                      </p:cBhvr>
                                      <p:tavLst>
                                        <p:tav tm="0">
                                          <p:val>
                                            <p:strVal val="1+#ppt_h/2"/>
                                          </p:val>
                                        </p:tav>
                                        <p:tav tm="100000">
                                          <p:val>
                                            <p:strVal val="#ppt_y"/>
                                          </p:val>
                                        </p:tav>
                                      </p:tavLst>
                                    </p:anim>
                                  </p:childTnLst>
                                </p:cTn>
                              </p:par>
                              <p:par>
                                <p:cTn id="89" presetID="2" presetClass="entr" presetSubtype="4" fill="hold" grpId="0" nodeType="withEffect">
                                  <p:stCondLst>
                                    <p:cond delay="0"/>
                                  </p:stCondLst>
                                  <p:childTnLst>
                                    <p:set>
                                      <p:cBhvr>
                                        <p:cTn id="90" dur="1" fill="hold">
                                          <p:stCondLst>
                                            <p:cond delay="0"/>
                                          </p:stCondLst>
                                        </p:cTn>
                                        <p:tgtEl>
                                          <p:spTgt spid="3">
                                            <p:graphicEl>
                                              <a:dgm id="{9350E290-FBFA-4030-A325-5AB7FD341A74}"/>
                                            </p:graphicEl>
                                          </p:spTgt>
                                        </p:tgtEl>
                                        <p:attrNameLst>
                                          <p:attrName>style.visibility</p:attrName>
                                        </p:attrNameLst>
                                      </p:cBhvr>
                                      <p:to>
                                        <p:strVal val="visible"/>
                                      </p:to>
                                    </p:set>
                                    <p:anim calcmode="lin" valueType="num">
                                      <p:cBhvr additive="base">
                                        <p:cTn id="91" dur="500" fill="hold"/>
                                        <p:tgtEl>
                                          <p:spTgt spid="3">
                                            <p:graphicEl>
                                              <a:dgm id="{9350E290-FBFA-4030-A325-5AB7FD341A74}"/>
                                            </p:graphicEl>
                                          </p:spTgt>
                                        </p:tgtEl>
                                        <p:attrNameLst>
                                          <p:attrName>ppt_x</p:attrName>
                                        </p:attrNameLst>
                                      </p:cBhvr>
                                      <p:tavLst>
                                        <p:tav tm="0">
                                          <p:val>
                                            <p:strVal val="#ppt_x"/>
                                          </p:val>
                                        </p:tav>
                                        <p:tav tm="100000">
                                          <p:val>
                                            <p:strVal val="#ppt_x"/>
                                          </p:val>
                                        </p:tav>
                                      </p:tavLst>
                                    </p:anim>
                                    <p:anim calcmode="lin" valueType="num">
                                      <p:cBhvr additive="base">
                                        <p:cTn id="92" dur="500" fill="hold"/>
                                        <p:tgtEl>
                                          <p:spTgt spid="3">
                                            <p:graphicEl>
                                              <a:dgm id="{9350E290-FBFA-4030-A325-5AB7FD341A74}"/>
                                            </p:graphic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3">
                                            <p:graphicEl>
                                              <a:dgm id="{73C51BC5-B695-4DF8-9E1C-C9222C3CDDE4}"/>
                                            </p:graphicEl>
                                          </p:spTgt>
                                        </p:tgtEl>
                                        <p:attrNameLst>
                                          <p:attrName>style.visibility</p:attrName>
                                        </p:attrNameLst>
                                      </p:cBhvr>
                                      <p:to>
                                        <p:strVal val="visible"/>
                                      </p:to>
                                    </p:set>
                                    <p:anim calcmode="lin" valueType="num">
                                      <p:cBhvr additive="base">
                                        <p:cTn id="97" dur="500" fill="hold"/>
                                        <p:tgtEl>
                                          <p:spTgt spid="3">
                                            <p:graphicEl>
                                              <a:dgm id="{73C51BC5-B695-4DF8-9E1C-C9222C3CDDE4}"/>
                                            </p:graphicEl>
                                          </p:spTgt>
                                        </p:tgtEl>
                                        <p:attrNameLst>
                                          <p:attrName>ppt_x</p:attrName>
                                        </p:attrNameLst>
                                      </p:cBhvr>
                                      <p:tavLst>
                                        <p:tav tm="0">
                                          <p:val>
                                            <p:strVal val="#ppt_x"/>
                                          </p:val>
                                        </p:tav>
                                        <p:tav tm="100000">
                                          <p:val>
                                            <p:strVal val="#ppt_x"/>
                                          </p:val>
                                        </p:tav>
                                      </p:tavLst>
                                    </p:anim>
                                    <p:anim calcmode="lin" valueType="num">
                                      <p:cBhvr additive="base">
                                        <p:cTn id="98" dur="500" fill="hold"/>
                                        <p:tgtEl>
                                          <p:spTgt spid="3">
                                            <p:graphicEl>
                                              <a:dgm id="{73C51BC5-B695-4DF8-9E1C-C9222C3CDDE4}"/>
                                            </p:graphicEl>
                                          </p:spTgt>
                                        </p:tgtEl>
                                        <p:attrNameLst>
                                          <p:attrName>ppt_y</p:attrName>
                                        </p:attrNameLst>
                                      </p:cBhvr>
                                      <p:tavLst>
                                        <p:tav tm="0">
                                          <p:val>
                                            <p:strVal val="1+#ppt_h/2"/>
                                          </p:val>
                                        </p:tav>
                                        <p:tav tm="100000">
                                          <p:val>
                                            <p:strVal val="#ppt_y"/>
                                          </p:val>
                                        </p:tav>
                                      </p:tavLst>
                                    </p:anim>
                                  </p:childTnLst>
                                </p:cTn>
                              </p:par>
                              <p:par>
                                <p:cTn id="99" presetID="2" presetClass="entr" presetSubtype="4" fill="hold" grpId="0" nodeType="withEffect">
                                  <p:stCondLst>
                                    <p:cond delay="0"/>
                                  </p:stCondLst>
                                  <p:childTnLst>
                                    <p:set>
                                      <p:cBhvr>
                                        <p:cTn id="100" dur="1" fill="hold">
                                          <p:stCondLst>
                                            <p:cond delay="0"/>
                                          </p:stCondLst>
                                        </p:cTn>
                                        <p:tgtEl>
                                          <p:spTgt spid="3">
                                            <p:graphicEl>
                                              <a:dgm id="{180BA0E1-18AE-4D2A-B44C-6EE54F14FEE7}"/>
                                            </p:graphicEl>
                                          </p:spTgt>
                                        </p:tgtEl>
                                        <p:attrNameLst>
                                          <p:attrName>style.visibility</p:attrName>
                                        </p:attrNameLst>
                                      </p:cBhvr>
                                      <p:to>
                                        <p:strVal val="visible"/>
                                      </p:to>
                                    </p:set>
                                    <p:anim calcmode="lin" valueType="num">
                                      <p:cBhvr additive="base">
                                        <p:cTn id="101" dur="500" fill="hold"/>
                                        <p:tgtEl>
                                          <p:spTgt spid="3">
                                            <p:graphicEl>
                                              <a:dgm id="{180BA0E1-18AE-4D2A-B44C-6EE54F14FEE7}"/>
                                            </p:graphicEl>
                                          </p:spTgt>
                                        </p:tgtEl>
                                        <p:attrNameLst>
                                          <p:attrName>ppt_x</p:attrName>
                                        </p:attrNameLst>
                                      </p:cBhvr>
                                      <p:tavLst>
                                        <p:tav tm="0">
                                          <p:val>
                                            <p:strVal val="#ppt_x"/>
                                          </p:val>
                                        </p:tav>
                                        <p:tav tm="100000">
                                          <p:val>
                                            <p:strVal val="#ppt_x"/>
                                          </p:val>
                                        </p:tav>
                                      </p:tavLst>
                                    </p:anim>
                                    <p:anim calcmode="lin" valueType="num">
                                      <p:cBhvr additive="base">
                                        <p:cTn id="102" dur="500" fill="hold"/>
                                        <p:tgtEl>
                                          <p:spTgt spid="3">
                                            <p:graphicEl>
                                              <a:dgm id="{180BA0E1-18AE-4D2A-B44C-6EE54F14FEE7}"/>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Conceptual View of a Computer </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6</a:t>
            </a:fld>
            <a:endParaRPr lang="en-US"/>
          </a:p>
        </p:txBody>
      </p:sp>
      <p:pic>
        <p:nvPicPr>
          <p:cNvPr id="6" name="Picture 5">
            <a:extLst>
              <a:ext uri="{FF2B5EF4-FFF2-40B4-BE49-F238E27FC236}">
                <a16:creationId xmlns:a16="http://schemas.microsoft.com/office/drawing/2014/main" id="{3E9D290B-7E2D-AC1E-6450-61D5DFF0C11F}"/>
              </a:ext>
            </a:extLst>
          </p:cNvPr>
          <p:cNvPicPr>
            <a:picLocks noChangeAspect="1"/>
          </p:cNvPicPr>
          <p:nvPr/>
        </p:nvPicPr>
        <p:blipFill>
          <a:blip r:embed="rId2">
            <a:biLevel thresh="75000"/>
            <a:extLst>
              <a:ext uri="{BEBA8EAE-BF5A-486C-A8C5-ECC9F3942E4B}">
                <a14:imgProps xmlns:a14="http://schemas.microsoft.com/office/drawing/2010/main">
                  <a14:imgLayer r:embed="rId3">
                    <a14:imgEffect>
                      <a14:saturation sat="200000"/>
                    </a14:imgEffect>
                  </a14:imgLayer>
                </a14:imgProps>
              </a:ext>
            </a:extLst>
          </a:blip>
          <a:srcRect l="17312" t="26153" r="18495" b="19367"/>
          <a:stretch/>
        </p:blipFill>
        <p:spPr>
          <a:xfrm>
            <a:off x="816756" y="2032718"/>
            <a:ext cx="7721582" cy="3686182"/>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25672109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Characteristics of an OS</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7</a:t>
            </a:fld>
            <a:endParaRPr lang="en-US"/>
          </a:p>
        </p:txBody>
      </p:sp>
      <p:graphicFrame>
        <p:nvGraphicFramePr>
          <p:cNvPr id="3" name="Diagram 2">
            <a:extLst>
              <a:ext uri="{FF2B5EF4-FFF2-40B4-BE49-F238E27FC236}">
                <a16:creationId xmlns:a16="http://schemas.microsoft.com/office/drawing/2014/main" id="{35E58DC4-D88A-915F-30A5-8E8F6E9798AD}"/>
              </a:ext>
            </a:extLst>
          </p:cNvPr>
          <p:cNvGraphicFramePr/>
          <p:nvPr>
            <p:extLst>
              <p:ext uri="{D42A27DB-BD31-4B8C-83A1-F6EECF244321}">
                <p14:modId xmlns:p14="http://schemas.microsoft.com/office/powerpoint/2010/main" val="3895260548"/>
              </p:ext>
            </p:extLst>
          </p:nvPr>
        </p:nvGraphicFramePr>
        <p:xfrm>
          <a:off x="176980" y="1395063"/>
          <a:ext cx="8770375" cy="49614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683300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27E346BF-8E05-49B4-B457-F9C869AB7CA8}"/>
                                            </p:graphicEl>
                                          </p:spTgt>
                                        </p:tgtEl>
                                        <p:attrNameLst>
                                          <p:attrName>style.visibility</p:attrName>
                                        </p:attrNameLst>
                                      </p:cBhvr>
                                      <p:to>
                                        <p:strVal val="visible"/>
                                      </p:to>
                                    </p:set>
                                    <p:anim calcmode="lin" valueType="num">
                                      <p:cBhvr additive="base">
                                        <p:cTn id="7" dur="500" fill="hold"/>
                                        <p:tgtEl>
                                          <p:spTgt spid="3">
                                            <p:graphicEl>
                                              <a:dgm id="{27E346BF-8E05-49B4-B457-F9C869AB7CA8}"/>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27E346BF-8E05-49B4-B457-F9C869AB7CA8}"/>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graphicEl>
                                              <a:dgm id="{C520B6C0-A090-4326-9B35-18D54B2584DF}"/>
                                            </p:graphicEl>
                                          </p:spTgt>
                                        </p:tgtEl>
                                        <p:attrNameLst>
                                          <p:attrName>style.visibility</p:attrName>
                                        </p:attrNameLst>
                                      </p:cBhvr>
                                      <p:to>
                                        <p:strVal val="visible"/>
                                      </p:to>
                                    </p:set>
                                    <p:anim calcmode="lin" valueType="num">
                                      <p:cBhvr additive="base">
                                        <p:cTn id="13" dur="500" fill="hold"/>
                                        <p:tgtEl>
                                          <p:spTgt spid="3">
                                            <p:graphicEl>
                                              <a:dgm id="{C520B6C0-A090-4326-9B35-18D54B2584DF}"/>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C520B6C0-A090-4326-9B35-18D54B2584DF}"/>
                                            </p:graphic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graphicEl>
                                              <a:dgm id="{2567DF63-E3DC-439C-B6C4-7F1521ED9DE2}"/>
                                            </p:graphicEl>
                                          </p:spTgt>
                                        </p:tgtEl>
                                        <p:attrNameLst>
                                          <p:attrName>style.visibility</p:attrName>
                                        </p:attrNameLst>
                                      </p:cBhvr>
                                      <p:to>
                                        <p:strVal val="visible"/>
                                      </p:to>
                                    </p:set>
                                    <p:anim calcmode="lin" valueType="num">
                                      <p:cBhvr additive="base">
                                        <p:cTn id="17" dur="500" fill="hold"/>
                                        <p:tgtEl>
                                          <p:spTgt spid="3">
                                            <p:graphicEl>
                                              <a:dgm id="{2567DF63-E3DC-439C-B6C4-7F1521ED9DE2}"/>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graphicEl>
                                              <a:dgm id="{2567DF63-E3DC-439C-B6C4-7F1521ED9DE2}"/>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graphicEl>
                                              <a:dgm id="{4A20A071-C9A2-42C9-9175-C98622A6608F}"/>
                                            </p:graphicEl>
                                          </p:spTgt>
                                        </p:tgtEl>
                                        <p:attrNameLst>
                                          <p:attrName>style.visibility</p:attrName>
                                        </p:attrNameLst>
                                      </p:cBhvr>
                                      <p:to>
                                        <p:strVal val="visible"/>
                                      </p:to>
                                    </p:set>
                                    <p:anim calcmode="lin" valueType="num">
                                      <p:cBhvr additive="base">
                                        <p:cTn id="23" dur="500" fill="hold"/>
                                        <p:tgtEl>
                                          <p:spTgt spid="3">
                                            <p:graphicEl>
                                              <a:dgm id="{4A20A071-C9A2-42C9-9175-C98622A6608F}"/>
                                            </p:graphic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graphicEl>
                                              <a:dgm id="{4A20A071-C9A2-42C9-9175-C98622A6608F}"/>
                                            </p:graphic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graphicEl>
                                              <a:dgm id="{ECCAF9D7-3167-4334-B8AF-DE169C4F9EA0}"/>
                                            </p:graphicEl>
                                          </p:spTgt>
                                        </p:tgtEl>
                                        <p:attrNameLst>
                                          <p:attrName>style.visibility</p:attrName>
                                        </p:attrNameLst>
                                      </p:cBhvr>
                                      <p:to>
                                        <p:strVal val="visible"/>
                                      </p:to>
                                    </p:set>
                                    <p:anim calcmode="lin" valueType="num">
                                      <p:cBhvr additive="base">
                                        <p:cTn id="27" dur="500" fill="hold"/>
                                        <p:tgtEl>
                                          <p:spTgt spid="3">
                                            <p:graphicEl>
                                              <a:dgm id="{ECCAF9D7-3167-4334-B8AF-DE169C4F9EA0}"/>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graphicEl>
                                              <a:dgm id="{ECCAF9D7-3167-4334-B8AF-DE169C4F9EA0}"/>
                                            </p:graphic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graphicEl>
                                              <a:dgm id="{2BFE2E43-1C17-4E8F-B442-FE76F28A8567}"/>
                                            </p:graphicEl>
                                          </p:spTgt>
                                        </p:tgtEl>
                                        <p:attrNameLst>
                                          <p:attrName>style.visibility</p:attrName>
                                        </p:attrNameLst>
                                      </p:cBhvr>
                                      <p:to>
                                        <p:strVal val="visible"/>
                                      </p:to>
                                    </p:set>
                                    <p:anim calcmode="lin" valueType="num">
                                      <p:cBhvr additive="base">
                                        <p:cTn id="33" dur="500" fill="hold"/>
                                        <p:tgtEl>
                                          <p:spTgt spid="3">
                                            <p:graphicEl>
                                              <a:dgm id="{2BFE2E43-1C17-4E8F-B442-FE76F28A8567}"/>
                                            </p:graphic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graphicEl>
                                              <a:dgm id="{2BFE2E43-1C17-4E8F-B442-FE76F28A8567}"/>
                                            </p:graphicEl>
                                          </p:spTgt>
                                        </p:tgtEl>
                                        <p:attrNameLst>
                                          <p:attrName>ppt_y</p:attrName>
                                        </p:attrNameLst>
                                      </p:cBhvr>
                                      <p:tavLst>
                                        <p:tav tm="0">
                                          <p:val>
                                            <p:strVal val="1+#ppt_h/2"/>
                                          </p:val>
                                        </p:tav>
                                        <p:tav tm="100000">
                                          <p:val>
                                            <p:strVal val="#ppt_y"/>
                                          </p:val>
                                        </p:tav>
                                      </p:tavLst>
                                    </p:anim>
                                  </p:childTnLst>
                                </p:cTn>
                              </p:par>
                              <p:par>
                                <p:cTn id="35" presetID="2" presetClass="entr" presetSubtype="4" fill="hold" grpId="0" nodeType="withEffect">
                                  <p:stCondLst>
                                    <p:cond delay="0"/>
                                  </p:stCondLst>
                                  <p:childTnLst>
                                    <p:set>
                                      <p:cBhvr>
                                        <p:cTn id="36" dur="1" fill="hold">
                                          <p:stCondLst>
                                            <p:cond delay="0"/>
                                          </p:stCondLst>
                                        </p:cTn>
                                        <p:tgtEl>
                                          <p:spTgt spid="3">
                                            <p:graphicEl>
                                              <a:dgm id="{98A2845C-A26B-4478-8104-DCCA9AFFF359}"/>
                                            </p:graphicEl>
                                          </p:spTgt>
                                        </p:tgtEl>
                                        <p:attrNameLst>
                                          <p:attrName>style.visibility</p:attrName>
                                        </p:attrNameLst>
                                      </p:cBhvr>
                                      <p:to>
                                        <p:strVal val="visible"/>
                                      </p:to>
                                    </p:set>
                                    <p:anim calcmode="lin" valueType="num">
                                      <p:cBhvr additive="base">
                                        <p:cTn id="37" dur="500" fill="hold"/>
                                        <p:tgtEl>
                                          <p:spTgt spid="3">
                                            <p:graphicEl>
                                              <a:dgm id="{98A2845C-A26B-4478-8104-DCCA9AFFF359}"/>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graphicEl>
                                              <a:dgm id="{98A2845C-A26B-4478-8104-DCCA9AFFF359}"/>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graphicEl>
                                              <a:dgm id="{BDEE66EF-D73B-46E4-ACF6-FE681DE16249}"/>
                                            </p:graphicEl>
                                          </p:spTgt>
                                        </p:tgtEl>
                                        <p:attrNameLst>
                                          <p:attrName>style.visibility</p:attrName>
                                        </p:attrNameLst>
                                      </p:cBhvr>
                                      <p:to>
                                        <p:strVal val="visible"/>
                                      </p:to>
                                    </p:set>
                                    <p:anim calcmode="lin" valueType="num">
                                      <p:cBhvr additive="base">
                                        <p:cTn id="43" dur="500" fill="hold"/>
                                        <p:tgtEl>
                                          <p:spTgt spid="3">
                                            <p:graphicEl>
                                              <a:dgm id="{BDEE66EF-D73B-46E4-ACF6-FE681DE16249}"/>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graphicEl>
                                              <a:dgm id="{BDEE66EF-D73B-46E4-ACF6-FE681DE16249}"/>
                                            </p:graphicEl>
                                          </p:spTgt>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3">
                                            <p:graphicEl>
                                              <a:dgm id="{F5D963FF-EBDD-43F5-82BE-B63B09CEA38A}"/>
                                            </p:graphicEl>
                                          </p:spTgt>
                                        </p:tgtEl>
                                        <p:attrNameLst>
                                          <p:attrName>style.visibility</p:attrName>
                                        </p:attrNameLst>
                                      </p:cBhvr>
                                      <p:to>
                                        <p:strVal val="visible"/>
                                      </p:to>
                                    </p:set>
                                    <p:anim calcmode="lin" valueType="num">
                                      <p:cBhvr additive="base">
                                        <p:cTn id="47" dur="500" fill="hold"/>
                                        <p:tgtEl>
                                          <p:spTgt spid="3">
                                            <p:graphicEl>
                                              <a:dgm id="{F5D963FF-EBDD-43F5-82BE-B63B09CEA38A}"/>
                                            </p:graphicEl>
                                          </p:spTgt>
                                        </p:tgtEl>
                                        <p:attrNameLst>
                                          <p:attrName>ppt_x</p:attrName>
                                        </p:attrNameLst>
                                      </p:cBhvr>
                                      <p:tavLst>
                                        <p:tav tm="0">
                                          <p:val>
                                            <p:strVal val="#ppt_x"/>
                                          </p:val>
                                        </p:tav>
                                        <p:tav tm="100000">
                                          <p:val>
                                            <p:strVal val="#ppt_x"/>
                                          </p:val>
                                        </p:tav>
                                      </p:tavLst>
                                    </p:anim>
                                    <p:anim calcmode="lin" valueType="num">
                                      <p:cBhvr additive="base">
                                        <p:cTn id="48" dur="500" fill="hold"/>
                                        <p:tgtEl>
                                          <p:spTgt spid="3">
                                            <p:graphicEl>
                                              <a:dgm id="{F5D963FF-EBDD-43F5-82BE-B63B09CEA38A}"/>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3">
                                            <p:graphicEl>
                                              <a:dgm id="{3F531608-5F90-492E-89C5-3791A1B76641}"/>
                                            </p:graphicEl>
                                          </p:spTgt>
                                        </p:tgtEl>
                                        <p:attrNameLst>
                                          <p:attrName>style.visibility</p:attrName>
                                        </p:attrNameLst>
                                      </p:cBhvr>
                                      <p:to>
                                        <p:strVal val="visible"/>
                                      </p:to>
                                    </p:set>
                                    <p:anim calcmode="lin" valueType="num">
                                      <p:cBhvr additive="base">
                                        <p:cTn id="53" dur="500" fill="hold"/>
                                        <p:tgtEl>
                                          <p:spTgt spid="3">
                                            <p:graphicEl>
                                              <a:dgm id="{3F531608-5F90-492E-89C5-3791A1B76641}"/>
                                            </p:graphicEl>
                                          </p:spTgt>
                                        </p:tgtEl>
                                        <p:attrNameLst>
                                          <p:attrName>ppt_x</p:attrName>
                                        </p:attrNameLst>
                                      </p:cBhvr>
                                      <p:tavLst>
                                        <p:tav tm="0">
                                          <p:val>
                                            <p:strVal val="#ppt_x"/>
                                          </p:val>
                                        </p:tav>
                                        <p:tav tm="100000">
                                          <p:val>
                                            <p:strVal val="#ppt_x"/>
                                          </p:val>
                                        </p:tav>
                                      </p:tavLst>
                                    </p:anim>
                                    <p:anim calcmode="lin" valueType="num">
                                      <p:cBhvr additive="base">
                                        <p:cTn id="54" dur="500" fill="hold"/>
                                        <p:tgtEl>
                                          <p:spTgt spid="3">
                                            <p:graphicEl>
                                              <a:dgm id="{3F531608-5F90-492E-89C5-3791A1B76641}"/>
                                            </p:graphicEl>
                                          </p:spTgt>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3">
                                            <p:graphicEl>
                                              <a:dgm id="{D14BFB2D-CFB3-4F70-92D7-83B4B5F3DF1B}"/>
                                            </p:graphicEl>
                                          </p:spTgt>
                                        </p:tgtEl>
                                        <p:attrNameLst>
                                          <p:attrName>style.visibility</p:attrName>
                                        </p:attrNameLst>
                                      </p:cBhvr>
                                      <p:to>
                                        <p:strVal val="visible"/>
                                      </p:to>
                                    </p:set>
                                    <p:anim calcmode="lin" valueType="num">
                                      <p:cBhvr additive="base">
                                        <p:cTn id="57" dur="500" fill="hold"/>
                                        <p:tgtEl>
                                          <p:spTgt spid="3">
                                            <p:graphicEl>
                                              <a:dgm id="{D14BFB2D-CFB3-4F70-92D7-83B4B5F3DF1B}"/>
                                            </p:graphicEl>
                                          </p:spTgt>
                                        </p:tgtEl>
                                        <p:attrNameLst>
                                          <p:attrName>ppt_x</p:attrName>
                                        </p:attrNameLst>
                                      </p:cBhvr>
                                      <p:tavLst>
                                        <p:tav tm="0">
                                          <p:val>
                                            <p:strVal val="#ppt_x"/>
                                          </p:val>
                                        </p:tav>
                                        <p:tav tm="100000">
                                          <p:val>
                                            <p:strVal val="#ppt_x"/>
                                          </p:val>
                                        </p:tav>
                                      </p:tavLst>
                                    </p:anim>
                                    <p:anim calcmode="lin" valueType="num">
                                      <p:cBhvr additive="base">
                                        <p:cTn id="58" dur="500" fill="hold"/>
                                        <p:tgtEl>
                                          <p:spTgt spid="3">
                                            <p:graphicEl>
                                              <a:dgm id="{D14BFB2D-CFB3-4F70-92D7-83B4B5F3DF1B}"/>
                                            </p:graphicEl>
                                          </p:spTgt>
                                        </p:tgtEl>
                                        <p:attrNameLst>
                                          <p:attrName>ppt_y</p:attrName>
                                        </p:attrNameLst>
                                      </p:cBhvr>
                                      <p:tavLst>
                                        <p:tav tm="0">
                                          <p:val>
                                            <p:strVal val="1+#ppt_h/2"/>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2" presetClass="entr" presetSubtype="4" fill="hold" grpId="0" nodeType="clickEffect">
                                  <p:stCondLst>
                                    <p:cond delay="0"/>
                                  </p:stCondLst>
                                  <p:childTnLst>
                                    <p:set>
                                      <p:cBhvr>
                                        <p:cTn id="62" dur="1" fill="hold">
                                          <p:stCondLst>
                                            <p:cond delay="0"/>
                                          </p:stCondLst>
                                        </p:cTn>
                                        <p:tgtEl>
                                          <p:spTgt spid="3">
                                            <p:graphicEl>
                                              <a:dgm id="{B5F6BE10-679D-40A8-946F-BBB28146A0E2}"/>
                                            </p:graphicEl>
                                          </p:spTgt>
                                        </p:tgtEl>
                                        <p:attrNameLst>
                                          <p:attrName>style.visibility</p:attrName>
                                        </p:attrNameLst>
                                      </p:cBhvr>
                                      <p:to>
                                        <p:strVal val="visible"/>
                                      </p:to>
                                    </p:set>
                                    <p:anim calcmode="lin" valueType="num">
                                      <p:cBhvr additive="base">
                                        <p:cTn id="63" dur="500" fill="hold"/>
                                        <p:tgtEl>
                                          <p:spTgt spid="3">
                                            <p:graphicEl>
                                              <a:dgm id="{B5F6BE10-679D-40A8-946F-BBB28146A0E2}"/>
                                            </p:graphicEl>
                                          </p:spTgt>
                                        </p:tgtEl>
                                        <p:attrNameLst>
                                          <p:attrName>ppt_x</p:attrName>
                                        </p:attrNameLst>
                                      </p:cBhvr>
                                      <p:tavLst>
                                        <p:tav tm="0">
                                          <p:val>
                                            <p:strVal val="#ppt_x"/>
                                          </p:val>
                                        </p:tav>
                                        <p:tav tm="100000">
                                          <p:val>
                                            <p:strVal val="#ppt_x"/>
                                          </p:val>
                                        </p:tav>
                                      </p:tavLst>
                                    </p:anim>
                                    <p:anim calcmode="lin" valueType="num">
                                      <p:cBhvr additive="base">
                                        <p:cTn id="64" dur="500" fill="hold"/>
                                        <p:tgtEl>
                                          <p:spTgt spid="3">
                                            <p:graphicEl>
                                              <a:dgm id="{B5F6BE10-679D-40A8-946F-BBB28146A0E2}"/>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Shell &amp; Kernel in an OS</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8</a:t>
            </a:fld>
            <a:endParaRPr lang="en-US"/>
          </a:p>
        </p:txBody>
      </p:sp>
      <p:graphicFrame>
        <p:nvGraphicFramePr>
          <p:cNvPr id="3" name="Diagram 2">
            <a:extLst>
              <a:ext uri="{FF2B5EF4-FFF2-40B4-BE49-F238E27FC236}">
                <a16:creationId xmlns:a16="http://schemas.microsoft.com/office/drawing/2014/main" id="{261359A0-8260-5906-1800-8D25A8C03D56}"/>
              </a:ext>
            </a:extLst>
          </p:cNvPr>
          <p:cNvGraphicFramePr/>
          <p:nvPr>
            <p:extLst>
              <p:ext uri="{D42A27DB-BD31-4B8C-83A1-F6EECF244321}">
                <p14:modId xmlns:p14="http://schemas.microsoft.com/office/powerpoint/2010/main" val="856222193"/>
              </p:ext>
            </p:extLst>
          </p:nvPr>
        </p:nvGraphicFramePr>
        <p:xfrm>
          <a:off x="421408" y="1506234"/>
          <a:ext cx="8131277" cy="48964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7196900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graphicEl>
                                              <a:dgm id="{C6FBFE45-D012-4256-8FAE-F6CF1BC1701C}"/>
                                            </p:graphicEl>
                                          </p:spTgt>
                                        </p:tgtEl>
                                        <p:attrNameLst>
                                          <p:attrName>style.visibility</p:attrName>
                                        </p:attrNameLst>
                                      </p:cBhvr>
                                      <p:to>
                                        <p:strVal val="visible"/>
                                      </p:to>
                                    </p:set>
                                    <p:anim calcmode="lin" valueType="num">
                                      <p:cBhvr additive="base">
                                        <p:cTn id="7" dur="500" fill="hold"/>
                                        <p:tgtEl>
                                          <p:spTgt spid="3">
                                            <p:graphicEl>
                                              <a:dgm id="{C6FBFE45-D012-4256-8FAE-F6CF1BC1701C}"/>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C6FBFE45-D012-4256-8FAE-F6CF1BC1701C}"/>
                                            </p:graphic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graphicEl>
                                              <a:dgm id="{43FC245B-81A7-4A3E-B729-C7529A829808}"/>
                                            </p:graphicEl>
                                          </p:spTgt>
                                        </p:tgtEl>
                                        <p:attrNameLst>
                                          <p:attrName>style.visibility</p:attrName>
                                        </p:attrNameLst>
                                      </p:cBhvr>
                                      <p:to>
                                        <p:strVal val="visible"/>
                                      </p:to>
                                    </p:set>
                                    <p:anim calcmode="lin" valueType="num">
                                      <p:cBhvr additive="base">
                                        <p:cTn id="11" dur="500" fill="hold"/>
                                        <p:tgtEl>
                                          <p:spTgt spid="3">
                                            <p:graphicEl>
                                              <a:dgm id="{43FC245B-81A7-4A3E-B729-C7529A829808}"/>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graphicEl>
                                              <a:dgm id="{43FC245B-81A7-4A3E-B729-C7529A829808}"/>
                                            </p:graphic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graphicEl>
                                              <a:dgm id="{38625900-2B4A-4E8A-AEF7-F644A5A21A33}"/>
                                            </p:graphicEl>
                                          </p:spTgt>
                                        </p:tgtEl>
                                        <p:attrNameLst>
                                          <p:attrName>style.visibility</p:attrName>
                                        </p:attrNameLst>
                                      </p:cBhvr>
                                      <p:to>
                                        <p:strVal val="visible"/>
                                      </p:to>
                                    </p:set>
                                    <p:anim calcmode="lin" valueType="num">
                                      <p:cBhvr additive="base">
                                        <p:cTn id="15" dur="500" fill="hold"/>
                                        <p:tgtEl>
                                          <p:spTgt spid="3">
                                            <p:graphicEl>
                                              <a:dgm id="{38625900-2B4A-4E8A-AEF7-F644A5A21A33}"/>
                                            </p:graphic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graphicEl>
                                              <a:dgm id="{38625900-2B4A-4E8A-AEF7-F644A5A21A33}"/>
                                            </p:graphicEl>
                                          </p:spTgt>
                                        </p:tgtEl>
                                        <p:attrNameLst>
                                          <p:attrName>ppt_y</p:attrName>
                                        </p:attrNameLst>
                                      </p:cBhvr>
                                      <p:tavLst>
                                        <p:tav tm="0">
                                          <p:val>
                                            <p:strVal val="1+#ppt_h/2"/>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grpId="0" nodeType="clickEffect">
                                  <p:stCondLst>
                                    <p:cond delay="0"/>
                                  </p:stCondLst>
                                  <p:childTnLst>
                                    <p:set>
                                      <p:cBhvr>
                                        <p:cTn id="20" dur="1" fill="hold">
                                          <p:stCondLst>
                                            <p:cond delay="0"/>
                                          </p:stCondLst>
                                        </p:cTn>
                                        <p:tgtEl>
                                          <p:spTgt spid="3">
                                            <p:graphicEl>
                                              <a:dgm id="{89E1B451-30B8-4330-885C-A4839AD0F026}"/>
                                            </p:graphicEl>
                                          </p:spTgt>
                                        </p:tgtEl>
                                        <p:attrNameLst>
                                          <p:attrName>style.visibility</p:attrName>
                                        </p:attrNameLst>
                                      </p:cBhvr>
                                      <p:to>
                                        <p:strVal val="visible"/>
                                      </p:to>
                                    </p:set>
                                    <p:anim calcmode="lin" valueType="num">
                                      <p:cBhvr additive="base">
                                        <p:cTn id="21" dur="500" fill="hold"/>
                                        <p:tgtEl>
                                          <p:spTgt spid="3">
                                            <p:graphicEl>
                                              <a:dgm id="{89E1B451-30B8-4330-885C-A4839AD0F026}"/>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graphicEl>
                                              <a:dgm id="{89E1B451-30B8-4330-885C-A4839AD0F026}"/>
                                            </p:graphic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graphicEl>
                                              <a:dgm id="{2AA0DBC8-D932-4F3A-9B81-6B3C80A44A14}"/>
                                            </p:graphicEl>
                                          </p:spTgt>
                                        </p:tgtEl>
                                        <p:attrNameLst>
                                          <p:attrName>style.visibility</p:attrName>
                                        </p:attrNameLst>
                                      </p:cBhvr>
                                      <p:to>
                                        <p:strVal val="visible"/>
                                      </p:to>
                                    </p:set>
                                    <p:anim calcmode="lin" valueType="num">
                                      <p:cBhvr additive="base">
                                        <p:cTn id="25" dur="500" fill="hold"/>
                                        <p:tgtEl>
                                          <p:spTgt spid="3">
                                            <p:graphicEl>
                                              <a:dgm id="{2AA0DBC8-D932-4F3A-9B81-6B3C80A44A14}"/>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graphicEl>
                                              <a:dgm id="{2AA0DBC8-D932-4F3A-9B81-6B3C80A44A14}"/>
                                            </p:graphic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graphicEl>
                                              <a:dgm id="{A94DD47C-934C-4281-BBCA-0F4C66053A80}"/>
                                            </p:graphicEl>
                                          </p:spTgt>
                                        </p:tgtEl>
                                        <p:attrNameLst>
                                          <p:attrName>style.visibility</p:attrName>
                                        </p:attrNameLst>
                                      </p:cBhvr>
                                      <p:to>
                                        <p:strVal val="visible"/>
                                      </p:to>
                                    </p:set>
                                    <p:anim calcmode="lin" valueType="num">
                                      <p:cBhvr additive="base">
                                        <p:cTn id="29" dur="500" fill="hold"/>
                                        <p:tgtEl>
                                          <p:spTgt spid="3">
                                            <p:graphicEl>
                                              <a:dgm id="{A94DD47C-934C-4281-BBCA-0F4C66053A80}"/>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graphicEl>
                                              <a:dgm id="{A94DD47C-934C-4281-BBCA-0F4C66053A80}"/>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lvlAtOnce"/>
        </p:bldSub>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Components of an OS</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9</a:t>
            </a:fld>
            <a:endParaRPr lang="en-US"/>
          </a:p>
        </p:txBody>
      </p:sp>
      <p:graphicFrame>
        <p:nvGraphicFramePr>
          <p:cNvPr id="3" name="Diagram 2">
            <a:extLst>
              <a:ext uri="{FF2B5EF4-FFF2-40B4-BE49-F238E27FC236}">
                <a16:creationId xmlns:a16="http://schemas.microsoft.com/office/drawing/2014/main" id="{261359A0-8260-5906-1800-8D25A8C03D56}"/>
              </a:ext>
            </a:extLst>
          </p:cNvPr>
          <p:cNvGraphicFramePr/>
          <p:nvPr>
            <p:extLst>
              <p:ext uri="{D42A27DB-BD31-4B8C-83A1-F6EECF244321}">
                <p14:modId xmlns:p14="http://schemas.microsoft.com/office/powerpoint/2010/main" val="1658009554"/>
              </p:ext>
            </p:extLst>
          </p:nvPr>
        </p:nvGraphicFramePr>
        <p:xfrm>
          <a:off x="421408" y="1506234"/>
          <a:ext cx="8131277" cy="48964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747376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6" fill="hold" grpId="0" nodeType="clickEffect">
                                  <p:stCondLst>
                                    <p:cond delay="0"/>
                                  </p:stCondLst>
                                  <p:childTnLst>
                                    <p:set>
                                      <p:cBhvr>
                                        <p:cTn id="6" dur="1" fill="hold">
                                          <p:stCondLst>
                                            <p:cond delay="0"/>
                                          </p:stCondLst>
                                        </p:cTn>
                                        <p:tgtEl>
                                          <p:spTgt spid="3">
                                            <p:graphicEl>
                                              <a:dgm id="{3708DF8F-FDAB-426E-8A5F-B187E9F61E0A}"/>
                                            </p:graphicEl>
                                          </p:spTgt>
                                        </p:tgtEl>
                                        <p:attrNameLst>
                                          <p:attrName>style.visibility</p:attrName>
                                        </p:attrNameLst>
                                      </p:cBhvr>
                                      <p:to>
                                        <p:strVal val="visible"/>
                                      </p:to>
                                    </p:set>
                                    <p:anim calcmode="lin" valueType="num">
                                      <p:cBhvr additive="base">
                                        <p:cTn id="7" dur="500" fill="hold"/>
                                        <p:tgtEl>
                                          <p:spTgt spid="3">
                                            <p:graphicEl>
                                              <a:dgm id="{3708DF8F-FDAB-426E-8A5F-B187E9F61E0A}"/>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graphicEl>
                                              <a:dgm id="{3708DF8F-FDAB-426E-8A5F-B187E9F61E0A}"/>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6" fill="hold" grpId="0" nodeType="clickEffect">
                                  <p:stCondLst>
                                    <p:cond delay="0"/>
                                  </p:stCondLst>
                                  <p:childTnLst>
                                    <p:set>
                                      <p:cBhvr>
                                        <p:cTn id="12" dur="1" fill="hold">
                                          <p:stCondLst>
                                            <p:cond delay="0"/>
                                          </p:stCondLst>
                                        </p:cTn>
                                        <p:tgtEl>
                                          <p:spTgt spid="3">
                                            <p:graphicEl>
                                              <a:dgm id="{07D4239B-765A-42EE-88E8-B7D91F32399B}"/>
                                            </p:graphicEl>
                                          </p:spTgt>
                                        </p:tgtEl>
                                        <p:attrNameLst>
                                          <p:attrName>style.visibility</p:attrName>
                                        </p:attrNameLst>
                                      </p:cBhvr>
                                      <p:to>
                                        <p:strVal val="visible"/>
                                      </p:to>
                                    </p:set>
                                    <p:anim calcmode="lin" valueType="num">
                                      <p:cBhvr additive="base">
                                        <p:cTn id="13" dur="500" fill="hold"/>
                                        <p:tgtEl>
                                          <p:spTgt spid="3">
                                            <p:graphicEl>
                                              <a:dgm id="{07D4239B-765A-42EE-88E8-B7D91F32399B}"/>
                                            </p:graphicEl>
                                          </p:spTgt>
                                        </p:tgtEl>
                                        <p:attrNameLst>
                                          <p:attrName>ppt_x</p:attrName>
                                        </p:attrNameLst>
                                      </p:cBhvr>
                                      <p:tavLst>
                                        <p:tav tm="0">
                                          <p:val>
                                            <p:strVal val="1+#ppt_w/2"/>
                                          </p:val>
                                        </p:tav>
                                        <p:tav tm="100000">
                                          <p:val>
                                            <p:strVal val="#ppt_x"/>
                                          </p:val>
                                        </p:tav>
                                      </p:tavLst>
                                    </p:anim>
                                    <p:anim calcmode="lin" valueType="num">
                                      <p:cBhvr additive="base">
                                        <p:cTn id="14" dur="500" fill="hold"/>
                                        <p:tgtEl>
                                          <p:spTgt spid="3">
                                            <p:graphicEl>
                                              <a:dgm id="{07D4239B-765A-42EE-88E8-B7D91F32399B}"/>
                                            </p:graphicEl>
                                          </p:spTgt>
                                        </p:tgtEl>
                                        <p:attrNameLst>
                                          <p:attrName>ppt_y</p:attrName>
                                        </p:attrNameLst>
                                      </p:cBhvr>
                                      <p:tavLst>
                                        <p:tav tm="0">
                                          <p:val>
                                            <p:strVal val="1+#ppt_h/2"/>
                                          </p:val>
                                        </p:tav>
                                        <p:tav tm="100000">
                                          <p:val>
                                            <p:strVal val="#ppt_y"/>
                                          </p:val>
                                        </p:tav>
                                      </p:tavLst>
                                    </p:anim>
                                  </p:childTnLst>
                                </p:cTn>
                              </p:par>
                              <p:par>
                                <p:cTn id="15" presetID="2" presetClass="entr" presetSubtype="6" fill="hold" grpId="0" nodeType="withEffect">
                                  <p:stCondLst>
                                    <p:cond delay="0"/>
                                  </p:stCondLst>
                                  <p:childTnLst>
                                    <p:set>
                                      <p:cBhvr>
                                        <p:cTn id="16" dur="1" fill="hold">
                                          <p:stCondLst>
                                            <p:cond delay="0"/>
                                          </p:stCondLst>
                                        </p:cTn>
                                        <p:tgtEl>
                                          <p:spTgt spid="3">
                                            <p:graphicEl>
                                              <a:dgm id="{60988268-8BBC-4C25-B7B0-F27FEE32EC90}"/>
                                            </p:graphicEl>
                                          </p:spTgt>
                                        </p:tgtEl>
                                        <p:attrNameLst>
                                          <p:attrName>style.visibility</p:attrName>
                                        </p:attrNameLst>
                                      </p:cBhvr>
                                      <p:to>
                                        <p:strVal val="visible"/>
                                      </p:to>
                                    </p:set>
                                    <p:anim calcmode="lin" valueType="num">
                                      <p:cBhvr additive="base">
                                        <p:cTn id="17" dur="500" fill="hold"/>
                                        <p:tgtEl>
                                          <p:spTgt spid="3">
                                            <p:graphicEl>
                                              <a:dgm id="{60988268-8BBC-4C25-B7B0-F27FEE32EC90}"/>
                                            </p:graphic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3">
                                            <p:graphicEl>
                                              <a:dgm id="{60988268-8BBC-4C25-B7B0-F27FEE32EC90}"/>
                                            </p:graphic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6" fill="hold" grpId="0" nodeType="clickEffect">
                                  <p:stCondLst>
                                    <p:cond delay="0"/>
                                  </p:stCondLst>
                                  <p:childTnLst>
                                    <p:set>
                                      <p:cBhvr>
                                        <p:cTn id="22" dur="1" fill="hold">
                                          <p:stCondLst>
                                            <p:cond delay="0"/>
                                          </p:stCondLst>
                                        </p:cTn>
                                        <p:tgtEl>
                                          <p:spTgt spid="3">
                                            <p:graphicEl>
                                              <a:dgm id="{4D15A344-9363-471E-B806-CDA88E82A171}"/>
                                            </p:graphicEl>
                                          </p:spTgt>
                                        </p:tgtEl>
                                        <p:attrNameLst>
                                          <p:attrName>style.visibility</p:attrName>
                                        </p:attrNameLst>
                                      </p:cBhvr>
                                      <p:to>
                                        <p:strVal val="visible"/>
                                      </p:to>
                                    </p:set>
                                    <p:anim calcmode="lin" valueType="num">
                                      <p:cBhvr additive="base">
                                        <p:cTn id="23" dur="500" fill="hold"/>
                                        <p:tgtEl>
                                          <p:spTgt spid="3">
                                            <p:graphicEl>
                                              <a:dgm id="{4D15A344-9363-471E-B806-CDA88E82A171}"/>
                                            </p:graphicEl>
                                          </p:spTgt>
                                        </p:tgtEl>
                                        <p:attrNameLst>
                                          <p:attrName>ppt_x</p:attrName>
                                        </p:attrNameLst>
                                      </p:cBhvr>
                                      <p:tavLst>
                                        <p:tav tm="0">
                                          <p:val>
                                            <p:strVal val="1+#ppt_w/2"/>
                                          </p:val>
                                        </p:tav>
                                        <p:tav tm="100000">
                                          <p:val>
                                            <p:strVal val="#ppt_x"/>
                                          </p:val>
                                        </p:tav>
                                      </p:tavLst>
                                    </p:anim>
                                    <p:anim calcmode="lin" valueType="num">
                                      <p:cBhvr additive="base">
                                        <p:cTn id="24" dur="500" fill="hold"/>
                                        <p:tgtEl>
                                          <p:spTgt spid="3">
                                            <p:graphicEl>
                                              <a:dgm id="{4D15A344-9363-471E-B806-CDA88E82A171}"/>
                                            </p:graphic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6" fill="hold" grpId="0" nodeType="clickEffect">
                                  <p:stCondLst>
                                    <p:cond delay="0"/>
                                  </p:stCondLst>
                                  <p:childTnLst>
                                    <p:set>
                                      <p:cBhvr>
                                        <p:cTn id="28" dur="1" fill="hold">
                                          <p:stCondLst>
                                            <p:cond delay="0"/>
                                          </p:stCondLst>
                                        </p:cTn>
                                        <p:tgtEl>
                                          <p:spTgt spid="3">
                                            <p:graphicEl>
                                              <a:dgm id="{C16531DD-1E25-4CF4-BF49-2F859074C63B}"/>
                                            </p:graphicEl>
                                          </p:spTgt>
                                        </p:tgtEl>
                                        <p:attrNameLst>
                                          <p:attrName>style.visibility</p:attrName>
                                        </p:attrNameLst>
                                      </p:cBhvr>
                                      <p:to>
                                        <p:strVal val="visible"/>
                                      </p:to>
                                    </p:set>
                                    <p:anim calcmode="lin" valueType="num">
                                      <p:cBhvr additive="base">
                                        <p:cTn id="29" dur="500" fill="hold"/>
                                        <p:tgtEl>
                                          <p:spTgt spid="3">
                                            <p:graphicEl>
                                              <a:dgm id="{C16531DD-1E25-4CF4-BF49-2F859074C63B}"/>
                                            </p:graphicEl>
                                          </p:spTgt>
                                        </p:tgtEl>
                                        <p:attrNameLst>
                                          <p:attrName>ppt_x</p:attrName>
                                        </p:attrNameLst>
                                      </p:cBhvr>
                                      <p:tavLst>
                                        <p:tav tm="0">
                                          <p:val>
                                            <p:strVal val="1+#ppt_w/2"/>
                                          </p:val>
                                        </p:tav>
                                        <p:tav tm="100000">
                                          <p:val>
                                            <p:strVal val="#ppt_x"/>
                                          </p:val>
                                        </p:tav>
                                      </p:tavLst>
                                    </p:anim>
                                    <p:anim calcmode="lin" valueType="num">
                                      <p:cBhvr additive="base">
                                        <p:cTn id="30" dur="500" fill="hold"/>
                                        <p:tgtEl>
                                          <p:spTgt spid="3">
                                            <p:graphicEl>
                                              <a:dgm id="{C16531DD-1E25-4CF4-BF49-2F859074C63B}"/>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6" fill="hold" grpId="0" nodeType="clickEffect">
                                  <p:stCondLst>
                                    <p:cond delay="0"/>
                                  </p:stCondLst>
                                  <p:childTnLst>
                                    <p:set>
                                      <p:cBhvr>
                                        <p:cTn id="34" dur="1" fill="hold">
                                          <p:stCondLst>
                                            <p:cond delay="0"/>
                                          </p:stCondLst>
                                        </p:cTn>
                                        <p:tgtEl>
                                          <p:spTgt spid="3">
                                            <p:graphicEl>
                                              <a:dgm id="{9E61D4C5-E794-4D28-8DF1-3EB0E590CF0A}"/>
                                            </p:graphicEl>
                                          </p:spTgt>
                                        </p:tgtEl>
                                        <p:attrNameLst>
                                          <p:attrName>style.visibility</p:attrName>
                                        </p:attrNameLst>
                                      </p:cBhvr>
                                      <p:to>
                                        <p:strVal val="visible"/>
                                      </p:to>
                                    </p:set>
                                    <p:anim calcmode="lin" valueType="num">
                                      <p:cBhvr additive="base">
                                        <p:cTn id="35" dur="500" fill="hold"/>
                                        <p:tgtEl>
                                          <p:spTgt spid="3">
                                            <p:graphicEl>
                                              <a:dgm id="{9E61D4C5-E794-4D28-8DF1-3EB0E590CF0A}"/>
                                            </p:graphicEl>
                                          </p:spTgt>
                                        </p:tgtEl>
                                        <p:attrNameLst>
                                          <p:attrName>ppt_x</p:attrName>
                                        </p:attrNameLst>
                                      </p:cBhvr>
                                      <p:tavLst>
                                        <p:tav tm="0">
                                          <p:val>
                                            <p:strVal val="1+#ppt_w/2"/>
                                          </p:val>
                                        </p:tav>
                                        <p:tav tm="100000">
                                          <p:val>
                                            <p:strVal val="#ppt_x"/>
                                          </p:val>
                                        </p:tav>
                                      </p:tavLst>
                                    </p:anim>
                                    <p:anim calcmode="lin" valueType="num">
                                      <p:cBhvr additive="base">
                                        <p:cTn id="36" dur="500" fill="hold"/>
                                        <p:tgtEl>
                                          <p:spTgt spid="3">
                                            <p:graphicEl>
                                              <a:dgm id="{9E61D4C5-E794-4D28-8DF1-3EB0E590CF0A}"/>
                                            </p:graphicEl>
                                          </p:spTgt>
                                        </p:tgtEl>
                                        <p:attrNameLst>
                                          <p:attrName>ppt_y</p:attrName>
                                        </p:attrNameLst>
                                      </p:cBhvr>
                                      <p:tavLst>
                                        <p:tav tm="0">
                                          <p:val>
                                            <p:strVal val="1+#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 presetClass="entr" presetSubtype="6" fill="hold" grpId="0" nodeType="clickEffect">
                                  <p:stCondLst>
                                    <p:cond delay="0"/>
                                  </p:stCondLst>
                                  <p:childTnLst>
                                    <p:set>
                                      <p:cBhvr>
                                        <p:cTn id="40" dur="1" fill="hold">
                                          <p:stCondLst>
                                            <p:cond delay="0"/>
                                          </p:stCondLst>
                                        </p:cTn>
                                        <p:tgtEl>
                                          <p:spTgt spid="3">
                                            <p:graphicEl>
                                              <a:dgm id="{5669A214-FE85-40FE-BFD7-B2D3013EE51F}"/>
                                            </p:graphicEl>
                                          </p:spTgt>
                                        </p:tgtEl>
                                        <p:attrNameLst>
                                          <p:attrName>style.visibility</p:attrName>
                                        </p:attrNameLst>
                                      </p:cBhvr>
                                      <p:to>
                                        <p:strVal val="visible"/>
                                      </p:to>
                                    </p:set>
                                    <p:anim calcmode="lin" valueType="num">
                                      <p:cBhvr additive="base">
                                        <p:cTn id="41" dur="500" fill="hold"/>
                                        <p:tgtEl>
                                          <p:spTgt spid="3">
                                            <p:graphicEl>
                                              <a:dgm id="{5669A214-FE85-40FE-BFD7-B2D3013EE51F}"/>
                                            </p:graphicEl>
                                          </p:spTgt>
                                        </p:tgtEl>
                                        <p:attrNameLst>
                                          <p:attrName>ppt_x</p:attrName>
                                        </p:attrNameLst>
                                      </p:cBhvr>
                                      <p:tavLst>
                                        <p:tav tm="0">
                                          <p:val>
                                            <p:strVal val="1+#ppt_w/2"/>
                                          </p:val>
                                        </p:tav>
                                        <p:tav tm="100000">
                                          <p:val>
                                            <p:strVal val="#ppt_x"/>
                                          </p:val>
                                        </p:tav>
                                      </p:tavLst>
                                    </p:anim>
                                    <p:anim calcmode="lin" valueType="num">
                                      <p:cBhvr additive="base">
                                        <p:cTn id="42" dur="500" fill="hold"/>
                                        <p:tgtEl>
                                          <p:spTgt spid="3">
                                            <p:graphicEl>
                                              <a:dgm id="{5669A214-FE85-40FE-BFD7-B2D3013EE51F}"/>
                                            </p:graphicEl>
                                          </p:spTgt>
                                        </p:tgtEl>
                                        <p:attrNameLst>
                                          <p:attrName>ppt_y</p:attrName>
                                        </p:attrNameLst>
                                      </p:cBhvr>
                                      <p:tavLst>
                                        <p:tav tm="0">
                                          <p:val>
                                            <p:strVal val="1+#ppt_h/2"/>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2" presetClass="entr" presetSubtype="6" fill="hold" grpId="0" nodeType="clickEffect">
                                  <p:stCondLst>
                                    <p:cond delay="0"/>
                                  </p:stCondLst>
                                  <p:childTnLst>
                                    <p:set>
                                      <p:cBhvr>
                                        <p:cTn id="46" dur="1" fill="hold">
                                          <p:stCondLst>
                                            <p:cond delay="0"/>
                                          </p:stCondLst>
                                        </p:cTn>
                                        <p:tgtEl>
                                          <p:spTgt spid="3">
                                            <p:graphicEl>
                                              <a:dgm id="{DF548F9B-9FDE-464C-B5E7-18E0C4805DDA}"/>
                                            </p:graphicEl>
                                          </p:spTgt>
                                        </p:tgtEl>
                                        <p:attrNameLst>
                                          <p:attrName>style.visibility</p:attrName>
                                        </p:attrNameLst>
                                      </p:cBhvr>
                                      <p:to>
                                        <p:strVal val="visible"/>
                                      </p:to>
                                    </p:set>
                                    <p:anim calcmode="lin" valueType="num">
                                      <p:cBhvr additive="base">
                                        <p:cTn id="47" dur="500" fill="hold"/>
                                        <p:tgtEl>
                                          <p:spTgt spid="3">
                                            <p:graphicEl>
                                              <a:dgm id="{DF548F9B-9FDE-464C-B5E7-18E0C4805DDA}"/>
                                            </p:graphicEl>
                                          </p:spTgt>
                                        </p:tgtEl>
                                        <p:attrNameLst>
                                          <p:attrName>ppt_x</p:attrName>
                                        </p:attrNameLst>
                                      </p:cBhvr>
                                      <p:tavLst>
                                        <p:tav tm="0">
                                          <p:val>
                                            <p:strVal val="1+#ppt_w/2"/>
                                          </p:val>
                                        </p:tav>
                                        <p:tav tm="100000">
                                          <p:val>
                                            <p:strVal val="#ppt_x"/>
                                          </p:val>
                                        </p:tav>
                                      </p:tavLst>
                                    </p:anim>
                                    <p:anim calcmode="lin" valueType="num">
                                      <p:cBhvr additive="base">
                                        <p:cTn id="48" dur="500" fill="hold"/>
                                        <p:tgtEl>
                                          <p:spTgt spid="3">
                                            <p:graphicEl>
                                              <a:dgm id="{DF548F9B-9FDE-464C-B5E7-18E0C4805DDA}"/>
                                            </p:graphicEl>
                                          </p:spTgt>
                                        </p:tgtEl>
                                        <p:attrNameLst>
                                          <p:attrName>ppt_y</p:attrName>
                                        </p:attrNameLst>
                                      </p:cBhvr>
                                      <p:tavLst>
                                        <p:tav tm="0">
                                          <p:val>
                                            <p:strVal val="1+#ppt_h/2"/>
                                          </p:val>
                                        </p:tav>
                                        <p:tav tm="100000">
                                          <p:val>
                                            <p:strVal val="#ppt_y"/>
                                          </p:val>
                                        </p:tav>
                                      </p:tavLst>
                                    </p:anim>
                                  </p:childTnLst>
                                </p:cTn>
                              </p:par>
                            </p:childTnLst>
                          </p:cTn>
                        </p:par>
                      </p:childTnLst>
                    </p:cTn>
                  </p:par>
                  <p:par>
                    <p:cTn id="49" fill="hold">
                      <p:stCondLst>
                        <p:cond delay="indefinite"/>
                      </p:stCondLst>
                      <p:childTnLst>
                        <p:par>
                          <p:cTn id="50" fill="hold">
                            <p:stCondLst>
                              <p:cond delay="0"/>
                            </p:stCondLst>
                            <p:childTnLst>
                              <p:par>
                                <p:cTn id="51" presetID="2" presetClass="entr" presetSubtype="6" fill="hold" grpId="0" nodeType="clickEffect">
                                  <p:stCondLst>
                                    <p:cond delay="0"/>
                                  </p:stCondLst>
                                  <p:childTnLst>
                                    <p:set>
                                      <p:cBhvr>
                                        <p:cTn id="52" dur="1" fill="hold">
                                          <p:stCondLst>
                                            <p:cond delay="0"/>
                                          </p:stCondLst>
                                        </p:cTn>
                                        <p:tgtEl>
                                          <p:spTgt spid="3">
                                            <p:graphicEl>
                                              <a:dgm id="{F8C1121C-13DB-480D-A687-9B4FEBE7C133}"/>
                                            </p:graphicEl>
                                          </p:spTgt>
                                        </p:tgtEl>
                                        <p:attrNameLst>
                                          <p:attrName>style.visibility</p:attrName>
                                        </p:attrNameLst>
                                      </p:cBhvr>
                                      <p:to>
                                        <p:strVal val="visible"/>
                                      </p:to>
                                    </p:set>
                                    <p:anim calcmode="lin" valueType="num">
                                      <p:cBhvr additive="base">
                                        <p:cTn id="53" dur="500" fill="hold"/>
                                        <p:tgtEl>
                                          <p:spTgt spid="3">
                                            <p:graphicEl>
                                              <a:dgm id="{F8C1121C-13DB-480D-A687-9B4FEBE7C133}"/>
                                            </p:graphicEl>
                                          </p:spTgt>
                                        </p:tgtEl>
                                        <p:attrNameLst>
                                          <p:attrName>ppt_x</p:attrName>
                                        </p:attrNameLst>
                                      </p:cBhvr>
                                      <p:tavLst>
                                        <p:tav tm="0">
                                          <p:val>
                                            <p:strVal val="1+#ppt_w/2"/>
                                          </p:val>
                                        </p:tav>
                                        <p:tav tm="100000">
                                          <p:val>
                                            <p:strVal val="#ppt_x"/>
                                          </p:val>
                                        </p:tav>
                                      </p:tavLst>
                                    </p:anim>
                                    <p:anim calcmode="lin" valueType="num">
                                      <p:cBhvr additive="base">
                                        <p:cTn id="54" dur="500" fill="hold"/>
                                        <p:tgtEl>
                                          <p:spTgt spid="3">
                                            <p:graphicEl>
                                              <a:dgm id="{F8C1121C-13DB-480D-A687-9B4FEBE7C133}"/>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US" sz="36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Difference Between 32-Bit and 64-Bit OS</a:t>
            </a:r>
            <a:endParaRPr lang="en-US" sz="36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10</a:t>
            </a:fld>
            <a:endParaRPr lang="en-US"/>
          </a:p>
        </p:txBody>
      </p:sp>
      <p:graphicFrame>
        <p:nvGraphicFramePr>
          <p:cNvPr id="6" name="Diagram 5">
            <a:extLst>
              <a:ext uri="{FF2B5EF4-FFF2-40B4-BE49-F238E27FC236}">
                <a16:creationId xmlns:a16="http://schemas.microsoft.com/office/drawing/2014/main" id="{D4A8DF55-9B2E-4749-A93B-DA5D80336BA7}"/>
              </a:ext>
            </a:extLst>
          </p:cNvPr>
          <p:cNvGraphicFramePr/>
          <p:nvPr>
            <p:extLst>
              <p:ext uri="{D42A27DB-BD31-4B8C-83A1-F6EECF244321}">
                <p14:modId xmlns:p14="http://schemas.microsoft.com/office/powerpoint/2010/main" val="2813952703"/>
              </p:ext>
            </p:extLst>
          </p:nvPr>
        </p:nvGraphicFramePr>
        <p:xfrm>
          <a:off x="983224" y="1485863"/>
          <a:ext cx="6813755" cy="4708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93573713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32-bit vs 64-bit OS</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11</a:t>
            </a:fld>
            <a:endParaRPr lang="en-US"/>
          </a:p>
        </p:txBody>
      </p:sp>
      <p:graphicFrame>
        <p:nvGraphicFramePr>
          <p:cNvPr id="5" name="Table 4">
            <a:extLst>
              <a:ext uri="{FF2B5EF4-FFF2-40B4-BE49-F238E27FC236}">
                <a16:creationId xmlns:a16="http://schemas.microsoft.com/office/drawing/2014/main" id="{379A82E3-B2EC-5B8A-BF2E-ACF5BB5A14E6}"/>
              </a:ext>
            </a:extLst>
          </p:cNvPr>
          <p:cNvGraphicFramePr>
            <a:graphicFrameLocks noGrp="1"/>
          </p:cNvGraphicFramePr>
          <p:nvPr>
            <p:extLst>
              <p:ext uri="{D42A27DB-BD31-4B8C-83A1-F6EECF244321}">
                <p14:modId xmlns:p14="http://schemas.microsoft.com/office/powerpoint/2010/main" val="1238751983"/>
              </p:ext>
            </p:extLst>
          </p:nvPr>
        </p:nvGraphicFramePr>
        <p:xfrm>
          <a:off x="1229031" y="1543665"/>
          <a:ext cx="7148052" cy="4623059"/>
        </p:xfrm>
        <a:graphic>
          <a:graphicData uri="http://schemas.openxmlformats.org/drawingml/2006/table">
            <a:tbl>
              <a:tblPr>
                <a:effectLst>
                  <a:outerShdw blurRad="76200" dir="13500000" sy="23000" kx="1200000" algn="br" rotWithShape="0">
                    <a:prstClr val="black">
                      <a:alpha val="20000"/>
                    </a:prstClr>
                  </a:outerShdw>
                </a:effectLst>
                <a:tableStyleId>{0505E3EF-67EA-436B-97B2-0124C06EBD24}</a:tableStyleId>
              </a:tblPr>
              <a:tblGrid>
                <a:gridCol w="3574026">
                  <a:extLst>
                    <a:ext uri="{9D8B030D-6E8A-4147-A177-3AD203B41FA5}">
                      <a16:colId xmlns:a16="http://schemas.microsoft.com/office/drawing/2014/main" val="1651139219"/>
                    </a:ext>
                  </a:extLst>
                </a:gridCol>
                <a:gridCol w="3574026">
                  <a:extLst>
                    <a:ext uri="{9D8B030D-6E8A-4147-A177-3AD203B41FA5}">
                      <a16:colId xmlns:a16="http://schemas.microsoft.com/office/drawing/2014/main" val="806882148"/>
                    </a:ext>
                  </a:extLst>
                </a:gridCol>
              </a:tblGrid>
              <a:tr h="510130">
                <a:tc>
                  <a:txBody>
                    <a:bodyPr/>
                    <a:lstStyle/>
                    <a:p>
                      <a:pPr algn="ctr" fontAlgn="base"/>
                      <a:r>
                        <a:rPr lang="en-US" sz="1800" b="1" dirty="0">
                          <a:effectLst/>
                        </a:rPr>
                        <a:t>32-Bit Operating System</a:t>
                      </a:r>
                    </a:p>
                  </a:txBody>
                  <a:tcPr marL="38100" marR="38100" marT="76200" marB="76200" anchor="ctr">
                    <a:cell3D prstMaterial="dkEdge">
                      <a:bevel w="25400" h="25400" prst="angle"/>
                      <a:lightRig rig="flood" dir="t"/>
                    </a:cell3D>
                  </a:tcPr>
                </a:tc>
                <a:tc>
                  <a:txBody>
                    <a:bodyPr/>
                    <a:lstStyle/>
                    <a:p>
                      <a:pPr algn="ctr" fontAlgn="base"/>
                      <a:r>
                        <a:rPr lang="en-US" sz="1800" b="1" dirty="0">
                          <a:effectLst/>
                        </a:rPr>
                        <a:t>64-Bit Operating System</a:t>
                      </a:r>
                    </a:p>
                  </a:txBody>
                  <a:tcPr marL="76200" marR="76200" marT="76200" marB="76200" anchor="ctr">
                    <a:cell3D prstMaterial="dkEdge">
                      <a:bevel w="25400" h="25400" prst="angle"/>
                      <a:lightRig rig="flood" dir="t"/>
                    </a:cell3D>
                  </a:tcPr>
                </a:tc>
                <a:extLst>
                  <a:ext uri="{0D108BD9-81ED-4DB2-BD59-A6C34878D82A}">
                    <a16:rowId xmlns:a16="http://schemas.microsoft.com/office/drawing/2014/main" val="3929361226"/>
                  </a:ext>
                </a:extLst>
              </a:tr>
              <a:tr h="1360349">
                <a:tc>
                  <a:txBody>
                    <a:bodyPr/>
                    <a:lstStyle/>
                    <a:p>
                      <a:pPr algn="ctr" fontAlgn="ctr"/>
                      <a:r>
                        <a:rPr lang="en-US" sz="1600" b="0" dirty="0">
                          <a:effectLst/>
                        </a:rPr>
                        <a:t>32-bit OS is required for running of 32-bit Processors, as they are not capable of running on 64-bit processors.</a:t>
                      </a:r>
                    </a:p>
                  </a:txBody>
                  <a:tcPr marL="76200" marR="76200" marT="106680" marB="106680" anchor="ctr">
                    <a:cell3D prstMaterial="dkEdge">
                      <a:bevel w="25400" h="25400" prst="angle"/>
                      <a:lightRig rig="flood" dir="t"/>
                    </a:cell3D>
                  </a:tcPr>
                </a:tc>
                <a:tc>
                  <a:txBody>
                    <a:bodyPr/>
                    <a:lstStyle/>
                    <a:p>
                      <a:pPr algn="ctr" fontAlgn="ctr"/>
                      <a:r>
                        <a:rPr lang="en-US" sz="1600" b="0" dirty="0">
                          <a:effectLst/>
                        </a:rPr>
                        <a:t>64-Bit Processors can run on any of the Operating Systems, like 32-Bit OS or 64-Bit OS.</a:t>
                      </a:r>
                    </a:p>
                  </a:txBody>
                  <a:tcPr marL="76200" marR="76200" marT="106680" marB="106680" anchor="ctr">
                    <a:cell3D prstMaterial="dkEdge">
                      <a:bevel w="25400" h="25400" prst="angle"/>
                      <a:lightRig rig="flood" dir="t"/>
                    </a:cell3D>
                  </a:tcPr>
                </a:tc>
                <a:extLst>
                  <a:ext uri="{0D108BD9-81ED-4DB2-BD59-A6C34878D82A}">
                    <a16:rowId xmlns:a16="http://schemas.microsoft.com/office/drawing/2014/main" val="1662851243"/>
                  </a:ext>
                </a:extLst>
              </a:tr>
              <a:tr h="828962">
                <a:tc>
                  <a:txBody>
                    <a:bodyPr/>
                    <a:lstStyle/>
                    <a:p>
                      <a:pPr algn="ctr" fontAlgn="ctr"/>
                      <a:r>
                        <a:rPr lang="en-US" sz="1600" b="0">
                          <a:effectLst/>
                        </a:rPr>
                        <a:t>32-Bit OS gives a low efficient performance.</a:t>
                      </a:r>
                    </a:p>
                  </a:txBody>
                  <a:tcPr marL="76200" marR="76200" marT="106680" marB="106680" anchor="ctr">
                    <a:cell3D prstMaterial="dkEdge">
                      <a:bevel w="25400" h="25400" prst="angle"/>
                      <a:lightRig rig="flood" dir="t"/>
                    </a:cell3D>
                  </a:tcPr>
                </a:tc>
                <a:tc>
                  <a:txBody>
                    <a:bodyPr/>
                    <a:lstStyle/>
                    <a:p>
                      <a:pPr algn="ctr" fontAlgn="ctr"/>
                      <a:r>
                        <a:rPr lang="en-US" sz="1600" b="0">
                          <a:effectLst/>
                        </a:rPr>
                        <a:t>64-Bit Operating System provides highly efficient Performance.</a:t>
                      </a:r>
                    </a:p>
                  </a:txBody>
                  <a:tcPr marL="76200" marR="76200" marT="106680" marB="106680" anchor="ctr">
                    <a:cell3D prstMaterial="dkEdge">
                      <a:bevel w="25400" h="25400" prst="angle"/>
                      <a:lightRig rig="flood" dir="t"/>
                    </a:cell3D>
                  </a:tcPr>
                </a:tc>
                <a:extLst>
                  <a:ext uri="{0D108BD9-81ED-4DB2-BD59-A6C34878D82A}">
                    <a16:rowId xmlns:a16="http://schemas.microsoft.com/office/drawing/2014/main" val="2552915192"/>
                  </a:ext>
                </a:extLst>
              </a:tr>
              <a:tr h="1094656">
                <a:tc>
                  <a:txBody>
                    <a:bodyPr/>
                    <a:lstStyle/>
                    <a:p>
                      <a:pPr algn="ctr" fontAlgn="ctr"/>
                      <a:r>
                        <a:rPr lang="en-US" sz="1600" b="0">
                          <a:effectLst/>
                        </a:rPr>
                        <a:t>Less amount of data is managed in 32-Bit Operating System as compared to 64-Bit Os.</a:t>
                      </a:r>
                    </a:p>
                  </a:txBody>
                  <a:tcPr marL="76200" marR="76200" marT="106680" marB="106680" anchor="ctr">
                    <a:cell3D prstMaterial="dkEdge">
                      <a:bevel w="25400" h="25400" prst="angle"/>
                      <a:lightRig rig="flood" dir="t"/>
                    </a:cell3D>
                  </a:tcPr>
                </a:tc>
                <a:tc>
                  <a:txBody>
                    <a:bodyPr/>
                    <a:lstStyle/>
                    <a:p>
                      <a:pPr algn="ctr" fontAlgn="ctr"/>
                      <a:r>
                        <a:rPr lang="en-US" sz="1600" b="0">
                          <a:effectLst/>
                        </a:rPr>
                        <a:t>A large amount of data can be stored in 64-Bit Operating System.</a:t>
                      </a:r>
                    </a:p>
                  </a:txBody>
                  <a:tcPr marL="76200" marR="76200" marT="106680" marB="106680" anchor="ctr">
                    <a:cell3D prstMaterial="dkEdge">
                      <a:bevel w="25400" h="25400" prst="angle"/>
                      <a:lightRig rig="flood" dir="t"/>
                    </a:cell3D>
                  </a:tcPr>
                </a:tc>
                <a:extLst>
                  <a:ext uri="{0D108BD9-81ED-4DB2-BD59-A6C34878D82A}">
                    <a16:rowId xmlns:a16="http://schemas.microsoft.com/office/drawing/2014/main" val="1457690655"/>
                  </a:ext>
                </a:extLst>
              </a:tr>
              <a:tr h="828962">
                <a:tc>
                  <a:txBody>
                    <a:bodyPr/>
                    <a:lstStyle/>
                    <a:p>
                      <a:pPr algn="ctr" fontAlgn="ctr"/>
                      <a:r>
                        <a:rPr lang="en-US" sz="1600" b="0">
                          <a:effectLst/>
                        </a:rPr>
                        <a:t>32-Bit Operating System can address 2^32 bytes of RAM.</a:t>
                      </a:r>
                    </a:p>
                  </a:txBody>
                  <a:tcPr marL="76200" marR="76200" marT="106680" marB="106680" anchor="ctr">
                    <a:cell3D prstMaterial="dkEdge">
                      <a:bevel w="25400" h="25400" prst="angle"/>
                      <a:lightRig rig="flood" dir="t"/>
                    </a:cell3D>
                  </a:tcPr>
                </a:tc>
                <a:tc>
                  <a:txBody>
                    <a:bodyPr/>
                    <a:lstStyle/>
                    <a:p>
                      <a:pPr algn="ctr" fontAlgn="ctr"/>
                      <a:r>
                        <a:rPr lang="en-US" sz="1600" b="0" dirty="0">
                          <a:effectLst/>
                        </a:rPr>
                        <a:t>64-Bit Operating System can address 2^64 bytes of RAM.</a:t>
                      </a:r>
                    </a:p>
                  </a:txBody>
                  <a:tcPr marL="76200" marR="76200" marT="106680" marB="106680" anchor="ctr">
                    <a:cell3D prstMaterial="dkEdge">
                      <a:bevel w="25400" h="25400" prst="angle"/>
                      <a:lightRig rig="flood" dir="t"/>
                    </a:cell3D>
                  </a:tcPr>
                </a:tc>
                <a:extLst>
                  <a:ext uri="{0D108BD9-81ED-4DB2-BD59-A6C34878D82A}">
                    <a16:rowId xmlns:a16="http://schemas.microsoft.com/office/drawing/2014/main" val="1468381571"/>
                  </a:ext>
                </a:extLst>
              </a:tr>
            </a:tbl>
          </a:graphicData>
        </a:graphic>
      </p:graphicFrame>
    </p:spTree>
    <p:extLst>
      <p:ext uri="{BB962C8B-B14F-4D97-AF65-F5344CB8AC3E}">
        <p14:creationId xmlns:p14="http://schemas.microsoft.com/office/powerpoint/2010/main" val="117405455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Compilers and Interpreters in OS</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12</a:t>
            </a:fld>
            <a:endParaRPr lang="en-US"/>
          </a:p>
        </p:txBody>
      </p:sp>
      <p:graphicFrame>
        <p:nvGraphicFramePr>
          <p:cNvPr id="3" name="Diagram 2">
            <a:extLst>
              <a:ext uri="{FF2B5EF4-FFF2-40B4-BE49-F238E27FC236}">
                <a16:creationId xmlns:a16="http://schemas.microsoft.com/office/drawing/2014/main" id="{3919FD4C-DD49-C8EE-5382-B05914F09066}"/>
              </a:ext>
            </a:extLst>
          </p:cNvPr>
          <p:cNvGraphicFramePr/>
          <p:nvPr>
            <p:extLst>
              <p:ext uri="{D42A27DB-BD31-4B8C-83A1-F6EECF244321}">
                <p14:modId xmlns:p14="http://schemas.microsoft.com/office/powerpoint/2010/main" val="3024191679"/>
              </p:ext>
            </p:extLst>
          </p:nvPr>
        </p:nvGraphicFramePr>
        <p:xfrm>
          <a:off x="572039" y="1582994"/>
          <a:ext cx="7999922" cy="44146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8419867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3" fill="hold" grpId="0" nodeType="clickEffect">
                                  <p:stCondLst>
                                    <p:cond delay="0"/>
                                  </p:stCondLst>
                                  <p:childTnLst>
                                    <p:set>
                                      <p:cBhvr>
                                        <p:cTn id="6" dur="1" fill="hold">
                                          <p:stCondLst>
                                            <p:cond delay="0"/>
                                          </p:stCondLst>
                                        </p:cTn>
                                        <p:tgtEl>
                                          <p:spTgt spid="3">
                                            <p:graphicEl>
                                              <a:dgm id="{CC816310-2D53-4836-B4F4-4421341335B6}"/>
                                            </p:graphicEl>
                                          </p:spTgt>
                                        </p:tgtEl>
                                        <p:attrNameLst>
                                          <p:attrName>style.visibility</p:attrName>
                                        </p:attrNameLst>
                                      </p:cBhvr>
                                      <p:to>
                                        <p:strVal val="visible"/>
                                      </p:to>
                                    </p:set>
                                    <p:anim calcmode="lin" valueType="num">
                                      <p:cBhvr additive="base">
                                        <p:cTn id="7" dur="500" fill="hold"/>
                                        <p:tgtEl>
                                          <p:spTgt spid="3">
                                            <p:graphicEl>
                                              <a:dgm id="{CC816310-2D53-4836-B4F4-4421341335B6}"/>
                                            </p:graphicEl>
                                          </p:spTgt>
                                        </p:tgtEl>
                                        <p:attrNameLst>
                                          <p:attrName>ppt_x</p:attrName>
                                        </p:attrNameLst>
                                      </p:cBhvr>
                                      <p:tavLst>
                                        <p:tav tm="0">
                                          <p:val>
                                            <p:strVal val="1+#ppt_w/2"/>
                                          </p:val>
                                        </p:tav>
                                        <p:tav tm="100000">
                                          <p:val>
                                            <p:strVal val="#ppt_x"/>
                                          </p:val>
                                        </p:tav>
                                      </p:tavLst>
                                    </p:anim>
                                    <p:anim calcmode="lin" valueType="num">
                                      <p:cBhvr additive="base">
                                        <p:cTn id="8" dur="500" fill="hold"/>
                                        <p:tgtEl>
                                          <p:spTgt spid="3">
                                            <p:graphicEl>
                                              <a:dgm id="{CC816310-2D53-4836-B4F4-4421341335B6}"/>
                                            </p:graphicEl>
                                          </p:spTgt>
                                        </p:tgtEl>
                                        <p:attrNameLst>
                                          <p:attrName>ppt_y</p:attrName>
                                        </p:attrNameLst>
                                      </p:cBhvr>
                                      <p:tavLst>
                                        <p:tav tm="0">
                                          <p:val>
                                            <p:strVal val="0-#ppt_h/2"/>
                                          </p:val>
                                        </p:tav>
                                        <p:tav tm="100000">
                                          <p:val>
                                            <p:strVal val="#ppt_y"/>
                                          </p:val>
                                        </p:tav>
                                      </p:tavLst>
                                    </p:anim>
                                  </p:childTnLst>
                                </p:cTn>
                              </p:par>
                              <p:par>
                                <p:cTn id="9" presetID="2" presetClass="entr" presetSubtype="3" fill="hold" grpId="0" nodeType="withEffect">
                                  <p:stCondLst>
                                    <p:cond delay="0"/>
                                  </p:stCondLst>
                                  <p:childTnLst>
                                    <p:set>
                                      <p:cBhvr>
                                        <p:cTn id="10" dur="1" fill="hold">
                                          <p:stCondLst>
                                            <p:cond delay="0"/>
                                          </p:stCondLst>
                                        </p:cTn>
                                        <p:tgtEl>
                                          <p:spTgt spid="3">
                                            <p:graphicEl>
                                              <a:dgm id="{B7642961-682B-4F00-9A28-9606179209F3}"/>
                                            </p:graphicEl>
                                          </p:spTgt>
                                        </p:tgtEl>
                                        <p:attrNameLst>
                                          <p:attrName>style.visibility</p:attrName>
                                        </p:attrNameLst>
                                      </p:cBhvr>
                                      <p:to>
                                        <p:strVal val="visible"/>
                                      </p:to>
                                    </p:set>
                                    <p:anim calcmode="lin" valueType="num">
                                      <p:cBhvr additive="base">
                                        <p:cTn id="11" dur="500" fill="hold"/>
                                        <p:tgtEl>
                                          <p:spTgt spid="3">
                                            <p:graphicEl>
                                              <a:dgm id="{B7642961-682B-4F00-9A28-9606179209F3}"/>
                                            </p:graphicEl>
                                          </p:spTgt>
                                        </p:tgtEl>
                                        <p:attrNameLst>
                                          <p:attrName>ppt_x</p:attrName>
                                        </p:attrNameLst>
                                      </p:cBhvr>
                                      <p:tavLst>
                                        <p:tav tm="0">
                                          <p:val>
                                            <p:strVal val="1+#ppt_w/2"/>
                                          </p:val>
                                        </p:tav>
                                        <p:tav tm="100000">
                                          <p:val>
                                            <p:strVal val="#ppt_x"/>
                                          </p:val>
                                        </p:tav>
                                      </p:tavLst>
                                    </p:anim>
                                    <p:anim calcmode="lin" valueType="num">
                                      <p:cBhvr additive="base">
                                        <p:cTn id="12" dur="500" fill="hold"/>
                                        <p:tgtEl>
                                          <p:spTgt spid="3">
                                            <p:graphicEl>
                                              <a:dgm id="{B7642961-682B-4F00-9A28-9606179209F3}"/>
                                            </p:graphic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3" fill="hold" grpId="0" nodeType="clickEffect">
                                  <p:stCondLst>
                                    <p:cond delay="0"/>
                                  </p:stCondLst>
                                  <p:childTnLst>
                                    <p:set>
                                      <p:cBhvr>
                                        <p:cTn id="16" dur="1" fill="hold">
                                          <p:stCondLst>
                                            <p:cond delay="0"/>
                                          </p:stCondLst>
                                        </p:cTn>
                                        <p:tgtEl>
                                          <p:spTgt spid="3">
                                            <p:graphicEl>
                                              <a:dgm id="{94348F34-917A-439B-8F4A-AA1112F347E5}"/>
                                            </p:graphicEl>
                                          </p:spTgt>
                                        </p:tgtEl>
                                        <p:attrNameLst>
                                          <p:attrName>style.visibility</p:attrName>
                                        </p:attrNameLst>
                                      </p:cBhvr>
                                      <p:to>
                                        <p:strVal val="visible"/>
                                      </p:to>
                                    </p:set>
                                    <p:anim calcmode="lin" valueType="num">
                                      <p:cBhvr additive="base">
                                        <p:cTn id="17" dur="500" fill="hold"/>
                                        <p:tgtEl>
                                          <p:spTgt spid="3">
                                            <p:graphicEl>
                                              <a:dgm id="{94348F34-917A-439B-8F4A-AA1112F347E5}"/>
                                            </p:graphicEl>
                                          </p:spTgt>
                                        </p:tgtEl>
                                        <p:attrNameLst>
                                          <p:attrName>ppt_x</p:attrName>
                                        </p:attrNameLst>
                                      </p:cBhvr>
                                      <p:tavLst>
                                        <p:tav tm="0">
                                          <p:val>
                                            <p:strVal val="1+#ppt_w/2"/>
                                          </p:val>
                                        </p:tav>
                                        <p:tav tm="100000">
                                          <p:val>
                                            <p:strVal val="#ppt_x"/>
                                          </p:val>
                                        </p:tav>
                                      </p:tavLst>
                                    </p:anim>
                                    <p:anim calcmode="lin" valueType="num">
                                      <p:cBhvr additive="base">
                                        <p:cTn id="18" dur="500" fill="hold"/>
                                        <p:tgtEl>
                                          <p:spTgt spid="3">
                                            <p:graphicEl>
                                              <a:dgm id="{94348F34-917A-439B-8F4A-AA1112F347E5}"/>
                                            </p:graphicEl>
                                          </p:spTgt>
                                        </p:tgtEl>
                                        <p:attrNameLst>
                                          <p:attrName>ppt_y</p:attrName>
                                        </p:attrNameLst>
                                      </p:cBhvr>
                                      <p:tavLst>
                                        <p:tav tm="0">
                                          <p:val>
                                            <p:strVal val="0-#ppt_h/2"/>
                                          </p:val>
                                        </p:tav>
                                        <p:tav tm="100000">
                                          <p:val>
                                            <p:strVal val="#ppt_y"/>
                                          </p:val>
                                        </p:tav>
                                      </p:tavLst>
                                    </p:anim>
                                  </p:childTnLst>
                                </p:cTn>
                              </p:par>
                              <p:par>
                                <p:cTn id="19" presetID="2" presetClass="entr" presetSubtype="3" fill="hold" grpId="0" nodeType="withEffect">
                                  <p:stCondLst>
                                    <p:cond delay="0"/>
                                  </p:stCondLst>
                                  <p:childTnLst>
                                    <p:set>
                                      <p:cBhvr>
                                        <p:cTn id="20" dur="1" fill="hold">
                                          <p:stCondLst>
                                            <p:cond delay="0"/>
                                          </p:stCondLst>
                                        </p:cTn>
                                        <p:tgtEl>
                                          <p:spTgt spid="3">
                                            <p:graphicEl>
                                              <a:dgm id="{8D6BAC1C-2D1B-4D4B-BA22-D15E797CCE19}"/>
                                            </p:graphicEl>
                                          </p:spTgt>
                                        </p:tgtEl>
                                        <p:attrNameLst>
                                          <p:attrName>style.visibility</p:attrName>
                                        </p:attrNameLst>
                                      </p:cBhvr>
                                      <p:to>
                                        <p:strVal val="visible"/>
                                      </p:to>
                                    </p:set>
                                    <p:anim calcmode="lin" valueType="num">
                                      <p:cBhvr additive="base">
                                        <p:cTn id="21" dur="500" fill="hold"/>
                                        <p:tgtEl>
                                          <p:spTgt spid="3">
                                            <p:graphicEl>
                                              <a:dgm id="{8D6BAC1C-2D1B-4D4B-BA22-D15E797CCE19}"/>
                                            </p:graphicEl>
                                          </p:spTgt>
                                        </p:tgtEl>
                                        <p:attrNameLst>
                                          <p:attrName>ppt_x</p:attrName>
                                        </p:attrNameLst>
                                      </p:cBhvr>
                                      <p:tavLst>
                                        <p:tav tm="0">
                                          <p:val>
                                            <p:strVal val="1+#ppt_w/2"/>
                                          </p:val>
                                        </p:tav>
                                        <p:tav tm="100000">
                                          <p:val>
                                            <p:strVal val="#ppt_x"/>
                                          </p:val>
                                        </p:tav>
                                      </p:tavLst>
                                    </p:anim>
                                    <p:anim calcmode="lin" valueType="num">
                                      <p:cBhvr additive="base">
                                        <p:cTn id="22" dur="500" fill="hold"/>
                                        <p:tgtEl>
                                          <p:spTgt spid="3">
                                            <p:graphicEl>
                                              <a:dgm id="{8D6BAC1C-2D1B-4D4B-BA22-D15E797CCE19}"/>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What is a Compiler?</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13</a:t>
            </a:fld>
            <a:endParaRPr lang="en-US"/>
          </a:p>
        </p:txBody>
      </p:sp>
      <p:graphicFrame>
        <p:nvGraphicFramePr>
          <p:cNvPr id="3" name="Diagram 2">
            <a:extLst>
              <a:ext uri="{FF2B5EF4-FFF2-40B4-BE49-F238E27FC236}">
                <a16:creationId xmlns:a16="http://schemas.microsoft.com/office/drawing/2014/main" id="{3919FD4C-DD49-C8EE-5382-B05914F09066}"/>
              </a:ext>
            </a:extLst>
          </p:cNvPr>
          <p:cNvGraphicFramePr/>
          <p:nvPr>
            <p:extLst>
              <p:ext uri="{D42A27DB-BD31-4B8C-83A1-F6EECF244321}">
                <p14:modId xmlns:p14="http://schemas.microsoft.com/office/powerpoint/2010/main" val="3546508034"/>
              </p:ext>
            </p:extLst>
          </p:nvPr>
        </p:nvGraphicFramePr>
        <p:xfrm>
          <a:off x="572039" y="1504335"/>
          <a:ext cx="7999922" cy="449334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1386536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3">
                                            <p:graphicEl>
                                              <a:dgm id="{FD306388-17B9-4598-9A6B-CFE031B75499}"/>
                                            </p:graphicEl>
                                          </p:spTgt>
                                        </p:tgtEl>
                                        <p:attrNameLst>
                                          <p:attrName>style.visibility</p:attrName>
                                        </p:attrNameLst>
                                      </p:cBhvr>
                                      <p:to>
                                        <p:strVal val="visible"/>
                                      </p:to>
                                    </p:set>
                                    <p:anim calcmode="lin" valueType="num">
                                      <p:cBhvr additive="base">
                                        <p:cTn id="7" dur="500" fill="hold"/>
                                        <p:tgtEl>
                                          <p:spTgt spid="3">
                                            <p:graphicEl>
                                              <a:dgm id="{FD306388-17B9-4598-9A6B-CFE031B75499}"/>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graphicEl>
                                              <a:dgm id="{FD306388-17B9-4598-9A6B-CFE031B75499}"/>
                                            </p:graphicEl>
                                          </p:spTgt>
                                        </p:tgtEl>
                                        <p:attrNameLst>
                                          <p:attrName>ppt_y</p:attrName>
                                        </p:attrNameLst>
                                      </p:cBhvr>
                                      <p:tavLst>
                                        <p:tav tm="0">
                                          <p:val>
                                            <p:strVal val="0-#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3">
                                            <p:graphicEl>
                                              <a:dgm id="{795929F1-9C65-443A-872B-E4EF2B10155B}"/>
                                            </p:graphicEl>
                                          </p:spTgt>
                                        </p:tgtEl>
                                        <p:attrNameLst>
                                          <p:attrName>style.visibility</p:attrName>
                                        </p:attrNameLst>
                                      </p:cBhvr>
                                      <p:to>
                                        <p:strVal val="visible"/>
                                      </p:to>
                                    </p:set>
                                    <p:anim calcmode="lin" valueType="num">
                                      <p:cBhvr additive="base">
                                        <p:cTn id="13" dur="500" fill="hold"/>
                                        <p:tgtEl>
                                          <p:spTgt spid="3">
                                            <p:graphicEl>
                                              <a:dgm id="{795929F1-9C65-443A-872B-E4EF2B10155B}"/>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graphicEl>
                                              <a:dgm id="{795929F1-9C65-443A-872B-E4EF2B10155B}"/>
                                            </p:graphicEl>
                                          </p:spTgt>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1" fill="hold" grpId="0" nodeType="clickEffect">
                                  <p:stCondLst>
                                    <p:cond delay="0"/>
                                  </p:stCondLst>
                                  <p:childTnLst>
                                    <p:set>
                                      <p:cBhvr>
                                        <p:cTn id="18" dur="1" fill="hold">
                                          <p:stCondLst>
                                            <p:cond delay="0"/>
                                          </p:stCondLst>
                                        </p:cTn>
                                        <p:tgtEl>
                                          <p:spTgt spid="3">
                                            <p:graphicEl>
                                              <a:dgm id="{55F3848F-1EA4-47BB-A14D-3C77C2023037}"/>
                                            </p:graphicEl>
                                          </p:spTgt>
                                        </p:tgtEl>
                                        <p:attrNameLst>
                                          <p:attrName>style.visibility</p:attrName>
                                        </p:attrNameLst>
                                      </p:cBhvr>
                                      <p:to>
                                        <p:strVal val="visible"/>
                                      </p:to>
                                    </p:set>
                                    <p:anim calcmode="lin" valueType="num">
                                      <p:cBhvr additive="base">
                                        <p:cTn id="19" dur="500" fill="hold"/>
                                        <p:tgtEl>
                                          <p:spTgt spid="3">
                                            <p:graphicEl>
                                              <a:dgm id="{55F3848F-1EA4-47BB-A14D-3C77C2023037}"/>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graphicEl>
                                              <a:dgm id="{55F3848F-1EA4-47BB-A14D-3C77C2023037}"/>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What is an Interpreter?</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14</a:t>
            </a:fld>
            <a:endParaRPr lang="en-US"/>
          </a:p>
        </p:txBody>
      </p:sp>
      <p:graphicFrame>
        <p:nvGraphicFramePr>
          <p:cNvPr id="3" name="Diagram 2">
            <a:extLst>
              <a:ext uri="{FF2B5EF4-FFF2-40B4-BE49-F238E27FC236}">
                <a16:creationId xmlns:a16="http://schemas.microsoft.com/office/drawing/2014/main" id="{3919FD4C-DD49-C8EE-5382-B05914F09066}"/>
              </a:ext>
            </a:extLst>
          </p:cNvPr>
          <p:cNvGraphicFramePr/>
          <p:nvPr>
            <p:extLst>
              <p:ext uri="{D42A27DB-BD31-4B8C-83A1-F6EECF244321}">
                <p14:modId xmlns:p14="http://schemas.microsoft.com/office/powerpoint/2010/main" val="1986250916"/>
              </p:ext>
            </p:extLst>
          </p:nvPr>
        </p:nvGraphicFramePr>
        <p:xfrm>
          <a:off x="572039" y="1651820"/>
          <a:ext cx="7999922" cy="38247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7402817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3">
                                            <p:graphicEl>
                                              <a:dgm id="{1F9AD21E-3F65-49FD-AAC1-E1FB1C7AA3AA}"/>
                                            </p:graphicEl>
                                          </p:spTgt>
                                        </p:tgtEl>
                                        <p:attrNameLst>
                                          <p:attrName>style.visibility</p:attrName>
                                        </p:attrNameLst>
                                      </p:cBhvr>
                                      <p:to>
                                        <p:strVal val="visible"/>
                                      </p:to>
                                    </p:set>
                                    <p:anim calcmode="lin" valueType="num">
                                      <p:cBhvr additive="base">
                                        <p:cTn id="7" dur="500" fill="hold"/>
                                        <p:tgtEl>
                                          <p:spTgt spid="3">
                                            <p:graphicEl>
                                              <a:dgm id="{1F9AD21E-3F65-49FD-AAC1-E1FB1C7AA3AA}"/>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3">
                                            <p:graphicEl>
                                              <a:dgm id="{1F9AD21E-3F65-49FD-AAC1-E1FB1C7AA3AA}"/>
                                            </p:graphicEl>
                                          </p:spTgt>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3">
                                            <p:graphicEl>
                                              <a:dgm id="{FC87873D-DFB5-4115-A912-49433D1D2795}"/>
                                            </p:graphicEl>
                                          </p:spTgt>
                                        </p:tgtEl>
                                        <p:attrNameLst>
                                          <p:attrName>style.visibility</p:attrName>
                                        </p:attrNameLst>
                                      </p:cBhvr>
                                      <p:to>
                                        <p:strVal val="visible"/>
                                      </p:to>
                                    </p:set>
                                    <p:anim calcmode="lin" valueType="num">
                                      <p:cBhvr additive="base">
                                        <p:cTn id="13" dur="500" fill="hold"/>
                                        <p:tgtEl>
                                          <p:spTgt spid="3">
                                            <p:graphicEl>
                                              <a:dgm id="{FC87873D-DFB5-4115-A912-49433D1D2795}"/>
                                            </p:graphicEl>
                                          </p:spTgt>
                                        </p:tgtEl>
                                        <p:attrNameLst>
                                          <p:attrName>ppt_x</p:attrName>
                                        </p:attrNameLst>
                                      </p:cBhvr>
                                      <p:tavLst>
                                        <p:tav tm="0">
                                          <p:val>
                                            <p:strVal val="0-#ppt_w/2"/>
                                          </p:val>
                                        </p:tav>
                                        <p:tav tm="100000">
                                          <p:val>
                                            <p:strVal val="#ppt_x"/>
                                          </p:val>
                                        </p:tav>
                                      </p:tavLst>
                                    </p:anim>
                                    <p:anim calcmode="lin" valueType="num">
                                      <p:cBhvr additive="base">
                                        <p:cTn id="14" dur="500" fill="hold"/>
                                        <p:tgtEl>
                                          <p:spTgt spid="3">
                                            <p:graphicEl>
                                              <a:dgm id="{FC87873D-DFB5-4115-A912-49433D1D2795}"/>
                                            </p:graphicEl>
                                          </p:spTgt>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3">
                                            <p:graphicEl>
                                              <a:dgm id="{31E58DE1-BBDD-40C2-BB18-81C07B60F727}"/>
                                            </p:graphicEl>
                                          </p:spTgt>
                                        </p:tgtEl>
                                        <p:attrNameLst>
                                          <p:attrName>style.visibility</p:attrName>
                                        </p:attrNameLst>
                                      </p:cBhvr>
                                      <p:to>
                                        <p:strVal val="visible"/>
                                      </p:to>
                                    </p:set>
                                    <p:anim calcmode="lin" valueType="num">
                                      <p:cBhvr additive="base">
                                        <p:cTn id="19" dur="500" fill="hold"/>
                                        <p:tgtEl>
                                          <p:spTgt spid="3">
                                            <p:graphicEl>
                                              <a:dgm id="{31E58DE1-BBDD-40C2-BB18-81C07B60F727}"/>
                                            </p:graphicEl>
                                          </p:spTgt>
                                        </p:tgtEl>
                                        <p:attrNameLst>
                                          <p:attrName>ppt_x</p:attrName>
                                        </p:attrNameLst>
                                      </p:cBhvr>
                                      <p:tavLst>
                                        <p:tav tm="0">
                                          <p:val>
                                            <p:strVal val="0-#ppt_w/2"/>
                                          </p:val>
                                        </p:tav>
                                        <p:tav tm="100000">
                                          <p:val>
                                            <p:strVal val="#ppt_x"/>
                                          </p:val>
                                        </p:tav>
                                      </p:tavLst>
                                    </p:anim>
                                    <p:anim calcmode="lin" valueType="num">
                                      <p:cBhvr additive="base">
                                        <p:cTn id="20" dur="500" fill="hold"/>
                                        <p:tgtEl>
                                          <p:spTgt spid="3">
                                            <p:graphicEl>
                                              <a:dgm id="{31E58DE1-BBDD-40C2-BB18-81C07B60F727}"/>
                                            </p:graphicEl>
                                          </p:spTgt>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p:cTn id="24" dur="1" fill="hold">
                                          <p:stCondLst>
                                            <p:cond delay="0"/>
                                          </p:stCondLst>
                                        </p:cTn>
                                        <p:tgtEl>
                                          <p:spTgt spid="3">
                                            <p:graphicEl>
                                              <a:dgm id="{812A331B-44DA-4A5A-9B51-11968059CBBD}"/>
                                            </p:graphicEl>
                                          </p:spTgt>
                                        </p:tgtEl>
                                        <p:attrNameLst>
                                          <p:attrName>style.visibility</p:attrName>
                                        </p:attrNameLst>
                                      </p:cBhvr>
                                      <p:to>
                                        <p:strVal val="visible"/>
                                      </p:to>
                                    </p:set>
                                    <p:anim calcmode="lin" valueType="num">
                                      <p:cBhvr additive="base">
                                        <p:cTn id="25" dur="500" fill="hold"/>
                                        <p:tgtEl>
                                          <p:spTgt spid="3">
                                            <p:graphicEl>
                                              <a:dgm id="{812A331B-44DA-4A5A-9B51-11968059CBBD}"/>
                                            </p:graphicEl>
                                          </p:spTgt>
                                        </p:tgtEl>
                                        <p:attrNameLst>
                                          <p:attrName>ppt_x</p:attrName>
                                        </p:attrNameLst>
                                      </p:cBhvr>
                                      <p:tavLst>
                                        <p:tav tm="0">
                                          <p:val>
                                            <p:strVal val="0-#ppt_w/2"/>
                                          </p:val>
                                        </p:tav>
                                        <p:tav tm="100000">
                                          <p:val>
                                            <p:strVal val="#ppt_x"/>
                                          </p:val>
                                        </p:tav>
                                      </p:tavLst>
                                    </p:anim>
                                    <p:anim calcmode="lin" valueType="num">
                                      <p:cBhvr additive="base">
                                        <p:cTn id="26" dur="500" fill="hold"/>
                                        <p:tgtEl>
                                          <p:spTgt spid="3">
                                            <p:graphicEl>
                                              <a:dgm id="{812A331B-44DA-4A5A-9B51-11968059CBBD}"/>
                                            </p:graphic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p:cTn id="30" dur="1" fill="hold">
                                          <p:stCondLst>
                                            <p:cond delay="0"/>
                                          </p:stCondLst>
                                        </p:cTn>
                                        <p:tgtEl>
                                          <p:spTgt spid="3">
                                            <p:graphicEl>
                                              <a:dgm id="{3F4407DE-A85D-46C4-84AB-184169CC330E}"/>
                                            </p:graphicEl>
                                          </p:spTgt>
                                        </p:tgtEl>
                                        <p:attrNameLst>
                                          <p:attrName>style.visibility</p:attrName>
                                        </p:attrNameLst>
                                      </p:cBhvr>
                                      <p:to>
                                        <p:strVal val="visible"/>
                                      </p:to>
                                    </p:set>
                                    <p:anim calcmode="lin" valueType="num">
                                      <p:cBhvr additive="base">
                                        <p:cTn id="31" dur="500" fill="hold"/>
                                        <p:tgtEl>
                                          <p:spTgt spid="3">
                                            <p:graphicEl>
                                              <a:dgm id="{3F4407DE-A85D-46C4-84AB-184169CC330E}"/>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3">
                                            <p:graphicEl>
                                              <a:dgm id="{3F4407DE-A85D-46C4-84AB-184169CC330E}"/>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3">
                                            <p:graphicEl>
                                              <a:dgm id="{BEDAB73A-0D2C-44CD-824E-A84FD2D90898}"/>
                                            </p:graphicEl>
                                          </p:spTgt>
                                        </p:tgtEl>
                                        <p:attrNameLst>
                                          <p:attrName>style.visibility</p:attrName>
                                        </p:attrNameLst>
                                      </p:cBhvr>
                                      <p:to>
                                        <p:strVal val="visible"/>
                                      </p:to>
                                    </p:set>
                                    <p:anim calcmode="lin" valueType="num">
                                      <p:cBhvr additive="base">
                                        <p:cTn id="37" dur="500" fill="hold"/>
                                        <p:tgtEl>
                                          <p:spTgt spid="3">
                                            <p:graphicEl>
                                              <a:dgm id="{BEDAB73A-0D2C-44CD-824E-A84FD2D90898}"/>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3">
                                            <p:graphicEl>
                                              <a:dgm id="{BEDAB73A-0D2C-44CD-824E-A84FD2D90898}"/>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GB" dirty="0"/>
              <a:t>Process and Threads in OS</a:t>
            </a:r>
            <a:endParaRPr lang="en-US" dirty="0"/>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15</a:t>
            </a:fld>
            <a:endParaRPr lang="en-US"/>
          </a:p>
        </p:txBody>
      </p:sp>
      <p:graphicFrame>
        <p:nvGraphicFramePr>
          <p:cNvPr id="3" name="Diagram 2">
            <a:extLst>
              <a:ext uri="{FF2B5EF4-FFF2-40B4-BE49-F238E27FC236}">
                <a16:creationId xmlns:a16="http://schemas.microsoft.com/office/drawing/2014/main" id="{3919FD4C-DD49-C8EE-5382-B05914F09066}"/>
              </a:ext>
            </a:extLst>
          </p:cNvPr>
          <p:cNvGraphicFramePr/>
          <p:nvPr>
            <p:extLst>
              <p:ext uri="{D42A27DB-BD31-4B8C-83A1-F6EECF244321}">
                <p14:modId xmlns:p14="http://schemas.microsoft.com/office/powerpoint/2010/main" val="1719030655"/>
              </p:ext>
            </p:extLst>
          </p:nvPr>
        </p:nvGraphicFramePr>
        <p:xfrm>
          <a:off x="572039" y="1582994"/>
          <a:ext cx="7999922" cy="44146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76647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grpId="0" nodeType="clickEffect">
                                  <p:stCondLst>
                                    <p:cond delay="0"/>
                                  </p:stCondLst>
                                  <p:childTnLst>
                                    <p:set>
                                      <p:cBhvr>
                                        <p:cTn id="6" dur="1" fill="hold">
                                          <p:stCondLst>
                                            <p:cond delay="0"/>
                                          </p:stCondLst>
                                        </p:cTn>
                                        <p:tgtEl>
                                          <p:spTgt spid="3">
                                            <p:graphicEl>
                                              <a:dgm id="{88D1B028-23CC-4755-8A25-A692C4D2CADC}"/>
                                            </p:graphicEl>
                                          </p:spTgt>
                                        </p:tgtEl>
                                        <p:attrNameLst>
                                          <p:attrName>style.visibility</p:attrName>
                                        </p:attrNameLst>
                                      </p:cBhvr>
                                      <p:to>
                                        <p:strVal val="visible"/>
                                      </p:to>
                                    </p:set>
                                    <p:animEffect transition="in" filter="fade">
                                      <p:cBhvr>
                                        <p:cTn id="7" dur="1000"/>
                                        <p:tgtEl>
                                          <p:spTgt spid="3">
                                            <p:graphicEl>
                                              <a:dgm id="{88D1B028-23CC-4755-8A25-A692C4D2CADC}"/>
                                            </p:graphicEl>
                                          </p:spTgt>
                                        </p:tgtEl>
                                      </p:cBhvr>
                                    </p:animEffect>
                                    <p:anim calcmode="lin" valueType="num">
                                      <p:cBhvr>
                                        <p:cTn id="8" dur="1000" fill="hold"/>
                                        <p:tgtEl>
                                          <p:spTgt spid="3">
                                            <p:graphicEl>
                                              <a:dgm id="{88D1B028-23CC-4755-8A25-A692C4D2CADC}"/>
                                            </p:graphicEl>
                                          </p:spTgt>
                                        </p:tgtEl>
                                        <p:attrNameLst>
                                          <p:attrName>ppt_x</p:attrName>
                                        </p:attrNameLst>
                                      </p:cBhvr>
                                      <p:tavLst>
                                        <p:tav tm="0">
                                          <p:val>
                                            <p:strVal val="#ppt_x"/>
                                          </p:val>
                                        </p:tav>
                                        <p:tav tm="100000">
                                          <p:val>
                                            <p:strVal val="#ppt_x"/>
                                          </p:val>
                                        </p:tav>
                                      </p:tavLst>
                                    </p:anim>
                                    <p:anim calcmode="lin" valueType="num">
                                      <p:cBhvr>
                                        <p:cTn id="9" dur="1000" fill="hold"/>
                                        <p:tgtEl>
                                          <p:spTgt spid="3">
                                            <p:graphicEl>
                                              <a:dgm id="{88D1B028-23CC-4755-8A25-A692C4D2CADC}"/>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7" presetClass="entr" presetSubtype="0" fill="hold" grpId="0" nodeType="clickEffect">
                                  <p:stCondLst>
                                    <p:cond delay="0"/>
                                  </p:stCondLst>
                                  <p:childTnLst>
                                    <p:set>
                                      <p:cBhvr>
                                        <p:cTn id="13" dur="1" fill="hold">
                                          <p:stCondLst>
                                            <p:cond delay="0"/>
                                          </p:stCondLst>
                                        </p:cTn>
                                        <p:tgtEl>
                                          <p:spTgt spid="3">
                                            <p:graphicEl>
                                              <a:dgm id="{5FC0034A-4A71-4CDF-A725-86055A449995}"/>
                                            </p:graphicEl>
                                          </p:spTgt>
                                        </p:tgtEl>
                                        <p:attrNameLst>
                                          <p:attrName>style.visibility</p:attrName>
                                        </p:attrNameLst>
                                      </p:cBhvr>
                                      <p:to>
                                        <p:strVal val="visible"/>
                                      </p:to>
                                    </p:set>
                                    <p:animEffect transition="in" filter="fade">
                                      <p:cBhvr>
                                        <p:cTn id="14" dur="1000"/>
                                        <p:tgtEl>
                                          <p:spTgt spid="3">
                                            <p:graphicEl>
                                              <a:dgm id="{5FC0034A-4A71-4CDF-A725-86055A449995}"/>
                                            </p:graphicEl>
                                          </p:spTgt>
                                        </p:tgtEl>
                                      </p:cBhvr>
                                    </p:animEffect>
                                    <p:anim calcmode="lin" valueType="num">
                                      <p:cBhvr>
                                        <p:cTn id="15" dur="1000" fill="hold"/>
                                        <p:tgtEl>
                                          <p:spTgt spid="3">
                                            <p:graphicEl>
                                              <a:dgm id="{5FC0034A-4A71-4CDF-A725-86055A449995}"/>
                                            </p:graphicEl>
                                          </p:spTgt>
                                        </p:tgtEl>
                                        <p:attrNameLst>
                                          <p:attrName>ppt_x</p:attrName>
                                        </p:attrNameLst>
                                      </p:cBhvr>
                                      <p:tavLst>
                                        <p:tav tm="0">
                                          <p:val>
                                            <p:strVal val="#ppt_x"/>
                                          </p:val>
                                        </p:tav>
                                        <p:tav tm="100000">
                                          <p:val>
                                            <p:strVal val="#ppt_x"/>
                                          </p:val>
                                        </p:tav>
                                      </p:tavLst>
                                    </p:anim>
                                    <p:anim calcmode="lin" valueType="num">
                                      <p:cBhvr>
                                        <p:cTn id="16" dur="1000" fill="hold"/>
                                        <p:tgtEl>
                                          <p:spTgt spid="3">
                                            <p:graphicEl>
                                              <a:dgm id="{5FC0034A-4A71-4CDF-A725-86055A449995}"/>
                                            </p:graphicEl>
                                          </p:spTgt>
                                        </p:tgtEl>
                                        <p:attrNameLst>
                                          <p:attrName>ppt_y</p:attrName>
                                        </p:attrNameLst>
                                      </p:cBhvr>
                                      <p:tavLst>
                                        <p:tav tm="0">
                                          <p:val>
                                            <p:strVal val="#ppt_y-.1"/>
                                          </p:val>
                                        </p:tav>
                                        <p:tav tm="100000">
                                          <p:val>
                                            <p:strVal val="#ppt_y"/>
                                          </p:val>
                                        </p:tav>
                                      </p:tavLst>
                                    </p:anim>
                                  </p:childTnLst>
                                </p:cTn>
                              </p:par>
                              <p:par>
                                <p:cTn id="17" presetID="47" presetClass="entr" presetSubtype="0" fill="hold" grpId="0" nodeType="withEffect">
                                  <p:stCondLst>
                                    <p:cond delay="0"/>
                                  </p:stCondLst>
                                  <p:childTnLst>
                                    <p:set>
                                      <p:cBhvr>
                                        <p:cTn id="18" dur="1" fill="hold">
                                          <p:stCondLst>
                                            <p:cond delay="0"/>
                                          </p:stCondLst>
                                        </p:cTn>
                                        <p:tgtEl>
                                          <p:spTgt spid="3">
                                            <p:graphicEl>
                                              <a:dgm id="{7B2831B4-0DF8-4AF6-84AD-133F5AC991E9}"/>
                                            </p:graphicEl>
                                          </p:spTgt>
                                        </p:tgtEl>
                                        <p:attrNameLst>
                                          <p:attrName>style.visibility</p:attrName>
                                        </p:attrNameLst>
                                      </p:cBhvr>
                                      <p:to>
                                        <p:strVal val="visible"/>
                                      </p:to>
                                    </p:set>
                                    <p:animEffect transition="in" filter="fade">
                                      <p:cBhvr>
                                        <p:cTn id="19" dur="1000"/>
                                        <p:tgtEl>
                                          <p:spTgt spid="3">
                                            <p:graphicEl>
                                              <a:dgm id="{7B2831B4-0DF8-4AF6-84AD-133F5AC991E9}"/>
                                            </p:graphicEl>
                                          </p:spTgt>
                                        </p:tgtEl>
                                      </p:cBhvr>
                                    </p:animEffect>
                                    <p:anim calcmode="lin" valueType="num">
                                      <p:cBhvr>
                                        <p:cTn id="20" dur="1000" fill="hold"/>
                                        <p:tgtEl>
                                          <p:spTgt spid="3">
                                            <p:graphicEl>
                                              <a:dgm id="{7B2831B4-0DF8-4AF6-84AD-133F5AC991E9}"/>
                                            </p:graphicEl>
                                          </p:spTgt>
                                        </p:tgtEl>
                                        <p:attrNameLst>
                                          <p:attrName>ppt_x</p:attrName>
                                        </p:attrNameLst>
                                      </p:cBhvr>
                                      <p:tavLst>
                                        <p:tav tm="0">
                                          <p:val>
                                            <p:strVal val="#ppt_x"/>
                                          </p:val>
                                        </p:tav>
                                        <p:tav tm="100000">
                                          <p:val>
                                            <p:strVal val="#ppt_x"/>
                                          </p:val>
                                        </p:tav>
                                      </p:tavLst>
                                    </p:anim>
                                    <p:anim calcmode="lin" valueType="num">
                                      <p:cBhvr>
                                        <p:cTn id="21" dur="1000" fill="hold"/>
                                        <p:tgtEl>
                                          <p:spTgt spid="3">
                                            <p:graphicEl>
                                              <a:dgm id="{7B2831B4-0DF8-4AF6-84AD-133F5AC991E9}"/>
                                            </p:graphic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7" presetClass="entr" presetSubtype="0" fill="hold" grpId="0" nodeType="clickEffect">
                                  <p:stCondLst>
                                    <p:cond delay="0"/>
                                  </p:stCondLst>
                                  <p:childTnLst>
                                    <p:set>
                                      <p:cBhvr>
                                        <p:cTn id="25" dur="1" fill="hold">
                                          <p:stCondLst>
                                            <p:cond delay="0"/>
                                          </p:stCondLst>
                                        </p:cTn>
                                        <p:tgtEl>
                                          <p:spTgt spid="3">
                                            <p:graphicEl>
                                              <a:dgm id="{BF99724C-2D43-49BA-8C56-C4003E00EB92}"/>
                                            </p:graphicEl>
                                          </p:spTgt>
                                        </p:tgtEl>
                                        <p:attrNameLst>
                                          <p:attrName>style.visibility</p:attrName>
                                        </p:attrNameLst>
                                      </p:cBhvr>
                                      <p:to>
                                        <p:strVal val="visible"/>
                                      </p:to>
                                    </p:set>
                                    <p:animEffect transition="in" filter="fade">
                                      <p:cBhvr>
                                        <p:cTn id="26" dur="1000"/>
                                        <p:tgtEl>
                                          <p:spTgt spid="3">
                                            <p:graphicEl>
                                              <a:dgm id="{BF99724C-2D43-49BA-8C56-C4003E00EB92}"/>
                                            </p:graphicEl>
                                          </p:spTgt>
                                        </p:tgtEl>
                                      </p:cBhvr>
                                    </p:animEffect>
                                    <p:anim calcmode="lin" valueType="num">
                                      <p:cBhvr>
                                        <p:cTn id="27" dur="1000" fill="hold"/>
                                        <p:tgtEl>
                                          <p:spTgt spid="3">
                                            <p:graphicEl>
                                              <a:dgm id="{BF99724C-2D43-49BA-8C56-C4003E00EB92}"/>
                                            </p:graphicEl>
                                          </p:spTgt>
                                        </p:tgtEl>
                                        <p:attrNameLst>
                                          <p:attrName>ppt_x</p:attrName>
                                        </p:attrNameLst>
                                      </p:cBhvr>
                                      <p:tavLst>
                                        <p:tav tm="0">
                                          <p:val>
                                            <p:strVal val="#ppt_x"/>
                                          </p:val>
                                        </p:tav>
                                        <p:tav tm="100000">
                                          <p:val>
                                            <p:strVal val="#ppt_x"/>
                                          </p:val>
                                        </p:tav>
                                      </p:tavLst>
                                    </p:anim>
                                    <p:anim calcmode="lin" valueType="num">
                                      <p:cBhvr>
                                        <p:cTn id="28" dur="1000" fill="hold"/>
                                        <p:tgtEl>
                                          <p:spTgt spid="3">
                                            <p:graphicEl>
                                              <a:dgm id="{BF99724C-2D43-49BA-8C56-C4003E00EB92}"/>
                                            </p:graphicEl>
                                          </p:spTgt>
                                        </p:tgtEl>
                                        <p:attrNameLst>
                                          <p:attrName>ppt_y</p:attrName>
                                        </p:attrNameLst>
                                      </p:cBhvr>
                                      <p:tavLst>
                                        <p:tav tm="0">
                                          <p:val>
                                            <p:strVal val="#ppt_y-.1"/>
                                          </p:val>
                                        </p:tav>
                                        <p:tav tm="100000">
                                          <p:val>
                                            <p:strVal val="#ppt_y"/>
                                          </p:val>
                                        </p:tav>
                                      </p:tavLst>
                                    </p:anim>
                                  </p:childTnLst>
                                </p:cTn>
                              </p:par>
                              <p:par>
                                <p:cTn id="29" presetID="47" presetClass="entr" presetSubtype="0" fill="hold" grpId="0" nodeType="withEffect">
                                  <p:stCondLst>
                                    <p:cond delay="0"/>
                                  </p:stCondLst>
                                  <p:childTnLst>
                                    <p:set>
                                      <p:cBhvr>
                                        <p:cTn id="30" dur="1" fill="hold">
                                          <p:stCondLst>
                                            <p:cond delay="0"/>
                                          </p:stCondLst>
                                        </p:cTn>
                                        <p:tgtEl>
                                          <p:spTgt spid="3">
                                            <p:graphicEl>
                                              <a:dgm id="{03E20E5B-8E01-4B12-A342-4555703D8D6E}"/>
                                            </p:graphicEl>
                                          </p:spTgt>
                                        </p:tgtEl>
                                        <p:attrNameLst>
                                          <p:attrName>style.visibility</p:attrName>
                                        </p:attrNameLst>
                                      </p:cBhvr>
                                      <p:to>
                                        <p:strVal val="visible"/>
                                      </p:to>
                                    </p:set>
                                    <p:animEffect transition="in" filter="fade">
                                      <p:cBhvr>
                                        <p:cTn id="31" dur="1000"/>
                                        <p:tgtEl>
                                          <p:spTgt spid="3">
                                            <p:graphicEl>
                                              <a:dgm id="{03E20E5B-8E01-4B12-A342-4555703D8D6E}"/>
                                            </p:graphicEl>
                                          </p:spTgt>
                                        </p:tgtEl>
                                      </p:cBhvr>
                                    </p:animEffect>
                                    <p:anim calcmode="lin" valueType="num">
                                      <p:cBhvr>
                                        <p:cTn id="32" dur="1000" fill="hold"/>
                                        <p:tgtEl>
                                          <p:spTgt spid="3">
                                            <p:graphicEl>
                                              <a:dgm id="{03E20E5B-8E01-4B12-A342-4555703D8D6E}"/>
                                            </p:graphicEl>
                                          </p:spTgt>
                                        </p:tgtEl>
                                        <p:attrNameLst>
                                          <p:attrName>ppt_x</p:attrName>
                                        </p:attrNameLst>
                                      </p:cBhvr>
                                      <p:tavLst>
                                        <p:tav tm="0">
                                          <p:val>
                                            <p:strVal val="#ppt_x"/>
                                          </p:val>
                                        </p:tav>
                                        <p:tav tm="100000">
                                          <p:val>
                                            <p:strVal val="#ppt_x"/>
                                          </p:val>
                                        </p:tav>
                                      </p:tavLst>
                                    </p:anim>
                                    <p:anim calcmode="lin" valueType="num">
                                      <p:cBhvr>
                                        <p:cTn id="33" dur="1000" fill="hold"/>
                                        <p:tgtEl>
                                          <p:spTgt spid="3">
                                            <p:graphicEl>
                                              <a:dgm id="{03E20E5B-8E01-4B12-A342-4555703D8D6E}"/>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Sub>
          <a:bldDgm bld="one"/>
        </p:bldSub>
      </p:bldGraphic>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US" sz="32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Difference Between </a:t>
            </a:r>
            <a:r>
              <a:rPr lang="en-US" sz="32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Multitasking, Multithreading and Multiprocessing</a:t>
            </a:r>
            <a:br>
              <a:rPr lang="en-US" sz="32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lang="en-US"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16</a:t>
            </a:fld>
            <a:endParaRPr lang="en-US"/>
          </a:p>
        </p:txBody>
      </p:sp>
      <p:graphicFrame>
        <p:nvGraphicFramePr>
          <p:cNvPr id="6" name="Diagram 5">
            <a:extLst>
              <a:ext uri="{FF2B5EF4-FFF2-40B4-BE49-F238E27FC236}">
                <a16:creationId xmlns:a16="http://schemas.microsoft.com/office/drawing/2014/main" id="{D4A8DF55-9B2E-4749-A93B-DA5D80336BA7}"/>
              </a:ext>
            </a:extLst>
          </p:cNvPr>
          <p:cNvGraphicFramePr/>
          <p:nvPr>
            <p:extLst>
              <p:ext uri="{D42A27DB-BD31-4B8C-83A1-F6EECF244321}">
                <p14:modId xmlns:p14="http://schemas.microsoft.com/office/powerpoint/2010/main" val="353723603"/>
              </p:ext>
            </p:extLst>
          </p:nvPr>
        </p:nvGraphicFramePr>
        <p:xfrm>
          <a:off x="983224" y="1485863"/>
          <a:ext cx="6813755" cy="4708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4002146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graphicEl>
                                              <a:dgm id="{CCFE8955-E81A-4223-9754-67D16162D3E9}"/>
                                            </p:graphicEl>
                                          </p:spTgt>
                                        </p:tgtEl>
                                        <p:attrNameLst>
                                          <p:attrName>style.visibility</p:attrName>
                                        </p:attrNameLst>
                                      </p:cBhvr>
                                      <p:to>
                                        <p:strVal val="visible"/>
                                      </p:to>
                                    </p:set>
                                    <p:animEffect transition="in" filter="fade">
                                      <p:cBhvr>
                                        <p:cTn id="7" dur="1000"/>
                                        <p:tgtEl>
                                          <p:spTgt spid="6">
                                            <p:graphicEl>
                                              <a:dgm id="{CCFE8955-E81A-4223-9754-67D16162D3E9}"/>
                                            </p:graphicEl>
                                          </p:spTgt>
                                        </p:tgtEl>
                                      </p:cBhvr>
                                    </p:animEffect>
                                    <p:anim calcmode="lin" valueType="num">
                                      <p:cBhvr>
                                        <p:cTn id="8" dur="1000" fill="hold"/>
                                        <p:tgtEl>
                                          <p:spTgt spid="6">
                                            <p:graphicEl>
                                              <a:dgm id="{CCFE8955-E81A-4223-9754-67D16162D3E9}"/>
                                            </p:graphicEl>
                                          </p:spTgt>
                                        </p:tgtEl>
                                        <p:attrNameLst>
                                          <p:attrName>ppt_x</p:attrName>
                                        </p:attrNameLst>
                                      </p:cBhvr>
                                      <p:tavLst>
                                        <p:tav tm="0">
                                          <p:val>
                                            <p:strVal val="#ppt_x"/>
                                          </p:val>
                                        </p:tav>
                                        <p:tav tm="100000">
                                          <p:val>
                                            <p:strVal val="#ppt_x"/>
                                          </p:val>
                                        </p:tav>
                                      </p:tavLst>
                                    </p:anim>
                                    <p:anim calcmode="lin" valueType="num">
                                      <p:cBhvr>
                                        <p:cTn id="9" dur="1000" fill="hold"/>
                                        <p:tgtEl>
                                          <p:spTgt spid="6">
                                            <p:graphicEl>
                                              <a:dgm id="{CCFE8955-E81A-4223-9754-67D16162D3E9}"/>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graphicEl>
                                              <a:dgm id="{28054E81-D84A-4C3D-A961-34A9979A47BD}"/>
                                            </p:graphicEl>
                                          </p:spTgt>
                                        </p:tgtEl>
                                        <p:attrNameLst>
                                          <p:attrName>style.visibility</p:attrName>
                                        </p:attrNameLst>
                                      </p:cBhvr>
                                      <p:to>
                                        <p:strVal val="visible"/>
                                      </p:to>
                                    </p:set>
                                    <p:animEffect transition="in" filter="fade">
                                      <p:cBhvr>
                                        <p:cTn id="14" dur="1000"/>
                                        <p:tgtEl>
                                          <p:spTgt spid="6">
                                            <p:graphicEl>
                                              <a:dgm id="{28054E81-D84A-4C3D-A961-34A9979A47BD}"/>
                                            </p:graphicEl>
                                          </p:spTgt>
                                        </p:tgtEl>
                                      </p:cBhvr>
                                    </p:animEffect>
                                    <p:anim calcmode="lin" valueType="num">
                                      <p:cBhvr>
                                        <p:cTn id="15" dur="1000" fill="hold"/>
                                        <p:tgtEl>
                                          <p:spTgt spid="6">
                                            <p:graphicEl>
                                              <a:dgm id="{28054E81-D84A-4C3D-A961-34A9979A47BD}"/>
                                            </p:graphicEl>
                                          </p:spTgt>
                                        </p:tgtEl>
                                        <p:attrNameLst>
                                          <p:attrName>ppt_x</p:attrName>
                                        </p:attrNameLst>
                                      </p:cBhvr>
                                      <p:tavLst>
                                        <p:tav tm="0">
                                          <p:val>
                                            <p:strVal val="#ppt_x"/>
                                          </p:val>
                                        </p:tav>
                                        <p:tav tm="100000">
                                          <p:val>
                                            <p:strVal val="#ppt_x"/>
                                          </p:val>
                                        </p:tav>
                                      </p:tavLst>
                                    </p:anim>
                                    <p:anim calcmode="lin" valueType="num">
                                      <p:cBhvr>
                                        <p:cTn id="16" dur="1000" fill="hold"/>
                                        <p:tgtEl>
                                          <p:spTgt spid="6">
                                            <p:graphicEl>
                                              <a:dgm id="{28054E81-D84A-4C3D-A961-34A9979A47BD}"/>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graphicEl>
                                              <a:dgm id="{E0B9E3ED-705B-4615-91B7-10767679C228}"/>
                                            </p:graphicEl>
                                          </p:spTgt>
                                        </p:tgtEl>
                                        <p:attrNameLst>
                                          <p:attrName>style.visibility</p:attrName>
                                        </p:attrNameLst>
                                      </p:cBhvr>
                                      <p:to>
                                        <p:strVal val="visible"/>
                                      </p:to>
                                    </p:set>
                                    <p:animEffect transition="in" filter="fade">
                                      <p:cBhvr>
                                        <p:cTn id="21" dur="1000"/>
                                        <p:tgtEl>
                                          <p:spTgt spid="6">
                                            <p:graphicEl>
                                              <a:dgm id="{E0B9E3ED-705B-4615-91B7-10767679C228}"/>
                                            </p:graphicEl>
                                          </p:spTgt>
                                        </p:tgtEl>
                                      </p:cBhvr>
                                    </p:animEffect>
                                    <p:anim calcmode="lin" valueType="num">
                                      <p:cBhvr>
                                        <p:cTn id="22" dur="1000" fill="hold"/>
                                        <p:tgtEl>
                                          <p:spTgt spid="6">
                                            <p:graphicEl>
                                              <a:dgm id="{E0B9E3ED-705B-4615-91B7-10767679C228}"/>
                                            </p:graphicEl>
                                          </p:spTgt>
                                        </p:tgtEl>
                                        <p:attrNameLst>
                                          <p:attrName>ppt_x</p:attrName>
                                        </p:attrNameLst>
                                      </p:cBhvr>
                                      <p:tavLst>
                                        <p:tav tm="0">
                                          <p:val>
                                            <p:strVal val="#ppt_x"/>
                                          </p:val>
                                        </p:tav>
                                        <p:tav tm="100000">
                                          <p:val>
                                            <p:strVal val="#ppt_x"/>
                                          </p:val>
                                        </p:tav>
                                      </p:tavLst>
                                    </p:anim>
                                    <p:anim calcmode="lin" valueType="num">
                                      <p:cBhvr>
                                        <p:cTn id="23" dur="1000" fill="hold"/>
                                        <p:tgtEl>
                                          <p:spTgt spid="6">
                                            <p:graphicEl>
                                              <a:dgm id="{E0B9E3ED-705B-4615-91B7-10767679C228}"/>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graphicEl>
                                              <a:dgm id="{A0F33E38-9957-4B15-9BE7-7BC95D55EFEF}"/>
                                            </p:graphicEl>
                                          </p:spTgt>
                                        </p:tgtEl>
                                        <p:attrNameLst>
                                          <p:attrName>style.visibility</p:attrName>
                                        </p:attrNameLst>
                                      </p:cBhvr>
                                      <p:to>
                                        <p:strVal val="visible"/>
                                      </p:to>
                                    </p:set>
                                    <p:animEffect transition="in" filter="fade">
                                      <p:cBhvr>
                                        <p:cTn id="28" dur="1000"/>
                                        <p:tgtEl>
                                          <p:spTgt spid="6">
                                            <p:graphicEl>
                                              <a:dgm id="{A0F33E38-9957-4B15-9BE7-7BC95D55EFEF}"/>
                                            </p:graphicEl>
                                          </p:spTgt>
                                        </p:tgtEl>
                                      </p:cBhvr>
                                    </p:animEffect>
                                    <p:anim calcmode="lin" valueType="num">
                                      <p:cBhvr>
                                        <p:cTn id="29" dur="1000" fill="hold"/>
                                        <p:tgtEl>
                                          <p:spTgt spid="6">
                                            <p:graphicEl>
                                              <a:dgm id="{A0F33E38-9957-4B15-9BE7-7BC95D55EFEF}"/>
                                            </p:graphicEl>
                                          </p:spTgt>
                                        </p:tgtEl>
                                        <p:attrNameLst>
                                          <p:attrName>ppt_x</p:attrName>
                                        </p:attrNameLst>
                                      </p:cBhvr>
                                      <p:tavLst>
                                        <p:tav tm="0">
                                          <p:val>
                                            <p:strVal val="#ppt_x"/>
                                          </p:val>
                                        </p:tav>
                                        <p:tav tm="100000">
                                          <p:val>
                                            <p:strVal val="#ppt_x"/>
                                          </p:val>
                                        </p:tav>
                                      </p:tavLst>
                                    </p:anim>
                                    <p:anim calcmode="lin" valueType="num">
                                      <p:cBhvr>
                                        <p:cTn id="30" dur="1000" fill="hold"/>
                                        <p:tgtEl>
                                          <p:spTgt spid="6">
                                            <p:graphicEl>
                                              <a:dgm id="{A0F33E38-9957-4B15-9BE7-7BC95D55EFEF}"/>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US" sz="40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 What is </a:t>
            </a:r>
            <a:r>
              <a:rPr lang="en-US" sz="40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Multitasking?</a:t>
            </a:r>
            <a:br>
              <a:rPr lang="en-US" sz="40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17</a:t>
            </a:fld>
            <a:endParaRPr lang="en-US"/>
          </a:p>
        </p:txBody>
      </p:sp>
      <p:graphicFrame>
        <p:nvGraphicFramePr>
          <p:cNvPr id="6" name="Diagram 5">
            <a:extLst>
              <a:ext uri="{FF2B5EF4-FFF2-40B4-BE49-F238E27FC236}">
                <a16:creationId xmlns:a16="http://schemas.microsoft.com/office/drawing/2014/main" id="{D4A8DF55-9B2E-4749-A93B-DA5D80336BA7}"/>
              </a:ext>
            </a:extLst>
          </p:cNvPr>
          <p:cNvGraphicFramePr/>
          <p:nvPr>
            <p:extLst>
              <p:ext uri="{D42A27DB-BD31-4B8C-83A1-F6EECF244321}">
                <p14:modId xmlns:p14="http://schemas.microsoft.com/office/powerpoint/2010/main" val="2968400911"/>
              </p:ext>
            </p:extLst>
          </p:nvPr>
        </p:nvGraphicFramePr>
        <p:xfrm>
          <a:off x="648928" y="1485863"/>
          <a:ext cx="7846144" cy="49149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0378821"/>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AsOne/>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US" sz="40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What is Multithreading?</a:t>
            </a:r>
            <a:br>
              <a:rPr lang="en-US" sz="40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18</a:t>
            </a:fld>
            <a:endParaRPr lang="en-US"/>
          </a:p>
        </p:txBody>
      </p:sp>
      <p:graphicFrame>
        <p:nvGraphicFramePr>
          <p:cNvPr id="6" name="Diagram 5">
            <a:extLst>
              <a:ext uri="{FF2B5EF4-FFF2-40B4-BE49-F238E27FC236}">
                <a16:creationId xmlns:a16="http://schemas.microsoft.com/office/drawing/2014/main" id="{D4A8DF55-9B2E-4749-A93B-DA5D80336BA7}"/>
              </a:ext>
            </a:extLst>
          </p:cNvPr>
          <p:cNvGraphicFramePr/>
          <p:nvPr>
            <p:extLst>
              <p:ext uri="{D42A27DB-BD31-4B8C-83A1-F6EECF244321}">
                <p14:modId xmlns:p14="http://schemas.microsoft.com/office/powerpoint/2010/main" val="3417284682"/>
              </p:ext>
            </p:extLst>
          </p:nvPr>
        </p:nvGraphicFramePr>
        <p:xfrm>
          <a:off x="514814" y="1491486"/>
          <a:ext cx="7944466" cy="476864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7431428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graphicEl>
                                              <a:dgm id="{8F536E08-2D68-456F-955F-2D096FA7301D}"/>
                                            </p:graphicEl>
                                          </p:spTgt>
                                        </p:tgtEl>
                                        <p:attrNameLst>
                                          <p:attrName>style.visibility</p:attrName>
                                        </p:attrNameLst>
                                      </p:cBhvr>
                                      <p:to>
                                        <p:strVal val="visible"/>
                                      </p:to>
                                    </p:set>
                                    <p:animEffect transition="in" filter="fade">
                                      <p:cBhvr>
                                        <p:cTn id="7" dur="1000"/>
                                        <p:tgtEl>
                                          <p:spTgt spid="6">
                                            <p:graphicEl>
                                              <a:dgm id="{8F536E08-2D68-456F-955F-2D096FA7301D}"/>
                                            </p:graphicEl>
                                          </p:spTgt>
                                        </p:tgtEl>
                                      </p:cBhvr>
                                    </p:animEffect>
                                    <p:anim calcmode="lin" valueType="num">
                                      <p:cBhvr>
                                        <p:cTn id="8" dur="1000" fill="hold"/>
                                        <p:tgtEl>
                                          <p:spTgt spid="6">
                                            <p:graphicEl>
                                              <a:dgm id="{8F536E08-2D68-456F-955F-2D096FA7301D}"/>
                                            </p:graphicEl>
                                          </p:spTgt>
                                        </p:tgtEl>
                                        <p:attrNameLst>
                                          <p:attrName>ppt_x</p:attrName>
                                        </p:attrNameLst>
                                      </p:cBhvr>
                                      <p:tavLst>
                                        <p:tav tm="0">
                                          <p:val>
                                            <p:strVal val="#ppt_x"/>
                                          </p:val>
                                        </p:tav>
                                        <p:tav tm="100000">
                                          <p:val>
                                            <p:strVal val="#ppt_x"/>
                                          </p:val>
                                        </p:tav>
                                      </p:tavLst>
                                    </p:anim>
                                    <p:anim calcmode="lin" valueType="num">
                                      <p:cBhvr>
                                        <p:cTn id="9" dur="1000" fill="hold"/>
                                        <p:tgtEl>
                                          <p:spTgt spid="6">
                                            <p:graphicEl>
                                              <a:dgm id="{8F536E08-2D68-456F-955F-2D096FA7301D}"/>
                                            </p:graphic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graphicEl>
                                              <a:dgm id="{DF345D20-4B2D-4543-AE35-E28A768AB6EA}"/>
                                            </p:graphicEl>
                                          </p:spTgt>
                                        </p:tgtEl>
                                        <p:attrNameLst>
                                          <p:attrName>style.visibility</p:attrName>
                                        </p:attrNameLst>
                                      </p:cBhvr>
                                      <p:to>
                                        <p:strVal val="visible"/>
                                      </p:to>
                                    </p:set>
                                    <p:animEffect transition="in" filter="fade">
                                      <p:cBhvr>
                                        <p:cTn id="14" dur="1000"/>
                                        <p:tgtEl>
                                          <p:spTgt spid="6">
                                            <p:graphicEl>
                                              <a:dgm id="{DF345D20-4B2D-4543-AE35-E28A768AB6EA}"/>
                                            </p:graphicEl>
                                          </p:spTgt>
                                        </p:tgtEl>
                                      </p:cBhvr>
                                    </p:animEffect>
                                    <p:anim calcmode="lin" valueType="num">
                                      <p:cBhvr>
                                        <p:cTn id="15" dur="1000" fill="hold"/>
                                        <p:tgtEl>
                                          <p:spTgt spid="6">
                                            <p:graphicEl>
                                              <a:dgm id="{DF345D20-4B2D-4543-AE35-E28A768AB6EA}"/>
                                            </p:graphicEl>
                                          </p:spTgt>
                                        </p:tgtEl>
                                        <p:attrNameLst>
                                          <p:attrName>ppt_x</p:attrName>
                                        </p:attrNameLst>
                                      </p:cBhvr>
                                      <p:tavLst>
                                        <p:tav tm="0">
                                          <p:val>
                                            <p:strVal val="#ppt_x"/>
                                          </p:val>
                                        </p:tav>
                                        <p:tav tm="100000">
                                          <p:val>
                                            <p:strVal val="#ppt_x"/>
                                          </p:val>
                                        </p:tav>
                                      </p:tavLst>
                                    </p:anim>
                                    <p:anim calcmode="lin" valueType="num">
                                      <p:cBhvr>
                                        <p:cTn id="16" dur="1000" fill="hold"/>
                                        <p:tgtEl>
                                          <p:spTgt spid="6">
                                            <p:graphicEl>
                                              <a:dgm id="{DF345D20-4B2D-4543-AE35-E28A768AB6EA}"/>
                                            </p:graphic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6">
                                            <p:graphicEl>
                                              <a:dgm id="{54DC44F9-E14C-435D-9039-47E25BD3E536}"/>
                                            </p:graphicEl>
                                          </p:spTgt>
                                        </p:tgtEl>
                                        <p:attrNameLst>
                                          <p:attrName>style.visibility</p:attrName>
                                        </p:attrNameLst>
                                      </p:cBhvr>
                                      <p:to>
                                        <p:strVal val="visible"/>
                                      </p:to>
                                    </p:set>
                                    <p:animEffect transition="in" filter="fade">
                                      <p:cBhvr>
                                        <p:cTn id="21" dur="1000"/>
                                        <p:tgtEl>
                                          <p:spTgt spid="6">
                                            <p:graphicEl>
                                              <a:dgm id="{54DC44F9-E14C-435D-9039-47E25BD3E536}"/>
                                            </p:graphicEl>
                                          </p:spTgt>
                                        </p:tgtEl>
                                      </p:cBhvr>
                                    </p:animEffect>
                                    <p:anim calcmode="lin" valueType="num">
                                      <p:cBhvr>
                                        <p:cTn id="22" dur="1000" fill="hold"/>
                                        <p:tgtEl>
                                          <p:spTgt spid="6">
                                            <p:graphicEl>
                                              <a:dgm id="{54DC44F9-E14C-435D-9039-47E25BD3E536}"/>
                                            </p:graphicEl>
                                          </p:spTgt>
                                        </p:tgtEl>
                                        <p:attrNameLst>
                                          <p:attrName>ppt_x</p:attrName>
                                        </p:attrNameLst>
                                      </p:cBhvr>
                                      <p:tavLst>
                                        <p:tav tm="0">
                                          <p:val>
                                            <p:strVal val="#ppt_x"/>
                                          </p:val>
                                        </p:tav>
                                        <p:tav tm="100000">
                                          <p:val>
                                            <p:strVal val="#ppt_x"/>
                                          </p:val>
                                        </p:tav>
                                      </p:tavLst>
                                    </p:anim>
                                    <p:anim calcmode="lin" valueType="num">
                                      <p:cBhvr>
                                        <p:cTn id="23" dur="1000" fill="hold"/>
                                        <p:tgtEl>
                                          <p:spTgt spid="6">
                                            <p:graphicEl>
                                              <a:dgm id="{54DC44F9-E14C-435D-9039-47E25BD3E536}"/>
                                            </p:graphic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graphicEl>
                                              <a:dgm id="{61CB2863-C838-4AED-9E80-E84DF8B4472F}"/>
                                            </p:graphicEl>
                                          </p:spTgt>
                                        </p:tgtEl>
                                        <p:attrNameLst>
                                          <p:attrName>style.visibility</p:attrName>
                                        </p:attrNameLst>
                                      </p:cBhvr>
                                      <p:to>
                                        <p:strVal val="visible"/>
                                      </p:to>
                                    </p:set>
                                    <p:animEffect transition="in" filter="fade">
                                      <p:cBhvr>
                                        <p:cTn id="28" dur="1000"/>
                                        <p:tgtEl>
                                          <p:spTgt spid="6">
                                            <p:graphicEl>
                                              <a:dgm id="{61CB2863-C838-4AED-9E80-E84DF8B4472F}"/>
                                            </p:graphicEl>
                                          </p:spTgt>
                                        </p:tgtEl>
                                      </p:cBhvr>
                                    </p:animEffect>
                                    <p:anim calcmode="lin" valueType="num">
                                      <p:cBhvr>
                                        <p:cTn id="29" dur="1000" fill="hold"/>
                                        <p:tgtEl>
                                          <p:spTgt spid="6">
                                            <p:graphicEl>
                                              <a:dgm id="{61CB2863-C838-4AED-9E80-E84DF8B4472F}"/>
                                            </p:graphicEl>
                                          </p:spTgt>
                                        </p:tgtEl>
                                        <p:attrNameLst>
                                          <p:attrName>ppt_x</p:attrName>
                                        </p:attrNameLst>
                                      </p:cBhvr>
                                      <p:tavLst>
                                        <p:tav tm="0">
                                          <p:val>
                                            <p:strVal val="#ppt_x"/>
                                          </p:val>
                                        </p:tav>
                                        <p:tav tm="100000">
                                          <p:val>
                                            <p:strVal val="#ppt_x"/>
                                          </p:val>
                                        </p:tav>
                                      </p:tavLst>
                                    </p:anim>
                                    <p:anim calcmode="lin" valueType="num">
                                      <p:cBhvr>
                                        <p:cTn id="30" dur="1000" fill="hold"/>
                                        <p:tgtEl>
                                          <p:spTgt spid="6">
                                            <p:graphicEl>
                                              <a:dgm id="{61CB2863-C838-4AED-9E80-E84DF8B4472F}"/>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lvlOne"/>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r>
              <a:rPr lang="en-US" sz="4000"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What is </a:t>
            </a:r>
            <a:r>
              <a:rPr lang="en-US" sz="40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Multiprocessing?</a:t>
            </a:r>
            <a:br>
              <a:rPr lang="en-US" sz="4000" b="1"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br>
            <a:endParaRPr lang="en-US"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19</a:t>
            </a:fld>
            <a:endParaRPr lang="en-US"/>
          </a:p>
        </p:txBody>
      </p:sp>
      <p:graphicFrame>
        <p:nvGraphicFramePr>
          <p:cNvPr id="6" name="Diagram 5">
            <a:extLst>
              <a:ext uri="{FF2B5EF4-FFF2-40B4-BE49-F238E27FC236}">
                <a16:creationId xmlns:a16="http://schemas.microsoft.com/office/drawing/2014/main" id="{D4A8DF55-9B2E-4749-A93B-DA5D80336BA7}"/>
              </a:ext>
            </a:extLst>
          </p:cNvPr>
          <p:cNvGraphicFramePr/>
          <p:nvPr>
            <p:extLst>
              <p:ext uri="{D42A27DB-BD31-4B8C-83A1-F6EECF244321}">
                <p14:modId xmlns:p14="http://schemas.microsoft.com/office/powerpoint/2010/main" val="2506061256"/>
              </p:ext>
            </p:extLst>
          </p:nvPr>
        </p:nvGraphicFramePr>
        <p:xfrm>
          <a:off x="673509" y="1521393"/>
          <a:ext cx="7910052" cy="470883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1701112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graphicEl>
                                              <a:dgm id="{E33429C0-6B41-4F30-B0FF-22E9F882EAA8}"/>
                                            </p:graphicEl>
                                          </p:spTgt>
                                        </p:tgtEl>
                                        <p:attrNameLst>
                                          <p:attrName>style.visibility</p:attrName>
                                        </p:attrNameLst>
                                      </p:cBhvr>
                                      <p:to>
                                        <p:strVal val="visible"/>
                                      </p:to>
                                    </p:set>
                                    <p:anim calcmode="lin" valueType="num">
                                      <p:cBhvr additive="base">
                                        <p:cTn id="7" dur="500" fill="hold"/>
                                        <p:tgtEl>
                                          <p:spTgt spid="6">
                                            <p:graphicEl>
                                              <a:dgm id="{E33429C0-6B41-4F30-B0FF-22E9F882EAA8}"/>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graphicEl>
                                              <a:dgm id="{E33429C0-6B41-4F30-B0FF-22E9F882EAA8}"/>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graphicEl>
                                              <a:dgm id="{AAC26956-21A4-43DC-8671-CA540B3D9FE2}"/>
                                            </p:graphicEl>
                                          </p:spTgt>
                                        </p:tgtEl>
                                        <p:attrNameLst>
                                          <p:attrName>style.visibility</p:attrName>
                                        </p:attrNameLst>
                                      </p:cBhvr>
                                      <p:to>
                                        <p:strVal val="visible"/>
                                      </p:to>
                                    </p:set>
                                    <p:anim calcmode="lin" valueType="num">
                                      <p:cBhvr additive="base">
                                        <p:cTn id="11" dur="500" fill="hold"/>
                                        <p:tgtEl>
                                          <p:spTgt spid="6">
                                            <p:graphicEl>
                                              <a:dgm id="{AAC26956-21A4-43DC-8671-CA540B3D9FE2}"/>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
                                            <p:graphicEl>
                                              <a:dgm id="{AAC26956-21A4-43DC-8671-CA540B3D9FE2}"/>
                                            </p:graphic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graphicEl>
                                              <a:dgm id="{0EF7DAFF-A481-4A0F-AE63-BA811168E4D9}"/>
                                            </p:graphicEl>
                                          </p:spTgt>
                                        </p:tgtEl>
                                        <p:attrNameLst>
                                          <p:attrName>style.visibility</p:attrName>
                                        </p:attrNameLst>
                                      </p:cBhvr>
                                      <p:to>
                                        <p:strVal val="visible"/>
                                      </p:to>
                                    </p:set>
                                    <p:anim calcmode="lin" valueType="num">
                                      <p:cBhvr additive="base">
                                        <p:cTn id="17" dur="500" fill="hold"/>
                                        <p:tgtEl>
                                          <p:spTgt spid="6">
                                            <p:graphicEl>
                                              <a:dgm id="{0EF7DAFF-A481-4A0F-AE63-BA811168E4D9}"/>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
                                            <p:graphicEl>
                                              <a:dgm id="{0EF7DAFF-A481-4A0F-AE63-BA811168E4D9}"/>
                                            </p:graphic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6">
                                            <p:graphicEl>
                                              <a:dgm id="{F65624F1-A616-4AE7-8550-B32192F7661A}"/>
                                            </p:graphicEl>
                                          </p:spTgt>
                                        </p:tgtEl>
                                        <p:attrNameLst>
                                          <p:attrName>style.visibility</p:attrName>
                                        </p:attrNameLst>
                                      </p:cBhvr>
                                      <p:to>
                                        <p:strVal val="visible"/>
                                      </p:to>
                                    </p:set>
                                    <p:anim calcmode="lin" valueType="num">
                                      <p:cBhvr additive="base">
                                        <p:cTn id="21" dur="500" fill="hold"/>
                                        <p:tgtEl>
                                          <p:spTgt spid="6">
                                            <p:graphicEl>
                                              <a:dgm id="{F65624F1-A616-4AE7-8550-B32192F7661A}"/>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
                                            <p:graphicEl>
                                              <a:dgm id="{F65624F1-A616-4AE7-8550-B32192F7661A}"/>
                                            </p:graphic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
                                            <p:graphicEl>
                                              <a:dgm id="{E0A8334E-8CFB-460D-BE6A-83A5EA4CC06C}"/>
                                            </p:graphicEl>
                                          </p:spTgt>
                                        </p:tgtEl>
                                        <p:attrNameLst>
                                          <p:attrName>style.visibility</p:attrName>
                                        </p:attrNameLst>
                                      </p:cBhvr>
                                      <p:to>
                                        <p:strVal val="visible"/>
                                      </p:to>
                                    </p:set>
                                    <p:anim calcmode="lin" valueType="num">
                                      <p:cBhvr additive="base">
                                        <p:cTn id="27" dur="500" fill="hold"/>
                                        <p:tgtEl>
                                          <p:spTgt spid="6">
                                            <p:graphicEl>
                                              <a:dgm id="{E0A8334E-8CFB-460D-BE6A-83A5EA4CC06C}"/>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
                                            <p:graphicEl>
                                              <a:dgm id="{E0A8334E-8CFB-460D-BE6A-83A5EA4CC06C}"/>
                                            </p:graphic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6">
                                            <p:graphicEl>
                                              <a:dgm id="{DD3FF53A-7F66-4DFA-A7E3-48E0C01803AE}"/>
                                            </p:graphicEl>
                                          </p:spTgt>
                                        </p:tgtEl>
                                        <p:attrNameLst>
                                          <p:attrName>style.visibility</p:attrName>
                                        </p:attrNameLst>
                                      </p:cBhvr>
                                      <p:to>
                                        <p:strVal val="visible"/>
                                      </p:to>
                                    </p:set>
                                    <p:anim calcmode="lin" valueType="num">
                                      <p:cBhvr additive="base">
                                        <p:cTn id="31" dur="500" fill="hold"/>
                                        <p:tgtEl>
                                          <p:spTgt spid="6">
                                            <p:graphicEl>
                                              <a:dgm id="{DD3FF53A-7F66-4DFA-A7E3-48E0C01803AE}"/>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
                                            <p:graphicEl>
                                              <a:dgm id="{DD3FF53A-7F66-4DFA-A7E3-48E0C01803AE}"/>
                                            </p:graphicEl>
                                          </p:spTgt>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p:cTn id="36" dur="1" fill="hold">
                                          <p:stCondLst>
                                            <p:cond delay="0"/>
                                          </p:stCondLst>
                                        </p:cTn>
                                        <p:tgtEl>
                                          <p:spTgt spid="6">
                                            <p:graphicEl>
                                              <a:dgm id="{BA911E3C-98A4-402F-BF23-8D01285AACEC}"/>
                                            </p:graphicEl>
                                          </p:spTgt>
                                        </p:tgtEl>
                                        <p:attrNameLst>
                                          <p:attrName>style.visibility</p:attrName>
                                        </p:attrNameLst>
                                      </p:cBhvr>
                                      <p:to>
                                        <p:strVal val="visible"/>
                                      </p:to>
                                    </p:set>
                                    <p:anim calcmode="lin" valueType="num">
                                      <p:cBhvr additive="base">
                                        <p:cTn id="37" dur="500" fill="hold"/>
                                        <p:tgtEl>
                                          <p:spTgt spid="6">
                                            <p:graphicEl>
                                              <a:dgm id="{BA911E3C-98A4-402F-BF23-8D01285AACEC}"/>
                                            </p:graphicEl>
                                          </p:spTgt>
                                        </p:tgtEl>
                                        <p:attrNameLst>
                                          <p:attrName>ppt_x</p:attrName>
                                        </p:attrNameLst>
                                      </p:cBhvr>
                                      <p:tavLst>
                                        <p:tav tm="0">
                                          <p:val>
                                            <p:strVal val="0-#ppt_w/2"/>
                                          </p:val>
                                        </p:tav>
                                        <p:tav tm="100000">
                                          <p:val>
                                            <p:strVal val="#ppt_x"/>
                                          </p:val>
                                        </p:tav>
                                      </p:tavLst>
                                    </p:anim>
                                    <p:anim calcmode="lin" valueType="num">
                                      <p:cBhvr additive="base">
                                        <p:cTn id="38" dur="500" fill="hold"/>
                                        <p:tgtEl>
                                          <p:spTgt spid="6">
                                            <p:graphicEl>
                                              <a:dgm id="{BA911E3C-98A4-402F-BF23-8D01285AACEC}"/>
                                            </p:graphicEl>
                                          </p:spTgt>
                                        </p:tgtEl>
                                        <p:attrNameLst>
                                          <p:attrName>ppt_y</p:attrName>
                                        </p:attrNameLst>
                                      </p:cBhvr>
                                      <p:tavLst>
                                        <p:tav tm="0">
                                          <p:val>
                                            <p:strVal val="#ppt_y"/>
                                          </p:val>
                                        </p:tav>
                                        <p:tav tm="100000">
                                          <p:val>
                                            <p:strVal val="#ppt_y"/>
                                          </p:val>
                                        </p:tav>
                                      </p:tavLst>
                                    </p:anim>
                                  </p:childTnLst>
                                </p:cTn>
                              </p:par>
                              <p:par>
                                <p:cTn id="39" presetID="2" presetClass="entr" presetSubtype="8" fill="hold" grpId="0" nodeType="withEffect">
                                  <p:stCondLst>
                                    <p:cond delay="0"/>
                                  </p:stCondLst>
                                  <p:childTnLst>
                                    <p:set>
                                      <p:cBhvr>
                                        <p:cTn id="40" dur="1" fill="hold">
                                          <p:stCondLst>
                                            <p:cond delay="0"/>
                                          </p:stCondLst>
                                        </p:cTn>
                                        <p:tgtEl>
                                          <p:spTgt spid="6">
                                            <p:graphicEl>
                                              <a:dgm id="{98183398-6CD2-4D18-A1C3-ED0A80246F35}"/>
                                            </p:graphicEl>
                                          </p:spTgt>
                                        </p:tgtEl>
                                        <p:attrNameLst>
                                          <p:attrName>style.visibility</p:attrName>
                                        </p:attrNameLst>
                                      </p:cBhvr>
                                      <p:to>
                                        <p:strVal val="visible"/>
                                      </p:to>
                                    </p:set>
                                    <p:anim calcmode="lin" valueType="num">
                                      <p:cBhvr additive="base">
                                        <p:cTn id="41" dur="500" fill="hold"/>
                                        <p:tgtEl>
                                          <p:spTgt spid="6">
                                            <p:graphicEl>
                                              <a:dgm id="{98183398-6CD2-4D18-A1C3-ED0A80246F35}"/>
                                            </p:graphicEl>
                                          </p:spTgt>
                                        </p:tgtEl>
                                        <p:attrNameLst>
                                          <p:attrName>ppt_x</p:attrName>
                                        </p:attrNameLst>
                                      </p:cBhvr>
                                      <p:tavLst>
                                        <p:tav tm="0">
                                          <p:val>
                                            <p:strVal val="0-#ppt_w/2"/>
                                          </p:val>
                                        </p:tav>
                                        <p:tav tm="100000">
                                          <p:val>
                                            <p:strVal val="#ppt_x"/>
                                          </p:val>
                                        </p:tav>
                                      </p:tavLst>
                                    </p:anim>
                                    <p:anim calcmode="lin" valueType="num">
                                      <p:cBhvr additive="base">
                                        <p:cTn id="42" dur="500" fill="hold"/>
                                        <p:tgtEl>
                                          <p:spTgt spid="6">
                                            <p:graphicEl>
                                              <a:dgm id="{98183398-6CD2-4D18-A1C3-ED0A80246F35}"/>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8148" y="0"/>
            <a:ext cx="8578795" cy="1143000"/>
          </a:xfrm>
        </p:spPr>
        <p:txBody>
          <a:bodyPr/>
          <a:lstStyle/>
          <a:p>
            <a:r>
              <a:rPr lang="en-US" i="0" dirty="0">
                <a:solidFill>
                  <a:schemeClr val="tx1"/>
                </a:solidFill>
                <a:effectLst/>
                <a:latin typeface="Calibri" panose="020F0502020204030204" pitchFamily="34" charset="0"/>
                <a:ea typeface="Calibri" panose="020F0502020204030204" pitchFamily="34" charset="0"/>
                <a:cs typeface="Calibri" panose="020F0502020204030204" pitchFamily="34" charset="0"/>
              </a:rPr>
              <a:t>CPU Scheduling in OS</a:t>
            </a:r>
            <a:endParaRPr lang="en-US"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20</a:t>
            </a:fld>
            <a:endParaRPr lang="en-US"/>
          </a:p>
        </p:txBody>
      </p:sp>
      <p:graphicFrame>
        <p:nvGraphicFramePr>
          <p:cNvPr id="6" name="Diagram 5">
            <a:extLst>
              <a:ext uri="{FF2B5EF4-FFF2-40B4-BE49-F238E27FC236}">
                <a16:creationId xmlns:a16="http://schemas.microsoft.com/office/drawing/2014/main" id="{D4A8DF55-9B2E-4749-A93B-DA5D80336BA7}"/>
              </a:ext>
            </a:extLst>
          </p:cNvPr>
          <p:cNvGraphicFramePr/>
          <p:nvPr>
            <p:extLst>
              <p:ext uri="{D42A27DB-BD31-4B8C-83A1-F6EECF244321}">
                <p14:modId xmlns:p14="http://schemas.microsoft.com/office/powerpoint/2010/main" val="811375969"/>
              </p:ext>
            </p:extLst>
          </p:nvPr>
        </p:nvGraphicFramePr>
        <p:xfrm>
          <a:off x="589673" y="1582994"/>
          <a:ext cx="8175747" cy="4903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933976"/>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1" fill="hold" grpId="0" nodeType="clickEffect">
                                  <p:stCondLst>
                                    <p:cond delay="0"/>
                                  </p:stCondLst>
                                  <p:childTnLst>
                                    <p:set>
                                      <p:cBhvr>
                                        <p:cTn id="6" dur="1" fill="hold">
                                          <p:stCondLst>
                                            <p:cond delay="0"/>
                                          </p:stCondLst>
                                        </p:cTn>
                                        <p:tgtEl>
                                          <p:spTgt spid="6">
                                            <p:graphicEl>
                                              <a:dgm id="{B0B0DC31-E7AD-4619-968B-FE121D9899A6}"/>
                                            </p:graphicEl>
                                          </p:spTgt>
                                        </p:tgtEl>
                                        <p:attrNameLst>
                                          <p:attrName>style.visibility</p:attrName>
                                        </p:attrNameLst>
                                      </p:cBhvr>
                                      <p:to>
                                        <p:strVal val="visible"/>
                                      </p:to>
                                    </p:set>
                                    <p:anim calcmode="lin" valueType="num">
                                      <p:cBhvr additive="base">
                                        <p:cTn id="7" dur="500" fill="hold"/>
                                        <p:tgtEl>
                                          <p:spTgt spid="6">
                                            <p:graphicEl>
                                              <a:dgm id="{B0B0DC31-E7AD-4619-968B-FE121D9899A6}"/>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dgm id="{B0B0DC31-E7AD-4619-968B-FE121D9899A6}"/>
                                            </p:graphicEl>
                                          </p:spTgt>
                                        </p:tgtEl>
                                        <p:attrNameLst>
                                          <p:attrName>ppt_y</p:attrName>
                                        </p:attrNameLst>
                                      </p:cBhvr>
                                      <p:tavLst>
                                        <p:tav tm="0">
                                          <p:val>
                                            <p:strVal val="0-#ppt_h/2"/>
                                          </p:val>
                                        </p:tav>
                                        <p:tav tm="100000">
                                          <p:val>
                                            <p:strVal val="#ppt_y"/>
                                          </p:val>
                                        </p:tav>
                                      </p:tavLst>
                                    </p:anim>
                                  </p:childTnLst>
                                </p:cTn>
                              </p:par>
                              <p:par>
                                <p:cTn id="9" presetID="2" presetClass="entr" presetSubtype="1" fill="hold" grpId="0" nodeType="withEffect">
                                  <p:stCondLst>
                                    <p:cond delay="0"/>
                                  </p:stCondLst>
                                  <p:childTnLst>
                                    <p:set>
                                      <p:cBhvr>
                                        <p:cTn id="10" dur="1" fill="hold">
                                          <p:stCondLst>
                                            <p:cond delay="0"/>
                                          </p:stCondLst>
                                        </p:cTn>
                                        <p:tgtEl>
                                          <p:spTgt spid="6">
                                            <p:graphicEl>
                                              <a:dgm id="{46887D38-5EAD-4D44-8516-40FA981FE13F}"/>
                                            </p:graphicEl>
                                          </p:spTgt>
                                        </p:tgtEl>
                                        <p:attrNameLst>
                                          <p:attrName>style.visibility</p:attrName>
                                        </p:attrNameLst>
                                      </p:cBhvr>
                                      <p:to>
                                        <p:strVal val="visible"/>
                                      </p:to>
                                    </p:set>
                                    <p:anim calcmode="lin" valueType="num">
                                      <p:cBhvr additive="base">
                                        <p:cTn id="11" dur="500" fill="hold"/>
                                        <p:tgtEl>
                                          <p:spTgt spid="6">
                                            <p:graphicEl>
                                              <a:dgm id="{46887D38-5EAD-4D44-8516-40FA981FE13F}"/>
                                            </p:graphicEl>
                                          </p:spTgt>
                                        </p:tgtEl>
                                        <p:attrNameLst>
                                          <p:attrName>ppt_x</p:attrName>
                                        </p:attrNameLst>
                                      </p:cBhvr>
                                      <p:tavLst>
                                        <p:tav tm="0">
                                          <p:val>
                                            <p:strVal val="#ppt_x"/>
                                          </p:val>
                                        </p:tav>
                                        <p:tav tm="100000">
                                          <p:val>
                                            <p:strVal val="#ppt_x"/>
                                          </p:val>
                                        </p:tav>
                                      </p:tavLst>
                                    </p:anim>
                                    <p:anim calcmode="lin" valueType="num">
                                      <p:cBhvr additive="base">
                                        <p:cTn id="12" dur="500" fill="hold"/>
                                        <p:tgtEl>
                                          <p:spTgt spid="6">
                                            <p:graphicEl>
                                              <a:dgm id="{46887D38-5EAD-4D44-8516-40FA981FE13F}"/>
                                            </p:graphicEl>
                                          </p:spTgt>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1" fill="hold" grpId="0" nodeType="clickEffect">
                                  <p:stCondLst>
                                    <p:cond delay="0"/>
                                  </p:stCondLst>
                                  <p:childTnLst>
                                    <p:set>
                                      <p:cBhvr>
                                        <p:cTn id="16" dur="1" fill="hold">
                                          <p:stCondLst>
                                            <p:cond delay="0"/>
                                          </p:stCondLst>
                                        </p:cTn>
                                        <p:tgtEl>
                                          <p:spTgt spid="6">
                                            <p:graphicEl>
                                              <a:dgm id="{F97BDE83-3408-499E-A700-BEE5408B68C7}"/>
                                            </p:graphicEl>
                                          </p:spTgt>
                                        </p:tgtEl>
                                        <p:attrNameLst>
                                          <p:attrName>style.visibility</p:attrName>
                                        </p:attrNameLst>
                                      </p:cBhvr>
                                      <p:to>
                                        <p:strVal val="visible"/>
                                      </p:to>
                                    </p:set>
                                    <p:anim calcmode="lin" valueType="num">
                                      <p:cBhvr additive="base">
                                        <p:cTn id="17" dur="500" fill="hold"/>
                                        <p:tgtEl>
                                          <p:spTgt spid="6">
                                            <p:graphicEl>
                                              <a:dgm id="{F97BDE83-3408-499E-A700-BEE5408B68C7}"/>
                                            </p:graphicEl>
                                          </p:spTgt>
                                        </p:tgtEl>
                                        <p:attrNameLst>
                                          <p:attrName>ppt_x</p:attrName>
                                        </p:attrNameLst>
                                      </p:cBhvr>
                                      <p:tavLst>
                                        <p:tav tm="0">
                                          <p:val>
                                            <p:strVal val="#ppt_x"/>
                                          </p:val>
                                        </p:tav>
                                        <p:tav tm="100000">
                                          <p:val>
                                            <p:strVal val="#ppt_x"/>
                                          </p:val>
                                        </p:tav>
                                      </p:tavLst>
                                    </p:anim>
                                    <p:anim calcmode="lin" valueType="num">
                                      <p:cBhvr additive="base">
                                        <p:cTn id="18" dur="500" fill="hold"/>
                                        <p:tgtEl>
                                          <p:spTgt spid="6">
                                            <p:graphicEl>
                                              <a:dgm id="{F97BDE83-3408-499E-A700-BEE5408B68C7}"/>
                                            </p:graphicEl>
                                          </p:spTgt>
                                        </p:tgtEl>
                                        <p:attrNameLst>
                                          <p:attrName>ppt_y</p:attrName>
                                        </p:attrNameLst>
                                      </p:cBhvr>
                                      <p:tavLst>
                                        <p:tav tm="0">
                                          <p:val>
                                            <p:strVal val="0-#ppt_h/2"/>
                                          </p:val>
                                        </p:tav>
                                        <p:tav tm="100000">
                                          <p:val>
                                            <p:strVal val="#ppt_y"/>
                                          </p:val>
                                        </p:tav>
                                      </p:tavLst>
                                    </p:anim>
                                  </p:childTnLst>
                                </p:cTn>
                              </p:par>
                              <p:par>
                                <p:cTn id="19" presetID="2" presetClass="entr" presetSubtype="1" fill="hold" grpId="0" nodeType="withEffect">
                                  <p:stCondLst>
                                    <p:cond delay="0"/>
                                  </p:stCondLst>
                                  <p:childTnLst>
                                    <p:set>
                                      <p:cBhvr>
                                        <p:cTn id="20" dur="1" fill="hold">
                                          <p:stCondLst>
                                            <p:cond delay="0"/>
                                          </p:stCondLst>
                                        </p:cTn>
                                        <p:tgtEl>
                                          <p:spTgt spid="6">
                                            <p:graphicEl>
                                              <a:dgm id="{B9BB53F4-4D0A-486E-95AD-C15A671F1E2D}"/>
                                            </p:graphicEl>
                                          </p:spTgt>
                                        </p:tgtEl>
                                        <p:attrNameLst>
                                          <p:attrName>style.visibility</p:attrName>
                                        </p:attrNameLst>
                                      </p:cBhvr>
                                      <p:to>
                                        <p:strVal val="visible"/>
                                      </p:to>
                                    </p:set>
                                    <p:anim calcmode="lin" valueType="num">
                                      <p:cBhvr additive="base">
                                        <p:cTn id="21" dur="500" fill="hold"/>
                                        <p:tgtEl>
                                          <p:spTgt spid="6">
                                            <p:graphicEl>
                                              <a:dgm id="{B9BB53F4-4D0A-486E-95AD-C15A671F1E2D}"/>
                                            </p:graphicEl>
                                          </p:spTgt>
                                        </p:tgtEl>
                                        <p:attrNameLst>
                                          <p:attrName>ppt_x</p:attrName>
                                        </p:attrNameLst>
                                      </p:cBhvr>
                                      <p:tavLst>
                                        <p:tav tm="0">
                                          <p:val>
                                            <p:strVal val="#ppt_x"/>
                                          </p:val>
                                        </p:tav>
                                        <p:tav tm="100000">
                                          <p:val>
                                            <p:strVal val="#ppt_x"/>
                                          </p:val>
                                        </p:tav>
                                      </p:tavLst>
                                    </p:anim>
                                    <p:anim calcmode="lin" valueType="num">
                                      <p:cBhvr additive="base">
                                        <p:cTn id="22" dur="500" fill="hold"/>
                                        <p:tgtEl>
                                          <p:spTgt spid="6">
                                            <p:graphicEl>
                                              <a:dgm id="{B9BB53F4-4D0A-486E-95AD-C15A671F1E2D}"/>
                                            </p:graphicEl>
                                          </p:spTgt>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1" fill="hold" grpId="0" nodeType="clickEffect">
                                  <p:stCondLst>
                                    <p:cond delay="0"/>
                                  </p:stCondLst>
                                  <p:childTnLst>
                                    <p:set>
                                      <p:cBhvr>
                                        <p:cTn id="26" dur="1" fill="hold">
                                          <p:stCondLst>
                                            <p:cond delay="0"/>
                                          </p:stCondLst>
                                        </p:cTn>
                                        <p:tgtEl>
                                          <p:spTgt spid="6">
                                            <p:graphicEl>
                                              <a:dgm id="{214D3E04-982C-4215-9717-3AAE345EB406}"/>
                                            </p:graphicEl>
                                          </p:spTgt>
                                        </p:tgtEl>
                                        <p:attrNameLst>
                                          <p:attrName>style.visibility</p:attrName>
                                        </p:attrNameLst>
                                      </p:cBhvr>
                                      <p:to>
                                        <p:strVal val="visible"/>
                                      </p:to>
                                    </p:set>
                                    <p:anim calcmode="lin" valueType="num">
                                      <p:cBhvr additive="base">
                                        <p:cTn id="27" dur="500" fill="hold"/>
                                        <p:tgtEl>
                                          <p:spTgt spid="6">
                                            <p:graphicEl>
                                              <a:dgm id="{214D3E04-982C-4215-9717-3AAE345EB406}"/>
                                            </p:graphicEl>
                                          </p:spTgt>
                                        </p:tgtEl>
                                        <p:attrNameLst>
                                          <p:attrName>ppt_x</p:attrName>
                                        </p:attrNameLst>
                                      </p:cBhvr>
                                      <p:tavLst>
                                        <p:tav tm="0">
                                          <p:val>
                                            <p:strVal val="#ppt_x"/>
                                          </p:val>
                                        </p:tav>
                                        <p:tav tm="100000">
                                          <p:val>
                                            <p:strVal val="#ppt_x"/>
                                          </p:val>
                                        </p:tav>
                                      </p:tavLst>
                                    </p:anim>
                                    <p:anim calcmode="lin" valueType="num">
                                      <p:cBhvr additive="base">
                                        <p:cTn id="28" dur="500" fill="hold"/>
                                        <p:tgtEl>
                                          <p:spTgt spid="6">
                                            <p:graphicEl>
                                              <a:dgm id="{214D3E04-982C-4215-9717-3AAE345EB406}"/>
                                            </p:graphicEl>
                                          </p:spTgt>
                                        </p:tgtEl>
                                        <p:attrNameLst>
                                          <p:attrName>ppt_y</p:attrName>
                                        </p:attrNameLst>
                                      </p:cBhvr>
                                      <p:tavLst>
                                        <p:tav tm="0">
                                          <p:val>
                                            <p:strVal val="0-#ppt_h/2"/>
                                          </p:val>
                                        </p:tav>
                                        <p:tav tm="100000">
                                          <p:val>
                                            <p:strVal val="#ppt_y"/>
                                          </p:val>
                                        </p:tav>
                                      </p:tavLst>
                                    </p:anim>
                                  </p:childTnLst>
                                </p:cTn>
                              </p:par>
                              <p:par>
                                <p:cTn id="29" presetID="2" presetClass="entr" presetSubtype="1" fill="hold" grpId="0" nodeType="withEffect">
                                  <p:stCondLst>
                                    <p:cond delay="0"/>
                                  </p:stCondLst>
                                  <p:childTnLst>
                                    <p:set>
                                      <p:cBhvr>
                                        <p:cTn id="30" dur="1" fill="hold">
                                          <p:stCondLst>
                                            <p:cond delay="0"/>
                                          </p:stCondLst>
                                        </p:cTn>
                                        <p:tgtEl>
                                          <p:spTgt spid="6">
                                            <p:graphicEl>
                                              <a:dgm id="{E0A0A444-5C25-4812-8146-84EE35D0BBA1}"/>
                                            </p:graphicEl>
                                          </p:spTgt>
                                        </p:tgtEl>
                                        <p:attrNameLst>
                                          <p:attrName>style.visibility</p:attrName>
                                        </p:attrNameLst>
                                      </p:cBhvr>
                                      <p:to>
                                        <p:strVal val="visible"/>
                                      </p:to>
                                    </p:set>
                                    <p:anim calcmode="lin" valueType="num">
                                      <p:cBhvr additive="base">
                                        <p:cTn id="31" dur="500" fill="hold"/>
                                        <p:tgtEl>
                                          <p:spTgt spid="6">
                                            <p:graphicEl>
                                              <a:dgm id="{E0A0A444-5C25-4812-8146-84EE35D0BBA1}"/>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graphicEl>
                                              <a:dgm id="{E0A0A444-5C25-4812-8146-84EE35D0BBA1}"/>
                                            </p:graphicEl>
                                          </p:spTgt>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1" fill="hold" grpId="0" nodeType="clickEffect">
                                  <p:stCondLst>
                                    <p:cond delay="0"/>
                                  </p:stCondLst>
                                  <p:childTnLst>
                                    <p:set>
                                      <p:cBhvr>
                                        <p:cTn id="36" dur="1" fill="hold">
                                          <p:stCondLst>
                                            <p:cond delay="0"/>
                                          </p:stCondLst>
                                        </p:cTn>
                                        <p:tgtEl>
                                          <p:spTgt spid="6">
                                            <p:graphicEl>
                                              <a:dgm id="{3EE74C98-6922-40E8-ABF9-CF4697C8C646}"/>
                                            </p:graphicEl>
                                          </p:spTgt>
                                        </p:tgtEl>
                                        <p:attrNameLst>
                                          <p:attrName>style.visibility</p:attrName>
                                        </p:attrNameLst>
                                      </p:cBhvr>
                                      <p:to>
                                        <p:strVal val="visible"/>
                                      </p:to>
                                    </p:set>
                                    <p:anim calcmode="lin" valueType="num">
                                      <p:cBhvr additive="base">
                                        <p:cTn id="37" dur="500" fill="hold"/>
                                        <p:tgtEl>
                                          <p:spTgt spid="6">
                                            <p:graphicEl>
                                              <a:dgm id="{3EE74C98-6922-40E8-ABF9-CF4697C8C646}"/>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graphicEl>
                                              <a:dgm id="{3EE74C98-6922-40E8-ABF9-CF4697C8C646}"/>
                                            </p:graphicEl>
                                          </p:spTgt>
                                        </p:tgtEl>
                                        <p:attrNameLst>
                                          <p:attrName>ppt_y</p:attrName>
                                        </p:attrNameLst>
                                      </p:cBhvr>
                                      <p:tavLst>
                                        <p:tav tm="0">
                                          <p:val>
                                            <p:strVal val="0-#ppt_h/2"/>
                                          </p:val>
                                        </p:tav>
                                        <p:tav tm="100000">
                                          <p:val>
                                            <p:strVal val="#ppt_y"/>
                                          </p:val>
                                        </p:tav>
                                      </p:tavLst>
                                    </p:anim>
                                  </p:childTnLst>
                                </p:cTn>
                              </p:par>
                              <p:par>
                                <p:cTn id="39" presetID="2" presetClass="entr" presetSubtype="1" fill="hold" grpId="0" nodeType="withEffect">
                                  <p:stCondLst>
                                    <p:cond delay="0"/>
                                  </p:stCondLst>
                                  <p:childTnLst>
                                    <p:set>
                                      <p:cBhvr>
                                        <p:cTn id="40" dur="1" fill="hold">
                                          <p:stCondLst>
                                            <p:cond delay="0"/>
                                          </p:stCondLst>
                                        </p:cTn>
                                        <p:tgtEl>
                                          <p:spTgt spid="6">
                                            <p:graphicEl>
                                              <a:dgm id="{26B05B7B-93AB-465F-A206-64E5C7B862F3}"/>
                                            </p:graphicEl>
                                          </p:spTgt>
                                        </p:tgtEl>
                                        <p:attrNameLst>
                                          <p:attrName>style.visibility</p:attrName>
                                        </p:attrNameLst>
                                      </p:cBhvr>
                                      <p:to>
                                        <p:strVal val="visible"/>
                                      </p:to>
                                    </p:set>
                                    <p:anim calcmode="lin" valueType="num">
                                      <p:cBhvr additive="base">
                                        <p:cTn id="41" dur="500" fill="hold"/>
                                        <p:tgtEl>
                                          <p:spTgt spid="6">
                                            <p:graphicEl>
                                              <a:dgm id="{26B05B7B-93AB-465F-A206-64E5C7B862F3}"/>
                                            </p:graphicEl>
                                          </p:spTgt>
                                        </p:tgtEl>
                                        <p:attrNameLst>
                                          <p:attrName>ppt_x</p:attrName>
                                        </p:attrNameLst>
                                      </p:cBhvr>
                                      <p:tavLst>
                                        <p:tav tm="0">
                                          <p:val>
                                            <p:strVal val="#ppt_x"/>
                                          </p:val>
                                        </p:tav>
                                        <p:tav tm="100000">
                                          <p:val>
                                            <p:strVal val="#ppt_x"/>
                                          </p:val>
                                        </p:tav>
                                      </p:tavLst>
                                    </p:anim>
                                    <p:anim calcmode="lin" valueType="num">
                                      <p:cBhvr additive="base">
                                        <p:cTn id="42" dur="500" fill="hold"/>
                                        <p:tgtEl>
                                          <p:spTgt spid="6">
                                            <p:graphicEl>
                                              <a:dgm id="{26B05B7B-93AB-465F-A206-64E5C7B862F3}"/>
                                            </p:graphicEl>
                                          </p:spTgt>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Dgm bld="one"/>
        </p:bldSub>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pPr lvl="0"/>
            <a:r>
              <a:rPr lang="en-US" dirty="0"/>
              <a:t>Process Synchronization in OS</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21</a:t>
            </a:fld>
            <a:endParaRPr lang="en-US"/>
          </a:p>
        </p:txBody>
      </p:sp>
      <p:graphicFrame>
        <p:nvGraphicFramePr>
          <p:cNvPr id="6" name="Diagram 5">
            <a:extLst>
              <a:ext uri="{FF2B5EF4-FFF2-40B4-BE49-F238E27FC236}">
                <a16:creationId xmlns:a16="http://schemas.microsoft.com/office/drawing/2014/main" id="{D4A8DF55-9B2E-4749-A93B-DA5D80336BA7}"/>
              </a:ext>
            </a:extLst>
          </p:cNvPr>
          <p:cNvGraphicFramePr/>
          <p:nvPr>
            <p:extLst>
              <p:ext uri="{D42A27DB-BD31-4B8C-83A1-F6EECF244321}">
                <p14:modId xmlns:p14="http://schemas.microsoft.com/office/powerpoint/2010/main" val="1773286182"/>
              </p:ext>
            </p:extLst>
          </p:nvPr>
        </p:nvGraphicFramePr>
        <p:xfrm>
          <a:off x="93182" y="1504335"/>
          <a:ext cx="8787730" cy="4903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704454285"/>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6">
                                            <p:graphicEl>
                                              <a:dgm id="{8821CE41-0B8A-4DEA-AED9-B010C6FD9677}"/>
                                            </p:graphicEl>
                                          </p:spTgt>
                                        </p:tgtEl>
                                        <p:attrNameLst>
                                          <p:attrName>style.visibility</p:attrName>
                                        </p:attrNameLst>
                                      </p:cBhvr>
                                      <p:to>
                                        <p:strVal val="visible"/>
                                      </p:to>
                                    </p:set>
                                    <p:animEffect transition="in" filter="fade">
                                      <p:cBhvr>
                                        <p:cTn id="7" dur="1000"/>
                                        <p:tgtEl>
                                          <p:spTgt spid="6">
                                            <p:graphicEl>
                                              <a:dgm id="{8821CE41-0B8A-4DEA-AED9-B010C6FD9677}"/>
                                            </p:graphicEl>
                                          </p:spTgt>
                                        </p:tgtEl>
                                      </p:cBhvr>
                                    </p:animEffect>
                                    <p:anim calcmode="lin" valueType="num">
                                      <p:cBhvr>
                                        <p:cTn id="8" dur="1000" fill="hold"/>
                                        <p:tgtEl>
                                          <p:spTgt spid="6">
                                            <p:graphicEl>
                                              <a:dgm id="{8821CE41-0B8A-4DEA-AED9-B010C6FD9677}"/>
                                            </p:graphicEl>
                                          </p:spTgt>
                                        </p:tgtEl>
                                        <p:attrNameLst>
                                          <p:attrName>ppt_x</p:attrName>
                                        </p:attrNameLst>
                                      </p:cBhvr>
                                      <p:tavLst>
                                        <p:tav tm="0">
                                          <p:val>
                                            <p:strVal val="#ppt_x"/>
                                          </p:val>
                                        </p:tav>
                                        <p:tav tm="100000">
                                          <p:val>
                                            <p:strVal val="#ppt_x"/>
                                          </p:val>
                                        </p:tav>
                                      </p:tavLst>
                                    </p:anim>
                                    <p:anim calcmode="lin" valueType="num">
                                      <p:cBhvr>
                                        <p:cTn id="9" dur="1000" fill="hold"/>
                                        <p:tgtEl>
                                          <p:spTgt spid="6">
                                            <p:graphicEl>
                                              <a:dgm id="{8821CE41-0B8A-4DEA-AED9-B010C6FD9677}"/>
                                            </p:graphic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graphicEl>
                                              <a:dgm id="{EA373A5E-82D7-4C37-99C5-AC90928DB41A}"/>
                                            </p:graphicEl>
                                          </p:spTgt>
                                        </p:tgtEl>
                                        <p:attrNameLst>
                                          <p:attrName>style.visibility</p:attrName>
                                        </p:attrNameLst>
                                      </p:cBhvr>
                                      <p:to>
                                        <p:strVal val="visible"/>
                                      </p:to>
                                    </p:set>
                                    <p:animEffect transition="in" filter="fade">
                                      <p:cBhvr>
                                        <p:cTn id="12" dur="1000"/>
                                        <p:tgtEl>
                                          <p:spTgt spid="6">
                                            <p:graphicEl>
                                              <a:dgm id="{EA373A5E-82D7-4C37-99C5-AC90928DB41A}"/>
                                            </p:graphicEl>
                                          </p:spTgt>
                                        </p:tgtEl>
                                      </p:cBhvr>
                                    </p:animEffect>
                                    <p:anim calcmode="lin" valueType="num">
                                      <p:cBhvr>
                                        <p:cTn id="13" dur="1000" fill="hold"/>
                                        <p:tgtEl>
                                          <p:spTgt spid="6">
                                            <p:graphicEl>
                                              <a:dgm id="{EA373A5E-82D7-4C37-99C5-AC90928DB41A}"/>
                                            </p:graphicEl>
                                          </p:spTgt>
                                        </p:tgtEl>
                                        <p:attrNameLst>
                                          <p:attrName>ppt_x</p:attrName>
                                        </p:attrNameLst>
                                      </p:cBhvr>
                                      <p:tavLst>
                                        <p:tav tm="0">
                                          <p:val>
                                            <p:strVal val="#ppt_x"/>
                                          </p:val>
                                        </p:tav>
                                        <p:tav tm="100000">
                                          <p:val>
                                            <p:strVal val="#ppt_x"/>
                                          </p:val>
                                        </p:tav>
                                      </p:tavLst>
                                    </p:anim>
                                    <p:anim calcmode="lin" valueType="num">
                                      <p:cBhvr>
                                        <p:cTn id="14" dur="1000" fill="hold"/>
                                        <p:tgtEl>
                                          <p:spTgt spid="6">
                                            <p:graphicEl>
                                              <a:dgm id="{EA373A5E-82D7-4C37-99C5-AC90928DB41A}"/>
                                            </p:graphic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6">
                                            <p:graphicEl>
                                              <a:dgm id="{B3B077F3-AA65-4D0A-A3C1-C53FA2D62DFB}"/>
                                            </p:graphicEl>
                                          </p:spTgt>
                                        </p:tgtEl>
                                        <p:attrNameLst>
                                          <p:attrName>style.visibility</p:attrName>
                                        </p:attrNameLst>
                                      </p:cBhvr>
                                      <p:to>
                                        <p:strVal val="visible"/>
                                      </p:to>
                                    </p:set>
                                    <p:animEffect transition="in" filter="fade">
                                      <p:cBhvr>
                                        <p:cTn id="17" dur="1000"/>
                                        <p:tgtEl>
                                          <p:spTgt spid="6">
                                            <p:graphicEl>
                                              <a:dgm id="{B3B077F3-AA65-4D0A-A3C1-C53FA2D62DFB}"/>
                                            </p:graphicEl>
                                          </p:spTgt>
                                        </p:tgtEl>
                                      </p:cBhvr>
                                    </p:animEffect>
                                    <p:anim calcmode="lin" valueType="num">
                                      <p:cBhvr>
                                        <p:cTn id="18" dur="1000" fill="hold"/>
                                        <p:tgtEl>
                                          <p:spTgt spid="6">
                                            <p:graphicEl>
                                              <a:dgm id="{B3B077F3-AA65-4D0A-A3C1-C53FA2D62DFB}"/>
                                            </p:graphicEl>
                                          </p:spTgt>
                                        </p:tgtEl>
                                        <p:attrNameLst>
                                          <p:attrName>ppt_x</p:attrName>
                                        </p:attrNameLst>
                                      </p:cBhvr>
                                      <p:tavLst>
                                        <p:tav tm="0">
                                          <p:val>
                                            <p:strVal val="#ppt_x"/>
                                          </p:val>
                                        </p:tav>
                                        <p:tav tm="100000">
                                          <p:val>
                                            <p:strVal val="#ppt_x"/>
                                          </p:val>
                                        </p:tav>
                                      </p:tavLst>
                                    </p:anim>
                                    <p:anim calcmode="lin" valueType="num">
                                      <p:cBhvr>
                                        <p:cTn id="19" dur="1000" fill="hold"/>
                                        <p:tgtEl>
                                          <p:spTgt spid="6">
                                            <p:graphicEl>
                                              <a:dgm id="{B3B077F3-AA65-4D0A-A3C1-C53FA2D62DFB}"/>
                                            </p:graphic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6">
                                            <p:graphicEl>
                                              <a:dgm id="{8342B9A2-25CA-4F5E-A298-1B7F51475116}"/>
                                            </p:graphicEl>
                                          </p:spTgt>
                                        </p:tgtEl>
                                        <p:attrNameLst>
                                          <p:attrName>style.visibility</p:attrName>
                                        </p:attrNameLst>
                                      </p:cBhvr>
                                      <p:to>
                                        <p:strVal val="visible"/>
                                      </p:to>
                                    </p:set>
                                    <p:animEffect transition="in" filter="fade">
                                      <p:cBhvr>
                                        <p:cTn id="24" dur="1000"/>
                                        <p:tgtEl>
                                          <p:spTgt spid="6">
                                            <p:graphicEl>
                                              <a:dgm id="{8342B9A2-25CA-4F5E-A298-1B7F51475116}"/>
                                            </p:graphicEl>
                                          </p:spTgt>
                                        </p:tgtEl>
                                      </p:cBhvr>
                                    </p:animEffect>
                                    <p:anim calcmode="lin" valueType="num">
                                      <p:cBhvr>
                                        <p:cTn id="25" dur="1000" fill="hold"/>
                                        <p:tgtEl>
                                          <p:spTgt spid="6">
                                            <p:graphicEl>
                                              <a:dgm id="{8342B9A2-25CA-4F5E-A298-1B7F51475116}"/>
                                            </p:graphicEl>
                                          </p:spTgt>
                                        </p:tgtEl>
                                        <p:attrNameLst>
                                          <p:attrName>ppt_x</p:attrName>
                                        </p:attrNameLst>
                                      </p:cBhvr>
                                      <p:tavLst>
                                        <p:tav tm="0">
                                          <p:val>
                                            <p:strVal val="#ppt_x"/>
                                          </p:val>
                                        </p:tav>
                                        <p:tav tm="100000">
                                          <p:val>
                                            <p:strVal val="#ppt_x"/>
                                          </p:val>
                                        </p:tav>
                                      </p:tavLst>
                                    </p:anim>
                                    <p:anim calcmode="lin" valueType="num">
                                      <p:cBhvr>
                                        <p:cTn id="26" dur="1000" fill="hold"/>
                                        <p:tgtEl>
                                          <p:spTgt spid="6">
                                            <p:graphicEl>
                                              <a:dgm id="{8342B9A2-25CA-4F5E-A298-1B7F51475116}"/>
                                            </p:graphic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6">
                                            <p:graphicEl>
                                              <a:dgm id="{7A94EF3D-0F46-49DE-936A-D573224ABCC8}"/>
                                            </p:graphicEl>
                                          </p:spTgt>
                                        </p:tgtEl>
                                        <p:attrNameLst>
                                          <p:attrName>style.visibility</p:attrName>
                                        </p:attrNameLst>
                                      </p:cBhvr>
                                      <p:to>
                                        <p:strVal val="visible"/>
                                      </p:to>
                                    </p:set>
                                    <p:animEffect transition="in" filter="fade">
                                      <p:cBhvr>
                                        <p:cTn id="29" dur="1000"/>
                                        <p:tgtEl>
                                          <p:spTgt spid="6">
                                            <p:graphicEl>
                                              <a:dgm id="{7A94EF3D-0F46-49DE-936A-D573224ABCC8}"/>
                                            </p:graphicEl>
                                          </p:spTgt>
                                        </p:tgtEl>
                                      </p:cBhvr>
                                    </p:animEffect>
                                    <p:anim calcmode="lin" valueType="num">
                                      <p:cBhvr>
                                        <p:cTn id="30" dur="1000" fill="hold"/>
                                        <p:tgtEl>
                                          <p:spTgt spid="6">
                                            <p:graphicEl>
                                              <a:dgm id="{7A94EF3D-0F46-49DE-936A-D573224ABCC8}"/>
                                            </p:graphicEl>
                                          </p:spTgt>
                                        </p:tgtEl>
                                        <p:attrNameLst>
                                          <p:attrName>ppt_x</p:attrName>
                                        </p:attrNameLst>
                                      </p:cBhvr>
                                      <p:tavLst>
                                        <p:tav tm="0">
                                          <p:val>
                                            <p:strVal val="#ppt_x"/>
                                          </p:val>
                                        </p:tav>
                                        <p:tav tm="100000">
                                          <p:val>
                                            <p:strVal val="#ppt_x"/>
                                          </p:val>
                                        </p:tav>
                                      </p:tavLst>
                                    </p:anim>
                                    <p:anim calcmode="lin" valueType="num">
                                      <p:cBhvr>
                                        <p:cTn id="31" dur="1000" fill="hold"/>
                                        <p:tgtEl>
                                          <p:spTgt spid="6">
                                            <p:graphicEl>
                                              <a:dgm id="{7A94EF3D-0F46-49DE-936A-D573224ABCC8}"/>
                                            </p:graphic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pPr lvl="0"/>
            <a:r>
              <a:rPr lang="en-US" dirty="0"/>
              <a:t>Semaphores in OS</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22</a:t>
            </a:fld>
            <a:endParaRPr lang="en-US"/>
          </a:p>
        </p:txBody>
      </p:sp>
      <p:graphicFrame>
        <p:nvGraphicFramePr>
          <p:cNvPr id="6" name="Diagram 5">
            <a:extLst>
              <a:ext uri="{FF2B5EF4-FFF2-40B4-BE49-F238E27FC236}">
                <a16:creationId xmlns:a16="http://schemas.microsoft.com/office/drawing/2014/main" id="{D4A8DF55-9B2E-4749-A93B-DA5D80336BA7}"/>
              </a:ext>
            </a:extLst>
          </p:cNvPr>
          <p:cNvGraphicFramePr/>
          <p:nvPr>
            <p:extLst>
              <p:ext uri="{D42A27DB-BD31-4B8C-83A1-F6EECF244321}">
                <p14:modId xmlns:p14="http://schemas.microsoft.com/office/powerpoint/2010/main" val="691074851"/>
              </p:ext>
            </p:extLst>
          </p:nvPr>
        </p:nvGraphicFramePr>
        <p:xfrm>
          <a:off x="-2089579" y="1502623"/>
          <a:ext cx="10594482" cy="4903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1048415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6546" y="207818"/>
            <a:ext cx="8578795" cy="1143000"/>
          </a:xfrm>
        </p:spPr>
        <p:txBody>
          <a:bodyPr/>
          <a:lstStyle/>
          <a:p>
            <a:pPr lvl="0"/>
            <a:r>
              <a:rPr lang="en-US" dirty="0"/>
              <a:t>Deadlocks in OS</a:t>
            </a:r>
          </a:p>
        </p:txBody>
      </p:sp>
      <p:sp>
        <p:nvSpPr>
          <p:cNvPr id="4" name="Slide Number Placeholder 3"/>
          <p:cNvSpPr>
            <a:spLocks noGrp="1"/>
          </p:cNvSpPr>
          <p:nvPr>
            <p:ph type="sldNum" idx="12"/>
          </p:nvPr>
        </p:nvSpPr>
        <p:spPr/>
        <p:txBody>
          <a:bodyPr/>
          <a:lstStyle/>
          <a:p>
            <a:pPr marL="0" lvl="0" indent="0" algn="ctr" rtl="0">
              <a:spcBef>
                <a:spcPts val="0"/>
              </a:spcBef>
              <a:spcAft>
                <a:spcPts val="0"/>
              </a:spcAft>
              <a:buNone/>
            </a:pPr>
            <a:fld id="{00000000-1234-1234-1234-123412341234}" type="slidenum">
              <a:rPr lang="en-US" smtClean="0"/>
              <a:t>23</a:t>
            </a:fld>
            <a:endParaRPr lang="en-US"/>
          </a:p>
        </p:txBody>
      </p:sp>
      <p:graphicFrame>
        <p:nvGraphicFramePr>
          <p:cNvPr id="6" name="Diagram 5">
            <a:extLst>
              <a:ext uri="{FF2B5EF4-FFF2-40B4-BE49-F238E27FC236}">
                <a16:creationId xmlns:a16="http://schemas.microsoft.com/office/drawing/2014/main" id="{D4A8DF55-9B2E-4749-A93B-DA5D80336BA7}"/>
              </a:ext>
            </a:extLst>
          </p:cNvPr>
          <p:cNvGraphicFramePr/>
          <p:nvPr>
            <p:extLst>
              <p:ext uri="{D42A27DB-BD31-4B8C-83A1-F6EECF244321}">
                <p14:modId xmlns:p14="http://schemas.microsoft.com/office/powerpoint/2010/main" val="3362013491"/>
              </p:ext>
            </p:extLst>
          </p:nvPr>
        </p:nvGraphicFramePr>
        <p:xfrm>
          <a:off x="93182" y="1504335"/>
          <a:ext cx="8787730" cy="490369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23829099"/>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6">
                                            <p:graphicEl>
                                              <a:dgm id="{22D0FBF2-5318-419A-8F7F-868B9340A3C3}"/>
                                            </p:graphicEl>
                                          </p:spTgt>
                                        </p:tgtEl>
                                        <p:attrNameLst>
                                          <p:attrName>style.visibility</p:attrName>
                                        </p:attrNameLst>
                                      </p:cBhvr>
                                      <p:to>
                                        <p:strVal val="visible"/>
                                      </p:to>
                                    </p:set>
                                    <p:anim calcmode="lin" valueType="num">
                                      <p:cBhvr additive="base">
                                        <p:cTn id="7" dur="500" fill="hold"/>
                                        <p:tgtEl>
                                          <p:spTgt spid="6">
                                            <p:graphicEl>
                                              <a:dgm id="{22D0FBF2-5318-419A-8F7F-868B9340A3C3}"/>
                                            </p:graphicEl>
                                          </p:spTgt>
                                        </p:tgtEl>
                                        <p:attrNameLst>
                                          <p:attrName>ppt_x</p:attrName>
                                        </p:attrNameLst>
                                      </p:cBhvr>
                                      <p:tavLst>
                                        <p:tav tm="0">
                                          <p:val>
                                            <p:strVal val="0-#ppt_w/2"/>
                                          </p:val>
                                        </p:tav>
                                        <p:tav tm="100000">
                                          <p:val>
                                            <p:strVal val="#ppt_x"/>
                                          </p:val>
                                        </p:tav>
                                      </p:tavLst>
                                    </p:anim>
                                    <p:anim calcmode="lin" valueType="num">
                                      <p:cBhvr additive="base">
                                        <p:cTn id="8" dur="500" fill="hold"/>
                                        <p:tgtEl>
                                          <p:spTgt spid="6">
                                            <p:graphicEl>
                                              <a:dgm id="{22D0FBF2-5318-419A-8F7F-868B9340A3C3}"/>
                                            </p:graphicEl>
                                          </p:spTgt>
                                        </p:tgtEl>
                                        <p:attrNameLst>
                                          <p:attrName>ppt_y</p:attrName>
                                        </p:attrNameLst>
                                      </p:cBhvr>
                                      <p:tavLst>
                                        <p:tav tm="0">
                                          <p:val>
                                            <p:strVal val="#ppt_y"/>
                                          </p:val>
                                        </p:tav>
                                        <p:tav tm="100000">
                                          <p:val>
                                            <p:strVal val="#ppt_y"/>
                                          </p:val>
                                        </p:tav>
                                      </p:tavLst>
                                    </p:anim>
                                  </p:childTnLst>
                                </p:cTn>
                              </p:par>
                              <p:par>
                                <p:cTn id="9" presetID="2" presetClass="entr" presetSubtype="8" fill="hold" grpId="0" nodeType="withEffect">
                                  <p:stCondLst>
                                    <p:cond delay="0"/>
                                  </p:stCondLst>
                                  <p:childTnLst>
                                    <p:set>
                                      <p:cBhvr>
                                        <p:cTn id="10" dur="1" fill="hold">
                                          <p:stCondLst>
                                            <p:cond delay="0"/>
                                          </p:stCondLst>
                                        </p:cTn>
                                        <p:tgtEl>
                                          <p:spTgt spid="6">
                                            <p:graphicEl>
                                              <a:dgm id="{A3C59D22-E587-440D-995B-A5C5B5878575}"/>
                                            </p:graphicEl>
                                          </p:spTgt>
                                        </p:tgtEl>
                                        <p:attrNameLst>
                                          <p:attrName>style.visibility</p:attrName>
                                        </p:attrNameLst>
                                      </p:cBhvr>
                                      <p:to>
                                        <p:strVal val="visible"/>
                                      </p:to>
                                    </p:set>
                                    <p:anim calcmode="lin" valueType="num">
                                      <p:cBhvr additive="base">
                                        <p:cTn id="11" dur="500" fill="hold"/>
                                        <p:tgtEl>
                                          <p:spTgt spid="6">
                                            <p:graphicEl>
                                              <a:dgm id="{A3C59D22-E587-440D-995B-A5C5B5878575}"/>
                                            </p:graphicEl>
                                          </p:spTgt>
                                        </p:tgtEl>
                                        <p:attrNameLst>
                                          <p:attrName>ppt_x</p:attrName>
                                        </p:attrNameLst>
                                      </p:cBhvr>
                                      <p:tavLst>
                                        <p:tav tm="0">
                                          <p:val>
                                            <p:strVal val="0-#ppt_w/2"/>
                                          </p:val>
                                        </p:tav>
                                        <p:tav tm="100000">
                                          <p:val>
                                            <p:strVal val="#ppt_x"/>
                                          </p:val>
                                        </p:tav>
                                      </p:tavLst>
                                    </p:anim>
                                    <p:anim calcmode="lin" valueType="num">
                                      <p:cBhvr additive="base">
                                        <p:cTn id="12" dur="500" fill="hold"/>
                                        <p:tgtEl>
                                          <p:spTgt spid="6">
                                            <p:graphicEl>
                                              <a:dgm id="{A3C59D22-E587-440D-995B-A5C5B5878575}"/>
                                            </p:graphic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6">
                                            <p:graphicEl>
                                              <a:dgm id="{43AAC86B-9E83-4008-903C-67622139A990}"/>
                                            </p:graphicEl>
                                          </p:spTgt>
                                        </p:tgtEl>
                                        <p:attrNameLst>
                                          <p:attrName>style.visibility</p:attrName>
                                        </p:attrNameLst>
                                      </p:cBhvr>
                                      <p:to>
                                        <p:strVal val="visible"/>
                                      </p:to>
                                    </p:set>
                                    <p:anim calcmode="lin" valueType="num">
                                      <p:cBhvr additive="base">
                                        <p:cTn id="17" dur="500" fill="hold"/>
                                        <p:tgtEl>
                                          <p:spTgt spid="6">
                                            <p:graphicEl>
                                              <a:dgm id="{43AAC86B-9E83-4008-903C-67622139A990}"/>
                                            </p:graphicEl>
                                          </p:spTgt>
                                        </p:tgtEl>
                                        <p:attrNameLst>
                                          <p:attrName>ppt_x</p:attrName>
                                        </p:attrNameLst>
                                      </p:cBhvr>
                                      <p:tavLst>
                                        <p:tav tm="0">
                                          <p:val>
                                            <p:strVal val="0-#ppt_w/2"/>
                                          </p:val>
                                        </p:tav>
                                        <p:tav tm="100000">
                                          <p:val>
                                            <p:strVal val="#ppt_x"/>
                                          </p:val>
                                        </p:tav>
                                      </p:tavLst>
                                    </p:anim>
                                    <p:anim calcmode="lin" valueType="num">
                                      <p:cBhvr additive="base">
                                        <p:cTn id="18" dur="500" fill="hold"/>
                                        <p:tgtEl>
                                          <p:spTgt spid="6">
                                            <p:graphicEl>
                                              <a:dgm id="{43AAC86B-9E83-4008-903C-67622139A990}"/>
                                            </p:graphicEl>
                                          </p:spTgt>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0"/>
                                  </p:stCondLst>
                                  <p:childTnLst>
                                    <p:set>
                                      <p:cBhvr>
                                        <p:cTn id="20" dur="1" fill="hold">
                                          <p:stCondLst>
                                            <p:cond delay="0"/>
                                          </p:stCondLst>
                                        </p:cTn>
                                        <p:tgtEl>
                                          <p:spTgt spid="6">
                                            <p:graphicEl>
                                              <a:dgm id="{47CE9BB5-ECB2-4D0F-9AF1-65B1DDAD0009}"/>
                                            </p:graphicEl>
                                          </p:spTgt>
                                        </p:tgtEl>
                                        <p:attrNameLst>
                                          <p:attrName>style.visibility</p:attrName>
                                        </p:attrNameLst>
                                      </p:cBhvr>
                                      <p:to>
                                        <p:strVal val="visible"/>
                                      </p:to>
                                    </p:set>
                                    <p:anim calcmode="lin" valueType="num">
                                      <p:cBhvr additive="base">
                                        <p:cTn id="21" dur="500" fill="hold"/>
                                        <p:tgtEl>
                                          <p:spTgt spid="6">
                                            <p:graphicEl>
                                              <a:dgm id="{47CE9BB5-ECB2-4D0F-9AF1-65B1DDAD0009}"/>
                                            </p:graphicEl>
                                          </p:spTgt>
                                        </p:tgtEl>
                                        <p:attrNameLst>
                                          <p:attrName>ppt_x</p:attrName>
                                        </p:attrNameLst>
                                      </p:cBhvr>
                                      <p:tavLst>
                                        <p:tav tm="0">
                                          <p:val>
                                            <p:strVal val="0-#ppt_w/2"/>
                                          </p:val>
                                        </p:tav>
                                        <p:tav tm="100000">
                                          <p:val>
                                            <p:strVal val="#ppt_x"/>
                                          </p:val>
                                        </p:tav>
                                      </p:tavLst>
                                    </p:anim>
                                    <p:anim calcmode="lin" valueType="num">
                                      <p:cBhvr additive="base">
                                        <p:cTn id="22" dur="500" fill="hold"/>
                                        <p:tgtEl>
                                          <p:spTgt spid="6">
                                            <p:graphicEl>
                                              <a:dgm id="{47CE9BB5-ECB2-4D0F-9AF1-65B1DDAD0009}"/>
                                            </p:graphicEl>
                                          </p:spTgt>
                                        </p:tgtEl>
                                        <p:attrNameLst>
                                          <p:attrName>ppt_y</p:attrName>
                                        </p:attrNameLst>
                                      </p:cBhvr>
                                      <p:tavLst>
                                        <p:tav tm="0">
                                          <p:val>
                                            <p:strVal val="#ppt_y"/>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6">
                                            <p:graphicEl>
                                              <a:dgm id="{E163C335-B9CE-4E04-9351-61C8F963AEC3}"/>
                                            </p:graphicEl>
                                          </p:spTgt>
                                        </p:tgtEl>
                                        <p:attrNameLst>
                                          <p:attrName>style.visibility</p:attrName>
                                        </p:attrNameLst>
                                      </p:cBhvr>
                                      <p:to>
                                        <p:strVal val="visible"/>
                                      </p:to>
                                    </p:set>
                                    <p:anim calcmode="lin" valueType="num">
                                      <p:cBhvr additive="base">
                                        <p:cTn id="27" dur="500" fill="hold"/>
                                        <p:tgtEl>
                                          <p:spTgt spid="6">
                                            <p:graphicEl>
                                              <a:dgm id="{E163C335-B9CE-4E04-9351-61C8F963AEC3}"/>
                                            </p:graphicEl>
                                          </p:spTgt>
                                        </p:tgtEl>
                                        <p:attrNameLst>
                                          <p:attrName>ppt_x</p:attrName>
                                        </p:attrNameLst>
                                      </p:cBhvr>
                                      <p:tavLst>
                                        <p:tav tm="0">
                                          <p:val>
                                            <p:strVal val="0-#ppt_w/2"/>
                                          </p:val>
                                        </p:tav>
                                        <p:tav tm="100000">
                                          <p:val>
                                            <p:strVal val="#ppt_x"/>
                                          </p:val>
                                        </p:tav>
                                      </p:tavLst>
                                    </p:anim>
                                    <p:anim calcmode="lin" valueType="num">
                                      <p:cBhvr additive="base">
                                        <p:cTn id="28" dur="500" fill="hold"/>
                                        <p:tgtEl>
                                          <p:spTgt spid="6">
                                            <p:graphicEl>
                                              <a:dgm id="{E163C335-B9CE-4E04-9351-61C8F963AEC3}"/>
                                            </p:graphicEl>
                                          </p:spTgt>
                                        </p:tgtEl>
                                        <p:attrNameLst>
                                          <p:attrName>ppt_y</p:attrName>
                                        </p:attrNameLst>
                                      </p:cBhvr>
                                      <p:tavLst>
                                        <p:tav tm="0">
                                          <p:val>
                                            <p:strVal val="#ppt_y"/>
                                          </p:val>
                                        </p:tav>
                                        <p:tav tm="100000">
                                          <p:val>
                                            <p:strVal val="#ppt_y"/>
                                          </p:val>
                                        </p:tav>
                                      </p:tavLst>
                                    </p:anim>
                                  </p:childTnLst>
                                </p:cTn>
                              </p:par>
                              <p:par>
                                <p:cTn id="29" presetID="2" presetClass="entr" presetSubtype="8" fill="hold" grpId="0" nodeType="withEffect">
                                  <p:stCondLst>
                                    <p:cond delay="0"/>
                                  </p:stCondLst>
                                  <p:childTnLst>
                                    <p:set>
                                      <p:cBhvr>
                                        <p:cTn id="30" dur="1" fill="hold">
                                          <p:stCondLst>
                                            <p:cond delay="0"/>
                                          </p:stCondLst>
                                        </p:cTn>
                                        <p:tgtEl>
                                          <p:spTgt spid="6">
                                            <p:graphicEl>
                                              <a:dgm id="{F7B33739-CCAA-4D3B-BD2F-8458DE1EABE5}"/>
                                            </p:graphicEl>
                                          </p:spTgt>
                                        </p:tgtEl>
                                        <p:attrNameLst>
                                          <p:attrName>style.visibility</p:attrName>
                                        </p:attrNameLst>
                                      </p:cBhvr>
                                      <p:to>
                                        <p:strVal val="visible"/>
                                      </p:to>
                                    </p:set>
                                    <p:anim calcmode="lin" valueType="num">
                                      <p:cBhvr additive="base">
                                        <p:cTn id="31" dur="500" fill="hold"/>
                                        <p:tgtEl>
                                          <p:spTgt spid="6">
                                            <p:graphicEl>
                                              <a:dgm id="{F7B33739-CCAA-4D3B-BD2F-8458DE1EABE5}"/>
                                            </p:graphicEl>
                                          </p:spTgt>
                                        </p:tgtEl>
                                        <p:attrNameLst>
                                          <p:attrName>ppt_x</p:attrName>
                                        </p:attrNameLst>
                                      </p:cBhvr>
                                      <p:tavLst>
                                        <p:tav tm="0">
                                          <p:val>
                                            <p:strVal val="0-#ppt_w/2"/>
                                          </p:val>
                                        </p:tav>
                                        <p:tav tm="100000">
                                          <p:val>
                                            <p:strVal val="#ppt_x"/>
                                          </p:val>
                                        </p:tav>
                                      </p:tavLst>
                                    </p:anim>
                                    <p:anim calcmode="lin" valueType="num">
                                      <p:cBhvr additive="base">
                                        <p:cTn id="32" dur="500" fill="hold"/>
                                        <p:tgtEl>
                                          <p:spTgt spid="6">
                                            <p:graphicEl>
                                              <a:dgm id="{F7B33739-CCAA-4D3B-BD2F-8458DE1EABE5}"/>
                                            </p:graphic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p:bldSub>
          <a:bldDgm bld="one"/>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21178217"/>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theme/theme1.xml><?xml version="1.0" encoding="utf-8"?>
<a:theme xmlns:a="http://schemas.openxmlformats.org/drawingml/2006/main" name="SST-Theme3">
  <a:themeElements>
    <a:clrScheme name="Custom 1">
      <a:dk1>
        <a:srgbClr val="002060"/>
      </a:dk1>
      <a:lt1>
        <a:srgbClr val="FFFFFF"/>
      </a:lt1>
      <a:dk2>
        <a:srgbClr val="09055B"/>
      </a:dk2>
      <a:lt2>
        <a:srgbClr val="FFFFFF"/>
      </a:lt2>
      <a:accent1>
        <a:srgbClr val="002060"/>
      </a:accent1>
      <a:accent2>
        <a:srgbClr val="002060"/>
      </a:accent2>
      <a:accent3>
        <a:srgbClr val="97BAFF"/>
      </a:accent3>
      <a:accent4>
        <a:srgbClr val="D5E3FF"/>
      </a:accent4>
      <a:accent5>
        <a:srgbClr val="002060"/>
      </a:accent5>
      <a:accent6>
        <a:srgbClr val="002060"/>
      </a:accent6>
      <a:hlink>
        <a:srgbClr val="DB5353"/>
      </a:hlink>
      <a:folHlink>
        <a:srgbClr val="90363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SST-Theme3" id="{19FA4AEF-6FF8-4EA7-B305-9BE5D4ECCCA5}" vid="{A328A429-1CDE-49DF-A990-0DFEB0585E55}"/>
    </a:ext>
  </a:ext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SST-Theme3</Template>
  <TotalTime>2768</TotalTime>
  <Words>1713</Words>
  <Application>Microsoft Office PowerPoint</Application>
  <PresentationFormat>On-screen Show (4:3)</PresentationFormat>
  <Paragraphs>148</Paragraphs>
  <Slides>24</Slides>
  <Notes>2</Notes>
  <HiddenSlides>0</HiddenSlides>
  <MMClips>0</MMClip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SST-Theme3</vt:lpstr>
      <vt:lpstr>Operating Systems  (COS 101) </vt:lpstr>
      <vt:lpstr>Learning Objectives</vt:lpstr>
      <vt:lpstr>What is an Operating System (OS)?</vt:lpstr>
      <vt:lpstr>Types of Operating Systems?</vt:lpstr>
      <vt:lpstr>Functions of Operating Systems?</vt:lpstr>
      <vt:lpstr>Conceptual View of a Computer </vt:lpstr>
      <vt:lpstr>Characteristics of an OS</vt:lpstr>
      <vt:lpstr>Shell &amp; Kernel in an OS</vt:lpstr>
      <vt:lpstr>Components of an OS</vt:lpstr>
      <vt:lpstr>Difference Between 32-Bit and 64-Bit OS</vt:lpstr>
      <vt:lpstr>32-bit vs 64-bit OS</vt:lpstr>
      <vt:lpstr>Compilers and Interpreters in OS</vt:lpstr>
      <vt:lpstr>What is a Compiler?</vt:lpstr>
      <vt:lpstr>What is an Interpreter?</vt:lpstr>
      <vt:lpstr>Process and Threads in OS</vt:lpstr>
      <vt:lpstr>Difference Between Multitasking, Multithreading and Multiprocessing </vt:lpstr>
      <vt:lpstr> What is Multitasking? </vt:lpstr>
      <vt:lpstr>What is Multithreading? </vt:lpstr>
      <vt:lpstr>What is Multiprocessing? </vt:lpstr>
      <vt:lpstr>CPU Scheduling in OS</vt:lpstr>
      <vt:lpstr>Process Synchronization in OS</vt:lpstr>
      <vt:lpstr>Semaphores in OS</vt:lpstr>
      <vt:lpstr>Deadlocks in OS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Moruson</dc:creator>
  <cp:lastModifiedBy>Desmond Moru</cp:lastModifiedBy>
  <cp:revision>3</cp:revision>
  <dcterms:modified xsi:type="dcterms:W3CDTF">2025-10-25T16:43:01Z</dcterms:modified>
</cp:coreProperties>
</file>