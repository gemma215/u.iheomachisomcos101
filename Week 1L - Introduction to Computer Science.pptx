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0" r:id="rId1"/>
  </p:sldMasterIdLst>
  <p:notesMasterIdLst>
    <p:notesMasterId r:id="rId35"/>
  </p:notesMasterIdLst>
  <p:sldIdLst>
    <p:sldId id="256" r:id="rId2"/>
    <p:sldId id="263" r:id="rId3"/>
    <p:sldId id="264" r:id="rId4"/>
    <p:sldId id="313" r:id="rId5"/>
    <p:sldId id="260" r:id="rId6"/>
    <p:sldId id="261" r:id="rId7"/>
    <p:sldId id="265" r:id="rId8"/>
    <p:sldId id="262" r:id="rId9"/>
    <p:sldId id="290" r:id="rId10"/>
    <p:sldId id="291" r:id="rId11"/>
    <p:sldId id="292" r:id="rId12"/>
    <p:sldId id="293" r:id="rId13"/>
    <p:sldId id="294" r:id="rId14"/>
    <p:sldId id="295" r:id="rId15"/>
    <p:sldId id="314" r:id="rId16"/>
    <p:sldId id="315" r:id="rId17"/>
    <p:sldId id="316" r:id="rId18"/>
    <p:sldId id="318" r:id="rId19"/>
    <p:sldId id="317" r:id="rId20"/>
    <p:sldId id="297" r:id="rId21"/>
    <p:sldId id="298" r:id="rId22"/>
    <p:sldId id="299" r:id="rId23"/>
    <p:sldId id="300" r:id="rId24"/>
    <p:sldId id="301" r:id="rId25"/>
    <p:sldId id="302" r:id="rId26"/>
    <p:sldId id="304" r:id="rId27"/>
    <p:sldId id="305" r:id="rId28"/>
    <p:sldId id="306" r:id="rId29"/>
    <p:sldId id="307" r:id="rId30"/>
    <p:sldId id="309" r:id="rId31"/>
    <p:sldId id="310" r:id="rId32"/>
    <p:sldId id="311" r:id="rId33"/>
    <p:sldId id="312" r:id="rId34"/>
  </p:sldIdLst>
  <p:sldSz cx="9144000" cy="6858000" type="screen4x3"/>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9055B"/>
    <a:srgbClr val="002060"/>
    <a:srgbClr val="00174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0D049F-0F40-4C63-9609-41B186F9CCB5}" v="3" dt="2024-10-18T07:58:23.4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7" d="100"/>
          <a:sy n="77" d="100"/>
        </p:scale>
        <p:origin x="1618" y="82"/>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anon#aa16a518dfd1fc396ad50471fac637f0b84aa5ea17437d5ca470318212da77ec::" providerId="AD" clId="Web-{9AC904C4-05B5-4B47-A0A6-81CCAADEC2FE}"/>
    <pc:docChg chg="sldOrd">
      <pc:chgData name="Guest User" userId="S::urn:spo:anon#aa16a518dfd1fc396ad50471fac637f0b84aa5ea17437d5ca470318212da77ec::" providerId="AD" clId="Web-{9AC904C4-05B5-4B47-A0A6-81CCAADEC2FE}" dt="2023-10-17T08:39:52.811" v="0"/>
      <pc:docMkLst>
        <pc:docMk/>
      </pc:docMkLst>
      <pc:sldChg chg="ord">
        <pc:chgData name="Guest User" userId="S::urn:spo:anon#aa16a518dfd1fc396ad50471fac637f0b84aa5ea17437d5ca470318212da77ec::" providerId="AD" clId="Web-{9AC904C4-05B5-4B47-A0A6-81CCAADEC2FE}" dt="2023-10-17T08:39:52.811" v="0"/>
        <pc:sldMkLst>
          <pc:docMk/>
          <pc:sldMk cId="1034887622" sldId="260"/>
        </pc:sldMkLst>
      </pc:sldChg>
    </pc:docChg>
  </pc:docChgLst>
  <pc:docChgLst>
    <pc:chgData name="Guest User" userId="S::urn:spo:anon#aa16a518dfd1fc396ad50471fac637f0b84aa5ea17437d5ca470318212da77ec::" providerId="AD" clId="Web-{C7E042E9-C876-42EB-AFD0-7E0E2D8BE107}"/>
    <pc:docChg chg="sldOrd">
      <pc:chgData name="Guest User" userId="S::urn:spo:anon#aa16a518dfd1fc396ad50471fac637f0b84aa5ea17437d5ca470318212da77ec::" providerId="AD" clId="Web-{C7E042E9-C876-42EB-AFD0-7E0E2D8BE107}" dt="2023-10-18T07:43:38.725" v="12"/>
      <pc:docMkLst>
        <pc:docMk/>
      </pc:docMkLst>
      <pc:sldChg chg="ord">
        <pc:chgData name="Guest User" userId="S::urn:spo:anon#aa16a518dfd1fc396ad50471fac637f0b84aa5ea17437d5ca470318212da77ec::" providerId="AD" clId="Web-{C7E042E9-C876-42EB-AFD0-7E0E2D8BE107}" dt="2023-10-18T07:43:38.725" v="12"/>
        <pc:sldMkLst>
          <pc:docMk/>
          <pc:sldMk cId="0" sldId="256"/>
        </pc:sldMkLst>
      </pc:sldChg>
      <pc:sldChg chg="ord">
        <pc:chgData name="Guest User" userId="S::urn:spo:anon#aa16a518dfd1fc396ad50471fac637f0b84aa5ea17437d5ca470318212da77ec::" providerId="AD" clId="Web-{C7E042E9-C876-42EB-AFD0-7E0E2D8BE107}" dt="2023-10-18T07:43:29.552" v="10"/>
        <pc:sldMkLst>
          <pc:docMk/>
          <pc:sldMk cId="1034887622" sldId="260"/>
        </pc:sldMkLst>
      </pc:sldChg>
      <pc:sldChg chg="ord">
        <pc:chgData name="Guest User" userId="S::urn:spo:anon#aa16a518dfd1fc396ad50471fac637f0b84aa5ea17437d5ca470318212da77ec::" providerId="AD" clId="Web-{C7E042E9-C876-42EB-AFD0-7E0E2D8BE107}" dt="2023-10-18T07:43:29.552" v="11"/>
        <pc:sldMkLst>
          <pc:docMk/>
          <pc:sldMk cId="2983822476" sldId="261"/>
        </pc:sldMkLst>
      </pc:sldChg>
      <pc:sldChg chg="ord">
        <pc:chgData name="Guest User" userId="S::urn:spo:anon#aa16a518dfd1fc396ad50471fac637f0b84aa5ea17437d5ca470318212da77ec::" providerId="AD" clId="Web-{C7E042E9-C876-42EB-AFD0-7E0E2D8BE107}" dt="2023-10-18T07:43:29.552" v="9"/>
        <pc:sldMkLst>
          <pc:docMk/>
          <pc:sldMk cId="2161059020" sldId="313"/>
        </pc:sldMkLst>
      </pc:sldChg>
    </pc:docChg>
  </pc:docChgLst>
  <pc:docChgLst>
    <pc:chgData name="Guest User" userId="S::urn:spo:anon#773de636046a5a8a28d045f376117a89ce67e0d9b28fa20f69de64461f066c7e::" providerId="AD" clId="Web-{7B5A5177-591C-A4BF-1855-6F5EA2E88435}"/>
    <pc:docChg chg="modSld">
      <pc:chgData name="Guest User" userId="S::urn:spo:anon#773de636046a5a8a28d045f376117a89ce67e0d9b28fa20f69de64461f066c7e::" providerId="AD" clId="Web-{7B5A5177-591C-A4BF-1855-6F5EA2E88435}" dt="2023-10-13T15:47:15.614" v="4" actId="1076"/>
      <pc:docMkLst>
        <pc:docMk/>
      </pc:docMkLst>
      <pc:sldChg chg="modSp">
        <pc:chgData name="Guest User" userId="S::urn:spo:anon#773de636046a5a8a28d045f376117a89ce67e0d9b28fa20f69de64461f066c7e::" providerId="AD" clId="Web-{7B5A5177-591C-A4BF-1855-6F5EA2E88435}" dt="2023-10-13T15:28:36.123" v="1" actId="1076"/>
        <pc:sldMkLst>
          <pc:docMk/>
          <pc:sldMk cId="2983822476" sldId="261"/>
        </pc:sldMkLst>
        <pc:picChg chg="mod">
          <ac:chgData name="Guest User" userId="S::urn:spo:anon#773de636046a5a8a28d045f376117a89ce67e0d9b28fa20f69de64461f066c7e::" providerId="AD" clId="Web-{7B5A5177-591C-A4BF-1855-6F5EA2E88435}" dt="2023-10-13T15:28:36.123" v="1" actId="1076"/>
          <ac:picMkLst>
            <pc:docMk/>
            <pc:sldMk cId="2983822476" sldId="261"/>
            <ac:picMk id="4" creationId="{00000000-0000-0000-0000-000000000000}"/>
          </ac:picMkLst>
        </pc:picChg>
      </pc:sldChg>
      <pc:sldChg chg="modSp">
        <pc:chgData name="Guest User" userId="S::urn:spo:anon#773de636046a5a8a28d045f376117a89ce67e0d9b28fa20f69de64461f066c7e::" providerId="AD" clId="Web-{7B5A5177-591C-A4BF-1855-6F5EA2E88435}" dt="2023-10-13T15:46:08.237" v="2" actId="1076"/>
        <pc:sldMkLst>
          <pc:docMk/>
          <pc:sldMk cId="53531505" sldId="263"/>
        </pc:sldMkLst>
        <pc:graphicFrameChg chg="mod">
          <ac:chgData name="Guest User" userId="S::urn:spo:anon#773de636046a5a8a28d045f376117a89ce67e0d9b28fa20f69de64461f066c7e::" providerId="AD" clId="Web-{7B5A5177-591C-A4BF-1855-6F5EA2E88435}" dt="2023-10-13T15:46:08.237" v="2" actId="1076"/>
          <ac:graphicFrameMkLst>
            <pc:docMk/>
            <pc:sldMk cId="53531505" sldId="263"/>
            <ac:graphicFrameMk id="6" creationId="{00000000-0000-0000-0000-000000000000}"/>
          </ac:graphicFrameMkLst>
        </pc:graphicFrameChg>
      </pc:sldChg>
      <pc:sldChg chg="modSp">
        <pc:chgData name="Guest User" userId="S::urn:spo:anon#773de636046a5a8a28d045f376117a89ce67e0d9b28fa20f69de64461f066c7e::" providerId="AD" clId="Web-{7B5A5177-591C-A4BF-1855-6F5EA2E88435}" dt="2023-10-13T15:47:15.614" v="4" actId="1076"/>
        <pc:sldMkLst>
          <pc:docMk/>
          <pc:sldMk cId="3807027430" sldId="291"/>
        </pc:sldMkLst>
        <pc:graphicFrameChg chg="mod">
          <ac:chgData name="Guest User" userId="S::urn:spo:anon#773de636046a5a8a28d045f376117a89ce67e0d9b28fa20f69de64461f066c7e::" providerId="AD" clId="Web-{7B5A5177-591C-A4BF-1855-6F5EA2E88435}" dt="2023-10-13T15:47:15.614" v="4" actId="1076"/>
          <ac:graphicFrameMkLst>
            <pc:docMk/>
            <pc:sldMk cId="3807027430" sldId="291"/>
            <ac:graphicFrameMk id="9" creationId="{00000000-0000-0000-0000-000000000000}"/>
          </ac:graphicFrameMkLst>
        </pc:graphicFrameChg>
      </pc:sldChg>
    </pc:docChg>
  </pc:docChgLst>
  <pc:docChgLst>
    <pc:chgData name="Desmond Moru" userId="6f26e33e-9804-4cd4-bee7-5a63f19038d9" providerId="ADAL" clId="{C87BB38A-09A7-4434-9CE5-A6691C9B16DF}"/>
    <pc:docChg chg="undo custSel modSld">
      <pc:chgData name="Desmond Moru" userId="6f26e33e-9804-4cd4-bee7-5a63f19038d9" providerId="ADAL" clId="{C87BB38A-09A7-4434-9CE5-A6691C9B16DF}" dt="2023-10-11T21:22:33.643" v="49"/>
      <pc:docMkLst>
        <pc:docMk/>
      </pc:docMkLst>
      <pc:sldChg chg="modSp mod">
        <pc:chgData name="Desmond Moru" userId="6f26e33e-9804-4cd4-bee7-5a63f19038d9" providerId="ADAL" clId="{C87BB38A-09A7-4434-9CE5-A6691C9B16DF}" dt="2023-10-11T21:11:05.799" v="1" actId="6549"/>
        <pc:sldMkLst>
          <pc:docMk/>
          <pc:sldMk cId="0" sldId="256"/>
        </pc:sldMkLst>
        <pc:spChg chg="mod">
          <ac:chgData name="Desmond Moru" userId="6f26e33e-9804-4cd4-bee7-5a63f19038d9" providerId="ADAL" clId="{C87BB38A-09A7-4434-9CE5-A6691C9B16DF}" dt="2023-10-11T21:11:05.799" v="1" actId="6549"/>
          <ac:spMkLst>
            <pc:docMk/>
            <pc:sldMk cId="0" sldId="256"/>
            <ac:spMk id="99" creationId="{00000000-0000-0000-0000-000000000000}"/>
          </ac:spMkLst>
        </pc:spChg>
      </pc:sldChg>
      <pc:sldChg chg="addSp delSp modSp mod modAnim">
        <pc:chgData name="Desmond Moru" userId="6f26e33e-9804-4cd4-bee7-5a63f19038d9" providerId="ADAL" clId="{C87BB38A-09A7-4434-9CE5-A6691C9B16DF}" dt="2023-10-11T21:22:33.643" v="49"/>
        <pc:sldMkLst>
          <pc:docMk/>
          <pc:sldMk cId="1834416164" sldId="292"/>
        </pc:sldMkLst>
        <pc:spChg chg="add del mod ord">
          <ac:chgData name="Desmond Moru" userId="6f26e33e-9804-4cd4-bee7-5a63f19038d9" providerId="ADAL" clId="{C87BB38A-09A7-4434-9CE5-A6691C9B16DF}" dt="2023-10-11T21:22:20.787" v="48" actId="478"/>
          <ac:spMkLst>
            <pc:docMk/>
            <pc:sldMk cId="1834416164" sldId="292"/>
            <ac:spMk id="7" creationId="{AD228623-A860-9B2E-D6DC-A43E51A87A1F}"/>
          </ac:spMkLst>
        </pc:spChg>
        <pc:graphicFrameChg chg="mod">
          <ac:chgData name="Desmond Moru" userId="6f26e33e-9804-4cd4-bee7-5a63f19038d9" providerId="ADAL" clId="{C87BB38A-09A7-4434-9CE5-A6691C9B16DF}" dt="2023-10-11T21:20:42.337" v="14" actId="207"/>
          <ac:graphicFrameMkLst>
            <pc:docMk/>
            <pc:sldMk cId="1834416164" sldId="292"/>
            <ac:graphicFrameMk id="6" creationId="{00000000-0000-0000-0000-000000000000}"/>
          </ac:graphicFrameMkLst>
        </pc:graphicFrameChg>
        <pc:picChg chg="mod">
          <ac:chgData name="Desmond Moru" userId="6f26e33e-9804-4cd4-bee7-5a63f19038d9" providerId="ADAL" clId="{C87BB38A-09A7-4434-9CE5-A6691C9B16DF}" dt="2023-10-11T21:22:33.643" v="49"/>
          <ac:picMkLst>
            <pc:docMk/>
            <pc:sldMk cId="1834416164" sldId="292"/>
            <ac:picMk id="5" creationId="{00000000-0000-0000-0000-000000000000}"/>
          </ac:picMkLst>
        </pc:picChg>
      </pc:sldChg>
      <pc:sldChg chg="modSp mod">
        <pc:chgData name="Desmond Moru" userId="6f26e33e-9804-4cd4-bee7-5a63f19038d9" providerId="ADAL" clId="{C87BB38A-09A7-4434-9CE5-A6691C9B16DF}" dt="2023-10-11T21:17:21.177" v="2" actId="1362"/>
        <pc:sldMkLst>
          <pc:docMk/>
          <pc:sldMk cId="1349881596" sldId="293"/>
        </pc:sldMkLst>
        <pc:picChg chg="mod">
          <ac:chgData name="Desmond Moru" userId="6f26e33e-9804-4cd4-bee7-5a63f19038d9" providerId="ADAL" clId="{C87BB38A-09A7-4434-9CE5-A6691C9B16DF}" dt="2023-10-11T21:17:21.177" v="2" actId="1362"/>
          <ac:picMkLst>
            <pc:docMk/>
            <pc:sldMk cId="1349881596" sldId="293"/>
            <ac:picMk id="5" creationId="{00000000-0000-0000-0000-000000000000}"/>
          </ac:picMkLst>
        </pc:picChg>
      </pc:sldChg>
    </pc:docChg>
  </pc:docChgLst>
  <pc:docChgLst>
    <pc:chgData name="Guest User" userId="S::urn:spo:anon#aa16a518dfd1fc396ad50471fac637f0b84aa5ea17437d5ca470318212da77ec::" providerId="AD" clId="Web-{75201D55-E248-23F4-AF99-44601A876C6E}"/>
    <pc:docChg chg="modSld">
      <pc:chgData name="Guest User" userId="S::urn:spo:anon#aa16a518dfd1fc396ad50471fac637f0b84aa5ea17437d5ca470318212da77ec::" providerId="AD" clId="Web-{75201D55-E248-23F4-AF99-44601A876C6E}" dt="2023-10-14T19:31:07.289" v="2" actId="20577"/>
      <pc:docMkLst>
        <pc:docMk/>
      </pc:docMkLst>
      <pc:sldChg chg="modSp">
        <pc:chgData name="Guest User" userId="S::urn:spo:anon#aa16a518dfd1fc396ad50471fac637f0b84aa5ea17437d5ca470318212da77ec::" providerId="AD" clId="Web-{75201D55-E248-23F4-AF99-44601A876C6E}" dt="2023-10-14T19:31:07.289" v="2" actId="20577"/>
        <pc:sldMkLst>
          <pc:docMk/>
          <pc:sldMk cId="1034887622" sldId="260"/>
        </pc:sldMkLst>
        <pc:spChg chg="mod">
          <ac:chgData name="Guest User" userId="S::urn:spo:anon#aa16a518dfd1fc396ad50471fac637f0b84aa5ea17437d5ca470318212da77ec::" providerId="AD" clId="Web-{75201D55-E248-23F4-AF99-44601A876C6E}" dt="2023-10-14T19:31:07.289" v="2" actId="20577"/>
          <ac:spMkLst>
            <pc:docMk/>
            <pc:sldMk cId="1034887622" sldId="260"/>
            <ac:spMk id="5" creationId="{DD0E3B74-B743-4981-BADF-8306A47D8ACD}"/>
          </ac:spMkLst>
        </pc:spChg>
      </pc:sldChg>
    </pc:docChg>
  </pc:docChgLst>
  <pc:docChgLst>
    <pc:chgData name="Guest User" userId="S::urn:spo:anon#aa16a518dfd1fc396ad50471fac637f0b84aa5ea17437d5ca470318212da77ec::" providerId="AD" clId="Web-{8849DD10-3746-4873-96B9-AE22CEBC94B3}"/>
    <pc:docChg chg="sldOrd">
      <pc:chgData name="Guest User" userId="S::urn:spo:anon#aa16a518dfd1fc396ad50471fac637f0b84aa5ea17437d5ca470318212da77ec::" providerId="AD" clId="Web-{8849DD10-3746-4873-96B9-AE22CEBC94B3}" dt="2023-10-15T22:24:41.617" v="4"/>
      <pc:docMkLst>
        <pc:docMk/>
      </pc:docMkLst>
      <pc:sldChg chg="ord">
        <pc:chgData name="Guest User" userId="S::urn:spo:anon#aa16a518dfd1fc396ad50471fac637f0b84aa5ea17437d5ca470318212da77ec::" providerId="AD" clId="Web-{8849DD10-3746-4873-96B9-AE22CEBC94B3}" dt="2023-10-15T21:33:32.579" v="0"/>
        <pc:sldMkLst>
          <pc:docMk/>
          <pc:sldMk cId="1034887622" sldId="260"/>
        </pc:sldMkLst>
      </pc:sldChg>
      <pc:sldChg chg="ord">
        <pc:chgData name="Guest User" userId="S::urn:spo:anon#aa16a518dfd1fc396ad50471fac637f0b84aa5ea17437d5ca470318212da77ec::" providerId="AD" clId="Web-{8849DD10-3746-4873-96B9-AE22CEBC94B3}" dt="2023-10-15T21:59:14.042" v="2"/>
        <pc:sldMkLst>
          <pc:docMk/>
          <pc:sldMk cId="53531505" sldId="263"/>
        </pc:sldMkLst>
      </pc:sldChg>
      <pc:sldChg chg="ord">
        <pc:chgData name="Guest User" userId="S::urn:spo:anon#aa16a518dfd1fc396ad50471fac637f0b84aa5ea17437d5ca470318212da77ec::" providerId="AD" clId="Web-{8849DD10-3746-4873-96B9-AE22CEBC94B3}" dt="2023-10-15T22:24:41.617" v="4"/>
        <pc:sldMkLst>
          <pc:docMk/>
          <pc:sldMk cId="1235505732" sldId="290"/>
        </pc:sldMkLst>
      </pc:sldChg>
      <pc:sldChg chg="ord">
        <pc:chgData name="Guest User" userId="S::urn:spo:anon#aa16a518dfd1fc396ad50471fac637f0b84aa5ea17437d5ca470318212da77ec::" providerId="AD" clId="Web-{8849DD10-3746-4873-96B9-AE22CEBC94B3}" dt="2023-10-15T21:33:39.829" v="1"/>
        <pc:sldMkLst>
          <pc:docMk/>
          <pc:sldMk cId="2161059020" sldId="313"/>
        </pc:sldMkLst>
      </pc:sldChg>
    </pc:docChg>
  </pc:docChgLst>
  <pc:docChgLst>
    <pc:chgData name="Tracy James" userId="S::tracy.james@pau.edu.ng::192416f0-8ec2-467c-b279-66ae4a69fea0" providerId="AD" clId="Web-{65C73A62-B1AA-A34D-A7E1-5F17F1997EA9}"/>
    <pc:docChg chg="sldOrd">
      <pc:chgData name="Tracy James" userId="S::tracy.james@pau.edu.ng::192416f0-8ec2-467c-b279-66ae4a69fea0" providerId="AD" clId="Web-{65C73A62-B1AA-A34D-A7E1-5F17F1997EA9}" dt="2023-10-22T07:30:01.172" v="1"/>
      <pc:docMkLst>
        <pc:docMk/>
      </pc:docMkLst>
      <pc:sldChg chg="ord">
        <pc:chgData name="Tracy James" userId="S::tracy.james@pau.edu.ng::192416f0-8ec2-467c-b279-66ae4a69fea0" providerId="AD" clId="Web-{65C73A62-B1AA-A34D-A7E1-5F17F1997EA9}" dt="2023-10-22T07:30:01.172" v="1"/>
        <pc:sldMkLst>
          <pc:docMk/>
          <pc:sldMk cId="0" sldId="256"/>
        </pc:sldMkLst>
      </pc:sldChg>
    </pc:docChg>
  </pc:docChgLst>
  <pc:docChgLst>
    <pc:chgData name="David Okenla" userId="S::david.okenla@pau.edu.ng::6c6ea77f-af14-44b0-80ab-762cc363df9e" providerId="AD" clId="Web-{FF24F360-DFAB-7AB6-E4FF-5CFF918DB7F0}"/>
    <pc:docChg chg="sldOrd">
      <pc:chgData name="David Okenla" userId="S::david.okenla@pau.edu.ng::6c6ea77f-af14-44b0-80ab-762cc363df9e" providerId="AD" clId="Web-{FF24F360-DFAB-7AB6-E4FF-5CFF918DB7F0}" dt="2023-10-18T19:20:19.963" v="1"/>
      <pc:docMkLst>
        <pc:docMk/>
      </pc:docMkLst>
      <pc:sldChg chg="ord">
        <pc:chgData name="David Okenla" userId="S::david.okenla@pau.edu.ng::6c6ea77f-af14-44b0-80ab-762cc363df9e" providerId="AD" clId="Web-{FF24F360-DFAB-7AB6-E4FF-5CFF918DB7F0}" dt="2023-10-18T19:20:19.963" v="1"/>
        <pc:sldMkLst>
          <pc:docMk/>
          <pc:sldMk cId="1235505732" sldId="290"/>
        </pc:sldMkLst>
      </pc:sldChg>
    </pc:docChg>
  </pc:docChgLst>
  <pc:docChgLst>
    <pc:chgData name="Catherine Okoede" userId="S::catherine.okoede@pau.edu.ng::f2457433-5fc3-4eb6-807a-25f7cf21b2be" providerId="AD" clId="Web-{5574EA90-C831-7F8D-5E25-D1D83D9B4A53}"/>
    <pc:docChg chg="delSld">
      <pc:chgData name="Catherine Okoede" userId="S::catherine.okoede@pau.edu.ng::f2457433-5fc3-4eb6-807a-25f7cf21b2be" providerId="AD" clId="Web-{5574EA90-C831-7F8D-5E25-D1D83D9B4A53}" dt="2023-10-17T16:31:30.445" v="0"/>
      <pc:docMkLst>
        <pc:docMk/>
      </pc:docMkLst>
      <pc:sldChg chg="del">
        <pc:chgData name="Catherine Okoede" userId="S::catherine.okoede@pau.edu.ng::f2457433-5fc3-4eb6-807a-25f7cf21b2be" providerId="AD" clId="Web-{5574EA90-C831-7F8D-5E25-D1D83D9B4A53}" dt="2023-10-17T16:31:30.445" v="0"/>
        <pc:sldMkLst>
          <pc:docMk/>
          <pc:sldMk cId="0" sldId="258"/>
        </pc:sldMkLst>
      </pc:sldChg>
    </pc:docChg>
  </pc:docChgLst>
  <pc:docChgLst>
    <pc:chgData name="Desmond Moru" userId="6f26e33e-9804-4cd4-bee7-5a63f19038d9" providerId="ADAL" clId="{500D049F-0F40-4C63-9609-41B186F9CCB5}"/>
    <pc:docChg chg="undo custSel addSld delSld modSld sldOrd modMainMaster">
      <pc:chgData name="Desmond Moru" userId="6f26e33e-9804-4cd4-bee7-5a63f19038d9" providerId="ADAL" clId="{500D049F-0F40-4C63-9609-41B186F9CCB5}" dt="2024-10-18T07:58:23.427" v="266"/>
      <pc:docMkLst>
        <pc:docMk/>
      </pc:docMkLst>
      <pc:sldChg chg="modTransition">
        <pc:chgData name="Desmond Moru" userId="6f26e33e-9804-4cd4-bee7-5a63f19038d9" providerId="ADAL" clId="{500D049F-0F40-4C63-9609-41B186F9CCB5}" dt="2024-10-18T07:58:23.427" v="266"/>
        <pc:sldMkLst>
          <pc:docMk/>
          <pc:sldMk cId="0" sldId="256"/>
        </pc:sldMkLst>
      </pc:sldChg>
      <pc:sldChg chg="modTransition">
        <pc:chgData name="Desmond Moru" userId="6f26e33e-9804-4cd4-bee7-5a63f19038d9" providerId="ADAL" clId="{500D049F-0F40-4C63-9609-41B186F9CCB5}" dt="2024-10-18T07:58:23.427" v="266"/>
        <pc:sldMkLst>
          <pc:docMk/>
          <pc:sldMk cId="1034887622" sldId="260"/>
        </pc:sldMkLst>
      </pc:sldChg>
      <pc:sldChg chg="modTransition">
        <pc:chgData name="Desmond Moru" userId="6f26e33e-9804-4cd4-bee7-5a63f19038d9" providerId="ADAL" clId="{500D049F-0F40-4C63-9609-41B186F9CCB5}" dt="2024-10-18T07:58:23.427" v="266"/>
        <pc:sldMkLst>
          <pc:docMk/>
          <pc:sldMk cId="2983822476" sldId="261"/>
        </pc:sldMkLst>
      </pc:sldChg>
      <pc:sldChg chg="modTransition">
        <pc:chgData name="Desmond Moru" userId="6f26e33e-9804-4cd4-bee7-5a63f19038d9" providerId="ADAL" clId="{500D049F-0F40-4C63-9609-41B186F9CCB5}" dt="2024-10-18T07:58:23.427" v="266"/>
        <pc:sldMkLst>
          <pc:docMk/>
          <pc:sldMk cId="158433334" sldId="262"/>
        </pc:sldMkLst>
      </pc:sldChg>
      <pc:sldChg chg="modTransition">
        <pc:chgData name="Desmond Moru" userId="6f26e33e-9804-4cd4-bee7-5a63f19038d9" providerId="ADAL" clId="{500D049F-0F40-4C63-9609-41B186F9CCB5}" dt="2024-10-18T07:58:23.427" v="266"/>
        <pc:sldMkLst>
          <pc:docMk/>
          <pc:sldMk cId="53531505" sldId="263"/>
        </pc:sldMkLst>
      </pc:sldChg>
      <pc:sldChg chg="ord modTransition">
        <pc:chgData name="Desmond Moru" userId="6f26e33e-9804-4cd4-bee7-5a63f19038d9" providerId="ADAL" clId="{500D049F-0F40-4C63-9609-41B186F9CCB5}" dt="2024-10-18T07:58:23.427" v="266"/>
        <pc:sldMkLst>
          <pc:docMk/>
          <pc:sldMk cId="2079728312" sldId="264"/>
        </pc:sldMkLst>
      </pc:sldChg>
      <pc:sldChg chg="modTransition">
        <pc:chgData name="Desmond Moru" userId="6f26e33e-9804-4cd4-bee7-5a63f19038d9" providerId="ADAL" clId="{500D049F-0F40-4C63-9609-41B186F9CCB5}" dt="2024-10-18T07:58:23.427" v="266"/>
        <pc:sldMkLst>
          <pc:docMk/>
          <pc:sldMk cId="2962116213" sldId="265"/>
        </pc:sldMkLst>
      </pc:sldChg>
      <pc:sldChg chg="modTransition">
        <pc:chgData name="Desmond Moru" userId="6f26e33e-9804-4cd4-bee7-5a63f19038d9" providerId="ADAL" clId="{500D049F-0F40-4C63-9609-41B186F9CCB5}" dt="2024-10-18T07:58:23.427" v="266"/>
        <pc:sldMkLst>
          <pc:docMk/>
          <pc:sldMk cId="1235505732" sldId="290"/>
        </pc:sldMkLst>
      </pc:sldChg>
      <pc:sldChg chg="modTransition">
        <pc:chgData name="Desmond Moru" userId="6f26e33e-9804-4cd4-bee7-5a63f19038d9" providerId="ADAL" clId="{500D049F-0F40-4C63-9609-41B186F9CCB5}" dt="2024-10-18T07:58:23.427" v="266"/>
        <pc:sldMkLst>
          <pc:docMk/>
          <pc:sldMk cId="3807027430" sldId="291"/>
        </pc:sldMkLst>
      </pc:sldChg>
      <pc:sldChg chg="modTransition">
        <pc:chgData name="Desmond Moru" userId="6f26e33e-9804-4cd4-bee7-5a63f19038d9" providerId="ADAL" clId="{500D049F-0F40-4C63-9609-41B186F9CCB5}" dt="2024-10-18T07:58:23.427" v="266"/>
        <pc:sldMkLst>
          <pc:docMk/>
          <pc:sldMk cId="1834416164" sldId="292"/>
        </pc:sldMkLst>
      </pc:sldChg>
      <pc:sldChg chg="modTransition">
        <pc:chgData name="Desmond Moru" userId="6f26e33e-9804-4cd4-bee7-5a63f19038d9" providerId="ADAL" clId="{500D049F-0F40-4C63-9609-41B186F9CCB5}" dt="2024-10-18T07:58:23.427" v="266"/>
        <pc:sldMkLst>
          <pc:docMk/>
          <pc:sldMk cId="1349881596" sldId="293"/>
        </pc:sldMkLst>
      </pc:sldChg>
      <pc:sldChg chg="modTransition">
        <pc:chgData name="Desmond Moru" userId="6f26e33e-9804-4cd4-bee7-5a63f19038d9" providerId="ADAL" clId="{500D049F-0F40-4C63-9609-41B186F9CCB5}" dt="2024-10-18T07:58:23.427" v="266"/>
        <pc:sldMkLst>
          <pc:docMk/>
          <pc:sldMk cId="3916956280" sldId="294"/>
        </pc:sldMkLst>
      </pc:sldChg>
      <pc:sldChg chg="modSp mod modTransition">
        <pc:chgData name="Desmond Moru" userId="6f26e33e-9804-4cd4-bee7-5a63f19038d9" providerId="ADAL" clId="{500D049F-0F40-4C63-9609-41B186F9CCB5}" dt="2024-10-18T07:58:23.427" v="266"/>
        <pc:sldMkLst>
          <pc:docMk/>
          <pc:sldMk cId="1303660039" sldId="295"/>
        </pc:sldMkLst>
        <pc:spChg chg="mod">
          <ac:chgData name="Desmond Moru" userId="6f26e33e-9804-4cd4-bee7-5a63f19038d9" providerId="ADAL" clId="{500D049F-0F40-4C63-9609-41B186F9CCB5}" dt="2024-10-03T14:36:14.979" v="40" actId="20577"/>
          <ac:spMkLst>
            <pc:docMk/>
            <pc:sldMk cId="1303660039" sldId="295"/>
            <ac:spMk id="2" creationId="{00000000-0000-0000-0000-000000000000}"/>
          </ac:spMkLst>
        </pc:spChg>
      </pc:sldChg>
      <pc:sldChg chg="modTransition">
        <pc:chgData name="Desmond Moru" userId="6f26e33e-9804-4cd4-bee7-5a63f19038d9" providerId="ADAL" clId="{500D049F-0F40-4C63-9609-41B186F9CCB5}" dt="2024-10-18T07:58:23.427" v="266"/>
        <pc:sldMkLst>
          <pc:docMk/>
          <pc:sldMk cId="3534838659" sldId="297"/>
        </pc:sldMkLst>
      </pc:sldChg>
      <pc:sldChg chg="modTransition">
        <pc:chgData name="Desmond Moru" userId="6f26e33e-9804-4cd4-bee7-5a63f19038d9" providerId="ADAL" clId="{500D049F-0F40-4C63-9609-41B186F9CCB5}" dt="2024-10-18T07:58:23.427" v="266"/>
        <pc:sldMkLst>
          <pc:docMk/>
          <pc:sldMk cId="749870908" sldId="298"/>
        </pc:sldMkLst>
      </pc:sldChg>
      <pc:sldChg chg="modTransition">
        <pc:chgData name="Desmond Moru" userId="6f26e33e-9804-4cd4-bee7-5a63f19038d9" providerId="ADAL" clId="{500D049F-0F40-4C63-9609-41B186F9CCB5}" dt="2024-10-18T07:58:23.427" v="266"/>
        <pc:sldMkLst>
          <pc:docMk/>
          <pc:sldMk cId="3294018669" sldId="299"/>
        </pc:sldMkLst>
      </pc:sldChg>
      <pc:sldChg chg="modTransition">
        <pc:chgData name="Desmond Moru" userId="6f26e33e-9804-4cd4-bee7-5a63f19038d9" providerId="ADAL" clId="{500D049F-0F40-4C63-9609-41B186F9CCB5}" dt="2024-10-18T07:58:23.427" v="266"/>
        <pc:sldMkLst>
          <pc:docMk/>
          <pc:sldMk cId="337751215" sldId="300"/>
        </pc:sldMkLst>
      </pc:sldChg>
      <pc:sldChg chg="addSp delSp modSp mod modTransition">
        <pc:chgData name="Desmond Moru" userId="6f26e33e-9804-4cd4-bee7-5a63f19038d9" providerId="ADAL" clId="{500D049F-0F40-4C63-9609-41B186F9CCB5}" dt="2024-10-18T07:58:23.427" v="266"/>
        <pc:sldMkLst>
          <pc:docMk/>
          <pc:sldMk cId="387740192" sldId="301"/>
        </pc:sldMkLst>
        <pc:spChg chg="mod">
          <ac:chgData name="Desmond Moru" userId="6f26e33e-9804-4cd4-bee7-5a63f19038d9" providerId="ADAL" clId="{500D049F-0F40-4C63-9609-41B186F9CCB5}" dt="2024-10-03T15:14:36.760" v="249" actId="1076"/>
          <ac:spMkLst>
            <pc:docMk/>
            <pc:sldMk cId="387740192" sldId="301"/>
            <ac:spMk id="6" creationId="{00000000-0000-0000-0000-000000000000}"/>
          </ac:spMkLst>
        </pc:spChg>
        <pc:spChg chg="mod">
          <ac:chgData name="Desmond Moru" userId="6f26e33e-9804-4cd4-bee7-5a63f19038d9" providerId="ADAL" clId="{500D049F-0F40-4C63-9609-41B186F9CCB5}" dt="2024-10-03T15:14:29.463" v="247" actId="1076"/>
          <ac:spMkLst>
            <pc:docMk/>
            <pc:sldMk cId="387740192" sldId="301"/>
            <ac:spMk id="7" creationId="{00000000-0000-0000-0000-000000000000}"/>
          </ac:spMkLst>
        </pc:spChg>
        <pc:picChg chg="del">
          <ac:chgData name="Desmond Moru" userId="6f26e33e-9804-4cd4-bee7-5a63f19038d9" providerId="ADAL" clId="{500D049F-0F40-4C63-9609-41B186F9CCB5}" dt="2024-10-03T15:13:49.393" v="239" actId="478"/>
          <ac:picMkLst>
            <pc:docMk/>
            <pc:sldMk cId="387740192" sldId="301"/>
            <ac:picMk id="5" creationId="{00000000-0000-0000-0000-000000000000}"/>
          </ac:picMkLst>
        </pc:picChg>
        <pc:picChg chg="add mod modCrop">
          <ac:chgData name="Desmond Moru" userId="6f26e33e-9804-4cd4-bee7-5a63f19038d9" providerId="ADAL" clId="{500D049F-0F40-4C63-9609-41B186F9CCB5}" dt="2024-10-03T15:14:33.854" v="248" actId="1076"/>
          <ac:picMkLst>
            <pc:docMk/>
            <pc:sldMk cId="387740192" sldId="301"/>
            <ac:picMk id="8" creationId="{E6AAA997-4C33-BD80-5E6C-D415238B0C19}"/>
          </ac:picMkLst>
        </pc:picChg>
      </pc:sldChg>
      <pc:sldChg chg="modTransition">
        <pc:chgData name="Desmond Moru" userId="6f26e33e-9804-4cd4-bee7-5a63f19038d9" providerId="ADAL" clId="{500D049F-0F40-4C63-9609-41B186F9CCB5}" dt="2024-10-18T07:58:23.427" v="266"/>
        <pc:sldMkLst>
          <pc:docMk/>
          <pc:sldMk cId="412191575" sldId="302"/>
        </pc:sldMkLst>
      </pc:sldChg>
      <pc:sldChg chg="delSp mod modTransition">
        <pc:chgData name="Desmond Moru" userId="6f26e33e-9804-4cd4-bee7-5a63f19038d9" providerId="ADAL" clId="{500D049F-0F40-4C63-9609-41B186F9CCB5}" dt="2024-10-18T07:58:23.427" v="266"/>
        <pc:sldMkLst>
          <pc:docMk/>
          <pc:sldMk cId="723215908" sldId="304"/>
        </pc:sldMkLst>
        <pc:spChg chg="del">
          <ac:chgData name="Desmond Moru" userId="6f26e33e-9804-4cd4-bee7-5a63f19038d9" providerId="ADAL" clId="{500D049F-0F40-4C63-9609-41B186F9CCB5}" dt="2024-10-03T15:16:41.497" v="250" actId="478"/>
          <ac:spMkLst>
            <pc:docMk/>
            <pc:sldMk cId="723215908" sldId="304"/>
            <ac:spMk id="4" creationId="{00000000-0000-0000-0000-000000000000}"/>
          </ac:spMkLst>
        </pc:spChg>
      </pc:sldChg>
      <pc:sldChg chg="addSp delSp modSp mod modTransition">
        <pc:chgData name="Desmond Moru" userId="6f26e33e-9804-4cd4-bee7-5a63f19038d9" providerId="ADAL" clId="{500D049F-0F40-4C63-9609-41B186F9CCB5}" dt="2024-10-18T07:58:23.427" v="266"/>
        <pc:sldMkLst>
          <pc:docMk/>
          <pc:sldMk cId="2240430387" sldId="305"/>
        </pc:sldMkLst>
        <pc:spChg chg="add mod">
          <ac:chgData name="Desmond Moru" userId="6f26e33e-9804-4cd4-bee7-5a63f19038d9" providerId="ADAL" clId="{500D049F-0F40-4C63-9609-41B186F9CCB5}" dt="2024-10-03T15:20:47.796" v="255" actId="14100"/>
          <ac:spMkLst>
            <pc:docMk/>
            <pc:sldMk cId="2240430387" sldId="305"/>
            <ac:spMk id="4" creationId="{85680064-676A-6A42-BC28-49B3A0D990E9}"/>
          </ac:spMkLst>
        </pc:spChg>
        <pc:picChg chg="del">
          <ac:chgData name="Desmond Moru" userId="6f26e33e-9804-4cd4-bee7-5a63f19038d9" providerId="ADAL" clId="{500D049F-0F40-4C63-9609-41B186F9CCB5}" dt="2024-10-03T15:20:28.793" v="251" actId="478"/>
          <ac:picMkLst>
            <pc:docMk/>
            <pc:sldMk cId="2240430387" sldId="305"/>
            <ac:picMk id="5" creationId="{00000000-0000-0000-0000-000000000000}"/>
          </ac:picMkLst>
        </pc:picChg>
      </pc:sldChg>
      <pc:sldChg chg="addSp delSp modSp mod modTransition chgLayout">
        <pc:chgData name="Desmond Moru" userId="6f26e33e-9804-4cd4-bee7-5a63f19038d9" providerId="ADAL" clId="{500D049F-0F40-4C63-9609-41B186F9CCB5}" dt="2024-10-18T07:58:23.427" v="266"/>
        <pc:sldMkLst>
          <pc:docMk/>
          <pc:sldMk cId="3367819188" sldId="306"/>
        </pc:sldMkLst>
        <pc:spChg chg="mod">
          <ac:chgData name="Desmond Moru" userId="6f26e33e-9804-4cd4-bee7-5a63f19038d9" providerId="ADAL" clId="{500D049F-0F40-4C63-9609-41B186F9CCB5}" dt="2024-10-17T08:00:22.649" v="264" actId="26606"/>
          <ac:spMkLst>
            <pc:docMk/>
            <pc:sldMk cId="3367819188" sldId="306"/>
            <ac:spMk id="2" creationId="{00000000-0000-0000-0000-000000000000}"/>
          </ac:spMkLst>
        </pc:spChg>
        <pc:spChg chg="mod">
          <ac:chgData name="Desmond Moru" userId="6f26e33e-9804-4cd4-bee7-5a63f19038d9" providerId="ADAL" clId="{500D049F-0F40-4C63-9609-41B186F9CCB5}" dt="2024-10-17T08:00:22.649" v="264" actId="26606"/>
          <ac:spMkLst>
            <pc:docMk/>
            <pc:sldMk cId="3367819188" sldId="306"/>
            <ac:spMk id="3" creationId="{00000000-0000-0000-0000-000000000000}"/>
          </ac:spMkLst>
        </pc:spChg>
        <pc:spChg chg="add del">
          <ac:chgData name="Desmond Moru" userId="6f26e33e-9804-4cd4-bee7-5a63f19038d9" providerId="ADAL" clId="{500D049F-0F40-4C63-9609-41B186F9CCB5}" dt="2024-10-17T08:00:22.649" v="264" actId="26606"/>
          <ac:spMkLst>
            <pc:docMk/>
            <pc:sldMk cId="3367819188" sldId="306"/>
            <ac:spMk id="4" creationId="{00000000-0000-0000-0000-000000000000}"/>
          </ac:spMkLst>
        </pc:spChg>
        <pc:graphicFrameChg chg="add del">
          <ac:chgData name="Desmond Moru" userId="6f26e33e-9804-4cd4-bee7-5a63f19038d9" providerId="ADAL" clId="{500D049F-0F40-4C63-9609-41B186F9CCB5}" dt="2024-10-17T08:00:22.649" v="264" actId="26606"/>
          <ac:graphicFrameMkLst>
            <pc:docMk/>
            <pc:sldMk cId="3367819188" sldId="306"/>
            <ac:graphicFrameMk id="6" creationId="{3BCBA3BE-E2EA-5720-D8DF-BC4F0CE24697}"/>
          </ac:graphicFrameMkLst>
        </pc:graphicFrameChg>
      </pc:sldChg>
      <pc:sldChg chg="delSp modSp mod modTransition">
        <pc:chgData name="Desmond Moru" userId="6f26e33e-9804-4cd4-bee7-5a63f19038d9" providerId="ADAL" clId="{500D049F-0F40-4C63-9609-41B186F9CCB5}" dt="2024-10-18T07:58:23.427" v="266"/>
        <pc:sldMkLst>
          <pc:docMk/>
          <pc:sldMk cId="1646939037" sldId="307"/>
        </pc:sldMkLst>
        <pc:spChg chg="del">
          <ac:chgData name="Desmond Moru" userId="6f26e33e-9804-4cd4-bee7-5a63f19038d9" providerId="ADAL" clId="{500D049F-0F40-4C63-9609-41B186F9CCB5}" dt="2024-10-03T15:21:27.810" v="259" actId="478"/>
          <ac:spMkLst>
            <pc:docMk/>
            <pc:sldMk cId="1646939037" sldId="307"/>
            <ac:spMk id="4" creationId="{00000000-0000-0000-0000-000000000000}"/>
          </ac:spMkLst>
        </pc:spChg>
        <pc:graphicFrameChg chg="mod modGraphic">
          <ac:chgData name="Desmond Moru" userId="6f26e33e-9804-4cd4-bee7-5a63f19038d9" providerId="ADAL" clId="{500D049F-0F40-4C63-9609-41B186F9CCB5}" dt="2024-10-03T15:21:23.630" v="258" actId="1076"/>
          <ac:graphicFrameMkLst>
            <pc:docMk/>
            <pc:sldMk cId="1646939037" sldId="307"/>
            <ac:graphicFrameMk id="5" creationId="{00000000-0000-0000-0000-000000000000}"/>
          </ac:graphicFrameMkLst>
        </pc:graphicFrameChg>
      </pc:sldChg>
      <pc:sldChg chg="del">
        <pc:chgData name="Desmond Moru" userId="6f26e33e-9804-4cd4-bee7-5a63f19038d9" providerId="ADAL" clId="{500D049F-0F40-4C63-9609-41B186F9CCB5}" dt="2024-10-03T15:21:43.214" v="260" actId="47"/>
        <pc:sldMkLst>
          <pc:docMk/>
          <pc:sldMk cId="247943564" sldId="308"/>
        </pc:sldMkLst>
      </pc:sldChg>
      <pc:sldChg chg="modTransition">
        <pc:chgData name="Desmond Moru" userId="6f26e33e-9804-4cd4-bee7-5a63f19038d9" providerId="ADAL" clId="{500D049F-0F40-4C63-9609-41B186F9CCB5}" dt="2024-10-18T07:58:23.427" v="266"/>
        <pc:sldMkLst>
          <pc:docMk/>
          <pc:sldMk cId="2253615933" sldId="309"/>
        </pc:sldMkLst>
      </pc:sldChg>
      <pc:sldChg chg="modTransition">
        <pc:chgData name="Desmond Moru" userId="6f26e33e-9804-4cd4-bee7-5a63f19038d9" providerId="ADAL" clId="{500D049F-0F40-4C63-9609-41B186F9CCB5}" dt="2024-10-18T07:58:23.427" v="266"/>
        <pc:sldMkLst>
          <pc:docMk/>
          <pc:sldMk cId="2546103610" sldId="310"/>
        </pc:sldMkLst>
      </pc:sldChg>
      <pc:sldChg chg="modTransition">
        <pc:chgData name="Desmond Moru" userId="6f26e33e-9804-4cd4-bee7-5a63f19038d9" providerId="ADAL" clId="{500D049F-0F40-4C63-9609-41B186F9CCB5}" dt="2024-10-18T07:58:23.427" v="266"/>
        <pc:sldMkLst>
          <pc:docMk/>
          <pc:sldMk cId="3559034275" sldId="311"/>
        </pc:sldMkLst>
      </pc:sldChg>
      <pc:sldChg chg="modSp mod modTransition chgLayout">
        <pc:chgData name="Desmond Moru" userId="6f26e33e-9804-4cd4-bee7-5a63f19038d9" providerId="ADAL" clId="{500D049F-0F40-4C63-9609-41B186F9CCB5}" dt="2024-10-18T07:58:23.427" v="266"/>
        <pc:sldMkLst>
          <pc:docMk/>
          <pc:sldMk cId="2132896502" sldId="312"/>
        </pc:sldMkLst>
        <pc:spChg chg="mod">
          <ac:chgData name="Desmond Moru" userId="6f26e33e-9804-4cd4-bee7-5a63f19038d9" providerId="ADAL" clId="{500D049F-0F40-4C63-9609-41B186F9CCB5}" dt="2024-10-17T07:58:41.298" v="262" actId="26606"/>
          <ac:spMkLst>
            <pc:docMk/>
            <pc:sldMk cId="2132896502" sldId="312"/>
            <ac:spMk id="2" creationId="{00000000-0000-0000-0000-000000000000}"/>
          </ac:spMkLst>
        </pc:spChg>
        <pc:spChg chg="mod modVis">
          <ac:chgData name="Desmond Moru" userId="6f26e33e-9804-4cd4-bee7-5a63f19038d9" providerId="ADAL" clId="{500D049F-0F40-4C63-9609-41B186F9CCB5}" dt="2024-10-17T07:58:41.298" v="262" actId="26606"/>
          <ac:spMkLst>
            <pc:docMk/>
            <pc:sldMk cId="2132896502" sldId="312"/>
            <ac:spMk id="3" creationId="{00000000-0000-0000-0000-000000000000}"/>
          </ac:spMkLst>
        </pc:spChg>
        <pc:spChg chg="mod">
          <ac:chgData name="Desmond Moru" userId="6f26e33e-9804-4cd4-bee7-5a63f19038d9" providerId="ADAL" clId="{500D049F-0F40-4C63-9609-41B186F9CCB5}" dt="2024-10-17T07:58:41.298" v="262" actId="26606"/>
          <ac:spMkLst>
            <pc:docMk/>
            <pc:sldMk cId="2132896502" sldId="312"/>
            <ac:spMk id="4" creationId="{00000000-0000-0000-0000-000000000000}"/>
          </ac:spMkLst>
        </pc:spChg>
      </pc:sldChg>
      <pc:sldChg chg="modTransition">
        <pc:chgData name="Desmond Moru" userId="6f26e33e-9804-4cd4-bee7-5a63f19038d9" providerId="ADAL" clId="{500D049F-0F40-4C63-9609-41B186F9CCB5}" dt="2024-10-18T07:58:23.427" v="266"/>
        <pc:sldMkLst>
          <pc:docMk/>
          <pc:sldMk cId="2161059020" sldId="313"/>
        </pc:sldMkLst>
      </pc:sldChg>
      <pc:sldChg chg="delSp modSp add mod modTransition">
        <pc:chgData name="Desmond Moru" userId="6f26e33e-9804-4cd4-bee7-5a63f19038d9" providerId="ADAL" clId="{500D049F-0F40-4C63-9609-41B186F9CCB5}" dt="2024-10-18T07:58:23.427" v="266"/>
        <pc:sldMkLst>
          <pc:docMk/>
          <pc:sldMk cId="3595036149" sldId="314"/>
        </pc:sldMkLst>
        <pc:spChg chg="mod">
          <ac:chgData name="Desmond Moru" userId="6f26e33e-9804-4cd4-bee7-5a63f19038d9" providerId="ADAL" clId="{500D049F-0F40-4C63-9609-41B186F9CCB5}" dt="2024-10-03T14:38:02.301" v="57" actId="20577"/>
          <ac:spMkLst>
            <pc:docMk/>
            <pc:sldMk cId="3595036149" sldId="314"/>
            <ac:spMk id="2" creationId="{00000000-0000-0000-0000-000000000000}"/>
          </ac:spMkLst>
        </pc:spChg>
        <pc:spChg chg="mod">
          <ac:chgData name="Desmond Moru" userId="6f26e33e-9804-4cd4-bee7-5a63f19038d9" providerId="ADAL" clId="{500D049F-0F40-4C63-9609-41B186F9CCB5}" dt="2024-10-03T14:40:22.637" v="75" actId="20577"/>
          <ac:spMkLst>
            <pc:docMk/>
            <pc:sldMk cId="3595036149" sldId="314"/>
            <ac:spMk id="4" creationId="{00000000-0000-0000-0000-000000000000}"/>
          </ac:spMkLst>
        </pc:spChg>
        <pc:picChg chg="del">
          <ac:chgData name="Desmond Moru" userId="6f26e33e-9804-4cd4-bee7-5a63f19038d9" providerId="ADAL" clId="{500D049F-0F40-4C63-9609-41B186F9CCB5}" dt="2024-10-03T14:39:52.209" v="71" actId="478"/>
          <ac:picMkLst>
            <pc:docMk/>
            <pc:sldMk cId="3595036149" sldId="314"/>
            <ac:picMk id="5" creationId="{00000000-0000-0000-0000-000000000000}"/>
          </ac:picMkLst>
        </pc:picChg>
        <pc:picChg chg="del">
          <ac:chgData name="Desmond Moru" userId="6f26e33e-9804-4cd4-bee7-5a63f19038d9" providerId="ADAL" clId="{500D049F-0F40-4C63-9609-41B186F9CCB5}" dt="2024-10-03T14:39:50.461" v="70" actId="478"/>
          <ac:picMkLst>
            <pc:docMk/>
            <pc:sldMk cId="3595036149" sldId="314"/>
            <ac:picMk id="6" creationId="{00000000-0000-0000-0000-000000000000}"/>
          </ac:picMkLst>
        </pc:picChg>
      </pc:sldChg>
      <pc:sldChg chg="addSp delSp modSp new mod modTransition">
        <pc:chgData name="Desmond Moru" userId="6f26e33e-9804-4cd4-bee7-5a63f19038d9" providerId="ADAL" clId="{500D049F-0F40-4C63-9609-41B186F9CCB5}" dt="2024-10-18T07:58:23.427" v="266"/>
        <pc:sldMkLst>
          <pc:docMk/>
          <pc:sldMk cId="2804467880" sldId="315"/>
        </pc:sldMkLst>
        <pc:spChg chg="mod">
          <ac:chgData name="Desmond Moru" userId="6f26e33e-9804-4cd4-bee7-5a63f19038d9" providerId="ADAL" clId="{500D049F-0F40-4C63-9609-41B186F9CCB5}" dt="2024-10-03T14:43:28.577" v="79" actId="404"/>
          <ac:spMkLst>
            <pc:docMk/>
            <pc:sldMk cId="2804467880" sldId="315"/>
            <ac:spMk id="2" creationId="{AA948399-0176-67DD-D82E-B415DCF917D7}"/>
          </ac:spMkLst>
        </pc:spChg>
        <pc:spChg chg="del">
          <ac:chgData name="Desmond Moru" userId="6f26e33e-9804-4cd4-bee7-5a63f19038d9" providerId="ADAL" clId="{500D049F-0F40-4C63-9609-41B186F9CCB5}" dt="2024-10-03T14:43:49.307" v="80" actId="478"/>
          <ac:spMkLst>
            <pc:docMk/>
            <pc:sldMk cId="2804467880" sldId="315"/>
            <ac:spMk id="3" creationId="{B56F117A-5907-D0F6-AD15-DFF094DED356}"/>
          </ac:spMkLst>
        </pc:spChg>
        <pc:picChg chg="add mod modCrop">
          <ac:chgData name="Desmond Moru" userId="6f26e33e-9804-4cd4-bee7-5a63f19038d9" providerId="ADAL" clId="{500D049F-0F40-4C63-9609-41B186F9CCB5}" dt="2024-10-03T14:45:14.131" v="97" actId="1076"/>
          <ac:picMkLst>
            <pc:docMk/>
            <pc:sldMk cId="2804467880" sldId="315"/>
            <ac:picMk id="6" creationId="{E121654E-9829-DB5D-E3DE-BB94C9C1D7E2}"/>
          </ac:picMkLst>
        </pc:picChg>
      </pc:sldChg>
      <pc:sldChg chg="modSp new mod modTransition chgLayout">
        <pc:chgData name="Desmond Moru" userId="6f26e33e-9804-4cd4-bee7-5a63f19038d9" providerId="ADAL" clId="{500D049F-0F40-4C63-9609-41B186F9CCB5}" dt="2024-10-18T07:58:23.427" v="266"/>
        <pc:sldMkLst>
          <pc:docMk/>
          <pc:sldMk cId="2652783828" sldId="316"/>
        </pc:sldMkLst>
        <pc:spChg chg="mod ord">
          <ac:chgData name="Desmond Moru" userId="6f26e33e-9804-4cd4-bee7-5a63f19038d9" providerId="ADAL" clId="{500D049F-0F40-4C63-9609-41B186F9CCB5}" dt="2024-10-03T14:53:48.154" v="128" actId="700"/>
          <ac:spMkLst>
            <pc:docMk/>
            <pc:sldMk cId="2652783828" sldId="316"/>
            <ac:spMk id="2" creationId="{8B835018-FCDA-3171-EDD9-CC8E47E9A7E8}"/>
          </ac:spMkLst>
        </pc:spChg>
        <pc:spChg chg="mod ord">
          <ac:chgData name="Desmond Moru" userId="6f26e33e-9804-4cd4-bee7-5a63f19038d9" providerId="ADAL" clId="{500D049F-0F40-4C63-9609-41B186F9CCB5}" dt="2024-10-03T14:53:48.154" v="128" actId="700"/>
          <ac:spMkLst>
            <pc:docMk/>
            <pc:sldMk cId="2652783828" sldId="316"/>
            <ac:spMk id="3" creationId="{82F2F7E3-AD4C-8B5B-6FAC-BC70FD9459B6}"/>
          </ac:spMkLst>
        </pc:spChg>
        <pc:spChg chg="mod ord">
          <ac:chgData name="Desmond Moru" userId="6f26e33e-9804-4cd4-bee7-5a63f19038d9" providerId="ADAL" clId="{500D049F-0F40-4C63-9609-41B186F9CCB5}" dt="2024-10-03T14:53:48.154" v="128" actId="700"/>
          <ac:spMkLst>
            <pc:docMk/>
            <pc:sldMk cId="2652783828" sldId="316"/>
            <ac:spMk id="4" creationId="{0A786300-A785-60D2-910A-F45F8457DB18}"/>
          </ac:spMkLst>
        </pc:spChg>
      </pc:sldChg>
      <pc:sldChg chg="addSp delSp modSp new mod modTransition">
        <pc:chgData name="Desmond Moru" userId="6f26e33e-9804-4cd4-bee7-5a63f19038d9" providerId="ADAL" clId="{500D049F-0F40-4C63-9609-41B186F9CCB5}" dt="2024-10-18T07:58:23.427" v="266"/>
        <pc:sldMkLst>
          <pc:docMk/>
          <pc:sldMk cId="3055399836" sldId="317"/>
        </pc:sldMkLst>
        <pc:spChg chg="mod">
          <ac:chgData name="Desmond Moru" userId="6f26e33e-9804-4cd4-bee7-5a63f19038d9" providerId="ADAL" clId="{500D049F-0F40-4C63-9609-41B186F9CCB5}" dt="2024-10-03T15:04:41.371" v="238" actId="20577"/>
          <ac:spMkLst>
            <pc:docMk/>
            <pc:sldMk cId="3055399836" sldId="317"/>
            <ac:spMk id="2" creationId="{5B07A42C-9C47-D53B-4993-774B3F1726D2}"/>
          </ac:spMkLst>
        </pc:spChg>
        <pc:spChg chg="del">
          <ac:chgData name="Desmond Moru" userId="6f26e33e-9804-4cd4-bee7-5a63f19038d9" providerId="ADAL" clId="{500D049F-0F40-4C63-9609-41B186F9CCB5}" dt="2024-10-03T14:54:29.555" v="150" actId="478"/>
          <ac:spMkLst>
            <pc:docMk/>
            <pc:sldMk cId="3055399836" sldId="317"/>
            <ac:spMk id="3" creationId="{FC8644F0-986A-9AD7-68EF-113EFC3AC938}"/>
          </ac:spMkLst>
        </pc:spChg>
        <pc:picChg chg="add mod modCrop">
          <ac:chgData name="Desmond Moru" userId="6f26e33e-9804-4cd4-bee7-5a63f19038d9" providerId="ADAL" clId="{500D049F-0F40-4C63-9609-41B186F9CCB5}" dt="2024-10-03T15:02:45.039" v="203" actId="14100"/>
          <ac:picMkLst>
            <pc:docMk/>
            <pc:sldMk cId="3055399836" sldId="317"/>
            <ac:picMk id="6" creationId="{F7B868D1-CB06-F666-BDD1-24045B7813C4}"/>
          </ac:picMkLst>
        </pc:picChg>
        <pc:picChg chg="add mod modCrop">
          <ac:chgData name="Desmond Moru" userId="6f26e33e-9804-4cd4-bee7-5a63f19038d9" providerId="ADAL" clId="{500D049F-0F40-4C63-9609-41B186F9CCB5}" dt="2024-10-03T15:04:01.217" v="214" actId="1076"/>
          <ac:picMkLst>
            <pc:docMk/>
            <pc:sldMk cId="3055399836" sldId="317"/>
            <ac:picMk id="8" creationId="{4B8C5098-457E-2082-1B70-700249541755}"/>
          </ac:picMkLst>
        </pc:picChg>
      </pc:sldChg>
      <pc:sldChg chg="modSp add mod modTransition">
        <pc:chgData name="Desmond Moru" userId="6f26e33e-9804-4cd4-bee7-5a63f19038d9" providerId="ADAL" clId="{500D049F-0F40-4C63-9609-41B186F9CCB5}" dt="2024-10-18T07:58:23.427" v="266"/>
        <pc:sldMkLst>
          <pc:docMk/>
          <pc:sldMk cId="1140187570" sldId="318"/>
        </pc:sldMkLst>
        <pc:spChg chg="mod">
          <ac:chgData name="Desmond Moru" userId="6f26e33e-9804-4cd4-bee7-5a63f19038d9" providerId="ADAL" clId="{500D049F-0F40-4C63-9609-41B186F9CCB5}" dt="2024-10-03T15:01:58.710" v="197" actId="20577"/>
          <ac:spMkLst>
            <pc:docMk/>
            <pc:sldMk cId="1140187570" sldId="318"/>
            <ac:spMk id="3" creationId="{82F2F7E3-AD4C-8B5B-6FAC-BC70FD9459B6}"/>
          </ac:spMkLst>
        </pc:spChg>
      </pc:sldChg>
      <pc:sldMasterChg chg="modTransition modSldLayout">
        <pc:chgData name="Desmond Moru" userId="6f26e33e-9804-4cd4-bee7-5a63f19038d9" providerId="ADAL" clId="{500D049F-0F40-4C63-9609-41B186F9CCB5}" dt="2024-10-18T07:58:23.427" v="266"/>
        <pc:sldMasterMkLst>
          <pc:docMk/>
          <pc:sldMasterMk cId="3859536403" sldId="2147483660"/>
        </pc:sldMasterMkLst>
        <pc:sldLayoutChg chg="modTransition">
          <pc:chgData name="Desmond Moru" userId="6f26e33e-9804-4cd4-bee7-5a63f19038d9" providerId="ADAL" clId="{500D049F-0F40-4C63-9609-41B186F9CCB5}" dt="2024-10-18T07:58:23.427" v="266"/>
          <pc:sldLayoutMkLst>
            <pc:docMk/>
            <pc:sldMasterMk cId="3859536403" sldId="2147483660"/>
            <pc:sldLayoutMk cId="502740058" sldId="2147483661"/>
          </pc:sldLayoutMkLst>
        </pc:sldLayoutChg>
        <pc:sldLayoutChg chg="modTransition">
          <pc:chgData name="Desmond Moru" userId="6f26e33e-9804-4cd4-bee7-5a63f19038d9" providerId="ADAL" clId="{500D049F-0F40-4C63-9609-41B186F9CCB5}" dt="2024-10-18T07:58:23.427" v="266"/>
          <pc:sldLayoutMkLst>
            <pc:docMk/>
            <pc:sldMasterMk cId="3859536403" sldId="2147483660"/>
            <pc:sldLayoutMk cId="2743776217" sldId="2147483662"/>
          </pc:sldLayoutMkLst>
        </pc:sldLayoutChg>
        <pc:sldLayoutChg chg="modTransition">
          <pc:chgData name="Desmond Moru" userId="6f26e33e-9804-4cd4-bee7-5a63f19038d9" providerId="ADAL" clId="{500D049F-0F40-4C63-9609-41B186F9CCB5}" dt="2024-10-18T07:58:23.427" v="266"/>
          <pc:sldLayoutMkLst>
            <pc:docMk/>
            <pc:sldMasterMk cId="3859536403" sldId="2147483660"/>
            <pc:sldLayoutMk cId="4240188400" sldId="2147483663"/>
          </pc:sldLayoutMkLst>
        </pc:sldLayoutChg>
        <pc:sldLayoutChg chg="modTransition">
          <pc:chgData name="Desmond Moru" userId="6f26e33e-9804-4cd4-bee7-5a63f19038d9" providerId="ADAL" clId="{500D049F-0F40-4C63-9609-41B186F9CCB5}" dt="2024-10-18T07:58:23.427" v="266"/>
          <pc:sldLayoutMkLst>
            <pc:docMk/>
            <pc:sldMasterMk cId="3859536403" sldId="2147483660"/>
            <pc:sldLayoutMk cId="671974243" sldId="2147483664"/>
          </pc:sldLayoutMkLst>
        </pc:sldLayoutChg>
        <pc:sldLayoutChg chg="modTransition">
          <pc:chgData name="Desmond Moru" userId="6f26e33e-9804-4cd4-bee7-5a63f19038d9" providerId="ADAL" clId="{500D049F-0F40-4C63-9609-41B186F9CCB5}" dt="2024-10-18T07:58:23.427" v="266"/>
          <pc:sldLayoutMkLst>
            <pc:docMk/>
            <pc:sldMasterMk cId="3859536403" sldId="2147483660"/>
            <pc:sldLayoutMk cId="1057792771" sldId="2147483665"/>
          </pc:sldLayoutMkLst>
        </pc:sldLayoutChg>
        <pc:sldLayoutChg chg="modTransition">
          <pc:chgData name="Desmond Moru" userId="6f26e33e-9804-4cd4-bee7-5a63f19038d9" providerId="ADAL" clId="{500D049F-0F40-4C63-9609-41B186F9CCB5}" dt="2024-10-18T07:58:23.427" v="266"/>
          <pc:sldLayoutMkLst>
            <pc:docMk/>
            <pc:sldMasterMk cId="3859536403" sldId="2147483660"/>
            <pc:sldLayoutMk cId="2913036690" sldId="2147483666"/>
          </pc:sldLayoutMkLst>
        </pc:sldLayoutChg>
        <pc:sldLayoutChg chg="modTransition">
          <pc:chgData name="Desmond Moru" userId="6f26e33e-9804-4cd4-bee7-5a63f19038d9" providerId="ADAL" clId="{500D049F-0F40-4C63-9609-41B186F9CCB5}" dt="2024-10-18T07:58:23.427" v="266"/>
          <pc:sldLayoutMkLst>
            <pc:docMk/>
            <pc:sldMasterMk cId="3859536403" sldId="2147483660"/>
            <pc:sldLayoutMk cId="3163871700" sldId="2147483667"/>
          </pc:sldLayoutMkLst>
        </pc:sldLayoutChg>
        <pc:sldLayoutChg chg="modTransition">
          <pc:chgData name="Desmond Moru" userId="6f26e33e-9804-4cd4-bee7-5a63f19038d9" providerId="ADAL" clId="{500D049F-0F40-4C63-9609-41B186F9CCB5}" dt="2024-10-18T07:58:23.427" v="266"/>
          <pc:sldLayoutMkLst>
            <pc:docMk/>
            <pc:sldMasterMk cId="3859536403" sldId="2147483660"/>
            <pc:sldLayoutMk cId="1418768870" sldId="2147483668"/>
          </pc:sldLayoutMkLst>
        </pc:sldLayoutChg>
        <pc:sldLayoutChg chg="modTransition">
          <pc:chgData name="Desmond Moru" userId="6f26e33e-9804-4cd4-bee7-5a63f19038d9" providerId="ADAL" clId="{500D049F-0F40-4C63-9609-41B186F9CCB5}" dt="2024-10-18T07:58:23.427" v="266"/>
          <pc:sldLayoutMkLst>
            <pc:docMk/>
            <pc:sldMasterMk cId="3859536403" sldId="2147483660"/>
            <pc:sldLayoutMk cId="2037896746" sldId="2147483669"/>
          </pc:sldLayoutMkLst>
        </pc:sldLayoutChg>
        <pc:sldLayoutChg chg="modTransition">
          <pc:chgData name="Desmond Moru" userId="6f26e33e-9804-4cd4-bee7-5a63f19038d9" providerId="ADAL" clId="{500D049F-0F40-4C63-9609-41B186F9CCB5}" dt="2024-10-18T07:58:23.427" v="266"/>
          <pc:sldLayoutMkLst>
            <pc:docMk/>
            <pc:sldMasterMk cId="3859536403" sldId="2147483660"/>
            <pc:sldLayoutMk cId="2510672242" sldId="2147483670"/>
          </pc:sldLayoutMkLst>
        </pc:sldLayoutChg>
        <pc:sldLayoutChg chg="modTransition">
          <pc:chgData name="Desmond Moru" userId="6f26e33e-9804-4cd4-bee7-5a63f19038d9" providerId="ADAL" clId="{500D049F-0F40-4C63-9609-41B186F9CCB5}" dt="2024-10-18T07:58:23.427" v="266"/>
          <pc:sldLayoutMkLst>
            <pc:docMk/>
            <pc:sldMasterMk cId="3859536403" sldId="2147483660"/>
            <pc:sldLayoutMk cId="1273692257" sldId="2147483671"/>
          </pc:sldLayoutMkLst>
        </pc:sldLayoutChg>
      </pc:sldMasterChg>
    </pc:docChg>
  </pc:docChgLst>
  <pc:docChgLst>
    <pc:chgData name="Guest User" userId="S::urn:spo:anon#5621d96fc66bcf79c03a6c5f70ffd2b76f4580e5910b10fe7c439bf58dbec641::" providerId="AD" clId="Web-{D46BCF6F-710B-48E5-E195-5AB0FE6A8BBE}"/>
    <pc:docChg chg="modSld">
      <pc:chgData name="Guest User" userId="S::urn:spo:anon#5621d96fc66bcf79c03a6c5f70ffd2b76f4580e5910b10fe7c439bf58dbec641::" providerId="AD" clId="Web-{D46BCF6F-710B-48E5-E195-5AB0FE6A8BBE}" dt="2023-10-12T14:26:26.148" v="1"/>
      <pc:docMkLst>
        <pc:docMk/>
      </pc:docMkLst>
      <pc:sldChg chg="modSp">
        <pc:chgData name="Guest User" userId="S::urn:spo:anon#5621d96fc66bcf79c03a6c5f70ffd2b76f4580e5910b10fe7c439bf58dbec641::" providerId="AD" clId="Web-{D46BCF6F-710B-48E5-E195-5AB0FE6A8BBE}" dt="2023-10-12T14:26:26.148" v="1"/>
        <pc:sldMkLst>
          <pc:docMk/>
          <pc:sldMk cId="723215908" sldId="304"/>
        </pc:sldMkLst>
        <pc:graphicFrameChg chg="mod modGraphic">
          <ac:chgData name="Guest User" userId="S::urn:spo:anon#5621d96fc66bcf79c03a6c5f70ffd2b76f4580e5910b10fe7c439bf58dbec641::" providerId="AD" clId="Web-{D46BCF6F-710B-48E5-E195-5AB0FE6A8BBE}" dt="2023-10-12T14:26:26.148" v="1"/>
          <ac:graphicFrameMkLst>
            <pc:docMk/>
            <pc:sldMk cId="723215908" sldId="304"/>
            <ac:graphicFrameMk id="5" creationId="{00000000-0000-0000-0000-000000000000}"/>
          </ac:graphicFrameMkLst>
        </pc:graphicFrameChg>
      </pc:sldChg>
    </pc:docChg>
  </pc:docChgLst>
  <pc:docChgLst>
    <pc:chgData name="Odinaka Ife-mbonu" userId="S::odinaka.ife-mbonu@pau.edu.ng::44408667-ec5f-477f-b87f-41449fe21938" providerId="AD" clId="Web-{9BD42282-7B2F-5DE7-9100-A53CF0FEFBB2}"/>
    <pc:docChg chg="modSld">
      <pc:chgData name="Odinaka Ife-mbonu" userId="S::odinaka.ife-mbonu@pau.edu.ng::44408667-ec5f-477f-b87f-41449fe21938" providerId="AD" clId="Web-{9BD42282-7B2F-5DE7-9100-A53CF0FEFBB2}" dt="2024-02-13T17:44:30.443" v="23" actId="20577"/>
      <pc:docMkLst>
        <pc:docMk/>
      </pc:docMkLst>
      <pc:sldChg chg="modSp">
        <pc:chgData name="Odinaka Ife-mbonu" userId="S::odinaka.ife-mbonu@pau.edu.ng::44408667-ec5f-477f-b87f-41449fe21938" providerId="AD" clId="Web-{9BD42282-7B2F-5DE7-9100-A53CF0FEFBB2}" dt="2024-02-13T17:44:30.443" v="23" actId="20577"/>
        <pc:sldMkLst>
          <pc:docMk/>
          <pc:sldMk cId="2079728312" sldId="264"/>
        </pc:sldMkLst>
        <pc:spChg chg="mod">
          <ac:chgData name="Odinaka Ife-mbonu" userId="S::odinaka.ife-mbonu@pau.edu.ng::44408667-ec5f-477f-b87f-41449fe21938" providerId="AD" clId="Web-{9BD42282-7B2F-5DE7-9100-A53CF0FEFBB2}" dt="2024-02-13T17:44:30.443" v="23" actId="20577"/>
          <ac:spMkLst>
            <pc:docMk/>
            <pc:sldMk cId="2079728312" sldId="264"/>
            <ac:spMk id="5" creationId="{3C847A82-E670-429C-9213-9318B43514E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615C2D-BB7B-45F1-9680-DD44D29C6D7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CFFC6E2-0F1C-459C-BBCE-94E2338ABC68}">
      <dgm:prSet phldrT="[Text]"/>
      <dgm:spPr/>
      <dgm:t>
        <a:bodyPr/>
        <a:lstStyle/>
        <a:p>
          <a:r>
            <a:rPr lang="en-US">
              <a:solidFill>
                <a:schemeClr val="bg1"/>
              </a:solidFill>
            </a:rPr>
            <a:t>It deals with:</a:t>
          </a:r>
        </a:p>
      </dgm:t>
    </dgm:pt>
    <dgm:pt modelId="{5FB38002-6DD0-4E98-8113-2AD9A5B8FC4E}" type="parTrans" cxnId="{9537041D-D5E1-418D-B11F-D5FB38BABD91}">
      <dgm:prSet/>
      <dgm:spPr/>
      <dgm:t>
        <a:bodyPr/>
        <a:lstStyle/>
        <a:p>
          <a:endParaRPr lang="en-US"/>
        </a:p>
      </dgm:t>
    </dgm:pt>
    <dgm:pt modelId="{7907D7ED-C7BC-4FCC-A344-DEBF6961FFBC}" type="sibTrans" cxnId="{9537041D-D5E1-418D-B11F-D5FB38BABD91}">
      <dgm:prSet/>
      <dgm:spPr/>
      <dgm:t>
        <a:bodyPr/>
        <a:lstStyle/>
        <a:p>
          <a:endParaRPr lang="en-US"/>
        </a:p>
      </dgm:t>
    </dgm:pt>
    <dgm:pt modelId="{E2FC84FA-492F-46F5-8748-0325CEF43AD0}">
      <dgm:prSet phldrT="[Text]"/>
      <dgm:spPr/>
      <dgm:t>
        <a:bodyPr/>
        <a:lstStyle/>
        <a:p>
          <a:r>
            <a:rPr lang="en-US"/>
            <a:t>The theory of computation</a:t>
          </a:r>
        </a:p>
      </dgm:t>
    </dgm:pt>
    <dgm:pt modelId="{ADF89480-24C7-4986-BE91-36222DE36651}" type="parTrans" cxnId="{415E2D08-667A-4CC0-B1BF-426774874391}">
      <dgm:prSet/>
      <dgm:spPr/>
      <dgm:t>
        <a:bodyPr/>
        <a:lstStyle/>
        <a:p>
          <a:endParaRPr lang="en-US"/>
        </a:p>
      </dgm:t>
    </dgm:pt>
    <dgm:pt modelId="{D9374F82-A1B5-4850-ACE4-97C1165061C7}" type="sibTrans" cxnId="{415E2D08-667A-4CC0-B1BF-426774874391}">
      <dgm:prSet/>
      <dgm:spPr/>
      <dgm:t>
        <a:bodyPr/>
        <a:lstStyle/>
        <a:p>
          <a:endParaRPr lang="en-US"/>
        </a:p>
      </dgm:t>
    </dgm:pt>
    <dgm:pt modelId="{D1E144B6-9D68-405E-8CD9-CE13A908C55F}">
      <dgm:prSet phldrT="[Text]"/>
      <dgm:spPr/>
      <dgm:t>
        <a:bodyPr/>
        <a:lstStyle/>
        <a:p>
          <a:r>
            <a:rPr lang="en-US">
              <a:solidFill>
                <a:schemeClr val="tx2">
                  <a:lumMod val="50000"/>
                </a:schemeClr>
              </a:solidFill>
            </a:rPr>
            <a:t>Algorithms, </a:t>
          </a:r>
          <a:endParaRPr lang="en-US"/>
        </a:p>
      </dgm:t>
    </dgm:pt>
    <dgm:pt modelId="{EC92ED57-D16C-42D8-9461-BF89A2545895}" type="parTrans" cxnId="{30EA4016-788E-4E23-8616-F353D2B92A58}">
      <dgm:prSet/>
      <dgm:spPr/>
      <dgm:t>
        <a:bodyPr/>
        <a:lstStyle/>
        <a:p>
          <a:endParaRPr lang="en-US"/>
        </a:p>
      </dgm:t>
    </dgm:pt>
    <dgm:pt modelId="{F4E5231B-A1BA-4CF4-BD16-BB381E0117D5}" type="sibTrans" cxnId="{30EA4016-788E-4E23-8616-F353D2B92A58}">
      <dgm:prSet/>
      <dgm:spPr/>
      <dgm:t>
        <a:bodyPr/>
        <a:lstStyle/>
        <a:p>
          <a:endParaRPr lang="en-US"/>
        </a:p>
      </dgm:t>
    </dgm:pt>
    <dgm:pt modelId="{469BF52B-5F5C-439B-B762-AF8C428D1D13}">
      <dgm:prSet phldrT="[Text]"/>
      <dgm:spPr/>
      <dgm:t>
        <a:bodyPr/>
        <a:lstStyle/>
        <a:p>
          <a:r>
            <a:rPr lang="en-US">
              <a:solidFill>
                <a:schemeClr val="tx2">
                  <a:lumMod val="50000"/>
                </a:schemeClr>
              </a:solidFill>
            </a:rPr>
            <a:t>Computational problems and</a:t>
          </a:r>
          <a:endParaRPr lang="en-US"/>
        </a:p>
      </dgm:t>
    </dgm:pt>
    <dgm:pt modelId="{51520576-CA95-4CA9-B3CD-F01569E2ACD5}" type="parTrans" cxnId="{E888154B-C2C4-4A6B-96A5-3A4859AE22AD}">
      <dgm:prSet/>
      <dgm:spPr/>
      <dgm:t>
        <a:bodyPr/>
        <a:lstStyle/>
        <a:p>
          <a:endParaRPr lang="en-US"/>
        </a:p>
      </dgm:t>
    </dgm:pt>
    <dgm:pt modelId="{E4B5D110-4389-43FC-B823-FCACC69F8007}" type="sibTrans" cxnId="{E888154B-C2C4-4A6B-96A5-3A4859AE22AD}">
      <dgm:prSet/>
      <dgm:spPr/>
      <dgm:t>
        <a:bodyPr/>
        <a:lstStyle/>
        <a:p>
          <a:endParaRPr lang="en-US"/>
        </a:p>
      </dgm:t>
    </dgm:pt>
    <dgm:pt modelId="{EE6EAB44-FD4B-4DCC-9DFE-259EEA4C78D3}">
      <dgm:prSet phldrT="[Text]"/>
      <dgm:spPr/>
      <dgm:t>
        <a:bodyPr/>
        <a:lstStyle/>
        <a:p>
          <a:r>
            <a:rPr lang="en-US">
              <a:solidFill>
                <a:schemeClr val="tx2">
                  <a:lumMod val="50000"/>
                </a:schemeClr>
              </a:solidFill>
            </a:rPr>
            <a:t>The design of computer systems; hardware, software and applications. </a:t>
          </a:r>
          <a:endParaRPr lang="en-US"/>
        </a:p>
      </dgm:t>
    </dgm:pt>
    <dgm:pt modelId="{0AF650B9-56AF-4746-8D7C-5EB81072C9F0}" type="parTrans" cxnId="{8B769C2E-BF50-4C59-ADD3-5206AB902CB3}">
      <dgm:prSet/>
      <dgm:spPr/>
      <dgm:t>
        <a:bodyPr/>
        <a:lstStyle/>
        <a:p>
          <a:endParaRPr lang="en-US"/>
        </a:p>
      </dgm:t>
    </dgm:pt>
    <dgm:pt modelId="{A0D7B027-759E-4EE7-A231-30EA8C463D52}" type="sibTrans" cxnId="{8B769C2E-BF50-4C59-ADD3-5206AB902CB3}">
      <dgm:prSet/>
      <dgm:spPr/>
      <dgm:t>
        <a:bodyPr/>
        <a:lstStyle/>
        <a:p>
          <a:endParaRPr lang="en-US"/>
        </a:p>
      </dgm:t>
    </dgm:pt>
    <dgm:pt modelId="{5970B092-0206-4943-AA7E-EC596731342D}">
      <dgm:prSet phldrT="[Text]"/>
      <dgm:spPr/>
      <dgm:t>
        <a:bodyPr/>
        <a:lstStyle/>
        <a:p>
          <a:r>
            <a:rPr lang="en-US">
              <a:solidFill>
                <a:schemeClr val="bg1"/>
              </a:solidFill>
            </a:rPr>
            <a:t>Computer scientists deal mostly with software and software systems; this includes their theory, design, development, and application</a:t>
          </a:r>
        </a:p>
      </dgm:t>
    </dgm:pt>
    <dgm:pt modelId="{A8844FE6-9B26-4E58-B9D1-EA2E823845DD}" type="parTrans" cxnId="{609DA9D4-6FD4-425E-A946-204B75E41F48}">
      <dgm:prSet/>
      <dgm:spPr/>
      <dgm:t>
        <a:bodyPr/>
        <a:lstStyle/>
        <a:p>
          <a:endParaRPr lang="en-US"/>
        </a:p>
      </dgm:t>
    </dgm:pt>
    <dgm:pt modelId="{8AB814B7-3C5A-45E0-987F-AD87B20B1C7C}" type="sibTrans" cxnId="{609DA9D4-6FD4-425E-A946-204B75E41F48}">
      <dgm:prSet/>
      <dgm:spPr/>
      <dgm:t>
        <a:bodyPr/>
        <a:lstStyle/>
        <a:p>
          <a:endParaRPr lang="en-US"/>
        </a:p>
      </dgm:t>
    </dgm:pt>
    <dgm:pt modelId="{E37A8C3D-E715-4938-9183-D70D0DA64682}">
      <dgm:prSet phldrT="[Text]"/>
      <dgm:spPr/>
      <dgm:t>
        <a:bodyPr/>
        <a:lstStyle/>
        <a:p>
          <a:r>
            <a:rPr lang="en-US">
              <a:solidFill>
                <a:schemeClr val="bg1"/>
              </a:solidFill>
            </a:rPr>
            <a:t>Computer Science can be defined as the study of computers and computational systems.</a:t>
          </a:r>
        </a:p>
      </dgm:t>
    </dgm:pt>
    <dgm:pt modelId="{B41DA7CE-2B04-427A-B848-C83C0E9F9E1C}" type="parTrans" cxnId="{C24D0914-8A3B-455A-8A23-B31FB5DAE836}">
      <dgm:prSet/>
      <dgm:spPr/>
      <dgm:t>
        <a:bodyPr/>
        <a:lstStyle/>
        <a:p>
          <a:endParaRPr lang="en-US"/>
        </a:p>
      </dgm:t>
    </dgm:pt>
    <dgm:pt modelId="{B727B91D-CA6A-4C89-82AF-BA9908ECB7FA}" type="sibTrans" cxnId="{C24D0914-8A3B-455A-8A23-B31FB5DAE836}">
      <dgm:prSet/>
      <dgm:spPr/>
      <dgm:t>
        <a:bodyPr/>
        <a:lstStyle/>
        <a:p>
          <a:endParaRPr lang="en-US"/>
        </a:p>
      </dgm:t>
    </dgm:pt>
    <dgm:pt modelId="{4E25DF09-0CB6-44FD-83FC-10C43C30D349}" type="pres">
      <dgm:prSet presAssocID="{66615C2D-BB7B-45F1-9680-DD44D29C6D79}" presName="linear" presStyleCnt="0">
        <dgm:presLayoutVars>
          <dgm:animLvl val="lvl"/>
          <dgm:resizeHandles val="exact"/>
        </dgm:presLayoutVars>
      </dgm:prSet>
      <dgm:spPr/>
    </dgm:pt>
    <dgm:pt modelId="{CA8AB16E-E75C-47B1-B9BC-3EA1766895F1}" type="pres">
      <dgm:prSet presAssocID="{E37A8C3D-E715-4938-9183-D70D0DA64682}" presName="parentText" presStyleLbl="node1" presStyleIdx="0" presStyleCnt="3">
        <dgm:presLayoutVars>
          <dgm:chMax val="0"/>
          <dgm:bulletEnabled val="1"/>
        </dgm:presLayoutVars>
      </dgm:prSet>
      <dgm:spPr/>
    </dgm:pt>
    <dgm:pt modelId="{1D915E11-7D9A-446B-8C7F-374E4D1D1BB2}" type="pres">
      <dgm:prSet presAssocID="{B727B91D-CA6A-4C89-82AF-BA9908ECB7FA}" presName="spacer" presStyleCnt="0"/>
      <dgm:spPr/>
    </dgm:pt>
    <dgm:pt modelId="{10B0E00C-06CC-43FB-AD71-002A66CDD07D}" type="pres">
      <dgm:prSet presAssocID="{5970B092-0206-4943-AA7E-EC596731342D}" presName="parentText" presStyleLbl="node1" presStyleIdx="1" presStyleCnt="3">
        <dgm:presLayoutVars>
          <dgm:chMax val="0"/>
          <dgm:bulletEnabled val="1"/>
        </dgm:presLayoutVars>
      </dgm:prSet>
      <dgm:spPr/>
    </dgm:pt>
    <dgm:pt modelId="{7FBFA6BB-F654-40BC-A49A-562CC8781C91}" type="pres">
      <dgm:prSet presAssocID="{8AB814B7-3C5A-45E0-987F-AD87B20B1C7C}" presName="spacer" presStyleCnt="0"/>
      <dgm:spPr/>
    </dgm:pt>
    <dgm:pt modelId="{02144E1A-1D58-4618-99DD-A21977409855}" type="pres">
      <dgm:prSet presAssocID="{ACFFC6E2-0F1C-459C-BBCE-94E2338ABC68}" presName="parentText" presStyleLbl="node1" presStyleIdx="2" presStyleCnt="3" custScaleY="70884">
        <dgm:presLayoutVars>
          <dgm:chMax val="0"/>
          <dgm:bulletEnabled val="1"/>
        </dgm:presLayoutVars>
      </dgm:prSet>
      <dgm:spPr/>
    </dgm:pt>
    <dgm:pt modelId="{8CD3A495-FA68-4D13-AC62-C0F5D32C5A2C}" type="pres">
      <dgm:prSet presAssocID="{ACFFC6E2-0F1C-459C-BBCE-94E2338ABC68}" presName="childText" presStyleLbl="revTx" presStyleIdx="0" presStyleCnt="1">
        <dgm:presLayoutVars>
          <dgm:bulletEnabled val="1"/>
        </dgm:presLayoutVars>
      </dgm:prSet>
      <dgm:spPr/>
    </dgm:pt>
  </dgm:ptLst>
  <dgm:cxnLst>
    <dgm:cxn modelId="{3E209D03-8519-4ABA-B582-0555CF2BF8C9}" type="presOf" srcId="{5970B092-0206-4943-AA7E-EC596731342D}" destId="{10B0E00C-06CC-43FB-AD71-002A66CDD07D}" srcOrd="0" destOrd="0" presId="urn:microsoft.com/office/officeart/2005/8/layout/vList2"/>
    <dgm:cxn modelId="{415E2D08-667A-4CC0-B1BF-426774874391}" srcId="{ACFFC6E2-0F1C-459C-BBCE-94E2338ABC68}" destId="{E2FC84FA-492F-46F5-8748-0325CEF43AD0}" srcOrd="0" destOrd="0" parTransId="{ADF89480-24C7-4986-BE91-36222DE36651}" sibTransId="{D9374F82-A1B5-4850-ACE4-97C1165061C7}"/>
    <dgm:cxn modelId="{B8DE2911-4EA3-4A7D-A097-F3E0CE06928B}" type="presOf" srcId="{ACFFC6E2-0F1C-459C-BBCE-94E2338ABC68}" destId="{02144E1A-1D58-4618-99DD-A21977409855}" srcOrd="0" destOrd="0" presId="urn:microsoft.com/office/officeart/2005/8/layout/vList2"/>
    <dgm:cxn modelId="{C24D0914-8A3B-455A-8A23-B31FB5DAE836}" srcId="{66615C2D-BB7B-45F1-9680-DD44D29C6D79}" destId="{E37A8C3D-E715-4938-9183-D70D0DA64682}" srcOrd="0" destOrd="0" parTransId="{B41DA7CE-2B04-427A-B848-C83C0E9F9E1C}" sibTransId="{B727B91D-CA6A-4C89-82AF-BA9908ECB7FA}"/>
    <dgm:cxn modelId="{30EA4016-788E-4E23-8616-F353D2B92A58}" srcId="{ACFFC6E2-0F1C-459C-BBCE-94E2338ABC68}" destId="{D1E144B6-9D68-405E-8CD9-CE13A908C55F}" srcOrd="1" destOrd="0" parTransId="{EC92ED57-D16C-42D8-9461-BF89A2545895}" sibTransId="{F4E5231B-A1BA-4CF4-BD16-BB381E0117D5}"/>
    <dgm:cxn modelId="{F21E2E1C-72E0-440F-87D9-04F724154470}" type="presOf" srcId="{66615C2D-BB7B-45F1-9680-DD44D29C6D79}" destId="{4E25DF09-0CB6-44FD-83FC-10C43C30D349}" srcOrd="0" destOrd="0" presId="urn:microsoft.com/office/officeart/2005/8/layout/vList2"/>
    <dgm:cxn modelId="{9537041D-D5E1-418D-B11F-D5FB38BABD91}" srcId="{66615C2D-BB7B-45F1-9680-DD44D29C6D79}" destId="{ACFFC6E2-0F1C-459C-BBCE-94E2338ABC68}" srcOrd="2" destOrd="0" parTransId="{5FB38002-6DD0-4E98-8113-2AD9A5B8FC4E}" sibTransId="{7907D7ED-C7BC-4FCC-A344-DEBF6961FFBC}"/>
    <dgm:cxn modelId="{F55A6E23-C124-4D1E-8631-AE4BAB5236D3}" type="presOf" srcId="{EE6EAB44-FD4B-4DCC-9DFE-259EEA4C78D3}" destId="{8CD3A495-FA68-4D13-AC62-C0F5D32C5A2C}" srcOrd="0" destOrd="3" presId="urn:microsoft.com/office/officeart/2005/8/layout/vList2"/>
    <dgm:cxn modelId="{8B769C2E-BF50-4C59-ADD3-5206AB902CB3}" srcId="{ACFFC6E2-0F1C-459C-BBCE-94E2338ABC68}" destId="{EE6EAB44-FD4B-4DCC-9DFE-259EEA4C78D3}" srcOrd="3" destOrd="0" parTransId="{0AF650B9-56AF-4746-8D7C-5EB81072C9F0}" sibTransId="{A0D7B027-759E-4EE7-A231-30EA8C463D52}"/>
    <dgm:cxn modelId="{E888154B-C2C4-4A6B-96A5-3A4859AE22AD}" srcId="{ACFFC6E2-0F1C-459C-BBCE-94E2338ABC68}" destId="{469BF52B-5F5C-439B-B762-AF8C428D1D13}" srcOrd="2" destOrd="0" parTransId="{51520576-CA95-4CA9-B3CD-F01569E2ACD5}" sibTransId="{E4B5D110-4389-43FC-B823-FCACC69F8007}"/>
    <dgm:cxn modelId="{2B00E77D-C158-4D35-81D5-B1E0EFA99E82}" type="presOf" srcId="{E2FC84FA-492F-46F5-8748-0325CEF43AD0}" destId="{8CD3A495-FA68-4D13-AC62-C0F5D32C5A2C}" srcOrd="0" destOrd="0" presId="urn:microsoft.com/office/officeart/2005/8/layout/vList2"/>
    <dgm:cxn modelId="{88CB4D80-31FE-426D-A128-82462C96D8E8}" type="presOf" srcId="{469BF52B-5F5C-439B-B762-AF8C428D1D13}" destId="{8CD3A495-FA68-4D13-AC62-C0F5D32C5A2C}" srcOrd="0" destOrd="2" presId="urn:microsoft.com/office/officeart/2005/8/layout/vList2"/>
    <dgm:cxn modelId="{10C3528D-682E-497C-9F4A-172A2080C56F}" type="presOf" srcId="{E37A8C3D-E715-4938-9183-D70D0DA64682}" destId="{CA8AB16E-E75C-47B1-B9BC-3EA1766895F1}" srcOrd="0" destOrd="0" presId="urn:microsoft.com/office/officeart/2005/8/layout/vList2"/>
    <dgm:cxn modelId="{609DA9D4-6FD4-425E-A946-204B75E41F48}" srcId="{66615C2D-BB7B-45F1-9680-DD44D29C6D79}" destId="{5970B092-0206-4943-AA7E-EC596731342D}" srcOrd="1" destOrd="0" parTransId="{A8844FE6-9B26-4E58-B9D1-EA2E823845DD}" sibTransId="{8AB814B7-3C5A-45E0-987F-AD87B20B1C7C}"/>
    <dgm:cxn modelId="{4A7BBCFC-8212-4F6B-A9ED-E61AE88FC6F9}" type="presOf" srcId="{D1E144B6-9D68-405E-8CD9-CE13A908C55F}" destId="{8CD3A495-FA68-4D13-AC62-C0F5D32C5A2C}" srcOrd="0" destOrd="1" presId="urn:microsoft.com/office/officeart/2005/8/layout/vList2"/>
    <dgm:cxn modelId="{93AAA9AE-1B63-472F-9332-EDC8B794019E}" type="presParOf" srcId="{4E25DF09-0CB6-44FD-83FC-10C43C30D349}" destId="{CA8AB16E-E75C-47B1-B9BC-3EA1766895F1}" srcOrd="0" destOrd="0" presId="urn:microsoft.com/office/officeart/2005/8/layout/vList2"/>
    <dgm:cxn modelId="{D7DE6AE9-55CD-4391-9769-A72AD2BE4C0D}" type="presParOf" srcId="{4E25DF09-0CB6-44FD-83FC-10C43C30D349}" destId="{1D915E11-7D9A-446B-8C7F-374E4D1D1BB2}" srcOrd="1" destOrd="0" presId="urn:microsoft.com/office/officeart/2005/8/layout/vList2"/>
    <dgm:cxn modelId="{F1670449-9C41-4379-B9A9-D684BB71ADB6}" type="presParOf" srcId="{4E25DF09-0CB6-44FD-83FC-10C43C30D349}" destId="{10B0E00C-06CC-43FB-AD71-002A66CDD07D}" srcOrd="2" destOrd="0" presId="urn:microsoft.com/office/officeart/2005/8/layout/vList2"/>
    <dgm:cxn modelId="{E55BE5E3-127C-4AF8-B8A7-4DD04A5D5DE9}" type="presParOf" srcId="{4E25DF09-0CB6-44FD-83FC-10C43C30D349}" destId="{7FBFA6BB-F654-40BC-A49A-562CC8781C91}" srcOrd="3" destOrd="0" presId="urn:microsoft.com/office/officeart/2005/8/layout/vList2"/>
    <dgm:cxn modelId="{D958871B-B9F3-46F0-9EF2-A9BF041BAD09}" type="presParOf" srcId="{4E25DF09-0CB6-44FD-83FC-10C43C30D349}" destId="{02144E1A-1D58-4618-99DD-A21977409855}" srcOrd="4" destOrd="0" presId="urn:microsoft.com/office/officeart/2005/8/layout/vList2"/>
    <dgm:cxn modelId="{EB4C3F5D-9D08-4199-91C2-BC9763F95BF8}" type="presParOf" srcId="{4E25DF09-0CB6-44FD-83FC-10C43C30D349}" destId="{8CD3A495-FA68-4D13-AC62-C0F5D32C5A2C}"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1E66398-C962-4B68-B50D-18415EE0F41E}"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377B5E89-4E0C-4405-AD91-2F51FAE9C235}">
      <dgm:prSet/>
      <dgm:spPr/>
      <dgm:t>
        <a:bodyPr/>
        <a:lstStyle/>
        <a:p>
          <a:r>
            <a:rPr lang="en-US"/>
            <a:t>SPEED:</a:t>
          </a:r>
        </a:p>
      </dgm:t>
    </dgm:pt>
    <dgm:pt modelId="{FFD39E6E-2F72-4842-BA70-E9A76401F507}" type="parTrans" cxnId="{4055A33F-C018-4852-9BD4-618F035ACF4A}">
      <dgm:prSet/>
      <dgm:spPr/>
      <dgm:t>
        <a:bodyPr/>
        <a:lstStyle/>
        <a:p>
          <a:endParaRPr lang="en-US"/>
        </a:p>
      </dgm:t>
    </dgm:pt>
    <dgm:pt modelId="{97EEB58E-43F9-4847-A34C-02A7E78B1912}" type="sibTrans" cxnId="{4055A33F-C018-4852-9BD4-618F035ACF4A}">
      <dgm:prSet/>
      <dgm:spPr/>
      <dgm:t>
        <a:bodyPr/>
        <a:lstStyle/>
        <a:p>
          <a:endParaRPr lang="en-US"/>
        </a:p>
      </dgm:t>
    </dgm:pt>
    <dgm:pt modelId="{E320CA12-0FBA-4F28-8CFC-8288D7610055}">
      <dgm:prSet/>
      <dgm:spPr/>
      <dgm:t>
        <a:bodyPr/>
        <a:lstStyle/>
        <a:p>
          <a:r>
            <a:rPr lang="en-US"/>
            <a:t>ACCURACY:</a:t>
          </a:r>
        </a:p>
      </dgm:t>
    </dgm:pt>
    <dgm:pt modelId="{0AD34267-366A-4F66-A4A9-6FF82C5C2BC5}" type="parTrans" cxnId="{9C77438A-8473-433F-BCC9-0232C15B3C37}">
      <dgm:prSet/>
      <dgm:spPr/>
      <dgm:t>
        <a:bodyPr/>
        <a:lstStyle/>
        <a:p>
          <a:endParaRPr lang="en-US"/>
        </a:p>
      </dgm:t>
    </dgm:pt>
    <dgm:pt modelId="{56251729-0699-4F20-A875-457B3312D512}" type="sibTrans" cxnId="{9C77438A-8473-433F-BCC9-0232C15B3C37}">
      <dgm:prSet/>
      <dgm:spPr/>
      <dgm:t>
        <a:bodyPr/>
        <a:lstStyle/>
        <a:p>
          <a:endParaRPr lang="en-US"/>
        </a:p>
      </dgm:t>
    </dgm:pt>
    <dgm:pt modelId="{6ABD67A5-B40F-4F57-A64F-FEB38644CB4D}">
      <dgm:prSet/>
      <dgm:spPr/>
      <dgm:t>
        <a:bodyPr/>
        <a:lstStyle/>
        <a:p>
          <a:r>
            <a:rPr lang="en-US"/>
            <a:t>STORAGE:</a:t>
          </a:r>
        </a:p>
      </dgm:t>
    </dgm:pt>
    <dgm:pt modelId="{F579FB21-1A50-4968-BD06-01B89D76F748}" type="parTrans" cxnId="{E9140314-974A-4E21-94FB-20D320FEACAC}">
      <dgm:prSet/>
      <dgm:spPr/>
      <dgm:t>
        <a:bodyPr/>
        <a:lstStyle/>
        <a:p>
          <a:endParaRPr lang="en-US"/>
        </a:p>
      </dgm:t>
    </dgm:pt>
    <dgm:pt modelId="{7EB4021A-A51A-4223-A350-DDFBC01F06ED}" type="sibTrans" cxnId="{E9140314-974A-4E21-94FB-20D320FEACAC}">
      <dgm:prSet/>
      <dgm:spPr/>
      <dgm:t>
        <a:bodyPr/>
        <a:lstStyle/>
        <a:p>
          <a:endParaRPr lang="en-US"/>
        </a:p>
      </dgm:t>
    </dgm:pt>
    <dgm:pt modelId="{CAE09EE3-79E1-4B19-9600-535E83DC7717}">
      <dgm:prSet/>
      <dgm:spPr/>
      <dgm:t>
        <a:bodyPr/>
        <a:lstStyle/>
        <a:p>
          <a:r>
            <a:rPr lang="en-US"/>
            <a:t>DILIGENCE:</a:t>
          </a:r>
        </a:p>
      </dgm:t>
    </dgm:pt>
    <dgm:pt modelId="{6B92AB23-46BD-4E92-A581-5D5EDBE9A933}" type="parTrans" cxnId="{F310A241-E0F4-4FF0-BEA8-7A12A8305711}">
      <dgm:prSet/>
      <dgm:spPr/>
      <dgm:t>
        <a:bodyPr/>
        <a:lstStyle/>
        <a:p>
          <a:endParaRPr lang="en-US"/>
        </a:p>
      </dgm:t>
    </dgm:pt>
    <dgm:pt modelId="{C1C34460-1C0B-493D-99B5-BED7D9679968}" type="sibTrans" cxnId="{F310A241-E0F4-4FF0-BEA8-7A12A8305711}">
      <dgm:prSet/>
      <dgm:spPr/>
      <dgm:t>
        <a:bodyPr/>
        <a:lstStyle/>
        <a:p>
          <a:endParaRPr lang="en-US"/>
        </a:p>
      </dgm:t>
    </dgm:pt>
    <dgm:pt modelId="{CC2E4169-940D-4297-89F3-B4D0AB2DD8AA}">
      <dgm:prSet/>
      <dgm:spPr/>
      <dgm:t>
        <a:bodyPr/>
        <a:lstStyle/>
        <a:p>
          <a:r>
            <a:rPr lang="en-US"/>
            <a:t>VERSATILITY:</a:t>
          </a:r>
        </a:p>
      </dgm:t>
    </dgm:pt>
    <dgm:pt modelId="{F4DB63EE-7CC7-45E2-BC53-060825AD132B}" type="parTrans" cxnId="{E60EC1C3-E3B7-44FD-AD73-7BB1981ACB3D}">
      <dgm:prSet/>
      <dgm:spPr/>
      <dgm:t>
        <a:bodyPr/>
        <a:lstStyle/>
        <a:p>
          <a:endParaRPr lang="en-US"/>
        </a:p>
      </dgm:t>
    </dgm:pt>
    <dgm:pt modelId="{DE2BDA71-CB56-4BFE-A0F2-B3AEC788032C}" type="sibTrans" cxnId="{E60EC1C3-E3B7-44FD-AD73-7BB1981ACB3D}">
      <dgm:prSet/>
      <dgm:spPr/>
      <dgm:t>
        <a:bodyPr/>
        <a:lstStyle/>
        <a:p>
          <a:endParaRPr lang="en-US"/>
        </a:p>
      </dgm:t>
    </dgm:pt>
    <dgm:pt modelId="{4795FA6E-E8C0-40B9-928A-14074F6F75A1}">
      <dgm:prSet/>
      <dgm:spPr/>
      <dgm:t>
        <a:bodyPr/>
        <a:lstStyle/>
        <a:p>
          <a:r>
            <a:rPr lang="en-US"/>
            <a:t>POWER OF REMEMBERING:</a:t>
          </a:r>
        </a:p>
      </dgm:t>
    </dgm:pt>
    <dgm:pt modelId="{D084C063-1C58-4050-B984-D6946266551D}" type="parTrans" cxnId="{D8E9673C-61E1-43FF-9342-4C5AFA00F092}">
      <dgm:prSet/>
      <dgm:spPr/>
      <dgm:t>
        <a:bodyPr/>
        <a:lstStyle/>
        <a:p>
          <a:endParaRPr lang="en-US"/>
        </a:p>
      </dgm:t>
    </dgm:pt>
    <dgm:pt modelId="{08982B5D-C235-4148-9F1B-CFA32BF7A4C7}" type="sibTrans" cxnId="{D8E9673C-61E1-43FF-9342-4C5AFA00F092}">
      <dgm:prSet/>
      <dgm:spPr/>
      <dgm:t>
        <a:bodyPr/>
        <a:lstStyle/>
        <a:p>
          <a:endParaRPr lang="en-US"/>
        </a:p>
      </dgm:t>
    </dgm:pt>
    <dgm:pt modelId="{D99959BA-0587-4B69-9A90-CF1D1B9A9E6E}">
      <dgm:prSet/>
      <dgm:spPr/>
      <dgm:t>
        <a:bodyPr/>
        <a:lstStyle/>
        <a:p>
          <a:r>
            <a:rPr lang="en-US"/>
            <a:t>NO IQ:</a:t>
          </a:r>
        </a:p>
      </dgm:t>
    </dgm:pt>
    <dgm:pt modelId="{99244BC2-48CE-480B-AC43-BD867232811B}" type="parTrans" cxnId="{87981004-B790-442D-8660-10D9F4AED249}">
      <dgm:prSet/>
      <dgm:spPr/>
      <dgm:t>
        <a:bodyPr/>
        <a:lstStyle/>
        <a:p>
          <a:endParaRPr lang="en-US"/>
        </a:p>
      </dgm:t>
    </dgm:pt>
    <dgm:pt modelId="{B9299429-4D36-434A-951F-04B65F5FB80D}" type="sibTrans" cxnId="{87981004-B790-442D-8660-10D9F4AED249}">
      <dgm:prSet/>
      <dgm:spPr/>
      <dgm:t>
        <a:bodyPr/>
        <a:lstStyle/>
        <a:p>
          <a:endParaRPr lang="en-US"/>
        </a:p>
      </dgm:t>
    </dgm:pt>
    <dgm:pt modelId="{FB4402DF-7442-42E0-985A-E17F960FE0D3}">
      <dgm:prSet/>
      <dgm:spPr/>
      <dgm:t>
        <a:bodyPr/>
        <a:lstStyle/>
        <a:p>
          <a:r>
            <a:rPr lang="en-US"/>
            <a:t>NO FEELING:</a:t>
          </a:r>
        </a:p>
      </dgm:t>
    </dgm:pt>
    <dgm:pt modelId="{FDE587B4-BC30-42C1-A846-B04E66DAAA33}" type="parTrans" cxnId="{E7CBDF24-8D84-40FF-BB22-5CA76DD39558}">
      <dgm:prSet/>
      <dgm:spPr/>
      <dgm:t>
        <a:bodyPr/>
        <a:lstStyle/>
        <a:p>
          <a:endParaRPr lang="en-US"/>
        </a:p>
      </dgm:t>
    </dgm:pt>
    <dgm:pt modelId="{5EF98B26-8CC3-45DE-BDC5-CBEC987EF38D}" type="sibTrans" cxnId="{E7CBDF24-8D84-40FF-BB22-5CA76DD39558}">
      <dgm:prSet/>
      <dgm:spPr/>
      <dgm:t>
        <a:bodyPr/>
        <a:lstStyle/>
        <a:p>
          <a:endParaRPr lang="en-US"/>
        </a:p>
      </dgm:t>
    </dgm:pt>
    <dgm:pt modelId="{4C72493C-6C08-4F69-8E01-D43FC04A78E5}">
      <dgm:prSet custT="1"/>
      <dgm:spPr/>
      <dgm:t>
        <a:bodyPr/>
        <a:lstStyle/>
        <a:p>
          <a:r>
            <a:rPr lang="en-US" sz="1500"/>
            <a:t>In general, no human being or any other device can compete to solve complex computation, faster than computer.</a:t>
          </a:r>
        </a:p>
      </dgm:t>
    </dgm:pt>
    <dgm:pt modelId="{717D1D42-2594-450F-8D60-82B33C373E7B}" type="parTrans" cxnId="{E307D264-592B-40BA-A69C-5691A4B9D2EB}">
      <dgm:prSet/>
      <dgm:spPr/>
      <dgm:t>
        <a:bodyPr/>
        <a:lstStyle/>
        <a:p>
          <a:endParaRPr lang="en-US"/>
        </a:p>
      </dgm:t>
    </dgm:pt>
    <dgm:pt modelId="{8CE74286-9115-4428-B356-644E72987376}" type="sibTrans" cxnId="{E307D264-592B-40BA-A69C-5691A4B9D2EB}">
      <dgm:prSet/>
      <dgm:spPr/>
      <dgm:t>
        <a:bodyPr/>
        <a:lstStyle/>
        <a:p>
          <a:endParaRPr lang="en-US"/>
        </a:p>
      </dgm:t>
    </dgm:pt>
    <dgm:pt modelId="{C5366CC5-2E28-434A-A10D-E8643A1F965A}">
      <dgm:prSet custT="1"/>
      <dgm:spPr/>
      <dgm:t>
        <a:bodyPr/>
        <a:lstStyle/>
        <a:p>
          <a:r>
            <a:rPr lang="en-US" sz="1500"/>
            <a:t>It does computation with high precision. In other words, it gives result with high degree of accuracy</a:t>
          </a:r>
        </a:p>
      </dgm:t>
    </dgm:pt>
    <dgm:pt modelId="{6537C5BE-136D-4078-BF8B-390A84C67F7C}" type="parTrans" cxnId="{E4D87894-4679-45DF-AB07-F7E3356F0040}">
      <dgm:prSet/>
      <dgm:spPr/>
      <dgm:t>
        <a:bodyPr/>
        <a:lstStyle/>
        <a:p>
          <a:endParaRPr lang="en-US"/>
        </a:p>
      </dgm:t>
    </dgm:pt>
    <dgm:pt modelId="{86292C6F-5805-4B59-B127-034F65E7A5B7}" type="sibTrans" cxnId="{E4D87894-4679-45DF-AB07-F7E3356F0040}">
      <dgm:prSet/>
      <dgm:spPr/>
      <dgm:t>
        <a:bodyPr/>
        <a:lstStyle/>
        <a:p>
          <a:endParaRPr lang="en-US"/>
        </a:p>
      </dgm:t>
    </dgm:pt>
    <dgm:pt modelId="{64E3252D-D413-4A22-90C9-1AD7813474BE}">
      <dgm:prSet custT="1"/>
      <dgm:spPr/>
      <dgm:t>
        <a:bodyPr/>
        <a:lstStyle/>
        <a:p>
          <a:r>
            <a:rPr lang="en-US" sz="1500" dirty="0"/>
            <a:t>Computer has the capacity to store mass volume of data with appropriate format.</a:t>
          </a:r>
        </a:p>
      </dgm:t>
    </dgm:pt>
    <dgm:pt modelId="{A7609CBE-0CF8-421F-9DD1-9D3B9C477C95}" type="parTrans" cxnId="{DCACBFD1-1DEB-44FF-B80C-420B846702F2}">
      <dgm:prSet/>
      <dgm:spPr/>
      <dgm:t>
        <a:bodyPr/>
        <a:lstStyle/>
        <a:p>
          <a:endParaRPr lang="en-US"/>
        </a:p>
      </dgm:t>
    </dgm:pt>
    <dgm:pt modelId="{55C366C1-1769-4F96-AF19-F9D10E5841C3}" type="sibTrans" cxnId="{DCACBFD1-1DEB-44FF-B80C-420B846702F2}">
      <dgm:prSet/>
      <dgm:spPr/>
      <dgm:t>
        <a:bodyPr/>
        <a:lstStyle/>
        <a:p>
          <a:endParaRPr lang="en-US"/>
        </a:p>
      </dgm:t>
    </dgm:pt>
    <dgm:pt modelId="{E36D7BEA-3BB6-489C-8DFA-CC2A52EB643A}">
      <dgm:prSet custT="1"/>
      <dgm:spPr/>
      <dgm:t>
        <a:bodyPr/>
        <a:lstStyle/>
        <a:p>
          <a:r>
            <a:rPr lang="en-US" sz="1500"/>
            <a:t>Computer never feels bored and it can work for hours and hours without any break and creating error.</a:t>
          </a:r>
        </a:p>
      </dgm:t>
    </dgm:pt>
    <dgm:pt modelId="{956D4BA4-4C8D-4D66-A503-A161F181211A}" type="parTrans" cxnId="{9A865B8C-C26B-413D-A9B8-69DBFCC90EE3}">
      <dgm:prSet/>
      <dgm:spPr/>
      <dgm:t>
        <a:bodyPr/>
        <a:lstStyle/>
        <a:p>
          <a:endParaRPr lang="en-US"/>
        </a:p>
      </dgm:t>
    </dgm:pt>
    <dgm:pt modelId="{9B205569-CFAC-4734-8253-72DC656323E4}" type="sibTrans" cxnId="{9A865B8C-C26B-413D-A9B8-69DBFCC90EE3}">
      <dgm:prSet/>
      <dgm:spPr/>
      <dgm:t>
        <a:bodyPr/>
        <a:lstStyle/>
        <a:p>
          <a:endParaRPr lang="en-US"/>
        </a:p>
      </dgm:t>
    </dgm:pt>
    <dgm:pt modelId="{62499282-6CE8-46D5-8F48-5208563C0AE4}">
      <dgm:prSet custT="1"/>
      <dgm:spPr/>
      <dgm:t>
        <a:bodyPr/>
        <a:lstStyle/>
        <a:p>
          <a:r>
            <a:rPr lang="en-US" sz="1500"/>
            <a:t>Computers are multipurpose. A Computer can perform completely different types of work at the same time.</a:t>
          </a:r>
        </a:p>
      </dgm:t>
    </dgm:pt>
    <dgm:pt modelId="{06AE39D9-0634-407B-932F-4B965B1744CA}" type="parTrans" cxnId="{66E74637-976D-4272-A4EE-B35EB72B09A6}">
      <dgm:prSet/>
      <dgm:spPr/>
      <dgm:t>
        <a:bodyPr/>
        <a:lstStyle/>
        <a:p>
          <a:endParaRPr lang="en-US"/>
        </a:p>
      </dgm:t>
    </dgm:pt>
    <dgm:pt modelId="{81236B3D-3904-48CE-BDE4-BF9852C78B4E}" type="sibTrans" cxnId="{66E74637-976D-4272-A4EE-B35EB72B09A6}">
      <dgm:prSet/>
      <dgm:spPr/>
      <dgm:t>
        <a:bodyPr/>
        <a:lstStyle/>
        <a:p>
          <a:endParaRPr lang="en-US"/>
        </a:p>
      </dgm:t>
    </dgm:pt>
    <dgm:pt modelId="{B79D0275-0FFE-4148-BF7C-6CC60952B19D}">
      <dgm:prSet custT="1"/>
      <dgm:spPr/>
      <dgm:t>
        <a:bodyPr/>
        <a:lstStyle/>
        <a:p>
          <a:r>
            <a:rPr lang="en-US" sz="1500"/>
            <a:t>It stores data for future use.</a:t>
          </a:r>
        </a:p>
      </dgm:t>
    </dgm:pt>
    <dgm:pt modelId="{5007865D-9105-4E36-AB90-016D61BA07B0}" type="parTrans" cxnId="{AF5E4F24-562E-4643-86FB-45A75E4E708F}">
      <dgm:prSet/>
      <dgm:spPr/>
      <dgm:t>
        <a:bodyPr/>
        <a:lstStyle/>
        <a:p>
          <a:endParaRPr lang="en-US"/>
        </a:p>
      </dgm:t>
    </dgm:pt>
    <dgm:pt modelId="{3F742BFE-87D3-4872-993C-88F84D589E62}" type="sibTrans" cxnId="{AF5E4F24-562E-4643-86FB-45A75E4E708F}">
      <dgm:prSet/>
      <dgm:spPr/>
      <dgm:t>
        <a:bodyPr/>
        <a:lstStyle/>
        <a:p>
          <a:endParaRPr lang="en-US"/>
        </a:p>
      </dgm:t>
    </dgm:pt>
    <dgm:pt modelId="{F51542F4-15A8-4F00-A218-49843A2DDA6E}">
      <dgm:prSet custT="1"/>
      <dgm:spPr/>
      <dgm:t>
        <a:bodyPr/>
        <a:lstStyle/>
        <a:p>
          <a:r>
            <a:rPr lang="en-US" sz="1500"/>
            <a:t>Computer needs to be instructed to do its job.</a:t>
          </a:r>
        </a:p>
      </dgm:t>
    </dgm:pt>
    <dgm:pt modelId="{D2090B4E-19A8-4138-9374-A8E5913D5CE6}" type="parTrans" cxnId="{9E98E13A-17A5-4EDC-82F4-6FDC8EB9AD9F}">
      <dgm:prSet/>
      <dgm:spPr/>
      <dgm:t>
        <a:bodyPr/>
        <a:lstStyle/>
        <a:p>
          <a:endParaRPr lang="en-US"/>
        </a:p>
      </dgm:t>
    </dgm:pt>
    <dgm:pt modelId="{4C5CB24C-7DF7-4EF7-885E-916E202DCAE4}" type="sibTrans" cxnId="{9E98E13A-17A5-4EDC-82F4-6FDC8EB9AD9F}">
      <dgm:prSet/>
      <dgm:spPr/>
      <dgm:t>
        <a:bodyPr/>
        <a:lstStyle/>
        <a:p>
          <a:endParaRPr lang="en-US"/>
        </a:p>
      </dgm:t>
    </dgm:pt>
    <dgm:pt modelId="{BAFA5CF4-A5CB-4D74-A5DB-FF0DE6B361B4}">
      <dgm:prSet custT="1"/>
      <dgm:spPr/>
      <dgm:t>
        <a:bodyPr/>
        <a:lstStyle/>
        <a:p>
          <a:r>
            <a:rPr lang="en-US" sz="1500"/>
            <a:t>Computer does not have emotions, knowledge, experience and feeling.</a:t>
          </a:r>
        </a:p>
      </dgm:t>
    </dgm:pt>
    <dgm:pt modelId="{F5B40D64-7074-4F7D-8B00-477D8BCF43AF}" type="parTrans" cxnId="{E036BAC2-C9EC-4862-B51F-50B09378EC6B}">
      <dgm:prSet/>
      <dgm:spPr/>
      <dgm:t>
        <a:bodyPr/>
        <a:lstStyle/>
        <a:p>
          <a:endParaRPr lang="en-US"/>
        </a:p>
      </dgm:t>
    </dgm:pt>
    <dgm:pt modelId="{C284297B-16C2-4BB9-936C-338D0753FEC2}" type="sibTrans" cxnId="{E036BAC2-C9EC-4862-B51F-50B09378EC6B}">
      <dgm:prSet/>
      <dgm:spPr/>
      <dgm:t>
        <a:bodyPr/>
        <a:lstStyle/>
        <a:p>
          <a:endParaRPr lang="en-US"/>
        </a:p>
      </dgm:t>
    </dgm:pt>
    <dgm:pt modelId="{F5BDB0B1-B501-41D9-98C5-B3F0B8E4FC70}" type="pres">
      <dgm:prSet presAssocID="{01E66398-C962-4B68-B50D-18415EE0F41E}" presName="Name0" presStyleCnt="0">
        <dgm:presLayoutVars>
          <dgm:dir/>
          <dgm:animLvl val="lvl"/>
          <dgm:resizeHandles/>
        </dgm:presLayoutVars>
      </dgm:prSet>
      <dgm:spPr/>
    </dgm:pt>
    <dgm:pt modelId="{B7FC7E80-79CB-4317-A443-D1FB5E628243}" type="pres">
      <dgm:prSet presAssocID="{377B5E89-4E0C-4405-AD91-2F51FAE9C235}" presName="linNode" presStyleCnt="0"/>
      <dgm:spPr/>
    </dgm:pt>
    <dgm:pt modelId="{40DDDD94-639D-4AA8-945C-C1C67ECA310D}" type="pres">
      <dgm:prSet presAssocID="{377B5E89-4E0C-4405-AD91-2F51FAE9C235}" presName="parentShp" presStyleLbl="node1" presStyleIdx="0" presStyleCnt="8" custScaleX="67311">
        <dgm:presLayoutVars>
          <dgm:bulletEnabled val="1"/>
        </dgm:presLayoutVars>
      </dgm:prSet>
      <dgm:spPr/>
    </dgm:pt>
    <dgm:pt modelId="{F72EE5EF-A0E0-4889-87CD-1C9C0B8259BA}" type="pres">
      <dgm:prSet presAssocID="{377B5E89-4E0C-4405-AD91-2F51FAE9C235}" presName="childShp" presStyleLbl="bgAccFollowNode1" presStyleIdx="0" presStyleCnt="8" custScaleX="111941">
        <dgm:presLayoutVars>
          <dgm:bulletEnabled val="1"/>
        </dgm:presLayoutVars>
      </dgm:prSet>
      <dgm:spPr/>
    </dgm:pt>
    <dgm:pt modelId="{C965CAC9-F532-4234-B546-8C6646DE4626}" type="pres">
      <dgm:prSet presAssocID="{97EEB58E-43F9-4847-A34C-02A7E78B1912}" presName="spacing" presStyleCnt="0"/>
      <dgm:spPr/>
    </dgm:pt>
    <dgm:pt modelId="{D18861BB-A4B1-4402-AEA5-2A8C003AECAB}" type="pres">
      <dgm:prSet presAssocID="{E320CA12-0FBA-4F28-8CFC-8288D7610055}" presName="linNode" presStyleCnt="0"/>
      <dgm:spPr/>
    </dgm:pt>
    <dgm:pt modelId="{5AEF37D7-4876-4AE3-A57E-1E79C00AAC91}" type="pres">
      <dgm:prSet presAssocID="{E320CA12-0FBA-4F28-8CFC-8288D7610055}" presName="parentShp" presStyleLbl="node1" presStyleIdx="1" presStyleCnt="8" custScaleX="67311">
        <dgm:presLayoutVars>
          <dgm:bulletEnabled val="1"/>
        </dgm:presLayoutVars>
      </dgm:prSet>
      <dgm:spPr/>
    </dgm:pt>
    <dgm:pt modelId="{13C36D31-7CD8-4917-9B95-37DC9BEDC1BB}" type="pres">
      <dgm:prSet presAssocID="{E320CA12-0FBA-4F28-8CFC-8288D7610055}" presName="childShp" presStyleLbl="bgAccFollowNode1" presStyleIdx="1" presStyleCnt="8" custScaleX="111941">
        <dgm:presLayoutVars>
          <dgm:bulletEnabled val="1"/>
        </dgm:presLayoutVars>
      </dgm:prSet>
      <dgm:spPr/>
    </dgm:pt>
    <dgm:pt modelId="{D1195E87-7012-491F-B519-F423C8C26035}" type="pres">
      <dgm:prSet presAssocID="{56251729-0699-4F20-A875-457B3312D512}" presName="spacing" presStyleCnt="0"/>
      <dgm:spPr/>
    </dgm:pt>
    <dgm:pt modelId="{0D69C5EF-2BC4-4CBE-BC9E-A962077F2D79}" type="pres">
      <dgm:prSet presAssocID="{6ABD67A5-B40F-4F57-A64F-FEB38644CB4D}" presName="linNode" presStyleCnt="0"/>
      <dgm:spPr/>
    </dgm:pt>
    <dgm:pt modelId="{136B1D77-CB1F-4EBD-BCF4-63893B0D2130}" type="pres">
      <dgm:prSet presAssocID="{6ABD67A5-B40F-4F57-A64F-FEB38644CB4D}" presName="parentShp" presStyleLbl="node1" presStyleIdx="2" presStyleCnt="8" custScaleX="67311">
        <dgm:presLayoutVars>
          <dgm:bulletEnabled val="1"/>
        </dgm:presLayoutVars>
      </dgm:prSet>
      <dgm:spPr/>
    </dgm:pt>
    <dgm:pt modelId="{381AF858-09B5-432D-B576-4FCE865C91EF}" type="pres">
      <dgm:prSet presAssocID="{6ABD67A5-B40F-4F57-A64F-FEB38644CB4D}" presName="childShp" presStyleLbl="bgAccFollowNode1" presStyleIdx="2" presStyleCnt="8" custScaleX="111941">
        <dgm:presLayoutVars>
          <dgm:bulletEnabled val="1"/>
        </dgm:presLayoutVars>
      </dgm:prSet>
      <dgm:spPr/>
    </dgm:pt>
    <dgm:pt modelId="{D0B8DC2F-DDCD-45CC-B9EE-1548FB708458}" type="pres">
      <dgm:prSet presAssocID="{7EB4021A-A51A-4223-A350-DDFBC01F06ED}" presName="spacing" presStyleCnt="0"/>
      <dgm:spPr/>
    </dgm:pt>
    <dgm:pt modelId="{C37C760E-ECEF-4887-9686-77D5BFF280BD}" type="pres">
      <dgm:prSet presAssocID="{CAE09EE3-79E1-4B19-9600-535E83DC7717}" presName="linNode" presStyleCnt="0"/>
      <dgm:spPr/>
    </dgm:pt>
    <dgm:pt modelId="{E9A78C79-B495-42FE-9D2D-E79B23C30E12}" type="pres">
      <dgm:prSet presAssocID="{CAE09EE3-79E1-4B19-9600-535E83DC7717}" presName="parentShp" presStyleLbl="node1" presStyleIdx="3" presStyleCnt="8" custScaleX="67311">
        <dgm:presLayoutVars>
          <dgm:bulletEnabled val="1"/>
        </dgm:presLayoutVars>
      </dgm:prSet>
      <dgm:spPr/>
    </dgm:pt>
    <dgm:pt modelId="{36D9BC52-B6FE-4E95-85BC-AB6C32E22041}" type="pres">
      <dgm:prSet presAssocID="{CAE09EE3-79E1-4B19-9600-535E83DC7717}" presName="childShp" presStyleLbl="bgAccFollowNode1" presStyleIdx="3" presStyleCnt="8" custScaleX="111941">
        <dgm:presLayoutVars>
          <dgm:bulletEnabled val="1"/>
        </dgm:presLayoutVars>
      </dgm:prSet>
      <dgm:spPr/>
    </dgm:pt>
    <dgm:pt modelId="{4DECB11E-BB0A-432E-863B-BEEF210773AD}" type="pres">
      <dgm:prSet presAssocID="{C1C34460-1C0B-493D-99B5-BED7D9679968}" presName="spacing" presStyleCnt="0"/>
      <dgm:spPr/>
    </dgm:pt>
    <dgm:pt modelId="{5175C13B-0F81-4063-8EBC-FD0191A98A56}" type="pres">
      <dgm:prSet presAssocID="{CC2E4169-940D-4297-89F3-B4D0AB2DD8AA}" presName="linNode" presStyleCnt="0"/>
      <dgm:spPr/>
    </dgm:pt>
    <dgm:pt modelId="{8ECF2866-FCDE-45B9-AC24-2BE4D6941268}" type="pres">
      <dgm:prSet presAssocID="{CC2E4169-940D-4297-89F3-B4D0AB2DD8AA}" presName="parentShp" presStyleLbl="node1" presStyleIdx="4" presStyleCnt="8" custScaleX="67311">
        <dgm:presLayoutVars>
          <dgm:bulletEnabled val="1"/>
        </dgm:presLayoutVars>
      </dgm:prSet>
      <dgm:spPr/>
    </dgm:pt>
    <dgm:pt modelId="{0DE55364-B6C3-45C1-90AD-E5D22E210BFE}" type="pres">
      <dgm:prSet presAssocID="{CC2E4169-940D-4297-89F3-B4D0AB2DD8AA}" presName="childShp" presStyleLbl="bgAccFollowNode1" presStyleIdx="4" presStyleCnt="8" custScaleX="111941">
        <dgm:presLayoutVars>
          <dgm:bulletEnabled val="1"/>
        </dgm:presLayoutVars>
      </dgm:prSet>
      <dgm:spPr/>
    </dgm:pt>
    <dgm:pt modelId="{EE8899A2-072C-430E-9535-B0BD4F99896B}" type="pres">
      <dgm:prSet presAssocID="{DE2BDA71-CB56-4BFE-A0F2-B3AEC788032C}" presName="spacing" presStyleCnt="0"/>
      <dgm:spPr/>
    </dgm:pt>
    <dgm:pt modelId="{2CF6030B-D563-4980-BA90-C6F198CBEC60}" type="pres">
      <dgm:prSet presAssocID="{4795FA6E-E8C0-40B9-928A-14074F6F75A1}" presName="linNode" presStyleCnt="0"/>
      <dgm:spPr/>
    </dgm:pt>
    <dgm:pt modelId="{6382D58A-415C-4937-A1C2-773BD1B3EF00}" type="pres">
      <dgm:prSet presAssocID="{4795FA6E-E8C0-40B9-928A-14074F6F75A1}" presName="parentShp" presStyleLbl="node1" presStyleIdx="5" presStyleCnt="8" custScaleX="67311">
        <dgm:presLayoutVars>
          <dgm:bulletEnabled val="1"/>
        </dgm:presLayoutVars>
      </dgm:prSet>
      <dgm:spPr/>
    </dgm:pt>
    <dgm:pt modelId="{F311516E-D554-45F5-86A6-24881B5F819C}" type="pres">
      <dgm:prSet presAssocID="{4795FA6E-E8C0-40B9-928A-14074F6F75A1}" presName="childShp" presStyleLbl="bgAccFollowNode1" presStyleIdx="5" presStyleCnt="8" custScaleX="111941">
        <dgm:presLayoutVars>
          <dgm:bulletEnabled val="1"/>
        </dgm:presLayoutVars>
      </dgm:prSet>
      <dgm:spPr/>
    </dgm:pt>
    <dgm:pt modelId="{C47F5857-3645-400D-ACE9-64B03C70AC2D}" type="pres">
      <dgm:prSet presAssocID="{08982B5D-C235-4148-9F1B-CFA32BF7A4C7}" presName="spacing" presStyleCnt="0"/>
      <dgm:spPr/>
    </dgm:pt>
    <dgm:pt modelId="{E026069D-07A5-4969-B567-DA0AC20785A7}" type="pres">
      <dgm:prSet presAssocID="{D99959BA-0587-4B69-9A90-CF1D1B9A9E6E}" presName="linNode" presStyleCnt="0"/>
      <dgm:spPr/>
    </dgm:pt>
    <dgm:pt modelId="{3656D6C2-063E-4D72-B542-F0C99C7EED90}" type="pres">
      <dgm:prSet presAssocID="{D99959BA-0587-4B69-9A90-CF1D1B9A9E6E}" presName="parentShp" presStyleLbl="node1" presStyleIdx="6" presStyleCnt="8" custScaleX="67311">
        <dgm:presLayoutVars>
          <dgm:bulletEnabled val="1"/>
        </dgm:presLayoutVars>
      </dgm:prSet>
      <dgm:spPr/>
    </dgm:pt>
    <dgm:pt modelId="{95E19399-923C-4D73-AEC3-6360DC0076B6}" type="pres">
      <dgm:prSet presAssocID="{D99959BA-0587-4B69-9A90-CF1D1B9A9E6E}" presName="childShp" presStyleLbl="bgAccFollowNode1" presStyleIdx="6" presStyleCnt="8" custScaleX="111941">
        <dgm:presLayoutVars>
          <dgm:bulletEnabled val="1"/>
        </dgm:presLayoutVars>
      </dgm:prSet>
      <dgm:spPr/>
    </dgm:pt>
    <dgm:pt modelId="{2386B440-AD91-4EF8-837A-A3424711C3E0}" type="pres">
      <dgm:prSet presAssocID="{B9299429-4D36-434A-951F-04B65F5FB80D}" presName="spacing" presStyleCnt="0"/>
      <dgm:spPr/>
    </dgm:pt>
    <dgm:pt modelId="{8C797B8C-2664-4524-A0E5-7E3B499FBC53}" type="pres">
      <dgm:prSet presAssocID="{FB4402DF-7442-42E0-985A-E17F960FE0D3}" presName="linNode" presStyleCnt="0"/>
      <dgm:spPr/>
    </dgm:pt>
    <dgm:pt modelId="{AB69C452-7A26-41EC-9000-BF4138AD4EB7}" type="pres">
      <dgm:prSet presAssocID="{FB4402DF-7442-42E0-985A-E17F960FE0D3}" presName="parentShp" presStyleLbl="node1" presStyleIdx="7" presStyleCnt="8" custScaleX="67311">
        <dgm:presLayoutVars>
          <dgm:bulletEnabled val="1"/>
        </dgm:presLayoutVars>
      </dgm:prSet>
      <dgm:spPr/>
    </dgm:pt>
    <dgm:pt modelId="{31760166-CD6B-47D9-8C9A-C91C2E427C86}" type="pres">
      <dgm:prSet presAssocID="{FB4402DF-7442-42E0-985A-E17F960FE0D3}" presName="childShp" presStyleLbl="bgAccFollowNode1" presStyleIdx="7" presStyleCnt="8" custScaleX="111941">
        <dgm:presLayoutVars>
          <dgm:bulletEnabled val="1"/>
        </dgm:presLayoutVars>
      </dgm:prSet>
      <dgm:spPr/>
    </dgm:pt>
  </dgm:ptLst>
  <dgm:cxnLst>
    <dgm:cxn modelId="{BD183E01-F964-4E15-8688-82A95590B78F}" type="presOf" srcId="{D99959BA-0587-4B69-9A90-CF1D1B9A9E6E}" destId="{3656D6C2-063E-4D72-B542-F0C99C7EED90}" srcOrd="0" destOrd="0" presId="urn:microsoft.com/office/officeart/2005/8/layout/vList6"/>
    <dgm:cxn modelId="{87981004-B790-442D-8660-10D9F4AED249}" srcId="{01E66398-C962-4B68-B50D-18415EE0F41E}" destId="{D99959BA-0587-4B69-9A90-CF1D1B9A9E6E}" srcOrd="6" destOrd="0" parTransId="{99244BC2-48CE-480B-AC43-BD867232811B}" sibTransId="{B9299429-4D36-434A-951F-04B65F5FB80D}"/>
    <dgm:cxn modelId="{E9140314-974A-4E21-94FB-20D320FEACAC}" srcId="{01E66398-C962-4B68-B50D-18415EE0F41E}" destId="{6ABD67A5-B40F-4F57-A64F-FEB38644CB4D}" srcOrd="2" destOrd="0" parTransId="{F579FB21-1A50-4968-BD06-01B89D76F748}" sibTransId="{7EB4021A-A51A-4223-A350-DDFBC01F06ED}"/>
    <dgm:cxn modelId="{9F9B3B17-9930-4E3D-89BF-F7763AC792AE}" type="presOf" srcId="{CC2E4169-940D-4297-89F3-B4D0AB2DD8AA}" destId="{8ECF2866-FCDE-45B9-AC24-2BE4D6941268}" srcOrd="0" destOrd="0" presId="urn:microsoft.com/office/officeart/2005/8/layout/vList6"/>
    <dgm:cxn modelId="{AF5E4F24-562E-4643-86FB-45A75E4E708F}" srcId="{4795FA6E-E8C0-40B9-928A-14074F6F75A1}" destId="{B79D0275-0FFE-4148-BF7C-6CC60952B19D}" srcOrd="0" destOrd="0" parTransId="{5007865D-9105-4E36-AB90-016D61BA07B0}" sibTransId="{3F742BFE-87D3-4872-993C-88F84D589E62}"/>
    <dgm:cxn modelId="{E7CBDF24-8D84-40FF-BB22-5CA76DD39558}" srcId="{01E66398-C962-4B68-B50D-18415EE0F41E}" destId="{FB4402DF-7442-42E0-985A-E17F960FE0D3}" srcOrd="7" destOrd="0" parTransId="{FDE587B4-BC30-42C1-A846-B04E66DAAA33}" sibTransId="{5EF98B26-8CC3-45DE-BDC5-CBEC987EF38D}"/>
    <dgm:cxn modelId="{66E74637-976D-4272-A4EE-B35EB72B09A6}" srcId="{CC2E4169-940D-4297-89F3-B4D0AB2DD8AA}" destId="{62499282-6CE8-46D5-8F48-5208563C0AE4}" srcOrd="0" destOrd="0" parTransId="{06AE39D9-0634-407B-932F-4B965B1744CA}" sibTransId="{81236B3D-3904-48CE-BDE4-BF9852C78B4E}"/>
    <dgm:cxn modelId="{9E98E13A-17A5-4EDC-82F4-6FDC8EB9AD9F}" srcId="{D99959BA-0587-4B69-9A90-CF1D1B9A9E6E}" destId="{F51542F4-15A8-4F00-A218-49843A2DDA6E}" srcOrd="0" destOrd="0" parTransId="{D2090B4E-19A8-4138-9374-A8E5913D5CE6}" sibTransId="{4C5CB24C-7DF7-4EF7-885E-916E202DCAE4}"/>
    <dgm:cxn modelId="{D8E9673C-61E1-43FF-9342-4C5AFA00F092}" srcId="{01E66398-C962-4B68-B50D-18415EE0F41E}" destId="{4795FA6E-E8C0-40B9-928A-14074F6F75A1}" srcOrd="5" destOrd="0" parTransId="{D084C063-1C58-4050-B984-D6946266551D}" sibTransId="{08982B5D-C235-4148-9F1B-CFA32BF7A4C7}"/>
    <dgm:cxn modelId="{4055A33F-C018-4852-9BD4-618F035ACF4A}" srcId="{01E66398-C962-4B68-B50D-18415EE0F41E}" destId="{377B5E89-4E0C-4405-AD91-2F51FAE9C235}" srcOrd="0" destOrd="0" parTransId="{FFD39E6E-2F72-4842-BA70-E9A76401F507}" sibTransId="{97EEB58E-43F9-4847-A34C-02A7E78B1912}"/>
    <dgm:cxn modelId="{85FEDD5E-9C94-416B-934E-176E11D72EDD}" type="presOf" srcId="{C5366CC5-2E28-434A-A10D-E8643A1F965A}" destId="{13C36D31-7CD8-4917-9B95-37DC9BEDC1BB}" srcOrd="0" destOrd="0" presId="urn:microsoft.com/office/officeart/2005/8/layout/vList6"/>
    <dgm:cxn modelId="{F310A241-E0F4-4FF0-BEA8-7A12A8305711}" srcId="{01E66398-C962-4B68-B50D-18415EE0F41E}" destId="{CAE09EE3-79E1-4B19-9600-535E83DC7717}" srcOrd="3" destOrd="0" parTransId="{6B92AB23-46BD-4E92-A581-5D5EDBE9A933}" sibTransId="{C1C34460-1C0B-493D-99B5-BED7D9679968}"/>
    <dgm:cxn modelId="{E307D264-592B-40BA-A69C-5691A4B9D2EB}" srcId="{377B5E89-4E0C-4405-AD91-2F51FAE9C235}" destId="{4C72493C-6C08-4F69-8E01-D43FC04A78E5}" srcOrd="0" destOrd="0" parTransId="{717D1D42-2594-450F-8D60-82B33C373E7B}" sibTransId="{8CE74286-9115-4428-B356-644E72987376}"/>
    <dgm:cxn modelId="{DF24F149-28D6-4273-9B6B-73FB09F96708}" type="presOf" srcId="{E36D7BEA-3BB6-489C-8DFA-CC2A52EB643A}" destId="{36D9BC52-B6FE-4E95-85BC-AB6C32E22041}" srcOrd="0" destOrd="0" presId="urn:microsoft.com/office/officeart/2005/8/layout/vList6"/>
    <dgm:cxn modelId="{8EAC324A-5EA7-4C9F-8030-CE79B713F341}" type="presOf" srcId="{BAFA5CF4-A5CB-4D74-A5DB-FF0DE6B361B4}" destId="{31760166-CD6B-47D9-8C9A-C91C2E427C86}" srcOrd="0" destOrd="0" presId="urn:microsoft.com/office/officeart/2005/8/layout/vList6"/>
    <dgm:cxn modelId="{14C3744B-8B02-4FCA-B54D-32C32CF85880}" type="presOf" srcId="{377B5E89-4E0C-4405-AD91-2F51FAE9C235}" destId="{40DDDD94-639D-4AA8-945C-C1C67ECA310D}" srcOrd="0" destOrd="0" presId="urn:microsoft.com/office/officeart/2005/8/layout/vList6"/>
    <dgm:cxn modelId="{F1BFE351-0BA5-4B9E-9379-A9EC8EE5FCF2}" type="presOf" srcId="{64E3252D-D413-4A22-90C9-1AD7813474BE}" destId="{381AF858-09B5-432D-B576-4FCE865C91EF}" srcOrd="0" destOrd="0" presId="urn:microsoft.com/office/officeart/2005/8/layout/vList6"/>
    <dgm:cxn modelId="{9C77438A-8473-433F-BCC9-0232C15B3C37}" srcId="{01E66398-C962-4B68-B50D-18415EE0F41E}" destId="{E320CA12-0FBA-4F28-8CFC-8288D7610055}" srcOrd="1" destOrd="0" parTransId="{0AD34267-366A-4F66-A4A9-6FF82C5C2BC5}" sibTransId="{56251729-0699-4F20-A875-457B3312D512}"/>
    <dgm:cxn modelId="{9A865B8C-C26B-413D-A9B8-69DBFCC90EE3}" srcId="{CAE09EE3-79E1-4B19-9600-535E83DC7717}" destId="{E36D7BEA-3BB6-489C-8DFA-CC2A52EB643A}" srcOrd="0" destOrd="0" parTransId="{956D4BA4-4C8D-4D66-A503-A161F181211A}" sibTransId="{9B205569-CFAC-4734-8253-72DC656323E4}"/>
    <dgm:cxn modelId="{E4D87894-4679-45DF-AB07-F7E3356F0040}" srcId="{E320CA12-0FBA-4F28-8CFC-8288D7610055}" destId="{C5366CC5-2E28-434A-A10D-E8643A1F965A}" srcOrd="0" destOrd="0" parTransId="{6537C5BE-136D-4078-BF8B-390A84C67F7C}" sibTransId="{86292C6F-5805-4B59-B127-034F65E7A5B7}"/>
    <dgm:cxn modelId="{7ACE039E-5B90-444E-A6BB-41724903392A}" type="presOf" srcId="{E320CA12-0FBA-4F28-8CFC-8288D7610055}" destId="{5AEF37D7-4876-4AE3-A57E-1E79C00AAC91}" srcOrd="0" destOrd="0" presId="urn:microsoft.com/office/officeart/2005/8/layout/vList6"/>
    <dgm:cxn modelId="{479EB6A2-5D8C-4A80-938E-48F6BF56B95D}" type="presOf" srcId="{6ABD67A5-B40F-4F57-A64F-FEB38644CB4D}" destId="{136B1D77-CB1F-4EBD-BCF4-63893B0D2130}" srcOrd="0" destOrd="0" presId="urn:microsoft.com/office/officeart/2005/8/layout/vList6"/>
    <dgm:cxn modelId="{5ABF78B3-105C-4220-A227-041AF5B51187}" type="presOf" srcId="{4795FA6E-E8C0-40B9-928A-14074F6F75A1}" destId="{6382D58A-415C-4937-A1C2-773BD1B3EF00}" srcOrd="0" destOrd="0" presId="urn:microsoft.com/office/officeart/2005/8/layout/vList6"/>
    <dgm:cxn modelId="{A775C6BB-A4C4-45BD-B350-5B65BA3EAA20}" type="presOf" srcId="{FB4402DF-7442-42E0-985A-E17F960FE0D3}" destId="{AB69C452-7A26-41EC-9000-BF4138AD4EB7}" srcOrd="0" destOrd="0" presId="urn:microsoft.com/office/officeart/2005/8/layout/vList6"/>
    <dgm:cxn modelId="{CC7751C1-B7C8-46D0-B48F-9D72050FD386}" type="presOf" srcId="{4C72493C-6C08-4F69-8E01-D43FC04A78E5}" destId="{F72EE5EF-A0E0-4889-87CD-1C9C0B8259BA}" srcOrd="0" destOrd="0" presId="urn:microsoft.com/office/officeart/2005/8/layout/vList6"/>
    <dgm:cxn modelId="{E036BAC2-C9EC-4862-B51F-50B09378EC6B}" srcId="{FB4402DF-7442-42E0-985A-E17F960FE0D3}" destId="{BAFA5CF4-A5CB-4D74-A5DB-FF0DE6B361B4}" srcOrd="0" destOrd="0" parTransId="{F5B40D64-7074-4F7D-8B00-477D8BCF43AF}" sibTransId="{C284297B-16C2-4BB9-936C-338D0753FEC2}"/>
    <dgm:cxn modelId="{E60EC1C3-E3B7-44FD-AD73-7BB1981ACB3D}" srcId="{01E66398-C962-4B68-B50D-18415EE0F41E}" destId="{CC2E4169-940D-4297-89F3-B4D0AB2DD8AA}" srcOrd="4" destOrd="0" parTransId="{F4DB63EE-7CC7-45E2-BC53-060825AD132B}" sibTransId="{DE2BDA71-CB56-4BFE-A0F2-B3AEC788032C}"/>
    <dgm:cxn modelId="{DCACBFD1-1DEB-44FF-B80C-420B846702F2}" srcId="{6ABD67A5-B40F-4F57-A64F-FEB38644CB4D}" destId="{64E3252D-D413-4A22-90C9-1AD7813474BE}" srcOrd="0" destOrd="0" parTransId="{A7609CBE-0CF8-421F-9DD1-9D3B9C477C95}" sibTransId="{55C366C1-1769-4F96-AF19-F9D10E5841C3}"/>
    <dgm:cxn modelId="{6F2BF5D7-5EE2-4602-BC0B-7B468A32D2A1}" type="presOf" srcId="{CAE09EE3-79E1-4B19-9600-535E83DC7717}" destId="{E9A78C79-B495-42FE-9D2D-E79B23C30E12}" srcOrd="0" destOrd="0" presId="urn:microsoft.com/office/officeart/2005/8/layout/vList6"/>
    <dgm:cxn modelId="{B6F4F6EF-15C9-43B1-809A-971BE7865069}" type="presOf" srcId="{01E66398-C962-4B68-B50D-18415EE0F41E}" destId="{F5BDB0B1-B501-41D9-98C5-B3F0B8E4FC70}" srcOrd="0" destOrd="0" presId="urn:microsoft.com/office/officeart/2005/8/layout/vList6"/>
    <dgm:cxn modelId="{F96869F1-6F4B-4DB6-A28B-070C531C3F3E}" type="presOf" srcId="{62499282-6CE8-46D5-8F48-5208563C0AE4}" destId="{0DE55364-B6C3-45C1-90AD-E5D22E210BFE}" srcOrd="0" destOrd="0" presId="urn:microsoft.com/office/officeart/2005/8/layout/vList6"/>
    <dgm:cxn modelId="{A4C532FC-D107-4090-B4AE-11BBD0ADF652}" type="presOf" srcId="{F51542F4-15A8-4F00-A218-49843A2DDA6E}" destId="{95E19399-923C-4D73-AEC3-6360DC0076B6}" srcOrd="0" destOrd="0" presId="urn:microsoft.com/office/officeart/2005/8/layout/vList6"/>
    <dgm:cxn modelId="{EACA87FC-4BA9-4373-9F39-479D9D394784}" type="presOf" srcId="{B79D0275-0FFE-4148-BF7C-6CC60952B19D}" destId="{F311516E-D554-45F5-86A6-24881B5F819C}" srcOrd="0" destOrd="0" presId="urn:microsoft.com/office/officeart/2005/8/layout/vList6"/>
    <dgm:cxn modelId="{92BA1E0D-11EE-4836-8B89-C7C1ACFC03C7}" type="presParOf" srcId="{F5BDB0B1-B501-41D9-98C5-B3F0B8E4FC70}" destId="{B7FC7E80-79CB-4317-A443-D1FB5E628243}" srcOrd="0" destOrd="0" presId="urn:microsoft.com/office/officeart/2005/8/layout/vList6"/>
    <dgm:cxn modelId="{0C045A72-6940-4C30-AC43-D81AA200AA3B}" type="presParOf" srcId="{B7FC7E80-79CB-4317-A443-D1FB5E628243}" destId="{40DDDD94-639D-4AA8-945C-C1C67ECA310D}" srcOrd="0" destOrd="0" presId="urn:microsoft.com/office/officeart/2005/8/layout/vList6"/>
    <dgm:cxn modelId="{75EB6808-8417-4409-86A1-D5EFCB82CD58}" type="presParOf" srcId="{B7FC7E80-79CB-4317-A443-D1FB5E628243}" destId="{F72EE5EF-A0E0-4889-87CD-1C9C0B8259BA}" srcOrd="1" destOrd="0" presId="urn:microsoft.com/office/officeart/2005/8/layout/vList6"/>
    <dgm:cxn modelId="{7EBA7DAA-108E-428B-A0E8-E2C54AA7406A}" type="presParOf" srcId="{F5BDB0B1-B501-41D9-98C5-B3F0B8E4FC70}" destId="{C965CAC9-F532-4234-B546-8C6646DE4626}" srcOrd="1" destOrd="0" presId="urn:microsoft.com/office/officeart/2005/8/layout/vList6"/>
    <dgm:cxn modelId="{6E08A2CC-62E9-4B4C-9C5B-0337CCB89C98}" type="presParOf" srcId="{F5BDB0B1-B501-41D9-98C5-B3F0B8E4FC70}" destId="{D18861BB-A4B1-4402-AEA5-2A8C003AECAB}" srcOrd="2" destOrd="0" presId="urn:microsoft.com/office/officeart/2005/8/layout/vList6"/>
    <dgm:cxn modelId="{CBCE238A-4745-4A95-8735-B6CD2EC6455D}" type="presParOf" srcId="{D18861BB-A4B1-4402-AEA5-2A8C003AECAB}" destId="{5AEF37D7-4876-4AE3-A57E-1E79C00AAC91}" srcOrd="0" destOrd="0" presId="urn:microsoft.com/office/officeart/2005/8/layout/vList6"/>
    <dgm:cxn modelId="{8402B09C-318B-4744-95A2-5BCAA532F3A6}" type="presParOf" srcId="{D18861BB-A4B1-4402-AEA5-2A8C003AECAB}" destId="{13C36D31-7CD8-4917-9B95-37DC9BEDC1BB}" srcOrd="1" destOrd="0" presId="urn:microsoft.com/office/officeart/2005/8/layout/vList6"/>
    <dgm:cxn modelId="{8EFD54DF-B962-4336-AD99-F546489D69C2}" type="presParOf" srcId="{F5BDB0B1-B501-41D9-98C5-B3F0B8E4FC70}" destId="{D1195E87-7012-491F-B519-F423C8C26035}" srcOrd="3" destOrd="0" presId="urn:microsoft.com/office/officeart/2005/8/layout/vList6"/>
    <dgm:cxn modelId="{81BA54C8-F3E5-4AE1-B336-5417BC10C3BB}" type="presParOf" srcId="{F5BDB0B1-B501-41D9-98C5-B3F0B8E4FC70}" destId="{0D69C5EF-2BC4-4CBE-BC9E-A962077F2D79}" srcOrd="4" destOrd="0" presId="urn:microsoft.com/office/officeart/2005/8/layout/vList6"/>
    <dgm:cxn modelId="{3B3D98A4-05C5-4D0D-A565-F75B82BFF19B}" type="presParOf" srcId="{0D69C5EF-2BC4-4CBE-BC9E-A962077F2D79}" destId="{136B1D77-CB1F-4EBD-BCF4-63893B0D2130}" srcOrd="0" destOrd="0" presId="urn:microsoft.com/office/officeart/2005/8/layout/vList6"/>
    <dgm:cxn modelId="{4E4D6758-824F-4086-B9BC-57A71BC74BB0}" type="presParOf" srcId="{0D69C5EF-2BC4-4CBE-BC9E-A962077F2D79}" destId="{381AF858-09B5-432D-B576-4FCE865C91EF}" srcOrd="1" destOrd="0" presId="urn:microsoft.com/office/officeart/2005/8/layout/vList6"/>
    <dgm:cxn modelId="{9CC7BFB9-78BE-42E7-84C9-CBBCD784ECAA}" type="presParOf" srcId="{F5BDB0B1-B501-41D9-98C5-B3F0B8E4FC70}" destId="{D0B8DC2F-DDCD-45CC-B9EE-1548FB708458}" srcOrd="5" destOrd="0" presId="urn:microsoft.com/office/officeart/2005/8/layout/vList6"/>
    <dgm:cxn modelId="{74C4D9B3-F429-45D7-BF5D-7DD567FE258A}" type="presParOf" srcId="{F5BDB0B1-B501-41D9-98C5-B3F0B8E4FC70}" destId="{C37C760E-ECEF-4887-9686-77D5BFF280BD}" srcOrd="6" destOrd="0" presId="urn:microsoft.com/office/officeart/2005/8/layout/vList6"/>
    <dgm:cxn modelId="{76B805B7-E483-4F88-9014-1576C7CE061E}" type="presParOf" srcId="{C37C760E-ECEF-4887-9686-77D5BFF280BD}" destId="{E9A78C79-B495-42FE-9D2D-E79B23C30E12}" srcOrd="0" destOrd="0" presId="urn:microsoft.com/office/officeart/2005/8/layout/vList6"/>
    <dgm:cxn modelId="{36F0A509-F06C-445B-A3D7-B03E8FA6141E}" type="presParOf" srcId="{C37C760E-ECEF-4887-9686-77D5BFF280BD}" destId="{36D9BC52-B6FE-4E95-85BC-AB6C32E22041}" srcOrd="1" destOrd="0" presId="urn:microsoft.com/office/officeart/2005/8/layout/vList6"/>
    <dgm:cxn modelId="{25AF7B77-F86A-4ED5-B9A2-4DD3491A9148}" type="presParOf" srcId="{F5BDB0B1-B501-41D9-98C5-B3F0B8E4FC70}" destId="{4DECB11E-BB0A-432E-863B-BEEF210773AD}" srcOrd="7" destOrd="0" presId="urn:microsoft.com/office/officeart/2005/8/layout/vList6"/>
    <dgm:cxn modelId="{CA7B60AC-3440-4B26-8E99-C4B1915F5969}" type="presParOf" srcId="{F5BDB0B1-B501-41D9-98C5-B3F0B8E4FC70}" destId="{5175C13B-0F81-4063-8EBC-FD0191A98A56}" srcOrd="8" destOrd="0" presId="urn:microsoft.com/office/officeart/2005/8/layout/vList6"/>
    <dgm:cxn modelId="{289ED192-A358-4637-BEF5-33E3B3A80CC5}" type="presParOf" srcId="{5175C13B-0F81-4063-8EBC-FD0191A98A56}" destId="{8ECF2866-FCDE-45B9-AC24-2BE4D6941268}" srcOrd="0" destOrd="0" presId="urn:microsoft.com/office/officeart/2005/8/layout/vList6"/>
    <dgm:cxn modelId="{DFFF4A05-245F-4EAB-8A8D-BFA332F14D5F}" type="presParOf" srcId="{5175C13B-0F81-4063-8EBC-FD0191A98A56}" destId="{0DE55364-B6C3-45C1-90AD-E5D22E210BFE}" srcOrd="1" destOrd="0" presId="urn:microsoft.com/office/officeart/2005/8/layout/vList6"/>
    <dgm:cxn modelId="{1B2C451A-2841-497C-B5AE-3E8D30A27B4B}" type="presParOf" srcId="{F5BDB0B1-B501-41D9-98C5-B3F0B8E4FC70}" destId="{EE8899A2-072C-430E-9535-B0BD4F99896B}" srcOrd="9" destOrd="0" presId="urn:microsoft.com/office/officeart/2005/8/layout/vList6"/>
    <dgm:cxn modelId="{97E5FF6B-FBE8-4FDA-9001-8FE99A7E0562}" type="presParOf" srcId="{F5BDB0B1-B501-41D9-98C5-B3F0B8E4FC70}" destId="{2CF6030B-D563-4980-BA90-C6F198CBEC60}" srcOrd="10" destOrd="0" presId="urn:microsoft.com/office/officeart/2005/8/layout/vList6"/>
    <dgm:cxn modelId="{C7C361E1-3913-4B74-8A66-8692767C64C5}" type="presParOf" srcId="{2CF6030B-D563-4980-BA90-C6F198CBEC60}" destId="{6382D58A-415C-4937-A1C2-773BD1B3EF00}" srcOrd="0" destOrd="0" presId="urn:microsoft.com/office/officeart/2005/8/layout/vList6"/>
    <dgm:cxn modelId="{5DF7F0D3-CBC3-4C25-B49C-EF73834964EC}" type="presParOf" srcId="{2CF6030B-D563-4980-BA90-C6F198CBEC60}" destId="{F311516E-D554-45F5-86A6-24881B5F819C}" srcOrd="1" destOrd="0" presId="urn:microsoft.com/office/officeart/2005/8/layout/vList6"/>
    <dgm:cxn modelId="{A5E6D375-D27E-4ACC-8C14-4B4F7642E4D0}" type="presParOf" srcId="{F5BDB0B1-B501-41D9-98C5-B3F0B8E4FC70}" destId="{C47F5857-3645-400D-ACE9-64B03C70AC2D}" srcOrd="11" destOrd="0" presId="urn:microsoft.com/office/officeart/2005/8/layout/vList6"/>
    <dgm:cxn modelId="{7AC84865-72D9-4861-8DD7-D9BE288207A8}" type="presParOf" srcId="{F5BDB0B1-B501-41D9-98C5-B3F0B8E4FC70}" destId="{E026069D-07A5-4969-B567-DA0AC20785A7}" srcOrd="12" destOrd="0" presId="urn:microsoft.com/office/officeart/2005/8/layout/vList6"/>
    <dgm:cxn modelId="{943CEA70-26CF-4786-823F-10A1F4E4C3DE}" type="presParOf" srcId="{E026069D-07A5-4969-B567-DA0AC20785A7}" destId="{3656D6C2-063E-4D72-B542-F0C99C7EED90}" srcOrd="0" destOrd="0" presId="urn:microsoft.com/office/officeart/2005/8/layout/vList6"/>
    <dgm:cxn modelId="{FCB6216F-518E-4A1E-91F1-C4299D266C80}" type="presParOf" srcId="{E026069D-07A5-4969-B567-DA0AC20785A7}" destId="{95E19399-923C-4D73-AEC3-6360DC0076B6}" srcOrd="1" destOrd="0" presId="urn:microsoft.com/office/officeart/2005/8/layout/vList6"/>
    <dgm:cxn modelId="{906E3F67-68B8-471A-A370-B589BABADD13}" type="presParOf" srcId="{F5BDB0B1-B501-41D9-98C5-B3F0B8E4FC70}" destId="{2386B440-AD91-4EF8-837A-A3424711C3E0}" srcOrd="13" destOrd="0" presId="urn:microsoft.com/office/officeart/2005/8/layout/vList6"/>
    <dgm:cxn modelId="{1C1B5CA4-E6EA-4A28-843C-159A69C2E1B9}" type="presParOf" srcId="{F5BDB0B1-B501-41D9-98C5-B3F0B8E4FC70}" destId="{8C797B8C-2664-4524-A0E5-7E3B499FBC53}" srcOrd="14" destOrd="0" presId="urn:microsoft.com/office/officeart/2005/8/layout/vList6"/>
    <dgm:cxn modelId="{AE5AE42F-126F-4FC2-9BC3-E44870F6BC4B}" type="presParOf" srcId="{8C797B8C-2664-4524-A0E5-7E3B499FBC53}" destId="{AB69C452-7A26-41EC-9000-BF4138AD4EB7}" srcOrd="0" destOrd="0" presId="urn:microsoft.com/office/officeart/2005/8/layout/vList6"/>
    <dgm:cxn modelId="{49533CB7-2DCA-414D-B2BD-D99BA44E4744}" type="presParOf" srcId="{8C797B8C-2664-4524-A0E5-7E3B499FBC53}" destId="{31760166-CD6B-47D9-8C9A-C91C2E427C86}"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821F7F6-423A-46E3-B5C2-F0C277D6D278}"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BCA0CE1B-904B-450A-AC22-F692A72D3398}">
      <dgm:prSet phldrT="[Text]"/>
      <dgm:spPr/>
      <dgm:t>
        <a:bodyPr/>
        <a:lstStyle/>
        <a:p>
          <a:pPr algn="l"/>
          <a:r>
            <a:rPr lang="en-US">
              <a:solidFill>
                <a:schemeClr val="bg1"/>
              </a:solidFill>
            </a:rPr>
            <a:t>First generation</a:t>
          </a:r>
        </a:p>
      </dgm:t>
    </dgm:pt>
    <dgm:pt modelId="{33ED2F3D-827C-417B-97B8-C4B54CE300C1}" type="parTrans" cxnId="{D53B84D9-40D8-4DB7-AEC2-B9E134D1E6D4}">
      <dgm:prSet/>
      <dgm:spPr/>
      <dgm:t>
        <a:bodyPr/>
        <a:lstStyle/>
        <a:p>
          <a:pPr algn="l"/>
          <a:endParaRPr lang="en-US"/>
        </a:p>
      </dgm:t>
    </dgm:pt>
    <dgm:pt modelId="{9C5BC5BE-D86E-4807-8B45-98905774F4C0}" type="sibTrans" cxnId="{D53B84D9-40D8-4DB7-AEC2-B9E134D1E6D4}">
      <dgm:prSet/>
      <dgm:spPr/>
      <dgm:t>
        <a:bodyPr/>
        <a:lstStyle/>
        <a:p>
          <a:pPr algn="l"/>
          <a:endParaRPr lang="en-US"/>
        </a:p>
      </dgm:t>
    </dgm:pt>
    <dgm:pt modelId="{EB7C2398-20B2-4153-91CB-00AE0625C3F1}">
      <dgm:prSet phldrT="[Text]" custT="1"/>
      <dgm:spPr/>
      <dgm:t>
        <a:bodyPr/>
        <a:lstStyle/>
        <a:p>
          <a:pPr algn="l"/>
          <a:r>
            <a:rPr lang="en-US" sz="2800">
              <a:solidFill>
                <a:schemeClr val="tx2">
                  <a:lumMod val="50000"/>
                </a:schemeClr>
              </a:solidFill>
            </a:rPr>
            <a:t>1946 – 1959 </a:t>
          </a:r>
          <a:endParaRPr lang="en-US" sz="2800"/>
        </a:p>
      </dgm:t>
    </dgm:pt>
    <dgm:pt modelId="{48A3A283-404C-4207-9188-B542631AC629}" type="parTrans" cxnId="{6738E458-42DC-41EB-B40E-61927209D27F}">
      <dgm:prSet/>
      <dgm:spPr/>
      <dgm:t>
        <a:bodyPr/>
        <a:lstStyle/>
        <a:p>
          <a:pPr algn="l"/>
          <a:endParaRPr lang="en-US"/>
        </a:p>
      </dgm:t>
    </dgm:pt>
    <dgm:pt modelId="{AE28EE2B-7200-44FC-9442-2AA6AD7AE979}" type="sibTrans" cxnId="{6738E458-42DC-41EB-B40E-61927209D27F}">
      <dgm:prSet/>
      <dgm:spPr/>
      <dgm:t>
        <a:bodyPr/>
        <a:lstStyle/>
        <a:p>
          <a:pPr algn="l"/>
          <a:endParaRPr lang="en-US"/>
        </a:p>
      </dgm:t>
    </dgm:pt>
    <dgm:pt modelId="{D181CF0E-B02A-4582-AE90-2A3888294C49}">
      <dgm:prSet phldrT="[Text]"/>
      <dgm:spPr/>
      <dgm:t>
        <a:bodyPr/>
        <a:lstStyle/>
        <a:p>
          <a:pPr algn="l"/>
          <a:r>
            <a:rPr lang="en-US"/>
            <a:t>Second generation</a:t>
          </a:r>
        </a:p>
      </dgm:t>
    </dgm:pt>
    <dgm:pt modelId="{0CC671F0-EA87-492B-A0EC-92E143CE2088}" type="parTrans" cxnId="{3D357CDA-4869-4EBF-A3EA-C29531BA5B36}">
      <dgm:prSet/>
      <dgm:spPr/>
      <dgm:t>
        <a:bodyPr/>
        <a:lstStyle/>
        <a:p>
          <a:pPr algn="l"/>
          <a:endParaRPr lang="en-US"/>
        </a:p>
      </dgm:t>
    </dgm:pt>
    <dgm:pt modelId="{DCF31E71-4080-43CB-99A2-65F776AB45C6}" type="sibTrans" cxnId="{3D357CDA-4869-4EBF-A3EA-C29531BA5B36}">
      <dgm:prSet/>
      <dgm:spPr/>
      <dgm:t>
        <a:bodyPr/>
        <a:lstStyle/>
        <a:p>
          <a:pPr algn="l"/>
          <a:endParaRPr lang="en-US"/>
        </a:p>
      </dgm:t>
    </dgm:pt>
    <dgm:pt modelId="{F05F7C99-E58A-49C5-9E56-16F17201113D}">
      <dgm:prSet phldrT="[Text]" custT="1"/>
      <dgm:spPr/>
      <dgm:t>
        <a:bodyPr/>
        <a:lstStyle/>
        <a:p>
          <a:pPr algn="l"/>
          <a:r>
            <a:rPr lang="en-US" sz="2800"/>
            <a:t>1959 - 1965</a:t>
          </a:r>
        </a:p>
      </dgm:t>
    </dgm:pt>
    <dgm:pt modelId="{119513EE-CFDA-4E86-979C-DD1984A7D864}" type="parTrans" cxnId="{9BA1BDA5-8545-4643-8DB5-EEF60497453D}">
      <dgm:prSet/>
      <dgm:spPr/>
      <dgm:t>
        <a:bodyPr/>
        <a:lstStyle/>
        <a:p>
          <a:pPr algn="l"/>
          <a:endParaRPr lang="en-US"/>
        </a:p>
      </dgm:t>
    </dgm:pt>
    <dgm:pt modelId="{2ACFF2F9-8980-4232-83F6-97AB762A275F}" type="sibTrans" cxnId="{9BA1BDA5-8545-4643-8DB5-EEF60497453D}">
      <dgm:prSet/>
      <dgm:spPr/>
      <dgm:t>
        <a:bodyPr/>
        <a:lstStyle/>
        <a:p>
          <a:pPr algn="l"/>
          <a:endParaRPr lang="en-US"/>
        </a:p>
      </dgm:t>
    </dgm:pt>
    <dgm:pt modelId="{6930B7CE-95B5-44A7-A979-A2E11E57EEE1}">
      <dgm:prSet phldrT="[Text]"/>
      <dgm:spPr/>
      <dgm:t>
        <a:bodyPr/>
        <a:lstStyle/>
        <a:p>
          <a:pPr algn="l"/>
          <a:r>
            <a:rPr lang="en-US"/>
            <a:t>Third generation</a:t>
          </a:r>
        </a:p>
      </dgm:t>
    </dgm:pt>
    <dgm:pt modelId="{EB7F41DF-D15F-420B-8F88-8C840ABD0CB0}" type="parTrans" cxnId="{F4165EAD-6D4B-46DC-A1B8-A49111EA363B}">
      <dgm:prSet/>
      <dgm:spPr/>
      <dgm:t>
        <a:bodyPr/>
        <a:lstStyle/>
        <a:p>
          <a:pPr algn="l"/>
          <a:endParaRPr lang="en-US"/>
        </a:p>
      </dgm:t>
    </dgm:pt>
    <dgm:pt modelId="{51AA8419-F458-4394-B35F-32AA461F118E}" type="sibTrans" cxnId="{F4165EAD-6D4B-46DC-A1B8-A49111EA363B}">
      <dgm:prSet/>
      <dgm:spPr/>
      <dgm:t>
        <a:bodyPr/>
        <a:lstStyle/>
        <a:p>
          <a:pPr algn="l"/>
          <a:endParaRPr lang="en-US"/>
        </a:p>
      </dgm:t>
    </dgm:pt>
    <dgm:pt modelId="{B5550311-FF43-4648-B763-ACCE5B073B7A}">
      <dgm:prSet phldrT="[Text]" custT="1"/>
      <dgm:spPr/>
      <dgm:t>
        <a:bodyPr/>
        <a:lstStyle/>
        <a:p>
          <a:pPr algn="l"/>
          <a:r>
            <a:rPr lang="en-US" sz="2800"/>
            <a:t>1965 – 1971</a:t>
          </a:r>
        </a:p>
      </dgm:t>
    </dgm:pt>
    <dgm:pt modelId="{4E7744D7-EB95-4286-B8E3-7F5BE6D6DB24}" type="parTrans" cxnId="{3C772BEE-41EB-4EA9-AA55-0BDAFEBE4805}">
      <dgm:prSet/>
      <dgm:spPr/>
      <dgm:t>
        <a:bodyPr/>
        <a:lstStyle/>
        <a:p>
          <a:pPr algn="l"/>
          <a:endParaRPr lang="en-US"/>
        </a:p>
      </dgm:t>
    </dgm:pt>
    <dgm:pt modelId="{682F30DE-FF62-4740-8677-C72D1D9E4D31}" type="sibTrans" cxnId="{3C772BEE-41EB-4EA9-AA55-0BDAFEBE4805}">
      <dgm:prSet/>
      <dgm:spPr/>
      <dgm:t>
        <a:bodyPr/>
        <a:lstStyle/>
        <a:p>
          <a:pPr algn="l"/>
          <a:endParaRPr lang="en-US"/>
        </a:p>
      </dgm:t>
    </dgm:pt>
    <dgm:pt modelId="{F141FDE6-D990-48D2-9906-40B45C2F40C6}">
      <dgm:prSet phldrT="[Text]"/>
      <dgm:spPr/>
      <dgm:t>
        <a:bodyPr/>
        <a:lstStyle/>
        <a:p>
          <a:pPr algn="l"/>
          <a:r>
            <a:rPr lang="en-US"/>
            <a:t>Fourth generation</a:t>
          </a:r>
        </a:p>
      </dgm:t>
    </dgm:pt>
    <dgm:pt modelId="{D4CEDBD8-FFB6-4FFA-ACC7-336EE67CFF61}" type="parTrans" cxnId="{15252E54-9F5E-44E0-9F24-DC8AE5E15C14}">
      <dgm:prSet/>
      <dgm:spPr/>
      <dgm:t>
        <a:bodyPr/>
        <a:lstStyle/>
        <a:p>
          <a:pPr algn="l"/>
          <a:endParaRPr lang="en-US"/>
        </a:p>
      </dgm:t>
    </dgm:pt>
    <dgm:pt modelId="{515DDEEF-999E-49C6-B157-4E113230684B}" type="sibTrans" cxnId="{15252E54-9F5E-44E0-9F24-DC8AE5E15C14}">
      <dgm:prSet/>
      <dgm:spPr/>
      <dgm:t>
        <a:bodyPr/>
        <a:lstStyle/>
        <a:p>
          <a:pPr algn="l"/>
          <a:endParaRPr lang="en-US"/>
        </a:p>
      </dgm:t>
    </dgm:pt>
    <dgm:pt modelId="{64C5C10F-B05F-4B26-8470-EEAE49E4A47D}">
      <dgm:prSet phldrT="[Text]" custT="1"/>
      <dgm:spPr/>
      <dgm:t>
        <a:bodyPr/>
        <a:lstStyle/>
        <a:p>
          <a:pPr algn="l"/>
          <a:r>
            <a:rPr lang="en-US" sz="2800"/>
            <a:t>1971 -1980</a:t>
          </a:r>
        </a:p>
      </dgm:t>
    </dgm:pt>
    <dgm:pt modelId="{AE143AB8-C579-416B-8530-075683EC1415}" type="parTrans" cxnId="{B6DD393C-A29B-42EB-8635-9590A4A7DC01}">
      <dgm:prSet/>
      <dgm:spPr/>
      <dgm:t>
        <a:bodyPr/>
        <a:lstStyle/>
        <a:p>
          <a:pPr algn="l"/>
          <a:endParaRPr lang="en-US"/>
        </a:p>
      </dgm:t>
    </dgm:pt>
    <dgm:pt modelId="{B2219A5C-E67B-484A-9922-04F95016DD50}" type="sibTrans" cxnId="{B6DD393C-A29B-42EB-8635-9590A4A7DC01}">
      <dgm:prSet/>
      <dgm:spPr/>
      <dgm:t>
        <a:bodyPr/>
        <a:lstStyle/>
        <a:p>
          <a:pPr algn="l"/>
          <a:endParaRPr lang="en-US"/>
        </a:p>
      </dgm:t>
    </dgm:pt>
    <dgm:pt modelId="{57C2D81C-49E9-4726-8B4B-A55D553B6247}">
      <dgm:prSet phldrT="[Text]"/>
      <dgm:spPr/>
      <dgm:t>
        <a:bodyPr/>
        <a:lstStyle/>
        <a:p>
          <a:pPr algn="l"/>
          <a:r>
            <a:rPr lang="en-US"/>
            <a:t>Fifth generation</a:t>
          </a:r>
        </a:p>
      </dgm:t>
    </dgm:pt>
    <dgm:pt modelId="{DF44A259-B4FE-4462-9735-9F182D94B0D7}" type="parTrans" cxnId="{62D2FF00-F63A-4FFD-8288-CAAB854DA2B6}">
      <dgm:prSet/>
      <dgm:spPr/>
      <dgm:t>
        <a:bodyPr/>
        <a:lstStyle/>
        <a:p>
          <a:pPr algn="l"/>
          <a:endParaRPr lang="en-US"/>
        </a:p>
      </dgm:t>
    </dgm:pt>
    <dgm:pt modelId="{1479F720-7840-4F87-96C8-419DBD3D623F}" type="sibTrans" cxnId="{62D2FF00-F63A-4FFD-8288-CAAB854DA2B6}">
      <dgm:prSet/>
      <dgm:spPr/>
      <dgm:t>
        <a:bodyPr/>
        <a:lstStyle/>
        <a:p>
          <a:pPr algn="l"/>
          <a:endParaRPr lang="en-US"/>
        </a:p>
      </dgm:t>
    </dgm:pt>
    <dgm:pt modelId="{F757942C-710A-4051-98DC-0B1EA0EE6DC1}">
      <dgm:prSet phldrT="[Text]" custT="1"/>
      <dgm:spPr/>
      <dgm:t>
        <a:bodyPr/>
        <a:lstStyle/>
        <a:p>
          <a:pPr algn="l"/>
          <a:r>
            <a:rPr lang="en-US" sz="2800"/>
            <a:t>1980 – till date</a:t>
          </a:r>
        </a:p>
      </dgm:t>
    </dgm:pt>
    <dgm:pt modelId="{518E8815-4237-4BCF-9504-CE574D23BC15}" type="parTrans" cxnId="{81774263-9F89-4B34-A648-0AD291BBA39E}">
      <dgm:prSet/>
      <dgm:spPr/>
      <dgm:t>
        <a:bodyPr/>
        <a:lstStyle/>
        <a:p>
          <a:pPr algn="l"/>
          <a:endParaRPr lang="en-US"/>
        </a:p>
      </dgm:t>
    </dgm:pt>
    <dgm:pt modelId="{7C21B666-A772-4E78-ACC0-3E606788E4A4}" type="sibTrans" cxnId="{81774263-9F89-4B34-A648-0AD291BBA39E}">
      <dgm:prSet/>
      <dgm:spPr/>
      <dgm:t>
        <a:bodyPr/>
        <a:lstStyle/>
        <a:p>
          <a:pPr algn="l"/>
          <a:endParaRPr lang="en-US"/>
        </a:p>
      </dgm:t>
    </dgm:pt>
    <dgm:pt modelId="{503F0401-A208-4EAC-AE46-928265C71A92}" type="pres">
      <dgm:prSet presAssocID="{F821F7F6-423A-46E3-B5C2-F0C277D6D278}" presName="Name0" presStyleCnt="0">
        <dgm:presLayoutVars>
          <dgm:dir/>
          <dgm:animLvl val="lvl"/>
          <dgm:resizeHandles/>
        </dgm:presLayoutVars>
      </dgm:prSet>
      <dgm:spPr/>
    </dgm:pt>
    <dgm:pt modelId="{1A880439-AB60-4408-9703-489F8A55F5AD}" type="pres">
      <dgm:prSet presAssocID="{BCA0CE1B-904B-450A-AC22-F692A72D3398}" presName="linNode" presStyleCnt="0"/>
      <dgm:spPr/>
    </dgm:pt>
    <dgm:pt modelId="{C6F8B479-4718-41C5-ABDE-E157F922BA16}" type="pres">
      <dgm:prSet presAssocID="{BCA0CE1B-904B-450A-AC22-F692A72D3398}" presName="parentShp" presStyleLbl="node1" presStyleIdx="0" presStyleCnt="5">
        <dgm:presLayoutVars>
          <dgm:bulletEnabled val="1"/>
        </dgm:presLayoutVars>
      </dgm:prSet>
      <dgm:spPr/>
    </dgm:pt>
    <dgm:pt modelId="{185E04EC-41AA-47F1-8867-D0D5B1A0F931}" type="pres">
      <dgm:prSet presAssocID="{BCA0CE1B-904B-450A-AC22-F692A72D3398}" presName="childShp" presStyleLbl="bgAccFollowNode1" presStyleIdx="0" presStyleCnt="5">
        <dgm:presLayoutVars>
          <dgm:bulletEnabled val="1"/>
        </dgm:presLayoutVars>
      </dgm:prSet>
      <dgm:spPr/>
    </dgm:pt>
    <dgm:pt modelId="{4B50726F-AD5B-437A-942B-F7B32962C558}" type="pres">
      <dgm:prSet presAssocID="{9C5BC5BE-D86E-4807-8B45-98905774F4C0}" presName="spacing" presStyleCnt="0"/>
      <dgm:spPr/>
    </dgm:pt>
    <dgm:pt modelId="{70029A7B-59A4-4816-AFC4-4ED8983AC92C}" type="pres">
      <dgm:prSet presAssocID="{D181CF0E-B02A-4582-AE90-2A3888294C49}" presName="linNode" presStyleCnt="0"/>
      <dgm:spPr/>
    </dgm:pt>
    <dgm:pt modelId="{DBD7B3F0-0123-4C30-8CFA-CA3EF5C80CE1}" type="pres">
      <dgm:prSet presAssocID="{D181CF0E-B02A-4582-AE90-2A3888294C49}" presName="parentShp" presStyleLbl="node1" presStyleIdx="1" presStyleCnt="5">
        <dgm:presLayoutVars>
          <dgm:bulletEnabled val="1"/>
        </dgm:presLayoutVars>
      </dgm:prSet>
      <dgm:spPr/>
    </dgm:pt>
    <dgm:pt modelId="{76C3041E-3DAD-47B1-931A-1239148940D1}" type="pres">
      <dgm:prSet presAssocID="{D181CF0E-B02A-4582-AE90-2A3888294C49}" presName="childShp" presStyleLbl="bgAccFollowNode1" presStyleIdx="1" presStyleCnt="5">
        <dgm:presLayoutVars>
          <dgm:bulletEnabled val="1"/>
        </dgm:presLayoutVars>
      </dgm:prSet>
      <dgm:spPr/>
    </dgm:pt>
    <dgm:pt modelId="{1F17E0FE-CA3E-4810-AD7F-192122DE5FB9}" type="pres">
      <dgm:prSet presAssocID="{DCF31E71-4080-43CB-99A2-65F776AB45C6}" presName="spacing" presStyleCnt="0"/>
      <dgm:spPr/>
    </dgm:pt>
    <dgm:pt modelId="{89700FE0-2D31-4F10-A83A-14B370D8B536}" type="pres">
      <dgm:prSet presAssocID="{6930B7CE-95B5-44A7-A979-A2E11E57EEE1}" presName="linNode" presStyleCnt="0"/>
      <dgm:spPr/>
    </dgm:pt>
    <dgm:pt modelId="{696FE5C0-A9D2-450E-A45A-77B0A9AD8CAA}" type="pres">
      <dgm:prSet presAssocID="{6930B7CE-95B5-44A7-A979-A2E11E57EEE1}" presName="parentShp" presStyleLbl="node1" presStyleIdx="2" presStyleCnt="5">
        <dgm:presLayoutVars>
          <dgm:bulletEnabled val="1"/>
        </dgm:presLayoutVars>
      </dgm:prSet>
      <dgm:spPr/>
    </dgm:pt>
    <dgm:pt modelId="{FAB1EB95-6660-439E-B0A5-14D2690CA9B1}" type="pres">
      <dgm:prSet presAssocID="{6930B7CE-95B5-44A7-A979-A2E11E57EEE1}" presName="childShp" presStyleLbl="bgAccFollowNode1" presStyleIdx="2" presStyleCnt="5">
        <dgm:presLayoutVars>
          <dgm:bulletEnabled val="1"/>
        </dgm:presLayoutVars>
      </dgm:prSet>
      <dgm:spPr/>
    </dgm:pt>
    <dgm:pt modelId="{4D4DFB7D-7832-4A0C-9781-58006793A908}" type="pres">
      <dgm:prSet presAssocID="{51AA8419-F458-4394-B35F-32AA461F118E}" presName="spacing" presStyleCnt="0"/>
      <dgm:spPr/>
    </dgm:pt>
    <dgm:pt modelId="{D728379F-5B3E-4E6B-8B86-D2F3921ACAB4}" type="pres">
      <dgm:prSet presAssocID="{F141FDE6-D990-48D2-9906-40B45C2F40C6}" presName="linNode" presStyleCnt="0"/>
      <dgm:spPr/>
    </dgm:pt>
    <dgm:pt modelId="{F15E733B-C3A0-431D-8E89-A0696BC1FC13}" type="pres">
      <dgm:prSet presAssocID="{F141FDE6-D990-48D2-9906-40B45C2F40C6}" presName="parentShp" presStyleLbl="node1" presStyleIdx="3" presStyleCnt="5">
        <dgm:presLayoutVars>
          <dgm:bulletEnabled val="1"/>
        </dgm:presLayoutVars>
      </dgm:prSet>
      <dgm:spPr/>
    </dgm:pt>
    <dgm:pt modelId="{BB88F2B2-7FC0-4C68-9EA1-CDB67E586385}" type="pres">
      <dgm:prSet presAssocID="{F141FDE6-D990-48D2-9906-40B45C2F40C6}" presName="childShp" presStyleLbl="bgAccFollowNode1" presStyleIdx="3" presStyleCnt="5">
        <dgm:presLayoutVars>
          <dgm:bulletEnabled val="1"/>
        </dgm:presLayoutVars>
      </dgm:prSet>
      <dgm:spPr/>
    </dgm:pt>
    <dgm:pt modelId="{7297C2EF-7780-4F34-898E-2F9A2AB151C3}" type="pres">
      <dgm:prSet presAssocID="{515DDEEF-999E-49C6-B157-4E113230684B}" presName="spacing" presStyleCnt="0"/>
      <dgm:spPr/>
    </dgm:pt>
    <dgm:pt modelId="{01121A6A-7E45-4A1A-8D6A-BCCA90AA3428}" type="pres">
      <dgm:prSet presAssocID="{57C2D81C-49E9-4726-8B4B-A55D553B6247}" presName="linNode" presStyleCnt="0"/>
      <dgm:spPr/>
    </dgm:pt>
    <dgm:pt modelId="{6D5F8713-49DE-4D66-A050-65FDF7FE6DC4}" type="pres">
      <dgm:prSet presAssocID="{57C2D81C-49E9-4726-8B4B-A55D553B6247}" presName="parentShp" presStyleLbl="node1" presStyleIdx="4" presStyleCnt="5">
        <dgm:presLayoutVars>
          <dgm:bulletEnabled val="1"/>
        </dgm:presLayoutVars>
      </dgm:prSet>
      <dgm:spPr/>
    </dgm:pt>
    <dgm:pt modelId="{D7B18198-877D-46ED-9FC6-5639D86D1267}" type="pres">
      <dgm:prSet presAssocID="{57C2D81C-49E9-4726-8B4B-A55D553B6247}" presName="childShp" presStyleLbl="bgAccFollowNode1" presStyleIdx="4" presStyleCnt="5">
        <dgm:presLayoutVars>
          <dgm:bulletEnabled val="1"/>
        </dgm:presLayoutVars>
      </dgm:prSet>
      <dgm:spPr/>
    </dgm:pt>
  </dgm:ptLst>
  <dgm:cxnLst>
    <dgm:cxn modelId="{62D2FF00-F63A-4FFD-8288-CAAB854DA2B6}" srcId="{F821F7F6-423A-46E3-B5C2-F0C277D6D278}" destId="{57C2D81C-49E9-4726-8B4B-A55D553B6247}" srcOrd="4" destOrd="0" parTransId="{DF44A259-B4FE-4462-9735-9F182D94B0D7}" sibTransId="{1479F720-7840-4F87-96C8-419DBD3D623F}"/>
    <dgm:cxn modelId="{7E658406-6D12-4E1D-AF2B-EE416F916D2D}" type="presOf" srcId="{BCA0CE1B-904B-450A-AC22-F692A72D3398}" destId="{C6F8B479-4718-41C5-ABDE-E157F922BA16}" srcOrd="0" destOrd="0" presId="urn:microsoft.com/office/officeart/2005/8/layout/vList6"/>
    <dgm:cxn modelId="{B4BA4709-F0C1-4F98-BDE6-CE3D15512E6D}" type="presOf" srcId="{6930B7CE-95B5-44A7-A979-A2E11E57EEE1}" destId="{696FE5C0-A9D2-450E-A45A-77B0A9AD8CAA}" srcOrd="0" destOrd="0" presId="urn:microsoft.com/office/officeart/2005/8/layout/vList6"/>
    <dgm:cxn modelId="{B6DD393C-A29B-42EB-8635-9590A4A7DC01}" srcId="{F141FDE6-D990-48D2-9906-40B45C2F40C6}" destId="{64C5C10F-B05F-4B26-8470-EEAE49E4A47D}" srcOrd="0" destOrd="0" parTransId="{AE143AB8-C579-416B-8530-075683EC1415}" sibTransId="{B2219A5C-E67B-484A-9922-04F95016DD50}"/>
    <dgm:cxn modelId="{55BA665B-59C2-44D6-AD46-E68BF88B6367}" type="presOf" srcId="{EB7C2398-20B2-4153-91CB-00AE0625C3F1}" destId="{185E04EC-41AA-47F1-8867-D0D5B1A0F931}" srcOrd="0" destOrd="0" presId="urn:microsoft.com/office/officeart/2005/8/layout/vList6"/>
    <dgm:cxn modelId="{81774263-9F89-4B34-A648-0AD291BBA39E}" srcId="{57C2D81C-49E9-4726-8B4B-A55D553B6247}" destId="{F757942C-710A-4051-98DC-0B1EA0EE6DC1}" srcOrd="0" destOrd="0" parTransId="{518E8815-4237-4BCF-9504-CE574D23BC15}" sibTransId="{7C21B666-A772-4E78-ACC0-3E606788E4A4}"/>
    <dgm:cxn modelId="{15252E54-9F5E-44E0-9F24-DC8AE5E15C14}" srcId="{F821F7F6-423A-46E3-B5C2-F0C277D6D278}" destId="{F141FDE6-D990-48D2-9906-40B45C2F40C6}" srcOrd="3" destOrd="0" parTransId="{D4CEDBD8-FFB6-4FFA-ACC7-336EE67CFF61}" sibTransId="{515DDEEF-999E-49C6-B157-4E113230684B}"/>
    <dgm:cxn modelId="{6738E458-42DC-41EB-B40E-61927209D27F}" srcId="{BCA0CE1B-904B-450A-AC22-F692A72D3398}" destId="{EB7C2398-20B2-4153-91CB-00AE0625C3F1}" srcOrd="0" destOrd="0" parTransId="{48A3A283-404C-4207-9188-B542631AC629}" sibTransId="{AE28EE2B-7200-44FC-9442-2AA6AD7AE979}"/>
    <dgm:cxn modelId="{68113E89-1FC4-41F8-BA0B-25571FE72976}" type="presOf" srcId="{57C2D81C-49E9-4726-8B4B-A55D553B6247}" destId="{6D5F8713-49DE-4D66-A050-65FDF7FE6DC4}" srcOrd="0" destOrd="0" presId="urn:microsoft.com/office/officeart/2005/8/layout/vList6"/>
    <dgm:cxn modelId="{44EA4895-885D-4516-ACB3-133D5C9217BA}" type="presOf" srcId="{F821F7F6-423A-46E3-B5C2-F0C277D6D278}" destId="{503F0401-A208-4EAC-AE46-928265C71A92}" srcOrd="0" destOrd="0" presId="urn:microsoft.com/office/officeart/2005/8/layout/vList6"/>
    <dgm:cxn modelId="{13CA4897-BA56-46F1-9CF4-2BA3761B1798}" type="presOf" srcId="{F05F7C99-E58A-49C5-9E56-16F17201113D}" destId="{76C3041E-3DAD-47B1-931A-1239148940D1}" srcOrd="0" destOrd="0" presId="urn:microsoft.com/office/officeart/2005/8/layout/vList6"/>
    <dgm:cxn modelId="{65158E9A-344C-4644-A7CB-DA99EE62A82D}" type="presOf" srcId="{64C5C10F-B05F-4B26-8470-EEAE49E4A47D}" destId="{BB88F2B2-7FC0-4C68-9EA1-CDB67E586385}" srcOrd="0" destOrd="0" presId="urn:microsoft.com/office/officeart/2005/8/layout/vList6"/>
    <dgm:cxn modelId="{CCF11F9D-A000-4DCD-BF2A-5DCF7A26EF6C}" type="presOf" srcId="{D181CF0E-B02A-4582-AE90-2A3888294C49}" destId="{DBD7B3F0-0123-4C30-8CFA-CA3EF5C80CE1}" srcOrd="0" destOrd="0" presId="urn:microsoft.com/office/officeart/2005/8/layout/vList6"/>
    <dgm:cxn modelId="{9BA1BDA5-8545-4643-8DB5-EEF60497453D}" srcId="{D181CF0E-B02A-4582-AE90-2A3888294C49}" destId="{F05F7C99-E58A-49C5-9E56-16F17201113D}" srcOrd="0" destOrd="0" parTransId="{119513EE-CFDA-4E86-979C-DD1984A7D864}" sibTransId="{2ACFF2F9-8980-4232-83F6-97AB762A275F}"/>
    <dgm:cxn modelId="{F4165EAD-6D4B-46DC-A1B8-A49111EA363B}" srcId="{F821F7F6-423A-46E3-B5C2-F0C277D6D278}" destId="{6930B7CE-95B5-44A7-A979-A2E11E57EEE1}" srcOrd="2" destOrd="0" parTransId="{EB7F41DF-D15F-420B-8F88-8C840ABD0CB0}" sibTransId="{51AA8419-F458-4394-B35F-32AA461F118E}"/>
    <dgm:cxn modelId="{3B50B0B5-A241-4CBB-84AB-6D8F766ADA9F}" type="presOf" srcId="{F757942C-710A-4051-98DC-0B1EA0EE6DC1}" destId="{D7B18198-877D-46ED-9FC6-5639D86D1267}" srcOrd="0" destOrd="0" presId="urn:microsoft.com/office/officeart/2005/8/layout/vList6"/>
    <dgm:cxn modelId="{F7EF98D4-0B06-461E-87F8-E33E0EC10895}" type="presOf" srcId="{B5550311-FF43-4648-B763-ACCE5B073B7A}" destId="{FAB1EB95-6660-439E-B0A5-14D2690CA9B1}" srcOrd="0" destOrd="0" presId="urn:microsoft.com/office/officeart/2005/8/layout/vList6"/>
    <dgm:cxn modelId="{D53B84D9-40D8-4DB7-AEC2-B9E134D1E6D4}" srcId="{F821F7F6-423A-46E3-B5C2-F0C277D6D278}" destId="{BCA0CE1B-904B-450A-AC22-F692A72D3398}" srcOrd="0" destOrd="0" parTransId="{33ED2F3D-827C-417B-97B8-C4B54CE300C1}" sibTransId="{9C5BC5BE-D86E-4807-8B45-98905774F4C0}"/>
    <dgm:cxn modelId="{3D357CDA-4869-4EBF-A3EA-C29531BA5B36}" srcId="{F821F7F6-423A-46E3-B5C2-F0C277D6D278}" destId="{D181CF0E-B02A-4582-AE90-2A3888294C49}" srcOrd="1" destOrd="0" parTransId="{0CC671F0-EA87-492B-A0EC-92E143CE2088}" sibTransId="{DCF31E71-4080-43CB-99A2-65F776AB45C6}"/>
    <dgm:cxn modelId="{3C772BEE-41EB-4EA9-AA55-0BDAFEBE4805}" srcId="{6930B7CE-95B5-44A7-A979-A2E11E57EEE1}" destId="{B5550311-FF43-4648-B763-ACCE5B073B7A}" srcOrd="0" destOrd="0" parTransId="{4E7744D7-EB95-4286-B8E3-7F5BE6D6DB24}" sibTransId="{682F30DE-FF62-4740-8677-C72D1D9E4D31}"/>
    <dgm:cxn modelId="{4ABE44F9-3F6A-421F-BC1D-5AF9F8C8C0EF}" type="presOf" srcId="{F141FDE6-D990-48D2-9906-40B45C2F40C6}" destId="{F15E733B-C3A0-431D-8E89-A0696BC1FC13}" srcOrd="0" destOrd="0" presId="urn:microsoft.com/office/officeart/2005/8/layout/vList6"/>
    <dgm:cxn modelId="{FAE1E8FC-816F-4A16-846E-1A7FFA03C973}" type="presParOf" srcId="{503F0401-A208-4EAC-AE46-928265C71A92}" destId="{1A880439-AB60-4408-9703-489F8A55F5AD}" srcOrd="0" destOrd="0" presId="urn:microsoft.com/office/officeart/2005/8/layout/vList6"/>
    <dgm:cxn modelId="{DA80B150-500A-4262-89A5-041F888EFC87}" type="presParOf" srcId="{1A880439-AB60-4408-9703-489F8A55F5AD}" destId="{C6F8B479-4718-41C5-ABDE-E157F922BA16}" srcOrd="0" destOrd="0" presId="urn:microsoft.com/office/officeart/2005/8/layout/vList6"/>
    <dgm:cxn modelId="{EF35A6B0-08C1-4706-BB35-DDD99F86863A}" type="presParOf" srcId="{1A880439-AB60-4408-9703-489F8A55F5AD}" destId="{185E04EC-41AA-47F1-8867-D0D5B1A0F931}" srcOrd="1" destOrd="0" presId="urn:microsoft.com/office/officeart/2005/8/layout/vList6"/>
    <dgm:cxn modelId="{6BF35272-D7AA-449F-92B9-61E14C33A911}" type="presParOf" srcId="{503F0401-A208-4EAC-AE46-928265C71A92}" destId="{4B50726F-AD5B-437A-942B-F7B32962C558}" srcOrd="1" destOrd="0" presId="urn:microsoft.com/office/officeart/2005/8/layout/vList6"/>
    <dgm:cxn modelId="{36D78CE9-80F7-4E55-9E29-DF6EF2AFF215}" type="presParOf" srcId="{503F0401-A208-4EAC-AE46-928265C71A92}" destId="{70029A7B-59A4-4816-AFC4-4ED8983AC92C}" srcOrd="2" destOrd="0" presId="urn:microsoft.com/office/officeart/2005/8/layout/vList6"/>
    <dgm:cxn modelId="{B0B69DD1-8ED2-48C7-A2F5-3658DBF0293E}" type="presParOf" srcId="{70029A7B-59A4-4816-AFC4-4ED8983AC92C}" destId="{DBD7B3F0-0123-4C30-8CFA-CA3EF5C80CE1}" srcOrd="0" destOrd="0" presId="urn:microsoft.com/office/officeart/2005/8/layout/vList6"/>
    <dgm:cxn modelId="{9DD7B369-6980-4D88-8C04-C59D29076D0F}" type="presParOf" srcId="{70029A7B-59A4-4816-AFC4-4ED8983AC92C}" destId="{76C3041E-3DAD-47B1-931A-1239148940D1}" srcOrd="1" destOrd="0" presId="urn:microsoft.com/office/officeart/2005/8/layout/vList6"/>
    <dgm:cxn modelId="{24DF2942-6E39-41B1-951E-DC31BF5B8502}" type="presParOf" srcId="{503F0401-A208-4EAC-AE46-928265C71A92}" destId="{1F17E0FE-CA3E-4810-AD7F-192122DE5FB9}" srcOrd="3" destOrd="0" presId="urn:microsoft.com/office/officeart/2005/8/layout/vList6"/>
    <dgm:cxn modelId="{C0D3731B-CE6F-4D9E-9B76-FBF63FD69402}" type="presParOf" srcId="{503F0401-A208-4EAC-AE46-928265C71A92}" destId="{89700FE0-2D31-4F10-A83A-14B370D8B536}" srcOrd="4" destOrd="0" presId="urn:microsoft.com/office/officeart/2005/8/layout/vList6"/>
    <dgm:cxn modelId="{75E4E4BE-783A-4A36-8F11-41950FF057BA}" type="presParOf" srcId="{89700FE0-2D31-4F10-A83A-14B370D8B536}" destId="{696FE5C0-A9D2-450E-A45A-77B0A9AD8CAA}" srcOrd="0" destOrd="0" presId="urn:microsoft.com/office/officeart/2005/8/layout/vList6"/>
    <dgm:cxn modelId="{DF186C2A-0D1C-479D-BF9E-F9EAC793D0EC}" type="presParOf" srcId="{89700FE0-2D31-4F10-A83A-14B370D8B536}" destId="{FAB1EB95-6660-439E-B0A5-14D2690CA9B1}" srcOrd="1" destOrd="0" presId="urn:microsoft.com/office/officeart/2005/8/layout/vList6"/>
    <dgm:cxn modelId="{4A1F9D4D-2B83-4156-B923-E6D52F8EA951}" type="presParOf" srcId="{503F0401-A208-4EAC-AE46-928265C71A92}" destId="{4D4DFB7D-7832-4A0C-9781-58006793A908}" srcOrd="5" destOrd="0" presId="urn:microsoft.com/office/officeart/2005/8/layout/vList6"/>
    <dgm:cxn modelId="{C711377E-1731-4B3B-9CDC-7B18FA43DFBF}" type="presParOf" srcId="{503F0401-A208-4EAC-AE46-928265C71A92}" destId="{D728379F-5B3E-4E6B-8B86-D2F3921ACAB4}" srcOrd="6" destOrd="0" presId="urn:microsoft.com/office/officeart/2005/8/layout/vList6"/>
    <dgm:cxn modelId="{AFAA3C14-863B-4463-A8E0-11C3A2DD4366}" type="presParOf" srcId="{D728379F-5B3E-4E6B-8B86-D2F3921ACAB4}" destId="{F15E733B-C3A0-431D-8E89-A0696BC1FC13}" srcOrd="0" destOrd="0" presId="urn:microsoft.com/office/officeart/2005/8/layout/vList6"/>
    <dgm:cxn modelId="{AEA57466-9931-4F12-867A-C8ECB80A7541}" type="presParOf" srcId="{D728379F-5B3E-4E6B-8B86-D2F3921ACAB4}" destId="{BB88F2B2-7FC0-4C68-9EA1-CDB67E586385}" srcOrd="1" destOrd="0" presId="urn:microsoft.com/office/officeart/2005/8/layout/vList6"/>
    <dgm:cxn modelId="{3ABDD86F-4E76-42C2-8FD6-544C516B79A4}" type="presParOf" srcId="{503F0401-A208-4EAC-AE46-928265C71A92}" destId="{7297C2EF-7780-4F34-898E-2F9A2AB151C3}" srcOrd="7" destOrd="0" presId="urn:microsoft.com/office/officeart/2005/8/layout/vList6"/>
    <dgm:cxn modelId="{05B93D48-EA8F-4FC5-AF52-8AF34B540FC8}" type="presParOf" srcId="{503F0401-A208-4EAC-AE46-928265C71A92}" destId="{01121A6A-7E45-4A1A-8D6A-BCCA90AA3428}" srcOrd="8" destOrd="0" presId="urn:microsoft.com/office/officeart/2005/8/layout/vList6"/>
    <dgm:cxn modelId="{899B7689-EE66-498F-AE8C-4F78AFEF127D}" type="presParOf" srcId="{01121A6A-7E45-4A1A-8D6A-BCCA90AA3428}" destId="{6D5F8713-49DE-4D66-A050-65FDF7FE6DC4}" srcOrd="0" destOrd="0" presId="urn:microsoft.com/office/officeart/2005/8/layout/vList6"/>
    <dgm:cxn modelId="{2D4A5BDA-5F1A-425D-91AD-78AE4E59AAA2}" type="presParOf" srcId="{01121A6A-7E45-4A1A-8D6A-BCCA90AA3428}" destId="{D7B18198-877D-46ED-9FC6-5639D86D1267}"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B3F7AF5-C29A-4C9E-A493-68237EFFC040}" type="doc">
      <dgm:prSet loTypeId="urn:diagrams.loki3.com/BracketList" loCatId="list" qsTypeId="urn:microsoft.com/office/officeart/2005/8/quickstyle/simple1" qsCatId="simple" csTypeId="urn:microsoft.com/office/officeart/2005/8/colors/accent1_2" csCatId="accent1" phldr="1"/>
      <dgm:spPr/>
      <dgm:t>
        <a:bodyPr/>
        <a:lstStyle/>
        <a:p>
          <a:endParaRPr lang="en-US"/>
        </a:p>
      </dgm:t>
    </dgm:pt>
    <dgm:pt modelId="{2DBB7682-2293-450E-8AA1-587CA3AC3036}">
      <dgm:prSet phldrT="[Text]"/>
      <dgm:spPr>
        <a:solidFill>
          <a:schemeClr val="accent3">
            <a:lumMod val="20000"/>
            <a:lumOff val="80000"/>
          </a:schemeClr>
        </a:solidFill>
        <a:ln>
          <a:solidFill>
            <a:schemeClr val="tx2"/>
          </a:solidFill>
        </a:ln>
      </dgm:spPr>
      <dgm:t>
        <a:bodyPr/>
        <a:lstStyle/>
        <a:p>
          <a:r>
            <a:rPr lang="en-US">
              <a:solidFill>
                <a:srgbClr val="002060"/>
              </a:solidFill>
            </a:rPr>
            <a:t>Main electronic component</a:t>
          </a:r>
        </a:p>
      </dgm:t>
    </dgm:pt>
    <dgm:pt modelId="{BA281E4E-7E19-4E58-B929-AC814C25975E}" type="parTrans" cxnId="{45588622-C5D8-4311-9FC5-F87B40A01B51}">
      <dgm:prSet/>
      <dgm:spPr/>
      <dgm:t>
        <a:bodyPr/>
        <a:lstStyle/>
        <a:p>
          <a:endParaRPr lang="en-US"/>
        </a:p>
      </dgm:t>
    </dgm:pt>
    <dgm:pt modelId="{83293140-DDBE-4C8C-B5EA-CF44BFE48CDA}" type="sibTrans" cxnId="{45588622-C5D8-4311-9FC5-F87B40A01B51}">
      <dgm:prSet/>
      <dgm:spPr/>
      <dgm:t>
        <a:bodyPr/>
        <a:lstStyle/>
        <a:p>
          <a:endParaRPr lang="en-US"/>
        </a:p>
      </dgm:t>
    </dgm:pt>
    <dgm:pt modelId="{0F4BDC01-E2C8-4CE3-B3F1-7A278AEEB6A5}">
      <dgm:prSet phldrT="[Text]"/>
      <dgm:spPr/>
      <dgm:t>
        <a:bodyPr/>
        <a:lstStyle/>
        <a:p>
          <a:r>
            <a:rPr lang="en-US"/>
            <a:t>Vacuum tube</a:t>
          </a:r>
        </a:p>
      </dgm:t>
    </dgm:pt>
    <dgm:pt modelId="{2D7D42E5-08D4-4C03-8F7C-3BEA03B6CC34}" type="parTrans" cxnId="{6B69B42C-2835-4778-9782-547F118BA432}">
      <dgm:prSet/>
      <dgm:spPr/>
      <dgm:t>
        <a:bodyPr/>
        <a:lstStyle/>
        <a:p>
          <a:endParaRPr lang="en-US"/>
        </a:p>
      </dgm:t>
    </dgm:pt>
    <dgm:pt modelId="{D9459313-7C0A-48A7-A88F-BCE1E28ACCC9}" type="sibTrans" cxnId="{6B69B42C-2835-4778-9782-547F118BA432}">
      <dgm:prSet/>
      <dgm:spPr/>
      <dgm:t>
        <a:bodyPr/>
        <a:lstStyle/>
        <a:p>
          <a:endParaRPr lang="en-US"/>
        </a:p>
      </dgm:t>
    </dgm:pt>
    <dgm:pt modelId="{DB614EE4-E3A6-4EDE-8A88-0A632CC9E4C0}">
      <dgm:prSet phldrT="[Text]"/>
      <dgm:spPr>
        <a:solidFill>
          <a:schemeClr val="accent3">
            <a:lumMod val="20000"/>
            <a:lumOff val="80000"/>
          </a:schemeClr>
        </a:solidFill>
        <a:ln>
          <a:solidFill>
            <a:schemeClr val="tx2"/>
          </a:solidFill>
        </a:ln>
      </dgm:spPr>
      <dgm:t>
        <a:bodyPr/>
        <a:lstStyle/>
        <a:p>
          <a:r>
            <a:rPr lang="en-US">
              <a:solidFill>
                <a:srgbClr val="002060"/>
              </a:solidFill>
            </a:rPr>
            <a:t>Programming language</a:t>
          </a:r>
        </a:p>
      </dgm:t>
    </dgm:pt>
    <dgm:pt modelId="{B6B7BB11-27D4-48B4-A4F8-609F00C4E9BD}" type="parTrans" cxnId="{BCC139DD-CE3C-4036-B529-E6AF3CA546AA}">
      <dgm:prSet/>
      <dgm:spPr/>
      <dgm:t>
        <a:bodyPr/>
        <a:lstStyle/>
        <a:p>
          <a:endParaRPr lang="en-US"/>
        </a:p>
      </dgm:t>
    </dgm:pt>
    <dgm:pt modelId="{CAC06D69-4918-41C0-B7F3-5404C4CA9EDF}" type="sibTrans" cxnId="{BCC139DD-CE3C-4036-B529-E6AF3CA546AA}">
      <dgm:prSet/>
      <dgm:spPr/>
      <dgm:t>
        <a:bodyPr/>
        <a:lstStyle/>
        <a:p>
          <a:endParaRPr lang="en-US"/>
        </a:p>
      </dgm:t>
    </dgm:pt>
    <dgm:pt modelId="{39C10B05-8390-406F-AD92-B53FD6AE120E}">
      <dgm:prSet phldrT="[Text]"/>
      <dgm:spPr/>
      <dgm:t>
        <a:bodyPr/>
        <a:lstStyle/>
        <a:p>
          <a:r>
            <a:rPr lang="en-US"/>
            <a:t>Machine Language</a:t>
          </a:r>
        </a:p>
      </dgm:t>
    </dgm:pt>
    <dgm:pt modelId="{7AAB547E-22D5-433C-91AB-1D3D83871216}" type="parTrans" cxnId="{3BB1CB18-62F2-448F-BB23-1C891DA9AACB}">
      <dgm:prSet/>
      <dgm:spPr/>
      <dgm:t>
        <a:bodyPr/>
        <a:lstStyle/>
        <a:p>
          <a:endParaRPr lang="en-US"/>
        </a:p>
      </dgm:t>
    </dgm:pt>
    <dgm:pt modelId="{88400F1D-519B-4C75-A306-0FD5C4A124E9}" type="sibTrans" cxnId="{3BB1CB18-62F2-448F-BB23-1C891DA9AACB}">
      <dgm:prSet/>
      <dgm:spPr/>
      <dgm:t>
        <a:bodyPr/>
        <a:lstStyle/>
        <a:p>
          <a:endParaRPr lang="en-US"/>
        </a:p>
      </dgm:t>
    </dgm:pt>
    <dgm:pt modelId="{A1AFBF9C-588A-420D-92CD-0B5F92BC9CEF}">
      <dgm:prSet phldrT="[Text]"/>
      <dgm:spPr>
        <a:solidFill>
          <a:schemeClr val="accent3">
            <a:lumMod val="20000"/>
            <a:lumOff val="80000"/>
          </a:schemeClr>
        </a:solidFill>
        <a:ln>
          <a:solidFill>
            <a:schemeClr val="tx2"/>
          </a:solidFill>
        </a:ln>
      </dgm:spPr>
      <dgm:t>
        <a:bodyPr/>
        <a:lstStyle/>
        <a:p>
          <a:r>
            <a:rPr lang="en-US"/>
            <a:t>Main Memory</a:t>
          </a:r>
        </a:p>
      </dgm:t>
    </dgm:pt>
    <dgm:pt modelId="{720C4EF6-5949-49CD-B0E3-9F53B90118FE}" type="parTrans" cxnId="{83FF5463-80EF-4AB1-A110-D6B8D010F4CC}">
      <dgm:prSet/>
      <dgm:spPr/>
      <dgm:t>
        <a:bodyPr/>
        <a:lstStyle/>
        <a:p>
          <a:endParaRPr lang="en-US"/>
        </a:p>
      </dgm:t>
    </dgm:pt>
    <dgm:pt modelId="{1C172B71-008C-4D40-B6C4-3183A1FB2064}" type="sibTrans" cxnId="{83FF5463-80EF-4AB1-A110-D6B8D010F4CC}">
      <dgm:prSet/>
      <dgm:spPr/>
      <dgm:t>
        <a:bodyPr/>
        <a:lstStyle/>
        <a:p>
          <a:endParaRPr lang="en-US"/>
        </a:p>
      </dgm:t>
    </dgm:pt>
    <dgm:pt modelId="{81B4A4C1-3B42-4FA5-8E76-12FB0C985DCD}">
      <dgm:prSet phldrT="[Text]"/>
      <dgm:spPr/>
      <dgm:t>
        <a:bodyPr/>
        <a:lstStyle/>
        <a:p>
          <a:r>
            <a:rPr lang="en-US"/>
            <a:t>Magnetic tapes and magnetic drums.</a:t>
          </a:r>
        </a:p>
      </dgm:t>
    </dgm:pt>
    <dgm:pt modelId="{7CFEF1C3-C36F-4161-9CAE-9E373DE5FB06}" type="parTrans" cxnId="{29D6F75C-6E82-4FA4-870B-2DA885C1AC02}">
      <dgm:prSet/>
      <dgm:spPr/>
      <dgm:t>
        <a:bodyPr/>
        <a:lstStyle/>
        <a:p>
          <a:endParaRPr lang="en-US"/>
        </a:p>
      </dgm:t>
    </dgm:pt>
    <dgm:pt modelId="{9E85003D-2EA7-4345-B4D1-7BA390E74FAF}" type="sibTrans" cxnId="{29D6F75C-6E82-4FA4-870B-2DA885C1AC02}">
      <dgm:prSet/>
      <dgm:spPr/>
      <dgm:t>
        <a:bodyPr/>
        <a:lstStyle/>
        <a:p>
          <a:endParaRPr lang="en-US"/>
        </a:p>
      </dgm:t>
    </dgm:pt>
    <dgm:pt modelId="{12289832-9EA7-4F56-8FD9-D87BB80ACB35}">
      <dgm:prSet phldrT="[Text]"/>
      <dgm:spPr>
        <a:solidFill>
          <a:schemeClr val="accent3">
            <a:lumMod val="20000"/>
            <a:lumOff val="80000"/>
          </a:schemeClr>
        </a:solidFill>
        <a:ln>
          <a:solidFill>
            <a:schemeClr val="tx2"/>
          </a:solidFill>
        </a:ln>
      </dgm:spPr>
      <dgm:t>
        <a:bodyPr/>
        <a:lstStyle/>
        <a:p>
          <a:r>
            <a:rPr lang="en-US">
              <a:solidFill>
                <a:srgbClr val="002060"/>
              </a:solidFill>
            </a:rPr>
            <a:t>Input/output devices</a:t>
          </a:r>
        </a:p>
      </dgm:t>
    </dgm:pt>
    <dgm:pt modelId="{1542BFE3-5F84-4603-9F97-5DABC4D5618B}" type="parTrans" cxnId="{E4A9C137-1C98-4EAC-9FB5-C6D9CCEB4168}">
      <dgm:prSet/>
      <dgm:spPr/>
      <dgm:t>
        <a:bodyPr/>
        <a:lstStyle/>
        <a:p>
          <a:endParaRPr lang="en-US"/>
        </a:p>
      </dgm:t>
    </dgm:pt>
    <dgm:pt modelId="{B2C26336-FD82-46ED-B95D-58CE063C6A71}" type="sibTrans" cxnId="{E4A9C137-1C98-4EAC-9FB5-C6D9CCEB4168}">
      <dgm:prSet/>
      <dgm:spPr/>
      <dgm:t>
        <a:bodyPr/>
        <a:lstStyle/>
        <a:p>
          <a:endParaRPr lang="en-US"/>
        </a:p>
      </dgm:t>
    </dgm:pt>
    <dgm:pt modelId="{A8B9CDBC-FD2A-4697-9027-E86DFD10DA32}">
      <dgm:prSet phldrT="[Text]"/>
      <dgm:spPr/>
      <dgm:t>
        <a:bodyPr/>
        <a:lstStyle/>
        <a:p>
          <a:r>
            <a:rPr lang="en-US"/>
            <a:t>Paper tape and punched cards.</a:t>
          </a:r>
        </a:p>
      </dgm:t>
    </dgm:pt>
    <dgm:pt modelId="{C237C04E-0667-46BA-BF04-50FF93F5FFEF}" type="parTrans" cxnId="{FEFB70BD-516E-46BF-8C3A-DB0A397EEE75}">
      <dgm:prSet/>
      <dgm:spPr/>
      <dgm:t>
        <a:bodyPr/>
        <a:lstStyle/>
        <a:p>
          <a:endParaRPr lang="en-US"/>
        </a:p>
      </dgm:t>
    </dgm:pt>
    <dgm:pt modelId="{53F61B06-F8EB-4ECD-9081-C4F98A33DB88}" type="sibTrans" cxnId="{FEFB70BD-516E-46BF-8C3A-DB0A397EEE75}">
      <dgm:prSet/>
      <dgm:spPr/>
      <dgm:t>
        <a:bodyPr/>
        <a:lstStyle/>
        <a:p>
          <a:endParaRPr lang="en-US"/>
        </a:p>
      </dgm:t>
    </dgm:pt>
    <dgm:pt modelId="{8BDA4EE6-622E-4031-8A34-B5598C45D657}">
      <dgm:prSet phldrT="[Text]"/>
      <dgm:spPr>
        <a:solidFill>
          <a:schemeClr val="accent3">
            <a:lumMod val="20000"/>
            <a:lumOff val="80000"/>
          </a:schemeClr>
        </a:solidFill>
        <a:ln>
          <a:solidFill>
            <a:schemeClr val="tx2"/>
          </a:solidFill>
        </a:ln>
      </dgm:spPr>
      <dgm:t>
        <a:bodyPr/>
        <a:lstStyle/>
        <a:p>
          <a:r>
            <a:rPr lang="en-US"/>
            <a:t>Speed and size</a:t>
          </a:r>
        </a:p>
      </dgm:t>
    </dgm:pt>
    <dgm:pt modelId="{94948650-5F7E-4727-931D-F18B46A47445}" type="parTrans" cxnId="{31FBA965-0689-46CD-9DCA-6118029FDFA7}">
      <dgm:prSet/>
      <dgm:spPr/>
      <dgm:t>
        <a:bodyPr/>
        <a:lstStyle/>
        <a:p>
          <a:endParaRPr lang="en-US"/>
        </a:p>
      </dgm:t>
    </dgm:pt>
    <dgm:pt modelId="{F6B4CB7D-B39F-4F4A-B2F2-42B4D46FDE51}" type="sibTrans" cxnId="{31FBA965-0689-46CD-9DCA-6118029FDFA7}">
      <dgm:prSet/>
      <dgm:spPr/>
      <dgm:t>
        <a:bodyPr/>
        <a:lstStyle/>
        <a:p>
          <a:endParaRPr lang="en-US"/>
        </a:p>
      </dgm:t>
    </dgm:pt>
    <dgm:pt modelId="{FF884860-AC66-4747-9D1D-680A0D54BE9C}">
      <dgm:prSet phldrT="[Text]"/>
      <dgm:spPr/>
      <dgm:t>
        <a:bodyPr/>
        <a:lstStyle/>
        <a:p>
          <a:r>
            <a:rPr lang="en-US"/>
            <a:t>Very slow and very large in size (often taking up entire room)</a:t>
          </a:r>
        </a:p>
      </dgm:t>
    </dgm:pt>
    <dgm:pt modelId="{A8FF17BD-43C7-4C45-A292-44AB27F2D192}" type="parTrans" cxnId="{52782B67-2052-4B67-8DEA-1FC89F90DA12}">
      <dgm:prSet/>
      <dgm:spPr/>
      <dgm:t>
        <a:bodyPr/>
        <a:lstStyle/>
        <a:p>
          <a:endParaRPr lang="en-US"/>
        </a:p>
      </dgm:t>
    </dgm:pt>
    <dgm:pt modelId="{18B98A0E-C721-47C4-87F3-83ACA6702549}" type="sibTrans" cxnId="{52782B67-2052-4B67-8DEA-1FC89F90DA12}">
      <dgm:prSet/>
      <dgm:spPr/>
      <dgm:t>
        <a:bodyPr/>
        <a:lstStyle/>
        <a:p>
          <a:endParaRPr lang="en-US"/>
        </a:p>
      </dgm:t>
    </dgm:pt>
    <dgm:pt modelId="{69C2DC87-C4F7-4A49-B169-F6033B23300C}">
      <dgm:prSet phldrT="[Text]"/>
      <dgm:spPr>
        <a:solidFill>
          <a:schemeClr val="accent3">
            <a:lumMod val="20000"/>
            <a:lumOff val="80000"/>
          </a:schemeClr>
        </a:solidFill>
        <a:ln>
          <a:solidFill>
            <a:schemeClr val="tx2"/>
          </a:solidFill>
        </a:ln>
      </dgm:spPr>
      <dgm:t>
        <a:bodyPr/>
        <a:lstStyle/>
        <a:p>
          <a:r>
            <a:rPr lang="en-US" b="0" i="0"/>
            <a:t>Examples of the first generation</a:t>
          </a:r>
          <a:endParaRPr lang="en-US"/>
        </a:p>
      </dgm:t>
    </dgm:pt>
    <dgm:pt modelId="{04B24F84-3744-4337-A411-97AE2B6A6FD0}" type="parTrans" cxnId="{F1008D2A-57C8-4AAA-9113-44358884320E}">
      <dgm:prSet/>
      <dgm:spPr/>
      <dgm:t>
        <a:bodyPr/>
        <a:lstStyle/>
        <a:p>
          <a:endParaRPr lang="en-US"/>
        </a:p>
      </dgm:t>
    </dgm:pt>
    <dgm:pt modelId="{436B14DF-6618-4D71-99D8-9CEB8E6D52A8}" type="sibTrans" cxnId="{F1008D2A-57C8-4AAA-9113-44358884320E}">
      <dgm:prSet/>
      <dgm:spPr/>
      <dgm:t>
        <a:bodyPr/>
        <a:lstStyle/>
        <a:p>
          <a:endParaRPr lang="en-US"/>
        </a:p>
      </dgm:t>
    </dgm:pt>
    <dgm:pt modelId="{8F0A06E9-9636-4A0C-8987-F5F855ABC880}">
      <dgm:prSet phldrT="[Text]"/>
      <dgm:spPr/>
      <dgm:t>
        <a:bodyPr/>
        <a:lstStyle/>
        <a:p>
          <a:r>
            <a:rPr lang="fr-FR" b="0" i="0"/>
            <a:t>IBM 650, IBM 701, ENIAC, UNIVAC1, etc.</a:t>
          </a:r>
          <a:endParaRPr lang="en-US"/>
        </a:p>
      </dgm:t>
    </dgm:pt>
    <dgm:pt modelId="{5432C731-6DA7-442E-A6E8-2159573E4077}" type="parTrans" cxnId="{0996F71B-7F3D-4BAE-8FFB-F82B9FF0C509}">
      <dgm:prSet/>
      <dgm:spPr/>
      <dgm:t>
        <a:bodyPr/>
        <a:lstStyle/>
        <a:p>
          <a:endParaRPr lang="en-US"/>
        </a:p>
      </dgm:t>
    </dgm:pt>
    <dgm:pt modelId="{EA142372-6E7A-4913-8557-992D9F2477EC}" type="sibTrans" cxnId="{0996F71B-7F3D-4BAE-8FFB-F82B9FF0C509}">
      <dgm:prSet/>
      <dgm:spPr/>
      <dgm:t>
        <a:bodyPr/>
        <a:lstStyle/>
        <a:p>
          <a:endParaRPr lang="en-US"/>
        </a:p>
      </dgm:t>
    </dgm:pt>
    <dgm:pt modelId="{9857A5AF-8258-45E9-8F24-5EABEDD42682}" type="pres">
      <dgm:prSet presAssocID="{1B3F7AF5-C29A-4C9E-A493-68237EFFC040}" presName="Name0" presStyleCnt="0">
        <dgm:presLayoutVars>
          <dgm:dir/>
          <dgm:animLvl val="lvl"/>
          <dgm:resizeHandles val="exact"/>
        </dgm:presLayoutVars>
      </dgm:prSet>
      <dgm:spPr/>
    </dgm:pt>
    <dgm:pt modelId="{F5AEF77E-56F4-4658-972B-38C8ADA64B1B}" type="pres">
      <dgm:prSet presAssocID="{2DBB7682-2293-450E-8AA1-587CA3AC3036}" presName="linNode" presStyleCnt="0"/>
      <dgm:spPr/>
    </dgm:pt>
    <dgm:pt modelId="{38F940FF-0BB2-45B9-BC95-506DFDDED158}" type="pres">
      <dgm:prSet presAssocID="{2DBB7682-2293-450E-8AA1-587CA3AC3036}" presName="parTx" presStyleLbl="revTx" presStyleIdx="0" presStyleCnt="6">
        <dgm:presLayoutVars>
          <dgm:chMax val="1"/>
          <dgm:bulletEnabled val="1"/>
        </dgm:presLayoutVars>
      </dgm:prSet>
      <dgm:spPr/>
    </dgm:pt>
    <dgm:pt modelId="{E1601D23-99F5-422D-8E6C-E09A8ED146FA}" type="pres">
      <dgm:prSet presAssocID="{2DBB7682-2293-450E-8AA1-587CA3AC3036}" presName="bracket" presStyleLbl="parChTrans1D1" presStyleIdx="0" presStyleCnt="6"/>
      <dgm:spPr>
        <a:ln>
          <a:solidFill>
            <a:schemeClr val="tx2"/>
          </a:solidFill>
        </a:ln>
      </dgm:spPr>
    </dgm:pt>
    <dgm:pt modelId="{FF848EAE-7DC3-481F-B438-CC13207FE2B1}" type="pres">
      <dgm:prSet presAssocID="{2DBB7682-2293-450E-8AA1-587CA3AC3036}" presName="spH" presStyleCnt="0"/>
      <dgm:spPr/>
    </dgm:pt>
    <dgm:pt modelId="{1987EC98-C39B-4CCD-BB4E-B9AB0B03D2F7}" type="pres">
      <dgm:prSet presAssocID="{2DBB7682-2293-450E-8AA1-587CA3AC3036}" presName="desTx" presStyleLbl="node1" presStyleIdx="0" presStyleCnt="6">
        <dgm:presLayoutVars>
          <dgm:bulletEnabled val="1"/>
        </dgm:presLayoutVars>
      </dgm:prSet>
      <dgm:spPr/>
    </dgm:pt>
    <dgm:pt modelId="{FDA35F13-9CB9-459B-AB9B-1B38204F0452}" type="pres">
      <dgm:prSet presAssocID="{83293140-DDBE-4C8C-B5EA-CF44BFE48CDA}" presName="spV" presStyleCnt="0"/>
      <dgm:spPr/>
    </dgm:pt>
    <dgm:pt modelId="{E6502B33-1991-4AE2-A238-894546DD4F4C}" type="pres">
      <dgm:prSet presAssocID="{DB614EE4-E3A6-4EDE-8A88-0A632CC9E4C0}" presName="linNode" presStyleCnt="0"/>
      <dgm:spPr/>
    </dgm:pt>
    <dgm:pt modelId="{067EBDF0-7A42-4A4C-8C6E-F3EA3AD09CCA}" type="pres">
      <dgm:prSet presAssocID="{DB614EE4-E3A6-4EDE-8A88-0A632CC9E4C0}" presName="parTx" presStyleLbl="revTx" presStyleIdx="1" presStyleCnt="6">
        <dgm:presLayoutVars>
          <dgm:chMax val="1"/>
          <dgm:bulletEnabled val="1"/>
        </dgm:presLayoutVars>
      </dgm:prSet>
      <dgm:spPr/>
    </dgm:pt>
    <dgm:pt modelId="{AB0DAB75-C946-4B97-9039-C2338CF4646C}" type="pres">
      <dgm:prSet presAssocID="{DB614EE4-E3A6-4EDE-8A88-0A632CC9E4C0}" presName="bracket" presStyleLbl="parChTrans1D1" presStyleIdx="1" presStyleCnt="6"/>
      <dgm:spPr>
        <a:ln>
          <a:solidFill>
            <a:schemeClr val="tx2"/>
          </a:solidFill>
        </a:ln>
      </dgm:spPr>
    </dgm:pt>
    <dgm:pt modelId="{D6ECB40D-BF22-4283-A5D7-AB02CFB59FC7}" type="pres">
      <dgm:prSet presAssocID="{DB614EE4-E3A6-4EDE-8A88-0A632CC9E4C0}" presName="spH" presStyleCnt="0"/>
      <dgm:spPr/>
    </dgm:pt>
    <dgm:pt modelId="{6E53630C-4FF8-49A3-A3C1-E0659CEAFCEB}" type="pres">
      <dgm:prSet presAssocID="{DB614EE4-E3A6-4EDE-8A88-0A632CC9E4C0}" presName="desTx" presStyleLbl="node1" presStyleIdx="1" presStyleCnt="6">
        <dgm:presLayoutVars>
          <dgm:bulletEnabled val="1"/>
        </dgm:presLayoutVars>
      </dgm:prSet>
      <dgm:spPr/>
    </dgm:pt>
    <dgm:pt modelId="{CAC38DF2-FC3A-433C-8D72-1F3A338F7FC3}" type="pres">
      <dgm:prSet presAssocID="{CAC06D69-4918-41C0-B7F3-5404C4CA9EDF}" presName="spV" presStyleCnt="0"/>
      <dgm:spPr/>
    </dgm:pt>
    <dgm:pt modelId="{10F1C0F3-37E4-4004-99B3-7324D4694282}" type="pres">
      <dgm:prSet presAssocID="{A1AFBF9C-588A-420D-92CD-0B5F92BC9CEF}" presName="linNode" presStyleCnt="0"/>
      <dgm:spPr/>
    </dgm:pt>
    <dgm:pt modelId="{54E46023-4821-4D8C-941E-E932B7719DEE}" type="pres">
      <dgm:prSet presAssocID="{A1AFBF9C-588A-420D-92CD-0B5F92BC9CEF}" presName="parTx" presStyleLbl="revTx" presStyleIdx="2" presStyleCnt="6">
        <dgm:presLayoutVars>
          <dgm:chMax val="1"/>
          <dgm:bulletEnabled val="1"/>
        </dgm:presLayoutVars>
      </dgm:prSet>
      <dgm:spPr/>
    </dgm:pt>
    <dgm:pt modelId="{447302F0-3EF2-4B76-AF0E-7C6EB30F5118}" type="pres">
      <dgm:prSet presAssocID="{A1AFBF9C-588A-420D-92CD-0B5F92BC9CEF}" presName="bracket" presStyleLbl="parChTrans1D1" presStyleIdx="2" presStyleCnt="6"/>
      <dgm:spPr>
        <a:ln>
          <a:solidFill>
            <a:schemeClr val="tx2"/>
          </a:solidFill>
        </a:ln>
      </dgm:spPr>
    </dgm:pt>
    <dgm:pt modelId="{D8C5666C-1591-41D1-B6A9-365CF0F45709}" type="pres">
      <dgm:prSet presAssocID="{A1AFBF9C-588A-420D-92CD-0B5F92BC9CEF}" presName="spH" presStyleCnt="0"/>
      <dgm:spPr/>
    </dgm:pt>
    <dgm:pt modelId="{0151C798-85B6-4F1F-9F06-919AD18C8972}" type="pres">
      <dgm:prSet presAssocID="{A1AFBF9C-588A-420D-92CD-0B5F92BC9CEF}" presName="desTx" presStyleLbl="node1" presStyleIdx="2" presStyleCnt="6">
        <dgm:presLayoutVars>
          <dgm:bulletEnabled val="1"/>
        </dgm:presLayoutVars>
      </dgm:prSet>
      <dgm:spPr/>
    </dgm:pt>
    <dgm:pt modelId="{73364D49-65DB-4EC7-B3AC-77109CFF2460}" type="pres">
      <dgm:prSet presAssocID="{1C172B71-008C-4D40-B6C4-3183A1FB2064}" presName="spV" presStyleCnt="0"/>
      <dgm:spPr/>
    </dgm:pt>
    <dgm:pt modelId="{C00EB9FC-7644-40ED-9787-AC41018B71A5}" type="pres">
      <dgm:prSet presAssocID="{12289832-9EA7-4F56-8FD9-D87BB80ACB35}" presName="linNode" presStyleCnt="0"/>
      <dgm:spPr/>
    </dgm:pt>
    <dgm:pt modelId="{6D9252FB-0787-4FC5-A086-CAD89F4D1A0C}" type="pres">
      <dgm:prSet presAssocID="{12289832-9EA7-4F56-8FD9-D87BB80ACB35}" presName="parTx" presStyleLbl="revTx" presStyleIdx="3" presStyleCnt="6">
        <dgm:presLayoutVars>
          <dgm:chMax val="1"/>
          <dgm:bulletEnabled val="1"/>
        </dgm:presLayoutVars>
      </dgm:prSet>
      <dgm:spPr/>
    </dgm:pt>
    <dgm:pt modelId="{14813EF9-56B0-4C5A-96D3-CE6A01435830}" type="pres">
      <dgm:prSet presAssocID="{12289832-9EA7-4F56-8FD9-D87BB80ACB35}" presName="bracket" presStyleLbl="parChTrans1D1" presStyleIdx="3" presStyleCnt="6"/>
      <dgm:spPr>
        <a:ln>
          <a:solidFill>
            <a:schemeClr val="tx2"/>
          </a:solidFill>
        </a:ln>
      </dgm:spPr>
    </dgm:pt>
    <dgm:pt modelId="{7B6D5F8B-5642-4042-A470-0A56B5BEAB2E}" type="pres">
      <dgm:prSet presAssocID="{12289832-9EA7-4F56-8FD9-D87BB80ACB35}" presName="spH" presStyleCnt="0"/>
      <dgm:spPr/>
    </dgm:pt>
    <dgm:pt modelId="{56FE3C06-5C15-4B59-B712-9FA38DA8254A}" type="pres">
      <dgm:prSet presAssocID="{12289832-9EA7-4F56-8FD9-D87BB80ACB35}" presName="desTx" presStyleLbl="node1" presStyleIdx="3" presStyleCnt="6">
        <dgm:presLayoutVars>
          <dgm:bulletEnabled val="1"/>
        </dgm:presLayoutVars>
      </dgm:prSet>
      <dgm:spPr/>
    </dgm:pt>
    <dgm:pt modelId="{F1EBEB44-9CDD-4237-86BD-FB048BFCF641}" type="pres">
      <dgm:prSet presAssocID="{B2C26336-FD82-46ED-B95D-58CE063C6A71}" presName="spV" presStyleCnt="0"/>
      <dgm:spPr/>
    </dgm:pt>
    <dgm:pt modelId="{BD3274BE-23D8-4370-A872-3CDA9F625670}" type="pres">
      <dgm:prSet presAssocID="{8BDA4EE6-622E-4031-8A34-B5598C45D657}" presName="linNode" presStyleCnt="0"/>
      <dgm:spPr/>
    </dgm:pt>
    <dgm:pt modelId="{EA5D206E-0B0F-4722-B342-7FFC9D9E795D}" type="pres">
      <dgm:prSet presAssocID="{8BDA4EE6-622E-4031-8A34-B5598C45D657}" presName="parTx" presStyleLbl="revTx" presStyleIdx="4" presStyleCnt="6">
        <dgm:presLayoutVars>
          <dgm:chMax val="1"/>
          <dgm:bulletEnabled val="1"/>
        </dgm:presLayoutVars>
      </dgm:prSet>
      <dgm:spPr/>
    </dgm:pt>
    <dgm:pt modelId="{0C16E575-AB1A-4A2B-9F60-4ED8D44EAB40}" type="pres">
      <dgm:prSet presAssocID="{8BDA4EE6-622E-4031-8A34-B5598C45D657}" presName="bracket" presStyleLbl="parChTrans1D1" presStyleIdx="4" presStyleCnt="6"/>
      <dgm:spPr>
        <a:ln>
          <a:solidFill>
            <a:schemeClr val="tx2"/>
          </a:solidFill>
        </a:ln>
      </dgm:spPr>
    </dgm:pt>
    <dgm:pt modelId="{176DE632-12B4-4041-B9BE-100DB9B40DAF}" type="pres">
      <dgm:prSet presAssocID="{8BDA4EE6-622E-4031-8A34-B5598C45D657}" presName="spH" presStyleCnt="0"/>
      <dgm:spPr/>
    </dgm:pt>
    <dgm:pt modelId="{A2E197CF-8A53-4DC3-9A1E-137835D2FE54}" type="pres">
      <dgm:prSet presAssocID="{8BDA4EE6-622E-4031-8A34-B5598C45D657}" presName="desTx" presStyleLbl="node1" presStyleIdx="4" presStyleCnt="6">
        <dgm:presLayoutVars>
          <dgm:bulletEnabled val="1"/>
        </dgm:presLayoutVars>
      </dgm:prSet>
      <dgm:spPr/>
    </dgm:pt>
    <dgm:pt modelId="{F1EBEA40-FB64-45B8-80D4-599E96E904A3}" type="pres">
      <dgm:prSet presAssocID="{F6B4CB7D-B39F-4F4A-B2F2-42B4D46FDE51}" presName="spV" presStyleCnt="0"/>
      <dgm:spPr/>
    </dgm:pt>
    <dgm:pt modelId="{C3029265-B587-43E9-A3C9-948FD6E24CAB}" type="pres">
      <dgm:prSet presAssocID="{69C2DC87-C4F7-4A49-B169-F6033B23300C}" presName="linNode" presStyleCnt="0"/>
      <dgm:spPr/>
    </dgm:pt>
    <dgm:pt modelId="{8B42D8BE-5E10-4748-BD0E-126BF4EFBE7A}" type="pres">
      <dgm:prSet presAssocID="{69C2DC87-C4F7-4A49-B169-F6033B23300C}" presName="parTx" presStyleLbl="revTx" presStyleIdx="5" presStyleCnt="6">
        <dgm:presLayoutVars>
          <dgm:chMax val="1"/>
          <dgm:bulletEnabled val="1"/>
        </dgm:presLayoutVars>
      </dgm:prSet>
      <dgm:spPr/>
    </dgm:pt>
    <dgm:pt modelId="{DC2C5C34-6996-44D8-9D16-E0BAD04DB532}" type="pres">
      <dgm:prSet presAssocID="{69C2DC87-C4F7-4A49-B169-F6033B23300C}" presName="bracket" presStyleLbl="parChTrans1D1" presStyleIdx="5" presStyleCnt="6"/>
      <dgm:spPr>
        <a:ln>
          <a:solidFill>
            <a:schemeClr val="tx2"/>
          </a:solidFill>
        </a:ln>
      </dgm:spPr>
    </dgm:pt>
    <dgm:pt modelId="{D5DFF32F-F0B2-4A58-B17A-3918BD42E6AF}" type="pres">
      <dgm:prSet presAssocID="{69C2DC87-C4F7-4A49-B169-F6033B23300C}" presName="spH" presStyleCnt="0"/>
      <dgm:spPr/>
    </dgm:pt>
    <dgm:pt modelId="{09746ED2-E8ED-4A4A-B511-EEDF6C94E755}" type="pres">
      <dgm:prSet presAssocID="{69C2DC87-C4F7-4A49-B169-F6033B23300C}" presName="desTx" presStyleLbl="node1" presStyleIdx="5" presStyleCnt="6">
        <dgm:presLayoutVars>
          <dgm:bulletEnabled val="1"/>
        </dgm:presLayoutVars>
      </dgm:prSet>
      <dgm:spPr/>
    </dgm:pt>
  </dgm:ptLst>
  <dgm:cxnLst>
    <dgm:cxn modelId="{3BB1CB18-62F2-448F-BB23-1C891DA9AACB}" srcId="{DB614EE4-E3A6-4EDE-8A88-0A632CC9E4C0}" destId="{39C10B05-8390-406F-AD92-B53FD6AE120E}" srcOrd="0" destOrd="0" parTransId="{7AAB547E-22D5-433C-91AB-1D3D83871216}" sibTransId="{88400F1D-519B-4C75-A306-0FD5C4A124E9}"/>
    <dgm:cxn modelId="{0996F71B-7F3D-4BAE-8FFB-F82B9FF0C509}" srcId="{69C2DC87-C4F7-4A49-B169-F6033B23300C}" destId="{8F0A06E9-9636-4A0C-8987-F5F855ABC880}" srcOrd="0" destOrd="0" parTransId="{5432C731-6DA7-442E-A6E8-2159573E4077}" sibTransId="{EA142372-6E7A-4913-8557-992D9F2477EC}"/>
    <dgm:cxn modelId="{1B7A2421-A2AF-4FF0-99A3-5741E7F364A3}" type="presOf" srcId="{8BDA4EE6-622E-4031-8A34-B5598C45D657}" destId="{EA5D206E-0B0F-4722-B342-7FFC9D9E795D}" srcOrd="0" destOrd="0" presId="urn:diagrams.loki3.com/BracketList"/>
    <dgm:cxn modelId="{7C8E8D21-8336-4686-9D81-A3189489E3F0}" type="presOf" srcId="{12289832-9EA7-4F56-8FD9-D87BB80ACB35}" destId="{6D9252FB-0787-4FC5-A086-CAD89F4D1A0C}" srcOrd="0" destOrd="0" presId="urn:diagrams.loki3.com/BracketList"/>
    <dgm:cxn modelId="{45588622-C5D8-4311-9FC5-F87B40A01B51}" srcId="{1B3F7AF5-C29A-4C9E-A493-68237EFFC040}" destId="{2DBB7682-2293-450E-8AA1-587CA3AC3036}" srcOrd="0" destOrd="0" parTransId="{BA281E4E-7E19-4E58-B929-AC814C25975E}" sibTransId="{83293140-DDBE-4C8C-B5EA-CF44BFE48CDA}"/>
    <dgm:cxn modelId="{F1008D2A-57C8-4AAA-9113-44358884320E}" srcId="{1B3F7AF5-C29A-4C9E-A493-68237EFFC040}" destId="{69C2DC87-C4F7-4A49-B169-F6033B23300C}" srcOrd="5" destOrd="0" parTransId="{04B24F84-3744-4337-A411-97AE2B6A6FD0}" sibTransId="{436B14DF-6618-4D71-99D8-9CEB8E6D52A8}"/>
    <dgm:cxn modelId="{6B69B42C-2835-4778-9782-547F118BA432}" srcId="{2DBB7682-2293-450E-8AA1-587CA3AC3036}" destId="{0F4BDC01-E2C8-4CE3-B3F1-7A278AEEB6A5}" srcOrd="0" destOrd="0" parTransId="{2D7D42E5-08D4-4C03-8F7C-3BEA03B6CC34}" sibTransId="{D9459313-7C0A-48A7-A88F-BCE1E28ACCC9}"/>
    <dgm:cxn modelId="{E4A9C137-1C98-4EAC-9FB5-C6D9CCEB4168}" srcId="{1B3F7AF5-C29A-4C9E-A493-68237EFFC040}" destId="{12289832-9EA7-4F56-8FD9-D87BB80ACB35}" srcOrd="3" destOrd="0" parTransId="{1542BFE3-5F84-4603-9F97-5DABC4D5618B}" sibTransId="{B2C26336-FD82-46ED-B95D-58CE063C6A71}"/>
    <dgm:cxn modelId="{29D6F75C-6E82-4FA4-870B-2DA885C1AC02}" srcId="{A1AFBF9C-588A-420D-92CD-0B5F92BC9CEF}" destId="{81B4A4C1-3B42-4FA5-8E76-12FB0C985DCD}" srcOrd="0" destOrd="0" parTransId="{7CFEF1C3-C36F-4161-9CAE-9E373DE5FB06}" sibTransId="{9E85003D-2EA7-4345-B4D1-7BA390E74FAF}"/>
    <dgm:cxn modelId="{4F2AA45D-11B4-453C-89B1-D1B2EE165A6F}" type="presOf" srcId="{0F4BDC01-E2C8-4CE3-B3F1-7A278AEEB6A5}" destId="{1987EC98-C39B-4CCD-BB4E-B9AB0B03D2F7}" srcOrd="0" destOrd="0" presId="urn:diagrams.loki3.com/BracketList"/>
    <dgm:cxn modelId="{83FF5463-80EF-4AB1-A110-D6B8D010F4CC}" srcId="{1B3F7AF5-C29A-4C9E-A493-68237EFFC040}" destId="{A1AFBF9C-588A-420D-92CD-0B5F92BC9CEF}" srcOrd="2" destOrd="0" parTransId="{720C4EF6-5949-49CD-B0E3-9F53B90118FE}" sibTransId="{1C172B71-008C-4D40-B6C4-3183A1FB2064}"/>
    <dgm:cxn modelId="{31FBA965-0689-46CD-9DCA-6118029FDFA7}" srcId="{1B3F7AF5-C29A-4C9E-A493-68237EFFC040}" destId="{8BDA4EE6-622E-4031-8A34-B5598C45D657}" srcOrd="4" destOrd="0" parTransId="{94948650-5F7E-4727-931D-F18B46A47445}" sibTransId="{F6B4CB7D-B39F-4F4A-B2F2-42B4D46FDE51}"/>
    <dgm:cxn modelId="{52782B67-2052-4B67-8DEA-1FC89F90DA12}" srcId="{8BDA4EE6-622E-4031-8A34-B5598C45D657}" destId="{FF884860-AC66-4747-9D1D-680A0D54BE9C}" srcOrd="0" destOrd="0" parTransId="{A8FF17BD-43C7-4C45-A292-44AB27F2D192}" sibTransId="{18B98A0E-C721-47C4-87F3-83ACA6702549}"/>
    <dgm:cxn modelId="{0FFDA082-6050-4B17-B185-3548F069F1A7}" type="presOf" srcId="{FF884860-AC66-4747-9D1D-680A0D54BE9C}" destId="{A2E197CF-8A53-4DC3-9A1E-137835D2FE54}" srcOrd="0" destOrd="0" presId="urn:diagrams.loki3.com/BracketList"/>
    <dgm:cxn modelId="{AB9CC78C-34B9-49EE-94B3-54279966DD46}" type="presOf" srcId="{A8B9CDBC-FD2A-4697-9027-E86DFD10DA32}" destId="{56FE3C06-5C15-4B59-B712-9FA38DA8254A}" srcOrd="0" destOrd="0" presId="urn:diagrams.loki3.com/BracketList"/>
    <dgm:cxn modelId="{7B4C8C9C-9A4B-4268-8310-431C22F21FD4}" type="presOf" srcId="{81B4A4C1-3B42-4FA5-8E76-12FB0C985DCD}" destId="{0151C798-85B6-4F1F-9F06-919AD18C8972}" srcOrd="0" destOrd="0" presId="urn:diagrams.loki3.com/BracketList"/>
    <dgm:cxn modelId="{AF1EB6A1-B41A-4124-8A88-C14D2AD7C889}" type="presOf" srcId="{8F0A06E9-9636-4A0C-8987-F5F855ABC880}" destId="{09746ED2-E8ED-4A4A-B511-EEDF6C94E755}" srcOrd="0" destOrd="0" presId="urn:diagrams.loki3.com/BracketList"/>
    <dgm:cxn modelId="{1C3350A7-19F4-4A1E-900E-33AC9E813EDA}" type="presOf" srcId="{1B3F7AF5-C29A-4C9E-A493-68237EFFC040}" destId="{9857A5AF-8258-45E9-8F24-5EABEDD42682}" srcOrd="0" destOrd="0" presId="urn:diagrams.loki3.com/BracketList"/>
    <dgm:cxn modelId="{D7AB25B3-CA99-4E08-B318-51F2F6F46463}" type="presOf" srcId="{69C2DC87-C4F7-4A49-B169-F6033B23300C}" destId="{8B42D8BE-5E10-4748-BD0E-126BF4EFBE7A}" srcOrd="0" destOrd="0" presId="urn:diagrams.loki3.com/BracketList"/>
    <dgm:cxn modelId="{FEFB70BD-516E-46BF-8C3A-DB0A397EEE75}" srcId="{12289832-9EA7-4F56-8FD9-D87BB80ACB35}" destId="{A8B9CDBC-FD2A-4697-9027-E86DFD10DA32}" srcOrd="0" destOrd="0" parTransId="{C237C04E-0667-46BA-BF04-50FF93F5FFEF}" sibTransId="{53F61B06-F8EB-4ECD-9081-C4F98A33DB88}"/>
    <dgm:cxn modelId="{D57A53DC-5C2B-4C61-AA55-B5DB1C893DE8}" type="presOf" srcId="{2DBB7682-2293-450E-8AA1-587CA3AC3036}" destId="{38F940FF-0BB2-45B9-BC95-506DFDDED158}" srcOrd="0" destOrd="0" presId="urn:diagrams.loki3.com/BracketList"/>
    <dgm:cxn modelId="{BCC139DD-CE3C-4036-B529-E6AF3CA546AA}" srcId="{1B3F7AF5-C29A-4C9E-A493-68237EFFC040}" destId="{DB614EE4-E3A6-4EDE-8A88-0A632CC9E4C0}" srcOrd="1" destOrd="0" parTransId="{B6B7BB11-27D4-48B4-A4F8-609F00C4E9BD}" sibTransId="{CAC06D69-4918-41C0-B7F3-5404C4CA9EDF}"/>
    <dgm:cxn modelId="{EDAEE3E4-7520-43FF-85E2-9506FE5B1BCA}" type="presOf" srcId="{39C10B05-8390-406F-AD92-B53FD6AE120E}" destId="{6E53630C-4FF8-49A3-A3C1-E0659CEAFCEB}" srcOrd="0" destOrd="0" presId="urn:diagrams.loki3.com/BracketList"/>
    <dgm:cxn modelId="{4F3E01E5-2FB2-4138-ABC6-171DB7C379C0}" type="presOf" srcId="{DB614EE4-E3A6-4EDE-8A88-0A632CC9E4C0}" destId="{067EBDF0-7A42-4A4C-8C6E-F3EA3AD09CCA}" srcOrd="0" destOrd="0" presId="urn:diagrams.loki3.com/BracketList"/>
    <dgm:cxn modelId="{C69F14F2-0C3E-41A5-A190-D15B9CA0B8CA}" type="presOf" srcId="{A1AFBF9C-588A-420D-92CD-0B5F92BC9CEF}" destId="{54E46023-4821-4D8C-941E-E932B7719DEE}" srcOrd="0" destOrd="0" presId="urn:diagrams.loki3.com/BracketList"/>
    <dgm:cxn modelId="{0461502C-8729-4DB6-B237-ED0B7DFE4E7E}" type="presParOf" srcId="{9857A5AF-8258-45E9-8F24-5EABEDD42682}" destId="{F5AEF77E-56F4-4658-972B-38C8ADA64B1B}" srcOrd="0" destOrd="0" presId="urn:diagrams.loki3.com/BracketList"/>
    <dgm:cxn modelId="{C68F3560-CC70-497F-BE5E-1AC9DE895867}" type="presParOf" srcId="{F5AEF77E-56F4-4658-972B-38C8ADA64B1B}" destId="{38F940FF-0BB2-45B9-BC95-506DFDDED158}" srcOrd="0" destOrd="0" presId="urn:diagrams.loki3.com/BracketList"/>
    <dgm:cxn modelId="{100A40AF-B28A-42AA-9169-2F48C1E8D71F}" type="presParOf" srcId="{F5AEF77E-56F4-4658-972B-38C8ADA64B1B}" destId="{E1601D23-99F5-422D-8E6C-E09A8ED146FA}" srcOrd="1" destOrd="0" presId="urn:diagrams.loki3.com/BracketList"/>
    <dgm:cxn modelId="{07DE71B1-565C-4733-A65A-BA5459CAA456}" type="presParOf" srcId="{F5AEF77E-56F4-4658-972B-38C8ADA64B1B}" destId="{FF848EAE-7DC3-481F-B438-CC13207FE2B1}" srcOrd="2" destOrd="0" presId="urn:diagrams.loki3.com/BracketList"/>
    <dgm:cxn modelId="{CE0A8CEB-EC0B-452F-8987-FEFCE373858A}" type="presParOf" srcId="{F5AEF77E-56F4-4658-972B-38C8ADA64B1B}" destId="{1987EC98-C39B-4CCD-BB4E-B9AB0B03D2F7}" srcOrd="3" destOrd="0" presId="urn:diagrams.loki3.com/BracketList"/>
    <dgm:cxn modelId="{CEE84A25-71CF-4CA4-9CC8-C5B6F7210422}" type="presParOf" srcId="{9857A5AF-8258-45E9-8F24-5EABEDD42682}" destId="{FDA35F13-9CB9-459B-AB9B-1B38204F0452}" srcOrd="1" destOrd="0" presId="urn:diagrams.loki3.com/BracketList"/>
    <dgm:cxn modelId="{90D818D8-6003-4BCB-8E39-4EF601276BC6}" type="presParOf" srcId="{9857A5AF-8258-45E9-8F24-5EABEDD42682}" destId="{E6502B33-1991-4AE2-A238-894546DD4F4C}" srcOrd="2" destOrd="0" presId="urn:diagrams.loki3.com/BracketList"/>
    <dgm:cxn modelId="{5ED64119-7D40-4E5B-A34E-C0AF590B133D}" type="presParOf" srcId="{E6502B33-1991-4AE2-A238-894546DD4F4C}" destId="{067EBDF0-7A42-4A4C-8C6E-F3EA3AD09CCA}" srcOrd="0" destOrd="0" presId="urn:diagrams.loki3.com/BracketList"/>
    <dgm:cxn modelId="{D160F5AA-3D4B-4398-8285-64186E0FE50C}" type="presParOf" srcId="{E6502B33-1991-4AE2-A238-894546DD4F4C}" destId="{AB0DAB75-C946-4B97-9039-C2338CF4646C}" srcOrd="1" destOrd="0" presId="urn:diagrams.loki3.com/BracketList"/>
    <dgm:cxn modelId="{02FFAA11-A4C4-4DC2-8F52-64620EC7B74C}" type="presParOf" srcId="{E6502B33-1991-4AE2-A238-894546DD4F4C}" destId="{D6ECB40D-BF22-4283-A5D7-AB02CFB59FC7}" srcOrd="2" destOrd="0" presId="urn:diagrams.loki3.com/BracketList"/>
    <dgm:cxn modelId="{619B815E-BCEB-4591-9E4D-A476D3FFFA8E}" type="presParOf" srcId="{E6502B33-1991-4AE2-A238-894546DD4F4C}" destId="{6E53630C-4FF8-49A3-A3C1-E0659CEAFCEB}" srcOrd="3" destOrd="0" presId="urn:diagrams.loki3.com/BracketList"/>
    <dgm:cxn modelId="{D9F777D1-8476-4929-8085-027FDE1F0F82}" type="presParOf" srcId="{9857A5AF-8258-45E9-8F24-5EABEDD42682}" destId="{CAC38DF2-FC3A-433C-8D72-1F3A338F7FC3}" srcOrd="3" destOrd="0" presId="urn:diagrams.loki3.com/BracketList"/>
    <dgm:cxn modelId="{9FE6B85B-D754-4DB8-BB45-5E78C584619F}" type="presParOf" srcId="{9857A5AF-8258-45E9-8F24-5EABEDD42682}" destId="{10F1C0F3-37E4-4004-99B3-7324D4694282}" srcOrd="4" destOrd="0" presId="urn:diagrams.loki3.com/BracketList"/>
    <dgm:cxn modelId="{D62A5B14-0174-4A37-B09D-2FF0B5099831}" type="presParOf" srcId="{10F1C0F3-37E4-4004-99B3-7324D4694282}" destId="{54E46023-4821-4D8C-941E-E932B7719DEE}" srcOrd="0" destOrd="0" presId="urn:diagrams.loki3.com/BracketList"/>
    <dgm:cxn modelId="{5A17A5C6-B5D1-47B7-83FF-2A86581FDFB5}" type="presParOf" srcId="{10F1C0F3-37E4-4004-99B3-7324D4694282}" destId="{447302F0-3EF2-4B76-AF0E-7C6EB30F5118}" srcOrd="1" destOrd="0" presId="urn:diagrams.loki3.com/BracketList"/>
    <dgm:cxn modelId="{5A5E14B6-91B2-42C2-B9F0-747DFD7A37DE}" type="presParOf" srcId="{10F1C0F3-37E4-4004-99B3-7324D4694282}" destId="{D8C5666C-1591-41D1-B6A9-365CF0F45709}" srcOrd="2" destOrd="0" presId="urn:diagrams.loki3.com/BracketList"/>
    <dgm:cxn modelId="{09AB7CDF-7469-4C2F-B95F-B61B020A7AD1}" type="presParOf" srcId="{10F1C0F3-37E4-4004-99B3-7324D4694282}" destId="{0151C798-85B6-4F1F-9F06-919AD18C8972}" srcOrd="3" destOrd="0" presId="urn:diagrams.loki3.com/BracketList"/>
    <dgm:cxn modelId="{1FEDC9C5-1F2D-46A8-82A9-AEFA4A6DA0AC}" type="presParOf" srcId="{9857A5AF-8258-45E9-8F24-5EABEDD42682}" destId="{73364D49-65DB-4EC7-B3AC-77109CFF2460}" srcOrd="5" destOrd="0" presId="urn:diagrams.loki3.com/BracketList"/>
    <dgm:cxn modelId="{6AA94CBD-7AE1-42F4-B4DB-4F9CF799DB63}" type="presParOf" srcId="{9857A5AF-8258-45E9-8F24-5EABEDD42682}" destId="{C00EB9FC-7644-40ED-9787-AC41018B71A5}" srcOrd="6" destOrd="0" presId="urn:diagrams.loki3.com/BracketList"/>
    <dgm:cxn modelId="{717E7FD2-5D99-4E3F-BEDF-59086A233031}" type="presParOf" srcId="{C00EB9FC-7644-40ED-9787-AC41018B71A5}" destId="{6D9252FB-0787-4FC5-A086-CAD89F4D1A0C}" srcOrd="0" destOrd="0" presId="urn:diagrams.loki3.com/BracketList"/>
    <dgm:cxn modelId="{7EEE5F54-B623-427A-80E8-96609D9204B8}" type="presParOf" srcId="{C00EB9FC-7644-40ED-9787-AC41018B71A5}" destId="{14813EF9-56B0-4C5A-96D3-CE6A01435830}" srcOrd="1" destOrd="0" presId="urn:diagrams.loki3.com/BracketList"/>
    <dgm:cxn modelId="{0BB55BB8-0991-4CB5-99F3-1CF7FFA6D53A}" type="presParOf" srcId="{C00EB9FC-7644-40ED-9787-AC41018B71A5}" destId="{7B6D5F8B-5642-4042-A470-0A56B5BEAB2E}" srcOrd="2" destOrd="0" presId="urn:diagrams.loki3.com/BracketList"/>
    <dgm:cxn modelId="{249E440C-82D7-49D2-B494-F8AE60E27ABB}" type="presParOf" srcId="{C00EB9FC-7644-40ED-9787-AC41018B71A5}" destId="{56FE3C06-5C15-4B59-B712-9FA38DA8254A}" srcOrd="3" destOrd="0" presId="urn:diagrams.loki3.com/BracketList"/>
    <dgm:cxn modelId="{07BD7B46-0613-46EC-948C-E56072A8411A}" type="presParOf" srcId="{9857A5AF-8258-45E9-8F24-5EABEDD42682}" destId="{F1EBEB44-9CDD-4237-86BD-FB048BFCF641}" srcOrd="7" destOrd="0" presId="urn:diagrams.loki3.com/BracketList"/>
    <dgm:cxn modelId="{56CFDFC8-2472-4B0F-A235-0B18414998CC}" type="presParOf" srcId="{9857A5AF-8258-45E9-8F24-5EABEDD42682}" destId="{BD3274BE-23D8-4370-A872-3CDA9F625670}" srcOrd="8" destOrd="0" presId="urn:diagrams.loki3.com/BracketList"/>
    <dgm:cxn modelId="{D6B23447-86E3-42BC-911C-84EBD0B36ED2}" type="presParOf" srcId="{BD3274BE-23D8-4370-A872-3CDA9F625670}" destId="{EA5D206E-0B0F-4722-B342-7FFC9D9E795D}" srcOrd="0" destOrd="0" presId="urn:diagrams.loki3.com/BracketList"/>
    <dgm:cxn modelId="{449F9D12-B693-4812-912E-86933A8C005B}" type="presParOf" srcId="{BD3274BE-23D8-4370-A872-3CDA9F625670}" destId="{0C16E575-AB1A-4A2B-9F60-4ED8D44EAB40}" srcOrd="1" destOrd="0" presId="urn:diagrams.loki3.com/BracketList"/>
    <dgm:cxn modelId="{C48EE5AC-90D9-4A3A-9870-8F6E022322B7}" type="presParOf" srcId="{BD3274BE-23D8-4370-A872-3CDA9F625670}" destId="{176DE632-12B4-4041-B9BE-100DB9B40DAF}" srcOrd="2" destOrd="0" presId="urn:diagrams.loki3.com/BracketList"/>
    <dgm:cxn modelId="{29860982-3A3E-4D98-BA6A-F284EF8C46E4}" type="presParOf" srcId="{BD3274BE-23D8-4370-A872-3CDA9F625670}" destId="{A2E197CF-8A53-4DC3-9A1E-137835D2FE54}" srcOrd="3" destOrd="0" presId="urn:diagrams.loki3.com/BracketList"/>
    <dgm:cxn modelId="{F1AF031D-2847-4D88-8FC4-B9A6F8095E02}" type="presParOf" srcId="{9857A5AF-8258-45E9-8F24-5EABEDD42682}" destId="{F1EBEA40-FB64-45B8-80D4-599E96E904A3}" srcOrd="9" destOrd="0" presId="urn:diagrams.loki3.com/BracketList"/>
    <dgm:cxn modelId="{2FF7A444-816C-43D8-9DDE-3C7818D2F0FC}" type="presParOf" srcId="{9857A5AF-8258-45E9-8F24-5EABEDD42682}" destId="{C3029265-B587-43E9-A3C9-948FD6E24CAB}" srcOrd="10" destOrd="0" presId="urn:diagrams.loki3.com/BracketList"/>
    <dgm:cxn modelId="{821A81E3-02F8-4315-B3D1-5F40D113A3DF}" type="presParOf" srcId="{C3029265-B587-43E9-A3C9-948FD6E24CAB}" destId="{8B42D8BE-5E10-4748-BD0E-126BF4EFBE7A}" srcOrd="0" destOrd="0" presId="urn:diagrams.loki3.com/BracketList"/>
    <dgm:cxn modelId="{0249C0C3-7839-4F44-819A-5FE6A5058375}" type="presParOf" srcId="{C3029265-B587-43E9-A3C9-948FD6E24CAB}" destId="{DC2C5C34-6996-44D8-9D16-E0BAD04DB532}" srcOrd="1" destOrd="0" presId="urn:diagrams.loki3.com/BracketList"/>
    <dgm:cxn modelId="{1A8E1A58-D977-4F05-B348-2A07FE358E24}" type="presParOf" srcId="{C3029265-B587-43E9-A3C9-948FD6E24CAB}" destId="{D5DFF32F-F0B2-4A58-B17A-3918BD42E6AF}" srcOrd="2" destOrd="0" presId="urn:diagrams.loki3.com/BracketList"/>
    <dgm:cxn modelId="{83D0C901-9051-44AC-B24D-CA383FD8D4B4}" type="presParOf" srcId="{C3029265-B587-43E9-A3C9-948FD6E24CAB}" destId="{09746ED2-E8ED-4A4A-B511-EEDF6C94E755}" srcOrd="3" destOrd="0" presId="urn:diagrams.loki3.com/Bracke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B3F7AF5-C29A-4C9E-A493-68237EFFC040}" type="doc">
      <dgm:prSet loTypeId="urn:diagrams.loki3.com/BracketList" loCatId="list" qsTypeId="urn:microsoft.com/office/officeart/2005/8/quickstyle/simple1" qsCatId="simple" csTypeId="urn:microsoft.com/office/officeart/2005/8/colors/accent2_4" csCatId="accent2" phldr="1"/>
      <dgm:spPr/>
      <dgm:t>
        <a:bodyPr/>
        <a:lstStyle/>
        <a:p>
          <a:endParaRPr lang="en-US"/>
        </a:p>
      </dgm:t>
    </dgm:pt>
    <dgm:pt modelId="{2DBB7682-2293-450E-8AA1-587CA3AC3036}">
      <dgm:prSet phldrT="[Text]"/>
      <dgm:spPr>
        <a:solidFill>
          <a:schemeClr val="bg1">
            <a:lumMod val="95000"/>
          </a:schemeClr>
        </a:solidFill>
        <a:ln>
          <a:solidFill>
            <a:schemeClr val="tx2"/>
          </a:solidFill>
        </a:ln>
      </dgm:spPr>
      <dgm:t>
        <a:bodyPr/>
        <a:lstStyle/>
        <a:p>
          <a:r>
            <a:rPr lang="en-US"/>
            <a:t>Main electronic component</a:t>
          </a:r>
        </a:p>
      </dgm:t>
    </dgm:pt>
    <dgm:pt modelId="{BA281E4E-7E19-4E58-B929-AC814C25975E}" type="parTrans" cxnId="{45588622-C5D8-4311-9FC5-F87B40A01B51}">
      <dgm:prSet/>
      <dgm:spPr/>
      <dgm:t>
        <a:bodyPr/>
        <a:lstStyle/>
        <a:p>
          <a:endParaRPr lang="en-US"/>
        </a:p>
      </dgm:t>
    </dgm:pt>
    <dgm:pt modelId="{83293140-DDBE-4C8C-B5EA-CF44BFE48CDA}" type="sibTrans" cxnId="{45588622-C5D8-4311-9FC5-F87B40A01B51}">
      <dgm:prSet/>
      <dgm:spPr/>
      <dgm:t>
        <a:bodyPr/>
        <a:lstStyle/>
        <a:p>
          <a:endParaRPr lang="en-US"/>
        </a:p>
      </dgm:t>
    </dgm:pt>
    <dgm:pt modelId="{0F4BDC01-E2C8-4CE3-B3F1-7A278AEEB6A5}">
      <dgm:prSet phldrT="[Text]"/>
      <dgm:spPr/>
      <dgm:t>
        <a:bodyPr/>
        <a:lstStyle/>
        <a:p>
          <a:r>
            <a:rPr lang="en-US"/>
            <a:t>Transistor</a:t>
          </a:r>
        </a:p>
      </dgm:t>
    </dgm:pt>
    <dgm:pt modelId="{2D7D42E5-08D4-4C03-8F7C-3BEA03B6CC34}" type="parTrans" cxnId="{6B69B42C-2835-4778-9782-547F118BA432}">
      <dgm:prSet/>
      <dgm:spPr/>
      <dgm:t>
        <a:bodyPr/>
        <a:lstStyle/>
        <a:p>
          <a:endParaRPr lang="en-US"/>
        </a:p>
      </dgm:t>
    </dgm:pt>
    <dgm:pt modelId="{D9459313-7C0A-48A7-A88F-BCE1E28ACCC9}" type="sibTrans" cxnId="{6B69B42C-2835-4778-9782-547F118BA432}">
      <dgm:prSet/>
      <dgm:spPr/>
      <dgm:t>
        <a:bodyPr/>
        <a:lstStyle/>
        <a:p>
          <a:endParaRPr lang="en-US"/>
        </a:p>
      </dgm:t>
    </dgm:pt>
    <dgm:pt modelId="{DB614EE4-E3A6-4EDE-8A88-0A632CC9E4C0}">
      <dgm:prSet phldrT="[Text]"/>
      <dgm:spPr>
        <a:solidFill>
          <a:schemeClr val="bg1">
            <a:lumMod val="95000"/>
          </a:schemeClr>
        </a:solidFill>
        <a:ln>
          <a:solidFill>
            <a:schemeClr val="tx2"/>
          </a:solidFill>
        </a:ln>
      </dgm:spPr>
      <dgm:t>
        <a:bodyPr/>
        <a:lstStyle/>
        <a:p>
          <a:r>
            <a:rPr lang="en-US"/>
            <a:t>Programming language</a:t>
          </a:r>
        </a:p>
      </dgm:t>
    </dgm:pt>
    <dgm:pt modelId="{B6B7BB11-27D4-48B4-A4F8-609F00C4E9BD}" type="parTrans" cxnId="{BCC139DD-CE3C-4036-B529-E6AF3CA546AA}">
      <dgm:prSet/>
      <dgm:spPr/>
      <dgm:t>
        <a:bodyPr/>
        <a:lstStyle/>
        <a:p>
          <a:endParaRPr lang="en-US"/>
        </a:p>
      </dgm:t>
    </dgm:pt>
    <dgm:pt modelId="{CAC06D69-4918-41C0-B7F3-5404C4CA9EDF}" type="sibTrans" cxnId="{BCC139DD-CE3C-4036-B529-E6AF3CA546AA}">
      <dgm:prSet/>
      <dgm:spPr/>
      <dgm:t>
        <a:bodyPr/>
        <a:lstStyle/>
        <a:p>
          <a:endParaRPr lang="en-US"/>
        </a:p>
      </dgm:t>
    </dgm:pt>
    <dgm:pt modelId="{39C10B05-8390-406F-AD92-B53FD6AE120E}">
      <dgm:prSet phldrT="[Text]"/>
      <dgm:spPr/>
      <dgm:t>
        <a:bodyPr/>
        <a:lstStyle/>
        <a:p>
          <a:r>
            <a:rPr lang="en-US"/>
            <a:t>Low-level and assembly language</a:t>
          </a:r>
        </a:p>
      </dgm:t>
    </dgm:pt>
    <dgm:pt modelId="{7AAB547E-22D5-433C-91AB-1D3D83871216}" type="parTrans" cxnId="{3BB1CB18-62F2-448F-BB23-1C891DA9AACB}">
      <dgm:prSet/>
      <dgm:spPr/>
      <dgm:t>
        <a:bodyPr/>
        <a:lstStyle/>
        <a:p>
          <a:endParaRPr lang="en-US"/>
        </a:p>
      </dgm:t>
    </dgm:pt>
    <dgm:pt modelId="{88400F1D-519B-4C75-A306-0FD5C4A124E9}" type="sibTrans" cxnId="{3BB1CB18-62F2-448F-BB23-1C891DA9AACB}">
      <dgm:prSet/>
      <dgm:spPr/>
      <dgm:t>
        <a:bodyPr/>
        <a:lstStyle/>
        <a:p>
          <a:endParaRPr lang="en-US"/>
        </a:p>
      </dgm:t>
    </dgm:pt>
    <dgm:pt modelId="{A1AFBF9C-588A-420D-92CD-0B5F92BC9CEF}">
      <dgm:prSet phldrT="[Text]"/>
      <dgm:spPr>
        <a:solidFill>
          <a:schemeClr val="bg1">
            <a:lumMod val="95000"/>
          </a:schemeClr>
        </a:solidFill>
        <a:ln>
          <a:solidFill>
            <a:schemeClr val="tx2"/>
          </a:solidFill>
        </a:ln>
      </dgm:spPr>
      <dgm:t>
        <a:bodyPr/>
        <a:lstStyle/>
        <a:p>
          <a:r>
            <a:rPr lang="en-US"/>
            <a:t>Memory</a:t>
          </a:r>
        </a:p>
      </dgm:t>
    </dgm:pt>
    <dgm:pt modelId="{720C4EF6-5949-49CD-B0E3-9F53B90118FE}" type="parTrans" cxnId="{83FF5463-80EF-4AB1-A110-D6B8D010F4CC}">
      <dgm:prSet/>
      <dgm:spPr/>
      <dgm:t>
        <a:bodyPr/>
        <a:lstStyle/>
        <a:p>
          <a:endParaRPr lang="en-US"/>
        </a:p>
      </dgm:t>
    </dgm:pt>
    <dgm:pt modelId="{1C172B71-008C-4D40-B6C4-3183A1FB2064}" type="sibTrans" cxnId="{83FF5463-80EF-4AB1-A110-D6B8D010F4CC}">
      <dgm:prSet/>
      <dgm:spPr/>
      <dgm:t>
        <a:bodyPr/>
        <a:lstStyle/>
        <a:p>
          <a:endParaRPr lang="en-US"/>
        </a:p>
      </dgm:t>
    </dgm:pt>
    <dgm:pt modelId="{81B4A4C1-3B42-4FA5-8E76-12FB0C985DCD}">
      <dgm:prSet phldrT="[Text]"/>
      <dgm:spPr/>
      <dgm:t>
        <a:bodyPr/>
        <a:lstStyle/>
        <a:p>
          <a:r>
            <a:rPr lang="en-US" b="0" i="0"/>
            <a:t>Magnetic core and magnetic tape/disk.</a:t>
          </a:r>
          <a:endParaRPr lang="en-US"/>
        </a:p>
      </dgm:t>
    </dgm:pt>
    <dgm:pt modelId="{7CFEF1C3-C36F-4161-9CAE-9E373DE5FB06}" type="parTrans" cxnId="{29D6F75C-6E82-4FA4-870B-2DA885C1AC02}">
      <dgm:prSet/>
      <dgm:spPr/>
      <dgm:t>
        <a:bodyPr/>
        <a:lstStyle/>
        <a:p>
          <a:endParaRPr lang="en-US"/>
        </a:p>
      </dgm:t>
    </dgm:pt>
    <dgm:pt modelId="{9E85003D-2EA7-4345-B4D1-7BA390E74FAF}" type="sibTrans" cxnId="{29D6F75C-6E82-4FA4-870B-2DA885C1AC02}">
      <dgm:prSet/>
      <dgm:spPr/>
      <dgm:t>
        <a:bodyPr/>
        <a:lstStyle/>
        <a:p>
          <a:endParaRPr lang="en-US"/>
        </a:p>
      </dgm:t>
    </dgm:pt>
    <dgm:pt modelId="{12289832-9EA7-4F56-8FD9-D87BB80ACB35}">
      <dgm:prSet phldrT="[Text]"/>
      <dgm:spPr>
        <a:solidFill>
          <a:schemeClr val="bg1">
            <a:lumMod val="95000"/>
          </a:schemeClr>
        </a:solidFill>
        <a:ln>
          <a:solidFill>
            <a:schemeClr val="tx2"/>
          </a:solidFill>
        </a:ln>
      </dgm:spPr>
      <dgm:t>
        <a:bodyPr/>
        <a:lstStyle/>
        <a:p>
          <a:r>
            <a:rPr lang="en-US"/>
            <a:t>Input/output devices</a:t>
          </a:r>
        </a:p>
      </dgm:t>
    </dgm:pt>
    <dgm:pt modelId="{1542BFE3-5F84-4603-9F97-5DABC4D5618B}" type="parTrans" cxnId="{E4A9C137-1C98-4EAC-9FB5-C6D9CCEB4168}">
      <dgm:prSet/>
      <dgm:spPr/>
      <dgm:t>
        <a:bodyPr/>
        <a:lstStyle/>
        <a:p>
          <a:endParaRPr lang="en-US"/>
        </a:p>
      </dgm:t>
    </dgm:pt>
    <dgm:pt modelId="{B2C26336-FD82-46ED-B95D-58CE063C6A71}" type="sibTrans" cxnId="{E4A9C137-1C98-4EAC-9FB5-C6D9CCEB4168}">
      <dgm:prSet/>
      <dgm:spPr/>
      <dgm:t>
        <a:bodyPr/>
        <a:lstStyle/>
        <a:p>
          <a:endParaRPr lang="en-US"/>
        </a:p>
      </dgm:t>
    </dgm:pt>
    <dgm:pt modelId="{A8B9CDBC-FD2A-4697-9027-E86DFD10DA32}">
      <dgm:prSet phldrT="[Text]"/>
      <dgm:spPr/>
      <dgm:t>
        <a:bodyPr/>
        <a:lstStyle/>
        <a:p>
          <a:r>
            <a:rPr lang="en-US" b="0" i="0"/>
            <a:t>Magnetic tape and punched cards.</a:t>
          </a:r>
          <a:endParaRPr lang="en-US"/>
        </a:p>
      </dgm:t>
    </dgm:pt>
    <dgm:pt modelId="{C237C04E-0667-46BA-BF04-50FF93F5FFEF}" type="parTrans" cxnId="{FEFB70BD-516E-46BF-8C3A-DB0A397EEE75}">
      <dgm:prSet/>
      <dgm:spPr/>
      <dgm:t>
        <a:bodyPr/>
        <a:lstStyle/>
        <a:p>
          <a:endParaRPr lang="en-US"/>
        </a:p>
      </dgm:t>
    </dgm:pt>
    <dgm:pt modelId="{53F61B06-F8EB-4ECD-9081-C4F98A33DB88}" type="sibTrans" cxnId="{FEFB70BD-516E-46BF-8C3A-DB0A397EEE75}">
      <dgm:prSet/>
      <dgm:spPr/>
      <dgm:t>
        <a:bodyPr/>
        <a:lstStyle/>
        <a:p>
          <a:endParaRPr lang="en-US"/>
        </a:p>
      </dgm:t>
    </dgm:pt>
    <dgm:pt modelId="{8BDA4EE6-622E-4031-8A34-B5598C45D657}">
      <dgm:prSet phldrT="[Text]"/>
      <dgm:spPr>
        <a:solidFill>
          <a:schemeClr val="bg1">
            <a:lumMod val="95000"/>
          </a:schemeClr>
        </a:solidFill>
        <a:ln>
          <a:solidFill>
            <a:schemeClr val="tx2"/>
          </a:solidFill>
        </a:ln>
      </dgm:spPr>
      <dgm:t>
        <a:bodyPr/>
        <a:lstStyle/>
        <a:p>
          <a:r>
            <a:rPr lang="en-US"/>
            <a:t>Power and size</a:t>
          </a:r>
        </a:p>
      </dgm:t>
    </dgm:pt>
    <dgm:pt modelId="{94948650-5F7E-4727-931D-F18B46A47445}" type="parTrans" cxnId="{31FBA965-0689-46CD-9DCA-6118029FDFA7}">
      <dgm:prSet/>
      <dgm:spPr/>
      <dgm:t>
        <a:bodyPr/>
        <a:lstStyle/>
        <a:p>
          <a:endParaRPr lang="en-US"/>
        </a:p>
      </dgm:t>
    </dgm:pt>
    <dgm:pt modelId="{F6B4CB7D-B39F-4F4A-B2F2-42B4D46FDE51}" type="sibTrans" cxnId="{31FBA965-0689-46CD-9DCA-6118029FDFA7}">
      <dgm:prSet/>
      <dgm:spPr/>
      <dgm:t>
        <a:bodyPr/>
        <a:lstStyle/>
        <a:p>
          <a:endParaRPr lang="en-US"/>
        </a:p>
      </dgm:t>
    </dgm:pt>
    <dgm:pt modelId="{FF884860-AC66-4747-9D1D-680A0D54BE9C}">
      <dgm:prSet phldrT="[Text]"/>
      <dgm:spPr/>
      <dgm:t>
        <a:bodyPr/>
        <a:lstStyle/>
        <a:p>
          <a:r>
            <a:rPr lang="en-US" b="0" i="0"/>
            <a:t>Smaller in size, low power consumption, and generated less heat (in comparison with the first generation computers).</a:t>
          </a:r>
          <a:endParaRPr lang="en-US"/>
        </a:p>
      </dgm:t>
    </dgm:pt>
    <dgm:pt modelId="{A8FF17BD-43C7-4C45-A292-44AB27F2D192}" type="parTrans" cxnId="{52782B67-2052-4B67-8DEA-1FC89F90DA12}">
      <dgm:prSet/>
      <dgm:spPr/>
      <dgm:t>
        <a:bodyPr/>
        <a:lstStyle/>
        <a:p>
          <a:endParaRPr lang="en-US"/>
        </a:p>
      </dgm:t>
    </dgm:pt>
    <dgm:pt modelId="{18B98A0E-C721-47C4-87F3-83ACA6702549}" type="sibTrans" cxnId="{52782B67-2052-4B67-8DEA-1FC89F90DA12}">
      <dgm:prSet/>
      <dgm:spPr/>
      <dgm:t>
        <a:bodyPr/>
        <a:lstStyle/>
        <a:p>
          <a:endParaRPr lang="en-US"/>
        </a:p>
      </dgm:t>
    </dgm:pt>
    <dgm:pt modelId="{69C2DC87-C4F7-4A49-B169-F6033B23300C}">
      <dgm:prSet phldrT="[Text]"/>
      <dgm:spPr>
        <a:solidFill>
          <a:schemeClr val="bg1">
            <a:lumMod val="95000"/>
          </a:schemeClr>
        </a:solidFill>
        <a:ln>
          <a:solidFill>
            <a:schemeClr val="tx2"/>
          </a:solidFill>
        </a:ln>
      </dgm:spPr>
      <dgm:t>
        <a:bodyPr/>
        <a:lstStyle/>
        <a:p>
          <a:r>
            <a:rPr lang="en-US" b="0" i="0"/>
            <a:t>Examples of the second generation</a:t>
          </a:r>
          <a:endParaRPr lang="en-US"/>
        </a:p>
      </dgm:t>
    </dgm:pt>
    <dgm:pt modelId="{04B24F84-3744-4337-A411-97AE2B6A6FD0}" type="parTrans" cxnId="{F1008D2A-57C8-4AAA-9113-44358884320E}">
      <dgm:prSet/>
      <dgm:spPr/>
      <dgm:t>
        <a:bodyPr/>
        <a:lstStyle/>
        <a:p>
          <a:endParaRPr lang="en-US"/>
        </a:p>
      </dgm:t>
    </dgm:pt>
    <dgm:pt modelId="{436B14DF-6618-4D71-99D8-9CEB8E6D52A8}" type="sibTrans" cxnId="{F1008D2A-57C8-4AAA-9113-44358884320E}">
      <dgm:prSet/>
      <dgm:spPr/>
      <dgm:t>
        <a:bodyPr/>
        <a:lstStyle/>
        <a:p>
          <a:endParaRPr lang="en-US"/>
        </a:p>
      </dgm:t>
    </dgm:pt>
    <dgm:pt modelId="{8F0A06E9-9636-4A0C-8987-F5F855ABC880}">
      <dgm:prSet phldrT="[Text]"/>
      <dgm:spPr/>
      <dgm:t>
        <a:bodyPr/>
        <a:lstStyle/>
        <a:p>
          <a:r>
            <a:rPr lang="en-US" b="0" i="0"/>
            <a:t>PDP-8, IBM1400 series, IBM 7090 and 7094, UNIVAC 1107, CDC 3600 etc.</a:t>
          </a:r>
          <a:endParaRPr lang="en-US"/>
        </a:p>
      </dgm:t>
    </dgm:pt>
    <dgm:pt modelId="{5432C731-6DA7-442E-A6E8-2159573E4077}" type="parTrans" cxnId="{0996F71B-7F3D-4BAE-8FFB-F82B9FF0C509}">
      <dgm:prSet/>
      <dgm:spPr/>
      <dgm:t>
        <a:bodyPr/>
        <a:lstStyle/>
        <a:p>
          <a:endParaRPr lang="en-US"/>
        </a:p>
      </dgm:t>
    </dgm:pt>
    <dgm:pt modelId="{EA142372-6E7A-4913-8557-992D9F2477EC}" type="sibTrans" cxnId="{0996F71B-7F3D-4BAE-8FFB-F82B9FF0C509}">
      <dgm:prSet/>
      <dgm:spPr/>
      <dgm:t>
        <a:bodyPr/>
        <a:lstStyle/>
        <a:p>
          <a:endParaRPr lang="en-US"/>
        </a:p>
      </dgm:t>
    </dgm:pt>
    <dgm:pt modelId="{9857A5AF-8258-45E9-8F24-5EABEDD42682}" type="pres">
      <dgm:prSet presAssocID="{1B3F7AF5-C29A-4C9E-A493-68237EFFC040}" presName="Name0" presStyleCnt="0">
        <dgm:presLayoutVars>
          <dgm:dir/>
          <dgm:animLvl val="lvl"/>
          <dgm:resizeHandles val="exact"/>
        </dgm:presLayoutVars>
      </dgm:prSet>
      <dgm:spPr/>
    </dgm:pt>
    <dgm:pt modelId="{F5AEF77E-56F4-4658-972B-38C8ADA64B1B}" type="pres">
      <dgm:prSet presAssocID="{2DBB7682-2293-450E-8AA1-587CA3AC3036}" presName="linNode" presStyleCnt="0"/>
      <dgm:spPr/>
    </dgm:pt>
    <dgm:pt modelId="{38F940FF-0BB2-45B9-BC95-506DFDDED158}" type="pres">
      <dgm:prSet presAssocID="{2DBB7682-2293-450E-8AA1-587CA3AC3036}" presName="parTx" presStyleLbl="revTx" presStyleIdx="0" presStyleCnt="6">
        <dgm:presLayoutVars>
          <dgm:chMax val="1"/>
          <dgm:bulletEnabled val="1"/>
        </dgm:presLayoutVars>
      </dgm:prSet>
      <dgm:spPr/>
    </dgm:pt>
    <dgm:pt modelId="{E1601D23-99F5-422D-8E6C-E09A8ED146FA}" type="pres">
      <dgm:prSet presAssocID="{2DBB7682-2293-450E-8AA1-587CA3AC3036}" presName="bracket" presStyleLbl="parChTrans1D1" presStyleIdx="0" presStyleCnt="6"/>
      <dgm:spPr/>
    </dgm:pt>
    <dgm:pt modelId="{FF848EAE-7DC3-481F-B438-CC13207FE2B1}" type="pres">
      <dgm:prSet presAssocID="{2DBB7682-2293-450E-8AA1-587CA3AC3036}" presName="spH" presStyleCnt="0"/>
      <dgm:spPr/>
    </dgm:pt>
    <dgm:pt modelId="{1987EC98-C39B-4CCD-BB4E-B9AB0B03D2F7}" type="pres">
      <dgm:prSet presAssocID="{2DBB7682-2293-450E-8AA1-587CA3AC3036}" presName="desTx" presStyleLbl="node1" presStyleIdx="0" presStyleCnt="6">
        <dgm:presLayoutVars>
          <dgm:bulletEnabled val="1"/>
        </dgm:presLayoutVars>
      </dgm:prSet>
      <dgm:spPr/>
    </dgm:pt>
    <dgm:pt modelId="{FDA35F13-9CB9-459B-AB9B-1B38204F0452}" type="pres">
      <dgm:prSet presAssocID="{83293140-DDBE-4C8C-B5EA-CF44BFE48CDA}" presName="spV" presStyleCnt="0"/>
      <dgm:spPr/>
    </dgm:pt>
    <dgm:pt modelId="{E6502B33-1991-4AE2-A238-894546DD4F4C}" type="pres">
      <dgm:prSet presAssocID="{DB614EE4-E3A6-4EDE-8A88-0A632CC9E4C0}" presName="linNode" presStyleCnt="0"/>
      <dgm:spPr/>
    </dgm:pt>
    <dgm:pt modelId="{067EBDF0-7A42-4A4C-8C6E-F3EA3AD09CCA}" type="pres">
      <dgm:prSet presAssocID="{DB614EE4-E3A6-4EDE-8A88-0A632CC9E4C0}" presName="parTx" presStyleLbl="revTx" presStyleIdx="1" presStyleCnt="6">
        <dgm:presLayoutVars>
          <dgm:chMax val="1"/>
          <dgm:bulletEnabled val="1"/>
        </dgm:presLayoutVars>
      </dgm:prSet>
      <dgm:spPr/>
    </dgm:pt>
    <dgm:pt modelId="{AB0DAB75-C946-4B97-9039-C2338CF4646C}" type="pres">
      <dgm:prSet presAssocID="{DB614EE4-E3A6-4EDE-8A88-0A632CC9E4C0}" presName="bracket" presStyleLbl="parChTrans1D1" presStyleIdx="1" presStyleCnt="6"/>
      <dgm:spPr/>
    </dgm:pt>
    <dgm:pt modelId="{D6ECB40D-BF22-4283-A5D7-AB02CFB59FC7}" type="pres">
      <dgm:prSet presAssocID="{DB614EE4-E3A6-4EDE-8A88-0A632CC9E4C0}" presName="spH" presStyleCnt="0"/>
      <dgm:spPr/>
    </dgm:pt>
    <dgm:pt modelId="{6E53630C-4FF8-49A3-A3C1-E0659CEAFCEB}" type="pres">
      <dgm:prSet presAssocID="{DB614EE4-E3A6-4EDE-8A88-0A632CC9E4C0}" presName="desTx" presStyleLbl="node1" presStyleIdx="1" presStyleCnt="6">
        <dgm:presLayoutVars>
          <dgm:bulletEnabled val="1"/>
        </dgm:presLayoutVars>
      </dgm:prSet>
      <dgm:spPr/>
    </dgm:pt>
    <dgm:pt modelId="{CAC38DF2-FC3A-433C-8D72-1F3A338F7FC3}" type="pres">
      <dgm:prSet presAssocID="{CAC06D69-4918-41C0-B7F3-5404C4CA9EDF}" presName="spV" presStyleCnt="0"/>
      <dgm:spPr/>
    </dgm:pt>
    <dgm:pt modelId="{10F1C0F3-37E4-4004-99B3-7324D4694282}" type="pres">
      <dgm:prSet presAssocID="{A1AFBF9C-588A-420D-92CD-0B5F92BC9CEF}" presName="linNode" presStyleCnt="0"/>
      <dgm:spPr/>
    </dgm:pt>
    <dgm:pt modelId="{54E46023-4821-4D8C-941E-E932B7719DEE}" type="pres">
      <dgm:prSet presAssocID="{A1AFBF9C-588A-420D-92CD-0B5F92BC9CEF}" presName="parTx" presStyleLbl="revTx" presStyleIdx="2" presStyleCnt="6">
        <dgm:presLayoutVars>
          <dgm:chMax val="1"/>
          <dgm:bulletEnabled val="1"/>
        </dgm:presLayoutVars>
      </dgm:prSet>
      <dgm:spPr/>
    </dgm:pt>
    <dgm:pt modelId="{447302F0-3EF2-4B76-AF0E-7C6EB30F5118}" type="pres">
      <dgm:prSet presAssocID="{A1AFBF9C-588A-420D-92CD-0B5F92BC9CEF}" presName="bracket" presStyleLbl="parChTrans1D1" presStyleIdx="2" presStyleCnt="6"/>
      <dgm:spPr/>
    </dgm:pt>
    <dgm:pt modelId="{D8C5666C-1591-41D1-B6A9-365CF0F45709}" type="pres">
      <dgm:prSet presAssocID="{A1AFBF9C-588A-420D-92CD-0B5F92BC9CEF}" presName="spH" presStyleCnt="0"/>
      <dgm:spPr/>
    </dgm:pt>
    <dgm:pt modelId="{0151C798-85B6-4F1F-9F06-919AD18C8972}" type="pres">
      <dgm:prSet presAssocID="{A1AFBF9C-588A-420D-92CD-0B5F92BC9CEF}" presName="desTx" presStyleLbl="node1" presStyleIdx="2" presStyleCnt="6">
        <dgm:presLayoutVars>
          <dgm:bulletEnabled val="1"/>
        </dgm:presLayoutVars>
      </dgm:prSet>
      <dgm:spPr/>
    </dgm:pt>
    <dgm:pt modelId="{73364D49-65DB-4EC7-B3AC-77109CFF2460}" type="pres">
      <dgm:prSet presAssocID="{1C172B71-008C-4D40-B6C4-3183A1FB2064}" presName="spV" presStyleCnt="0"/>
      <dgm:spPr/>
    </dgm:pt>
    <dgm:pt modelId="{C00EB9FC-7644-40ED-9787-AC41018B71A5}" type="pres">
      <dgm:prSet presAssocID="{12289832-9EA7-4F56-8FD9-D87BB80ACB35}" presName="linNode" presStyleCnt="0"/>
      <dgm:spPr/>
    </dgm:pt>
    <dgm:pt modelId="{6D9252FB-0787-4FC5-A086-CAD89F4D1A0C}" type="pres">
      <dgm:prSet presAssocID="{12289832-9EA7-4F56-8FD9-D87BB80ACB35}" presName="parTx" presStyleLbl="revTx" presStyleIdx="3" presStyleCnt="6">
        <dgm:presLayoutVars>
          <dgm:chMax val="1"/>
          <dgm:bulletEnabled val="1"/>
        </dgm:presLayoutVars>
      </dgm:prSet>
      <dgm:spPr/>
    </dgm:pt>
    <dgm:pt modelId="{14813EF9-56B0-4C5A-96D3-CE6A01435830}" type="pres">
      <dgm:prSet presAssocID="{12289832-9EA7-4F56-8FD9-D87BB80ACB35}" presName="bracket" presStyleLbl="parChTrans1D1" presStyleIdx="3" presStyleCnt="6"/>
      <dgm:spPr/>
    </dgm:pt>
    <dgm:pt modelId="{7B6D5F8B-5642-4042-A470-0A56B5BEAB2E}" type="pres">
      <dgm:prSet presAssocID="{12289832-9EA7-4F56-8FD9-D87BB80ACB35}" presName="spH" presStyleCnt="0"/>
      <dgm:spPr/>
    </dgm:pt>
    <dgm:pt modelId="{56FE3C06-5C15-4B59-B712-9FA38DA8254A}" type="pres">
      <dgm:prSet presAssocID="{12289832-9EA7-4F56-8FD9-D87BB80ACB35}" presName="desTx" presStyleLbl="node1" presStyleIdx="3" presStyleCnt="6">
        <dgm:presLayoutVars>
          <dgm:bulletEnabled val="1"/>
        </dgm:presLayoutVars>
      </dgm:prSet>
      <dgm:spPr/>
    </dgm:pt>
    <dgm:pt modelId="{F1EBEB44-9CDD-4237-86BD-FB048BFCF641}" type="pres">
      <dgm:prSet presAssocID="{B2C26336-FD82-46ED-B95D-58CE063C6A71}" presName="spV" presStyleCnt="0"/>
      <dgm:spPr/>
    </dgm:pt>
    <dgm:pt modelId="{BD3274BE-23D8-4370-A872-3CDA9F625670}" type="pres">
      <dgm:prSet presAssocID="{8BDA4EE6-622E-4031-8A34-B5598C45D657}" presName="linNode" presStyleCnt="0"/>
      <dgm:spPr/>
    </dgm:pt>
    <dgm:pt modelId="{EA5D206E-0B0F-4722-B342-7FFC9D9E795D}" type="pres">
      <dgm:prSet presAssocID="{8BDA4EE6-622E-4031-8A34-B5598C45D657}" presName="parTx" presStyleLbl="revTx" presStyleIdx="4" presStyleCnt="6">
        <dgm:presLayoutVars>
          <dgm:chMax val="1"/>
          <dgm:bulletEnabled val="1"/>
        </dgm:presLayoutVars>
      </dgm:prSet>
      <dgm:spPr/>
    </dgm:pt>
    <dgm:pt modelId="{0C16E575-AB1A-4A2B-9F60-4ED8D44EAB40}" type="pres">
      <dgm:prSet presAssocID="{8BDA4EE6-622E-4031-8A34-B5598C45D657}" presName="bracket" presStyleLbl="parChTrans1D1" presStyleIdx="4" presStyleCnt="6"/>
      <dgm:spPr/>
    </dgm:pt>
    <dgm:pt modelId="{176DE632-12B4-4041-B9BE-100DB9B40DAF}" type="pres">
      <dgm:prSet presAssocID="{8BDA4EE6-622E-4031-8A34-B5598C45D657}" presName="spH" presStyleCnt="0"/>
      <dgm:spPr/>
    </dgm:pt>
    <dgm:pt modelId="{A2E197CF-8A53-4DC3-9A1E-137835D2FE54}" type="pres">
      <dgm:prSet presAssocID="{8BDA4EE6-622E-4031-8A34-B5598C45D657}" presName="desTx" presStyleLbl="node1" presStyleIdx="4" presStyleCnt="6">
        <dgm:presLayoutVars>
          <dgm:bulletEnabled val="1"/>
        </dgm:presLayoutVars>
      </dgm:prSet>
      <dgm:spPr/>
    </dgm:pt>
    <dgm:pt modelId="{F1EBEA40-FB64-45B8-80D4-599E96E904A3}" type="pres">
      <dgm:prSet presAssocID="{F6B4CB7D-B39F-4F4A-B2F2-42B4D46FDE51}" presName="spV" presStyleCnt="0"/>
      <dgm:spPr/>
    </dgm:pt>
    <dgm:pt modelId="{C3029265-B587-43E9-A3C9-948FD6E24CAB}" type="pres">
      <dgm:prSet presAssocID="{69C2DC87-C4F7-4A49-B169-F6033B23300C}" presName="linNode" presStyleCnt="0"/>
      <dgm:spPr/>
    </dgm:pt>
    <dgm:pt modelId="{8B42D8BE-5E10-4748-BD0E-126BF4EFBE7A}" type="pres">
      <dgm:prSet presAssocID="{69C2DC87-C4F7-4A49-B169-F6033B23300C}" presName="parTx" presStyleLbl="revTx" presStyleIdx="5" presStyleCnt="6">
        <dgm:presLayoutVars>
          <dgm:chMax val="1"/>
          <dgm:bulletEnabled val="1"/>
        </dgm:presLayoutVars>
      </dgm:prSet>
      <dgm:spPr/>
    </dgm:pt>
    <dgm:pt modelId="{DC2C5C34-6996-44D8-9D16-E0BAD04DB532}" type="pres">
      <dgm:prSet presAssocID="{69C2DC87-C4F7-4A49-B169-F6033B23300C}" presName="bracket" presStyleLbl="parChTrans1D1" presStyleIdx="5" presStyleCnt="6"/>
      <dgm:spPr/>
    </dgm:pt>
    <dgm:pt modelId="{D5DFF32F-F0B2-4A58-B17A-3918BD42E6AF}" type="pres">
      <dgm:prSet presAssocID="{69C2DC87-C4F7-4A49-B169-F6033B23300C}" presName="spH" presStyleCnt="0"/>
      <dgm:spPr/>
    </dgm:pt>
    <dgm:pt modelId="{09746ED2-E8ED-4A4A-B511-EEDF6C94E755}" type="pres">
      <dgm:prSet presAssocID="{69C2DC87-C4F7-4A49-B169-F6033B23300C}" presName="desTx" presStyleLbl="node1" presStyleIdx="5" presStyleCnt="6">
        <dgm:presLayoutVars>
          <dgm:bulletEnabled val="1"/>
        </dgm:presLayoutVars>
      </dgm:prSet>
      <dgm:spPr/>
    </dgm:pt>
  </dgm:ptLst>
  <dgm:cxnLst>
    <dgm:cxn modelId="{3BB1CB18-62F2-448F-BB23-1C891DA9AACB}" srcId="{DB614EE4-E3A6-4EDE-8A88-0A632CC9E4C0}" destId="{39C10B05-8390-406F-AD92-B53FD6AE120E}" srcOrd="0" destOrd="0" parTransId="{7AAB547E-22D5-433C-91AB-1D3D83871216}" sibTransId="{88400F1D-519B-4C75-A306-0FD5C4A124E9}"/>
    <dgm:cxn modelId="{0996F71B-7F3D-4BAE-8FFB-F82B9FF0C509}" srcId="{69C2DC87-C4F7-4A49-B169-F6033B23300C}" destId="{8F0A06E9-9636-4A0C-8987-F5F855ABC880}" srcOrd="0" destOrd="0" parTransId="{5432C731-6DA7-442E-A6E8-2159573E4077}" sibTransId="{EA142372-6E7A-4913-8557-992D9F2477EC}"/>
    <dgm:cxn modelId="{1B7A2421-A2AF-4FF0-99A3-5741E7F364A3}" type="presOf" srcId="{8BDA4EE6-622E-4031-8A34-B5598C45D657}" destId="{EA5D206E-0B0F-4722-B342-7FFC9D9E795D}" srcOrd="0" destOrd="0" presId="urn:diagrams.loki3.com/BracketList"/>
    <dgm:cxn modelId="{7C8E8D21-8336-4686-9D81-A3189489E3F0}" type="presOf" srcId="{12289832-9EA7-4F56-8FD9-D87BB80ACB35}" destId="{6D9252FB-0787-4FC5-A086-CAD89F4D1A0C}" srcOrd="0" destOrd="0" presId="urn:diagrams.loki3.com/BracketList"/>
    <dgm:cxn modelId="{45588622-C5D8-4311-9FC5-F87B40A01B51}" srcId="{1B3F7AF5-C29A-4C9E-A493-68237EFFC040}" destId="{2DBB7682-2293-450E-8AA1-587CA3AC3036}" srcOrd="0" destOrd="0" parTransId="{BA281E4E-7E19-4E58-B929-AC814C25975E}" sibTransId="{83293140-DDBE-4C8C-B5EA-CF44BFE48CDA}"/>
    <dgm:cxn modelId="{F1008D2A-57C8-4AAA-9113-44358884320E}" srcId="{1B3F7AF5-C29A-4C9E-A493-68237EFFC040}" destId="{69C2DC87-C4F7-4A49-B169-F6033B23300C}" srcOrd="5" destOrd="0" parTransId="{04B24F84-3744-4337-A411-97AE2B6A6FD0}" sibTransId="{436B14DF-6618-4D71-99D8-9CEB8E6D52A8}"/>
    <dgm:cxn modelId="{6B69B42C-2835-4778-9782-547F118BA432}" srcId="{2DBB7682-2293-450E-8AA1-587CA3AC3036}" destId="{0F4BDC01-E2C8-4CE3-B3F1-7A278AEEB6A5}" srcOrd="0" destOrd="0" parTransId="{2D7D42E5-08D4-4C03-8F7C-3BEA03B6CC34}" sibTransId="{D9459313-7C0A-48A7-A88F-BCE1E28ACCC9}"/>
    <dgm:cxn modelId="{E4A9C137-1C98-4EAC-9FB5-C6D9CCEB4168}" srcId="{1B3F7AF5-C29A-4C9E-A493-68237EFFC040}" destId="{12289832-9EA7-4F56-8FD9-D87BB80ACB35}" srcOrd="3" destOrd="0" parTransId="{1542BFE3-5F84-4603-9F97-5DABC4D5618B}" sibTransId="{B2C26336-FD82-46ED-B95D-58CE063C6A71}"/>
    <dgm:cxn modelId="{29D6F75C-6E82-4FA4-870B-2DA885C1AC02}" srcId="{A1AFBF9C-588A-420D-92CD-0B5F92BC9CEF}" destId="{81B4A4C1-3B42-4FA5-8E76-12FB0C985DCD}" srcOrd="0" destOrd="0" parTransId="{7CFEF1C3-C36F-4161-9CAE-9E373DE5FB06}" sibTransId="{9E85003D-2EA7-4345-B4D1-7BA390E74FAF}"/>
    <dgm:cxn modelId="{4F2AA45D-11B4-453C-89B1-D1B2EE165A6F}" type="presOf" srcId="{0F4BDC01-E2C8-4CE3-B3F1-7A278AEEB6A5}" destId="{1987EC98-C39B-4CCD-BB4E-B9AB0B03D2F7}" srcOrd="0" destOrd="0" presId="urn:diagrams.loki3.com/BracketList"/>
    <dgm:cxn modelId="{83FF5463-80EF-4AB1-A110-D6B8D010F4CC}" srcId="{1B3F7AF5-C29A-4C9E-A493-68237EFFC040}" destId="{A1AFBF9C-588A-420D-92CD-0B5F92BC9CEF}" srcOrd="2" destOrd="0" parTransId="{720C4EF6-5949-49CD-B0E3-9F53B90118FE}" sibTransId="{1C172B71-008C-4D40-B6C4-3183A1FB2064}"/>
    <dgm:cxn modelId="{31FBA965-0689-46CD-9DCA-6118029FDFA7}" srcId="{1B3F7AF5-C29A-4C9E-A493-68237EFFC040}" destId="{8BDA4EE6-622E-4031-8A34-B5598C45D657}" srcOrd="4" destOrd="0" parTransId="{94948650-5F7E-4727-931D-F18B46A47445}" sibTransId="{F6B4CB7D-B39F-4F4A-B2F2-42B4D46FDE51}"/>
    <dgm:cxn modelId="{52782B67-2052-4B67-8DEA-1FC89F90DA12}" srcId="{8BDA4EE6-622E-4031-8A34-B5598C45D657}" destId="{FF884860-AC66-4747-9D1D-680A0D54BE9C}" srcOrd="0" destOrd="0" parTransId="{A8FF17BD-43C7-4C45-A292-44AB27F2D192}" sibTransId="{18B98A0E-C721-47C4-87F3-83ACA6702549}"/>
    <dgm:cxn modelId="{0FFDA082-6050-4B17-B185-3548F069F1A7}" type="presOf" srcId="{FF884860-AC66-4747-9D1D-680A0D54BE9C}" destId="{A2E197CF-8A53-4DC3-9A1E-137835D2FE54}" srcOrd="0" destOrd="0" presId="urn:diagrams.loki3.com/BracketList"/>
    <dgm:cxn modelId="{AB9CC78C-34B9-49EE-94B3-54279966DD46}" type="presOf" srcId="{A8B9CDBC-FD2A-4697-9027-E86DFD10DA32}" destId="{56FE3C06-5C15-4B59-B712-9FA38DA8254A}" srcOrd="0" destOrd="0" presId="urn:diagrams.loki3.com/BracketList"/>
    <dgm:cxn modelId="{7B4C8C9C-9A4B-4268-8310-431C22F21FD4}" type="presOf" srcId="{81B4A4C1-3B42-4FA5-8E76-12FB0C985DCD}" destId="{0151C798-85B6-4F1F-9F06-919AD18C8972}" srcOrd="0" destOrd="0" presId="urn:diagrams.loki3.com/BracketList"/>
    <dgm:cxn modelId="{AF1EB6A1-B41A-4124-8A88-C14D2AD7C889}" type="presOf" srcId="{8F0A06E9-9636-4A0C-8987-F5F855ABC880}" destId="{09746ED2-E8ED-4A4A-B511-EEDF6C94E755}" srcOrd="0" destOrd="0" presId="urn:diagrams.loki3.com/BracketList"/>
    <dgm:cxn modelId="{1C3350A7-19F4-4A1E-900E-33AC9E813EDA}" type="presOf" srcId="{1B3F7AF5-C29A-4C9E-A493-68237EFFC040}" destId="{9857A5AF-8258-45E9-8F24-5EABEDD42682}" srcOrd="0" destOrd="0" presId="urn:diagrams.loki3.com/BracketList"/>
    <dgm:cxn modelId="{D7AB25B3-CA99-4E08-B318-51F2F6F46463}" type="presOf" srcId="{69C2DC87-C4F7-4A49-B169-F6033B23300C}" destId="{8B42D8BE-5E10-4748-BD0E-126BF4EFBE7A}" srcOrd="0" destOrd="0" presId="urn:diagrams.loki3.com/BracketList"/>
    <dgm:cxn modelId="{FEFB70BD-516E-46BF-8C3A-DB0A397EEE75}" srcId="{12289832-9EA7-4F56-8FD9-D87BB80ACB35}" destId="{A8B9CDBC-FD2A-4697-9027-E86DFD10DA32}" srcOrd="0" destOrd="0" parTransId="{C237C04E-0667-46BA-BF04-50FF93F5FFEF}" sibTransId="{53F61B06-F8EB-4ECD-9081-C4F98A33DB88}"/>
    <dgm:cxn modelId="{D57A53DC-5C2B-4C61-AA55-B5DB1C893DE8}" type="presOf" srcId="{2DBB7682-2293-450E-8AA1-587CA3AC3036}" destId="{38F940FF-0BB2-45B9-BC95-506DFDDED158}" srcOrd="0" destOrd="0" presId="urn:diagrams.loki3.com/BracketList"/>
    <dgm:cxn modelId="{BCC139DD-CE3C-4036-B529-E6AF3CA546AA}" srcId="{1B3F7AF5-C29A-4C9E-A493-68237EFFC040}" destId="{DB614EE4-E3A6-4EDE-8A88-0A632CC9E4C0}" srcOrd="1" destOrd="0" parTransId="{B6B7BB11-27D4-48B4-A4F8-609F00C4E9BD}" sibTransId="{CAC06D69-4918-41C0-B7F3-5404C4CA9EDF}"/>
    <dgm:cxn modelId="{EDAEE3E4-7520-43FF-85E2-9506FE5B1BCA}" type="presOf" srcId="{39C10B05-8390-406F-AD92-B53FD6AE120E}" destId="{6E53630C-4FF8-49A3-A3C1-E0659CEAFCEB}" srcOrd="0" destOrd="0" presId="urn:diagrams.loki3.com/BracketList"/>
    <dgm:cxn modelId="{4F3E01E5-2FB2-4138-ABC6-171DB7C379C0}" type="presOf" srcId="{DB614EE4-E3A6-4EDE-8A88-0A632CC9E4C0}" destId="{067EBDF0-7A42-4A4C-8C6E-F3EA3AD09CCA}" srcOrd="0" destOrd="0" presId="urn:diagrams.loki3.com/BracketList"/>
    <dgm:cxn modelId="{C69F14F2-0C3E-41A5-A190-D15B9CA0B8CA}" type="presOf" srcId="{A1AFBF9C-588A-420D-92CD-0B5F92BC9CEF}" destId="{54E46023-4821-4D8C-941E-E932B7719DEE}" srcOrd="0" destOrd="0" presId="urn:diagrams.loki3.com/BracketList"/>
    <dgm:cxn modelId="{0461502C-8729-4DB6-B237-ED0B7DFE4E7E}" type="presParOf" srcId="{9857A5AF-8258-45E9-8F24-5EABEDD42682}" destId="{F5AEF77E-56F4-4658-972B-38C8ADA64B1B}" srcOrd="0" destOrd="0" presId="urn:diagrams.loki3.com/BracketList"/>
    <dgm:cxn modelId="{C68F3560-CC70-497F-BE5E-1AC9DE895867}" type="presParOf" srcId="{F5AEF77E-56F4-4658-972B-38C8ADA64B1B}" destId="{38F940FF-0BB2-45B9-BC95-506DFDDED158}" srcOrd="0" destOrd="0" presId="urn:diagrams.loki3.com/BracketList"/>
    <dgm:cxn modelId="{100A40AF-B28A-42AA-9169-2F48C1E8D71F}" type="presParOf" srcId="{F5AEF77E-56F4-4658-972B-38C8ADA64B1B}" destId="{E1601D23-99F5-422D-8E6C-E09A8ED146FA}" srcOrd="1" destOrd="0" presId="urn:diagrams.loki3.com/BracketList"/>
    <dgm:cxn modelId="{07DE71B1-565C-4733-A65A-BA5459CAA456}" type="presParOf" srcId="{F5AEF77E-56F4-4658-972B-38C8ADA64B1B}" destId="{FF848EAE-7DC3-481F-B438-CC13207FE2B1}" srcOrd="2" destOrd="0" presId="urn:diagrams.loki3.com/BracketList"/>
    <dgm:cxn modelId="{CE0A8CEB-EC0B-452F-8987-FEFCE373858A}" type="presParOf" srcId="{F5AEF77E-56F4-4658-972B-38C8ADA64B1B}" destId="{1987EC98-C39B-4CCD-BB4E-B9AB0B03D2F7}" srcOrd="3" destOrd="0" presId="urn:diagrams.loki3.com/BracketList"/>
    <dgm:cxn modelId="{CEE84A25-71CF-4CA4-9CC8-C5B6F7210422}" type="presParOf" srcId="{9857A5AF-8258-45E9-8F24-5EABEDD42682}" destId="{FDA35F13-9CB9-459B-AB9B-1B38204F0452}" srcOrd="1" destOrd="0" presId="urn:diagrams.loki3.com/BracketList"/>
    <dgm:cxn modelId="{90D818D8-6003-4BCB-8E39-4EF601276BC6}" type="presParOf" srcId="{9857A5AF-8258-45E9-8F24-5EABEDD42682}" destId="{E6502B33-1991-4AE2-A238-894546DD4F4C}" srcOrd="2" destOrd="0" presId="urn:diagrams.loki3.com/BracketList"/>
    <dgm:cxn modelId="{5ED64119-7D40-4E5B-A34E-C0AF590B133D}" type="presParOf" srcId="{E6502B33-1991-4AE2-A238-894546DD4F4C}" destId="{067EBDF0-7A42-4A4C-8C6E-F3EA3AD09CCA}" srcOrd="0" destOrd="0" presId="urn:diagrams.loki3.com/BracketList"/>
    <dgm:cxn modelId="{D160F5AA-3D4B-4398-8285-64186E0FE50C}" type="presParOf" srcId="{E6502B33-1991-4AE2-A238-894546DD4F4C}" destId="{AB0DAB75-C946-4B97-9039-C2338CF4646C}" srcOrd="1" destOrd="0" presId="urn:diagrams.loki3.com/BracketList"/>
    <dgm:cxn modelId="{02FFAA11-A4C4-4DC2-8F52-64620EC7B74C}" type="presParOf" srcId="{E6502B33-1991-4AE2-A238-894546DD4F4C}" destId="{D6ECB40D-BF22-4283-A5D7-AB02CFB59FC7}" srcOrd="2" destOrd="0" presId="urn:diagrams.loki3.com/BracketList"/>
    <dgm:cxn modelId="{619B815E-BCEB-4591-9E4D-A476D3FFFA8E}" type="presParOf" srcId="{E6502B33-1991-4AE2-A238-894546DD4F4C}" destId="{6E53630C-4FF8-49A3-A3C1-E0659CEAFCEB}" srcOrd="3" destOrd="0" presId="urn:diagrams.loki3.com/BracketList"/>
    <dgm:cxn modelId="{D9F777D1-8476-4929-8085-027FDE1F0F82}" type="presParOf" srcId="{9857A5AF-8258-45E9-8F24-5EABEDD42682}" destId="{CAC38DF2-FC3A-433C-8D72-1F3A338F7FC3}" srcOrd="3" destOrd="0" presId="urn:diagrams.loki3.com/BracketList"/>
    <dgm:cxn modelId="{9FE6B85B-D754-4DB8-BB45-5E78C584619F}" type="presParOf" srcId="{9857A5AF-8258-45E9-8F24-5EABEDD42682}" destId="{10F1C0F3-37E4-4004-99B3-7324D4694282}" srcOrd="4" destOrd="0" presId="urn:diagrams.loki3.com/BracketList"/>
    <dgm:cxn modelId="{D62A5B14-0174-4A37-B09D-2FF0B5099831}" type="presParOf" srcId="{10F1C0F3-37E4-4004-99B3-7324D4694282}" destId="{54E46023-4821-4D8C-941E-E932B7719DEE}" srcOrd="0" destOrd="0" presId="urn:diagrams.loki3.com/BracketList"/>
    <dgm:cxn modelId="{5A17A5C6-B5D1-47B7-83FF-2A86581FDFB5}" type="presParOf" srcId="{10F1C0F3-37E4-4004-99B3-7324D4694282}" destId="{447302F0-3EF2-4B76-AF0E-7C6EB30F5118}" srcOrd="1" destOrd="0" presId="urn:diagrams.loki3.com/BracketList"/>
    <dgm:cxn modelId="{5A5E14B6-91B2-42C2-B9F0-747DFD7A37DE}" type="presParOf" srcId="{10F1C0F3-37E4-4004-99B3-7324D4694282}" destId="{D8C5666C-1591-41D1-B6A9-365CF0F45709}" srcOrd="2" destOrd="0" presId="urn:diagrams.loki3.com/BracketList"/>
    <dgm:cxn modelId="{09AB7CDF-7469-4C2F-B95F-B61B020A7AD1}" type="presParOf" srcId="{10F1C0F3-37E4-4004-99B3-7324D4694282}" destId="{0151C798-85B6-4F1F-9F06-919AD18C8972}" srcOrd="3" destOrd="0" presId="urn:diagrams.loki3.com/BracketList"/>
    <dgm:cxn modelId="{1FEDC9C5-1F2D-46A8-82A9-AEFA4A6DA0AC}" type="presParOf" srcId="{9857A5AF-8258-45E9-8F24-5EABEDD42682}" destId="{73364D49-65DB-4EC7-B3AC-77109CFF2460}" srcOrd="5" destOrd="0" presId="urn:diagrams.loki3.com/BracketList"/>
    <dgm:cxn modelId="{6AA94CBD-7AE1-42F4-B4DB-4F9CF799DB63}" type="presParOf" srcId="{9857A5AF-8258-45E9-8F24-5EABEDD42682}" destId="{C00EB9FC-7644-40ED-9787-AC41018B71A5}" srcOrd="6" destOrd="0" presId="urn:diagrams.loki3.com/BracketList"/>
    <dgm:cxn modelId="{717E7FD2-5D99-4E3F-BEDF-59086A233031}" type="presParOf" srcId="{C00EB9FC-7644-40ED-9787-AC41018B71A5}" destId="{6D9252FB-0787-4FC5-A086-CAD89F4D1A0C}" srcOrd="0" destOrd="0" presId="urn:diagrams.loki3.com/BracketList"/>
    <dgm:cxn modelId="{7EEE5F54-B623-427A-80E8-96609D9204B8}" type="presParOf" srcId="{C00EB9FC-7644-40ED-9787-AC41018B71A5}" destId="{14813EF9-56B0-4C5A-96D3-CE6A01435830}" srcOrd="1" destOrd="0" presId="urn:diagrams.loki3.com/BracketList"/>
    <dgm:cxn modelId="{0BB55BB8-0991-4CB5-99F3-1CF7FFA6D53A}" type="presParOf" srcId="{C00EB9FC-7644-40ED-9787-AC41018B71A5}" destId="{7B6D5F8B-5642-4042-A470-0A56B5BEAB2E}" srcOrd="2" destOrd="0" presId="urn:diagrams.loki3.com/BracketList"/>
    <dgm:cxn modelId="{249E440C-82D7-49D2-B494-F8AE60E27ABB}" type="presParOf" srcId="{C00EB9FC-7644-40ED-9787-AC41018B71A5}" destId="{56FE3C06-5C15-4B59-B712-9FA38DA8254A}" srcOrd="3" destOrd="0" presId="urn:diagrams.loki3.com/BracketList"/>
    <dgm:cxn modelId="{07BD7B46-0613-46EC-948C-E56072A8411A}" type="presParOf" srcId="{9857A5AF-8258-45E9-8F24-5EABEDD42682}" destId="{F1EBEB44-9CDD-4237-86BD-FB048BFCF641}" srcOrd="7" destOrd="0" presId="urn:diagrams.loki3.com/BracketList"/>
    <dgm:cxn modelId="{56CFDFC8-2472-4B0F-A235-0B18414998CC}" type="presParOf" srcId="{9857A5AF-8258-45E9-8F24-5EABEDD42682}" destId="{BD3274BE-23D8-4370-A872-3CDA9F625670}" srcOrd="8" destOrd="0" presId="urn:diagrams.loki3.com/BracketList"/>
    <dgm:cxn modelId="{D6B23447-86E3-42BC-911C-84EBD0B36ED2}" type="presParOf" srcId="{BD3274BE-23D8-4370-A872-3CDA9F625670}" destId="{EA5D206E-0B0F-4722-B342-7FFC9D9E795D}" srcOrd="0" destOrd="0" presId="urn:diagrams.loki3.com/BracketList"/>
    <dgm:cxn modelId="{449F9D12-B693-4812-912E-86933A8C005B}" type="presParOf" srcId="{BD3274BE-23D8-4370-A872-3CDA9F625670}" destId="{0C16E575-AB1A-4A2B-9F60-4ED8D44EAB40}" srcOrd="1" destOrd="0" presId="urn:diagrams.loki3.com/BracketList"/>
    <dgm:cxn modelId="{C48EE5AC-90D9-4A3A-9870-8F6E022322B7}" type="presParOf" srcId="{BD3274BE-23D8-4370-A872-3CDA9F625670}" destId="{176DE632-12B4-4041-B9BE-100DB9B40DAF}" srcOrd="2" destOrd="0" presId="urn:diagrams.loki3.com/BracketList"/>
    <dgm:cxn modelId="{29860982-3A3E-4D98-BA6A-F284EF8C46E4}" type="presParOf" srcId="{BD3274BE-23D8-4370-A872-3CDA9F625670}" destId="{A2E197CF-8A53-4DC3-9A1E-137835D2FE54}" srcOrd="3" destOrd="0" presId="urn:diagrams.loki3.com/BracketList"/>
    <dgm:cxn modelId="{F1AF031D-2847-4D88-8FC4-B9A6F8095E02}" type="presParOf" srcId="{9857A5AF-8258-45E9-8F24-5EABEDD42682}" destId="{F1EBEA40-FB64-45B8-80D4-599E96E904A3}" srcOrd="9" destOrd="0" presId="urn:diagrams.loki3.com/BracketList"/>
    <dgm:cxn modelId="{2FF7A444-816C-43D8-9DDE-3C7818D2F0FC}" type="presParOf" srcId="{9857A5AF-8258-45E9-8F24-5EABEDD42682}" destId="{C3029265-B587-43E9-A3C9-948FD6E24CAB}" srcOrd="10" destOrd="0" presId="urn:diagrams.loki3.com/BracketList"/>
    <dgm:cxn modelId="{821A81E3-02F8-4315-B3D1-5F40D113A3DF}" type="presParOf" srcId="{C3029265-B587-43E9-A3C9-948FD6E24CAB}" destId="{8B42D8BE-5E10-4748-BD0E-126BF4EFBE7A}" srcOrd="0" destOrd="0" presId="urn:diagrams.loki3.com/BracketList"/>
    <dgm:cxn modelId="{0249C0C3-7839-4F44-819A-5FE6A5058375}" type="presParOf" srcId="{C3029265-B587-43E9-A3C9-948FD6E24CAB}" destId="{DC2C5C34-6996-44D8-9D16-E0BAD04DB532}" srcOrd="1" destOrd="0" presId="urn:diagrams.loki3.com/BracketList"/>
    <dgm:cxn modelId="{1A8E1A58-D977-4F05-B348-2A07FE358E24}" type="presParOf" srcId="{C3029265-B587-43E9-A3C9-948FD6E24CAB}" destId="{D5DFF32F-F0B2-4A58-B17A-3918BD42E6AF}" srcOrd="2" destOrd="0" presId="urn:diagrams.loki3.com/BracketList"/>
    <dgm:cxn modelId="{83D0C901-9051-44AC-B24D-CA383FD8D4B4}" type="presParOf" srcId="{C3029265-B587-43E9-A3C9-948FD6E24CAB}" destId="{09746ED2-E8ED-4A4A-B511-EEDF6C94E755}" srcOrd="3" destOrd="0" presId="urn:diagrams.loki3.com/Bracke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B3F7AF5-C29A-4C9E-A493-68237EFFC040}" type="doc">
      <dgm:prSet loTypeId="urn:diagrams.loki3.com/BracketList" loCatId="list" qsTypeId="urn:microsoft.com/office/officeart/2005/8/quickstyle/simple1" qsCatId="simple" csTypeId="urn:microsoft.com/office/officeart/2005/8/colors/accent2_5" csCatId="accent2" phldr="1"/>
      <dgm:spPr/>
      <dgm:t>
        <a:bodyPr/>
        <a:lstStyle/>
        <a:p>
          <a:endParaRPr lang="en-US"/>
        </a:p>
      </dgm:t>
    </dgm:pt>
    <dgm:pt modelId="{2DBB7682-2293-450E-8AA1-587CA3AC3036}">
      <dgm:prSet phldrT="[Text]"/>
      <dgm:spPr>
        <a:ln>
          <a:solidFill>
            <a:schemeClr val="tx2"/>
          </a:solidFill>
        </a:ln>
        <a:effectLst/>
      </dgm:spPr>
      <dgm:t>
        <a:bodyPr/>
        <a:lstStyle/>
        <a:p>
          <a:r>
            <a:rPr lang="en-US"/>
            <a:t>Main electronic component</a:t>
          </a:r>
        </a:p>
      </dgm:t>
    </dgm:pt>
    <dgm:pt modelId="{BA281E4E-7E19-4E58-B929-AC814C25975E}" type="parTrans" cxnId="{45588622-C5D8-4311-9FC5-F87B40A01B51}">
      <dgm:prSet/>
      <dgm:spPr/>
      <dgm:t>
        <a:bodyPr/>
        <a:lstStyle/>
        <a:p>
          <a:endParaRPr lang="en-US"/>
        </a:p>
      </dgm:t>
    </dgm:pt>
    <dgm:pt modelId="{83293140-DDBE-4C8C-B5EA-CF44BFE48CDA}" type="sibTrans" cxnId="{45588622-C5D8-4311-9FC5-F87B40A01B51}">
      <dgm:prSet/>
      <dgm:spPr/>
      <dgm:t>
        <a:bodyPr/>
        <a:lstStyle/>
        <a:p>
          <a:endParaRPr lang="en-US"/>
        </a:p>
      </dgm:t>
    </dgm:pt>
    <dgm:pt modelId="{0F4BDC01-E2C8-4CE3-B3F1-7A278AEEB6A5}">
      <dgm:prSet phldrT="[Text]"/>
      <dgm:spPr/>
      <dgm:t>
        <a:bodyPr/>
        <a:lstStyle/>
        <a:p>
          <a:r>
            <a:rPr lang="en-US" b="0" i="0"/>
            <a:t>Integrated circuits (ICs)</a:t>
          </a:r>
          <a:endParaRPr lang="en-US"/>
        </a:p>
      </dgm:t>
    </dgm:pt>
    <dgm:pt modelId="{2D7D42E5-08D4-4C03-8F7C-3BEA03B6CC34}" type="parTrans" cxnId="{6B69B42C-2835-4778-9782-547F118BA432}">
      <dgm:prSet/>
      <dgm:spPr/>
      <dgm:t>
        <a:bodyPr/>
        <a:lstStyle/>
        <a:p>
          <a:endParaRPr lang="en-US"/>
        </a:p>
      </dgm:t>
    </dgm:pt>
    <dgm:pt modelId="{D9459313-7C0A-48A7-A88F-BCE1E28ACCC9}" type="sibTrans" cxnId="{6B69B42C-2835-4778-9782-547F118BA432}">
      <dgm:prSet/>
      <dgm:spPr/>
      <dgm:t>
        <a:bodyPr/>
        <a:lstStyle/>
        <a:p>
          <a:endParaRPr lang="en-US"/>
        </a:p>
      </dgm:t>
    </dgm:pt>
    <dgm:pt modelId="{DB614EE4-E3A6-4EDE-8A88-0A632CC9E4C0}">
      <dgm:prSet phldrT="[Text]"/>
      <dgm:spPr>
        <a:ln>
          <a:solidFill>
            <a:schemeClr val="tx2"/>
          </a:solidFill>
        </a:ln>
        <a:effectLst/>
      </dgm:spPr>
      <dgm:t>
        <a:bodyPr/>
        <a:lstStyle/>
        <a:p>
          <a:r>
            <a:rPr lang="en-US"/>
            <a:t>Programming language</a:t>
          </a:r>
        </a:p>
      </dgm:t>
    </dgm:pt>
    <dgm:pt modelId="{B6B7BB11-27D4-48B4-A4F8-609F00C4E9BD}" type="parTrans" cxnId="{BCC139DD-CE3C-4036-B529-E6AF3CA546AA}">
      <dgm:prSet/>
      <dgm:spPr/>
      <dgm:t>
        <a:bodyPr/>
        <a:lstStyle/>
        <a:p>
          <a:endParaRPr lang="en-US"/>
        </a:p>
      </dgm:t>
    </dgm:pt>
    <dgm:pt modelId="{CAC06D69-4918-41C0-B7F3-5404C4CA9EDF}" type="sibTrans" cxnId="{BCC139DD-CE3C-4036-B529-E6AF3CA546AA}">
      <dgm:prSet/>
      <dgm:spPr/>
      <dgm:t>
        <a:bodyPr/>
        <a:lstStyle/>
        <a:p>
          <a:endParaRPr lang="en-US"/>
        </a:p>
      </dgm:t>
    </dgm:pt>
    <dgm:pt modelId="{39C10B05-8390-406F-AD92-B53FD6AE120E}">
      <dgm:prSet phldrT="[Text]"/>
      <dgm:spPr/>
      <dgm:t>
        <a:bodyPr/>
        <a:lstStyle/>
        <a:p>
          <a:r>
            <a:rPr lang="en-US"/>
            <a:t>High-level language</a:t>
          </a:r>
        </a:p>
      </dgm:t>
    </dgm:pt>
    <dgm:pt modelId="{7AAB547E-22D5-433C-91AB-1D3D83871216}" type="parTrans" cxnId="{3BB1CB18-62F2-448F-BB23-1C891DA9AACB}">
      <dgm:prSet/>
      <dgm:spPr/>
      <dgm:t>
        <a:bodyPr/>
        <a:lstStyle/>
        <a:p>
          <a:endParaRPr lang="en-US"/>
        </a:p>
      </dgm:t>
    </dgm:pt>
    <dgm:pt modelId="{88400F1D-519B-4C75-A306-0FD5C4A124E9}" type="sibTrans" cxnId="{3BB1CB18-62F2-448F-BB23-1C891DA9AACB}">
      <dgm:prSet/>
      <dgm:spPr/>
      <dgm:t>
        <a:bodyPr/>
        <a:lstStyle/>
        <a:p>
          <a:endParaRPr lang="en-US"/>
        </a:p>
      </dgm:t>
    </dgm:pt>
    <dgm:pt modelId="{A1AFBF9C-588A-420D-92CD-0B5F92BC9CEF}">
      <dgm:prSet phldrT="[Text]"/>
      <dgm:spPr>
        <a:ln>
          <a:solidFill>
            <a:schemeClr val="tx2"/>
          </a:solidFill>
        </a:ln>
        <a:effectLst/>
      </dgm:spPr>
      <dgm:t>
        <a:bodyPr/>
        <a:lstStyle/>
        <a:p>
          <a:r>
            <a:rPr lang="en-US"/>
            <a:t>Memory</a:t>
          </a:r>
        </a:p>
      </dgm:t>
    </dgm:pt>
    <dgm:pt modelId="{720C4EF6-5949-49CD-B0E3-9F53B90118FE}" type="parTrans" cxnId="{83FF5463-80EF-4AB1-A110-D6B8D010F4CC}">
      <dgm:prSet/>
      <dgm:spPr/>
      <dgm:t>
        <a:bodyPr/>
        <a:lstStyle/>
        <a:p>
          <a:endParaRPr lang="en-US"/>
        </a:p>
      </dgm:t>
    </dgm:pt>
    <dgm:pt modelId="{1C172B71-008C-4D40-B6C4-3183A1FB2064}" type="sibTrans" cxnId="{83FF5463-80EF-4AB1-A110-D6B8D010F4CC}">
      <dgm:prSet/>
      <dgm:spPr/>
      <dgm:t>
        <a:bodyPr/>
        <a:lstStyle/>
        <a:p>
          <a:endParaRPr lang="en-US"/>
        </a:p>
      </dgm:t>
    </dgm:pt>
    <dgm:pt modelId="{81B4A4C1-3B42-4FA5-8E76-12FB0C985DCD}">
      <dgm:prSet phldrT="[Text]"/>
      <dgm:spPr/>
      <dgm:t>
        <a:bodyPr/>
        <a:lstStyle/>
        <a:p>
          <a:r>
            <a:rPr lang="en-US" b="0" i="0"/>
            <a:t>Large magnetic core, magnetic tape/disk</a:t>
          </a:r>
          <a:endParaRPr lang="en-US"/>
        </a:p>
      </dgm:t>
    </dgm:pt>
    <dgm:pt modelId="{7CFEF1C3-C36F-4161-9CAE-9E373DE5FB06}" type="parTrans" cxnId="{29D6F75C-6E82-4FA4-870B-2DA885C1AC02}">
      <dgm:prSet/>
      <dgm:spPr/>
      <dgm:t>
        <a:bodyPr/>
        <a:lstStyle/>
        <a:p>
          <a:endParaRPr lang="en-US"/>
        </a:p>
      </dgm:t>
    </dgm:pt>
    <dgm:pt modelId="{9E85003D-2EA7-4345-B4D1-7BA390E74FAF}" type="sibTrans" cxnId="{29D6F75C-6E82-4FA4-870B-2DA885C1AC02}">
      <dgm:prSet/>
      <dgm:spPr/>
      <dgm:t>
        <a:bodyPr/>
        <a:lstStyle/>
        <a:p>
          <a:endParaRPr lang="en-US"/>
        </a:p>
      </dgm:t>
    </dgm:pt>
    <dgm:pt modelId="{12289832-9EA7-4F56-8FD9-D87BB80ACB35}">
      <dgm:prSet phldrT="[Text]"/>
      <dgm:spPr>
        <a:ln>
          <a:solidFill>
            <a:schemeClr val="tx2"/>
          </a:solidFill>
        </a:ln>
        <a:effectLst/>
      </dgm:spPr>
      <dgm:t>
        <a:bodyPr/>
        <a:lstStyle/>
        <a:p>
          <a:r>
            <a:rPr lang="en-US"/>
            <a:t>Input/output devices</a:t>
          </a:r>
        </a:p>
      </dgm:t>
    </dgm:pt>
    <dgm:pt modelId="{1542BFE3-5F84-4603-9F97-5DABC4D5618B}" type="parTrans" cxnId="{E4A9C137-1C98-4EAC-9FB5-C6D9CCEB4168}">
      <dgm:prSet/>
      <dgm:spPr/>
      <dgm:t>
        <a:bodyPr/>
        <a:lstStyle/>
        <a:p>
          <a:endParaRPr lang="en-US"/>
        </a:p>
      </dgm:t>
    </dgm:pt>
    <dgm:pt modelId="{B2C26336-FD82-46ED-B95D-58CE063C6A71}" type="sibTrans" cxnId="{E4A9C137-1C98-4EAC-9FB5-C6D9CCEB4168}">
      <dgm:prSet/>
      <dgm:spPr/>
      <dgm:t>
        <a:bodyPr/>
        <a:lstStyle/>
        <a:p>
          <a:endParaRPr lang="en-US"/>
        </a:p>
      </dgm:t>
    </dgm:pt>
    <dgm:pt modelId="{A8B9CDBC-FD2A-4697-9027-E86DFD10DA32}">
      <dgm:prSet phldrT="[Text]"/>
      <dgm:spPr/>
      <dgm:t>
        <a:bodyPr/>
        <a:lstStyle/>
        <a:p>
          <a:r>
            <a:rPr lang="en-US" b="0" i="0"/>
            <a:t>Magnetic tape, monitor, keyboard, printer, etc.</a:t>
          </a:r>
          <a:endParaRPr lang="en-US"/>
        </a:p>
      </dgm:t>
    </dgm:pt>
    <dgm:pt modelId="{C237C04E-0667-46BA-BF04-50FF93F5FFEF}" type="parTrans" cxnId="{FEFB70BD-516E-46BF-8C3A-DB0A397EEE75}">
      <dgm:prSet/>
      <dgm:spPr/>
      <dgm:t>
        <a:bodyPr/>
        <a:lstStyle/>
        <a:p>
          <a:endParaRPr lang="en-US"/>
        </a:p>
      </dgm:t>
    </dgm:pt>
    <dgm:pt modelId="{53F61B06-F8EB-4ECD-9081-C4F98A33DB88}" type="sibTrans" cxnId="{FEFB70BD-516E-46BF-8C3A-DB0A397EEE75}">
      <dgm:prSet/>
      <dgm:spPr/>
      <dgm:t>
        <a:bodyPr/>
        <a:lstStyle/>
        <a:p>
          <a:endParaRPr lang="en-US"/>
        </a:p>
      </dgm:t>
    </dgm:pt>
    <dgm:pt modelId="{69C2DC87-C4F7-4A49-B169-F6033B23300C}">
      <dgm:prSet phldrT="[Text]"/>
      <dgm:spPr>
        <a:ln>
          <a:solidFill>
            <a:schemeClr val="tx2"/>
          </a:solidFill>
        </a:ln>
        <a:effectLst/>
      </dgm:spPr>
      <dgm:t>
        <a:bodyPr/>
        <a:lstStyle/>
        <a:p>
          <a:r>
            <a:rPr lang="en-US" b="0" i="0"/>
            <a:t>Examples of the third generation</a:t>
          </a:r>
          <a:endParaRPr lang="en-US"/>
        </a:p>
      </dgm:t>
    </dgm:pt>
    <dgm:pt modelId="{04B24F84-3744-4337-A411-97AE2B6A6FD0}" type="parTrans" cxnId="{F1008D2A-57C8-4AAA-9113-44358884320E}">
      <dgm:prSet/>
      <dgm:spPr/>
      <dgm:t>
        <a:bodyPr/>
        <a:lstStyle/>
        <a:p>
          <a:endParaRPr lang="en-US"/>
        </a:p>
      </dgm:t>
    </dgm:pt>
    <dgm:pt modelId="{436B14DF-6618-4D71-99D8-9CEB8E6D52A8}" type="sibTrans" cxnId="{F1008D2A-57C8-4AAA-9113-44358884320E}">
      <dgm:prSet/>
      <dgm:spPr/>
      <dgm:t>
        <a:bodyPr/>
        <a:lstStyle/>
        <a:p>
          <a:endParaRPr lang="en-US"/>
        </a:p>
      </dgm:t>
    </dgm:pt>
    <dgm:pt modelId="{8F0A06E9-9636-4A0C-8987-F5F855ABC880}">
      <dgm:prSet phldrT="[Text]"/>
      <dgm:spPr/>
      <dgm:t>
        <a:bodyPr/>
        <a:lstStyle/>
        <a:p>
          <a:r>
            <a:rPr lang="en-US" b="0" i="0"/>
            <a:t>IBM 360, IBM 370, PDP-11, NCR 395, B6500, UNIVAC 1108, etc.</a:t>
          </a:r>
          <a:endParaRPr lang="en-US"/>
        </a:p>
      </dgm:t>
    </dgm:pt>
    <dgm:pt modelId="{5432C731-6DA7-442E-A6E8-2159573E4077}" type="parTrans" cxnId="{0996F71B-7F3D-4BAE-8FFB-F82B9FF0C509}">
      <dgm:prSet/>
      <dgm:spPr/>
      <dgm:t>
        <a:bodyPr/>
        <a:lstStyle/>
        <a:p>
          <a:endParaRPr lang="en-US"/>
        </a:p>
      </dgm:t>
    </dgm:pt>
    <dgm:pt modelId="{EA142372-6E7A-4913-8557-992D9F2477EC}" type="sibTrans" cxnId="{0996F71B-7F3D-4BAE-8FFB-F82B9FF0C509}">
      <dgm:prSet/>
      <dgm:spPr/>
      <dgm:t>
        <a:bodyPr/>
        <a:lstStyle/>
        <a:p>
          <a:endParaRPr lang="en-US"/>
        </a:p>
      </dgm:t>
    </dgm:pt>
    <dgm:pt modelId="{9857A5AF-8258-45E9-8F24-5EABEDD42682}" type="pres">
      <dgm:prSet presAssocID="{1B3F7AF5-C29A-4C9E-A493-68237EFFC040}" presName="Name0" presStyleCnt="0">
        <dgm:presLayoutVars>
          <dgm:dir/>
          <dgm:animLvl val="lvl"/>
          <dgm:resizeHandles val="exact"/>
        </dgm:presLayoutVars>
      </dgm:prSet>
      <dgm:spPr/>
    </dgm:pt>
    <dgm:pt modelId="{F5AEF77E-56F4-4658-972B-38C8ADA64B1B}" type="pres">
      <dgm:prSet presAssocID="{2DBB7682-2293-450E-8AA1-587CA3AC3036}" presName="linNode" presStyleCnt="0"/>
      <dgm:spPr/>
    </dgm:pt>
    <dgm:pt modelId="{38F940FF-0BB2-45B9-BC95-506DFDDED158}" type="pres">
      <dgm:prSet presAssocID="{2DBB7682-2293-450E-8AA1-587CA3AC3036}" presName="parTx" presStyleLbl="revTx" presStyleIdx="0" presStyleCnt="5">
        <dgm:presLayoutVars>
          <dgm:chMax val="1"/>
          <dgm:bulletEnabled val="1"/>
        </dgm:presLayoutVars>
      </dgm:prSet>
      <dgm:spPr/>
    </dgm:pt>
    <dgm:pt modelId="{E1601D23-99F5-422D-8E6C-E09A8ED146FA}" type="pres">
      <dgm:prSet presAssocID="{2DBB7682-2293-450E-8AA1-587CA3AC3036}" presName="bracket" presStyleLbl="parChTrans1D1" presStyleIdx="0" presStyleCnt="5"/>
      <dgm:spPr/>
    </dgm:pt>
    <dgm:pt modelId="{FF848EAE-7DC3-481F-B438-CC13207FE2B1}" type="pres">
      <dgm:prSet presAssocID="{2DBB7682-2293-450E-8AA1-587CA3AC3036}" presName="spH" presStyleCnt="0"/>
      <dgm:spPr/>
    </dgm:pt>
    <dgm:pt modelId="{1987EC98-C39B-4CCD-BB4E-B9AB0B03D2F7}" type="pres">
      <dgm:prSet presAssocID="{2DBB7682-2293-450E-8AA1-587CA3AC3036}" presName="desTx" presStyleLbl="node1" presStyleIdx="0" presStyleCnt="5">
        <dgm:presLayoutVars>
          <dgm:bulletEnabled val="1"/>
        </dgm:presLayoutVars>
      </dgm:prSet>
      <dgm:spPr/>
    </dgm:pt>
    <dgm:pt modelId="{FDA35F13-9CB9-459B-AB9B-1B38204F0452}" type="pres">
      <dgm:prSet presAssocID="{83293140-DDBE-4C8C-B5EA-CF44BFE48CDA}" presName="spV" presStyleCnt="0"/>
      <dgm:spPr/>
    </dgm:pt>
    <dgm:pt modelId="{E6502B33-1991-4AE2-A238-894546DD4F4C}" type="pres">
      <dgm:prSet presAssocID="{DB614EE4-E3A6-4EDE-8A88-0A632CC9E4C0}" presName="linNode" presStyleCnt="0"/>
      <dgm:spPr/>
    </dgm:pt>
    <dgm:pt modelId="{067EBDF0-7A42-4A4C-8C6E-F3EA3AD09CCA}" type="pres">
      <dgm:prSet presAssocID="{DB614EE4-E3A6-4EDE-8A88-0A632CC9E4C0}" presName="parTx" presStyleLbl="revTx" presStyleIdx="1" presStyleCnt="5">
        <dgm:presLayoutVars>
          <dgm:chMax val="1"/>
          <dgm:bulletEnabled val="1"/>
        </dgm:presLayoutVars>
      </dgm:prSet>
      <dgm:spPr/>
    </dgm:pt>
    <dgm:pt modelId="{AB0DAB75-C946-4B97-9039-C2338CF4646C}" type="pres">
      <dgm:prSet presAssocID="{DB614EE4-E3A6-4EDE-8A88-0A632CC9E4C0}" presName="bracket" presStyleLbl="parChTrans1D1" presStyleIdx="1" presStyleCnt="5"/>
      <dgm:spPr/>
    </dgm:pt>
    <dgm:pt modelId="{D6ECB40D-BF22-4283-A5D7-AB02CFB59FC7}" type="pres">
      <dgm:prSet presAssocID="{DB614EE4-E3A6-4EDE-8A88-0A632CC9E4C0}" presName="spH" presStyleCnt="0"/>
      <dgm:spPr/>
    </dgm:pt>
    <dgm:pt modelId="{6E53630C-4FF8-49A3-A3C1-E0659CEAFCEB}" type="pres">
      <dgm:prSet presAssocID="{DB614EE4-E3A6-4EDE-8A88-0A632CC9E4C0}" presName="desTx" presStyleLbl="node1" presStyleIdx="1" presStyleCnt="5">
        <dgm:presLayoutVars>
          <dgm:bulletEnabled val="1"/>
        </dgm:presLayoutVars>
      </dgm:prSet>
      <dgm:spPr/>
    </dgm:pt>
    <dgm:pt modelId="{CAC38DF2-FC3A-433C-8D72-1F3A338F7FC3}" type="pres">
      <dgm:prSet presAssocID="{CAC06D69-4918-41C0-B7F3-5404C4CA9EDF}" presName="spV" presStyleCnt="0"/>
      <dgm:spPr/>
    </dgm:pt>
    <dgm:pt modelId="{10F1C0F3-37E4-4004-99B3-7324D4694282}" type="pres">
      <dgm:prSet presAssocID="{A1AFBF9C-588A-420D-92CD-0B5F92BC9CEF}" presName="linNode" presStyleCnt="0"/>
      <dgm:spPr/>
    </dgm:pt>
    <dgm:pt modelId="{54E46023-4821-4D8C-941E-E932B7719DEE}" type="pres">
      <dgm:prSet presAssocID="{A1AFBF9C-588A-420D-92CD-0B5F92BC9CEF}" presName="parTx" presStyleLbl="revTx" presStyleIdx="2" presStyleCnt="5">
        <dgm:presLayoutVars>
          <dgm:chMax val="1"/>
          <dgm:bulletEnabled val="1"/>
        </dgm:presLayoutVars>
      </dgm:prSet>
      <dgm:spPr/>
    </dgm:pt>
    <dgm:pt modelId="{447302F0-3EF2-4B76-AF0E-7C6EB30F5118}" type="pres">
      <dgm:prSet presAssocID="{A1AFBF9C-588A-420D-92CD-0B5F92BC9CEF}" presName="bracket" presStyleLbl="parChTrans1D1" presStyleIdx="2" presStyleCnt="5"/>
      <dgm:spPr/>
    </dgm:pt>
    <dgm:pt modelId="{D8C5666C-1591-41D1-B6A9-365CF0F45709}" type="pres">
      <dgm:prSet presAssocID="{A1AFBF9C-588A-420D-92CD-0B5F92BC9CEF}" presName="spH" presStyleCnt="0"/>
      <dgm:spPr/>
    </dgm:pt>
    <dgm:pt modelId="{0151C798-85B6-4F1F-9F06-919AD18C8972}" type="pres">
      <dgm:prSet presAssocID="{A1AFBF9C-588A-420D-92CD-0B5F92BC9CEF}" presName="desTx" presStyleLbl="node1" presStyleIdx="2" presStyleCnt="5">
        <dgm:presLayoutVars>
          <dgm:bulletEnabled val="1"/>
        </dgm:presLayoutVars>
      </dgm:prSet>
      <dgm:spPr/>
    </dgm:pt>
    <dgm:pt modelId="{73364D49-65DB-4EC7-B3AC-77109CFF2460}" type="pres">
      <dgm:prSet presAssocID="{1C172B71-008C-4D40-B6C4-3183A1FB2064}" presName="spV" presStyleCnt="0"/>
      <dgm:spPr/>
    </dgm:pt>
    <dgm:pt modelId="{C00EB9FC-7644-40ED-9787-AC41018B71A5}" type="pres">
      <dgm:prSet presAssocID="{12289832-9EA7-4F56-8FD9-D87BB80ACB35}" presName="linNode" presStyleCnt="0"/>
      <dgm:spPr/>
    </dgm:pt>
    <dgm:pt modelId="{6D9252FB-0787-4FC5-A086-CAD89F4D1A0C}" type="pres">
      <dgm:prSet presAssocID="{12289832-9EA7-4F56-8FD9-D87BB80ACB35}" presName="parTx" presStyleLbl="revTx" presStyleIdx="3" presStyleCnt="5">
        <dgm:presLayoutVars>
          <dgm:chMax val="1"/>
          <dgm:bulletEnabled val="1"/>
        </dgm:presLayoutVars>
      </dgm:prSet>
      <dgm:spPr/>
    </dgm:pt>
    <dgm:pt modelId="{14813EF9-56B0-4C5A-96D3-CE6A01435830}" type="pres">
      <dgm:prSet presAssocID="{12289832-9EA7-4F56-8FD9-D87BB80ACB35}" presName="bracket" presStyleLbl="parChTrans1D1" presStyleIdx="3" presStyleCnt="5"/>
      <dgm:spPr/>
    </dgm:pt>
    <dgm:pt modelId="{7B6D5F8B-5642-4042-A470-0A56B5BEAB2E}" type="pres">
      <dgm:prSet presAssocID="{12289832-9EA7-4F56-8FD9-D87BB80ACB35}" presName="spH" presStyleCnt="0"/>
      <dgm:spPr/>
    </dgm:pt>
    <dgm:pt modelId="{56FE3C06-5C15-4B59-B712-9FA38DA8254A}" type="pres">
      <dgm:prSet presAssocID="{12289832-9EA7-4F56-8FD9-D87BB80ACB35}" presName="desTx" presStyleLbl="node1" presStyleIdx="3" presStyleCnt="5">
        <dgm:presLayoutVars>
          <dgm:bulletEnabled val="1"/>
        </dgm:presLayoutVars>
      </dgm:prSet>
      <dgm:spPr/>
    </dgm:pt>
    <dgm:pt modelId="{F1EBEB44-9CDD-4237-86BD-FB048BFCF641}" type="pres">
      <dgm:prSet presAssocID="{B2C26336-FD82-46ED-B95D-58CE063C6A71}" presName="spV" presStyleCnt="0"/>
      <dgm:spPr/>
    </dgm:pt>
    <dgm:pt modelId="{C3029265-B587-43E9-A3C9-948FD6E24CAB}" type="pres">
      <dgm:prSet presAssocID="{69C2DC87-C4F7-4A49-B169-F6033B23300C}" presName="linNode" presStyleCnt="0"/>
      <dgm:spPr/>
    </dgm:pt>
    <dgm:pt modelId="{8B42D8BE-5E10-4748-BD0E-126BF4EFBE7A}" type="pres">
      <dgm:prSet presAssocID="{69C2DC87-C4F7-4A49-B169-F6033B23300C}" presName="parTx" presStyleLbl="revTx" presStyleIdx="4" presStyleCnt="5">
        <dgm:presLayoutVars>
          <dgm:chMax val="1"/>
          <dgm:bulletEnabled val="1"/>
        </dgm:presLayoutVars>
      </dgm:prSet>
      <dgm:spPr/>
    </dgm:pt>
    <dgm:pt modelId="{DC2C5C34-6996-44D8-9D16-E0BAD04DB532}" type="pres">
      <dgm:prSet presAssocID="{69C2DC87-C4F7-4A49-B169-F6033B23300C}" presName="bracket" presStyleLbl="parChTrans1D1" presStyleIdx="4" presStyleCnt="5"/>
      <dgm:spPr/>
    </dgm:pt>
    <dgm:pt modelId="{D5DFF32F-F0B2-4A58-B17A-3918BD42E6AF}" type="pres">
      <dgm:prSet presAssocID="{69C2DC87-C4F7-4A49-B169-F6033B23300C}" presName="spH" presStyleCnt="0"/>
      <dgm:spPr/>
    </dgm:pt>
    <dgm:pt modelId="{09746ED2-E8ED-4A4A-B511-EEDF6C94E755}" type="pres">
      <dgm:prSet presAssocID="{69C2DC87-C4F7-4A49-B169-F6033B23300C}" presName="desTx" presStyleLbl="node1" presStyleIdx="4" presStyleCnt="5">
        <dgm:presLayoutVars>
          <dgm:bulletEnabled val="1"/>
        </dgm:presLayoutVars>
      </dgm:prSet>
      <dgm:spPr/>
    </dgm:pt>
  </dgm:ptLst>
  <dgm:cxnLst>
    <dgm:cxn modelId="{3BB1CB18-62F2-448F-BB23-1C891DA9AACB}" srcId="{DB614EE4-E3A6-4EDE-8A88-0A632CC9E4C0}" destId="{39C10B05-8390-406F-AD92-B53FD6AE120E}" srcOrd="0" destOrd="0" parTransId="{7AAB547E-22D5-433C-91AB-1D3D83871216}" sibTransId="{88400F1D-519B-4C75-A306-0FD5C4A124E9}"/>
    <dgm:cxn modelId="{0996F71B-7F3D-4BAE-8FFB-F82B9FF0C509}" srcId="{69C2DC87-C4F7-4A49-B169-F6033B23300C}" destId="{8F0A06E9-9636-4A0C-8987-F5F855ABC880}" srcOrd="0" destOrd="0" parTransId="{5432C731-6DA7-442E-A6E8-2159573E4077}" sibTransId="{EA142372-6E7A-4913-8557-992D9F2477EC}"/>
    <dgm:cxn modelId="{7C8E8D21-8336-4686-9D81-A3189489E3F0}" type="presOf" srcId="{12289832-9EA7-4F56-8FD9-D87BB80ACB35}" destId="{6D9252FB-0787-4FC5-A086-CAD89F4D1A0C}" srcOrd="0" destOrd="0" presId="urn:diagrams.loki3.com/BracketList"/>
    <dgm:cxn modelId="{45588622-C5D8-4311-9FC5-F87B40A01B51}" srcId="{1B3F7AF5-C29A-4C9E-A493-68237EFFC040}" destId="{2DBB7682-2293-450E-8AA1-587CA3AC3036}" srcOrd="0" destOrd="0" parTransId="{BA281E4E-7E19-4E58-B929-AC814C25975E}" sibTransId="{83293140-DDBE-4C8C-B5EA-CF44BFE48CDA}"/>
    <dgm:cxn modelId="{F1008D2A-57C8-4AAA-9113-44358884320E}" srcId="{1B3F7AF5-C29A-4C9E-A493-68237EFFC040}" destId="{69C2DC87-C4F7-4A49-B169-F6033B23300C}" srcOrd="4" destOrd="0" parTransId="{04B24F84-3744-4337-A411-97AE2B6A6FD0}" sibTransId="{436B14DF-6618-4D71-99D8-9CEB8E6D52A8}"/>
    <dgm:cxn modelId="{6B69B42C-2835-4778-9782-547F118BA432}" srcId="{2DBB7682-2293-450E-8AA1-587CA3AC3036}" destId="{0F4BDC01-E2C8-4CE3-B3F1-7A278AEEB6A5}" srcOrd="0" destOrd="0" parTransId="{2D7D42E5-08D4-4C03-8F7C-3BEA03B6CC34}" sibTransId="{D9459313-7C0A-48A7-A88F-BCE1E28ACCC9}"/>
    <dgm:cxn modelId="{E4A9C137-1C98-4EAC-9FB5-C6D9CCEB4168}" srcId="{1B3F7AF5-C29A-4C9E-A493-68237EFFC040}" destId="{12289832-9EA7-4F56-8FD9-D87BB80ACB35}" srcOrd="3" destOrd="0" parTransId="{1542BFE3-5F84-4603-9F97-5DABC4D5618B}" sibTransId="{B2C26336-FD82-46ED-B95D-58CE063C6A71}"/>
    <dgm:cxn modelId="{29D6F75C-6E82-4FA4-870B-2DA885C1AC02}" srcId="{A1AFBF9C-588A-420D-92CD-0B5F92BC9CEF}" destId="{81B4A4C1-3B42-4FA5-8E76-12FB0C985DCD}" srcOrd="0" destOrd="0" parTransId="{7CFEF1C3-C36F-4161-9CAE-9E373DE5FB06}" sibTransId="{9E85003D-2EA7-4345-B4D1-7BA390E74FAF}"/>
    <dgm:cxn modelId="{4F2AA45D-11B4-453C-89B1-D1B2EE165A6F}" type="presOf" srcId="{0F4BDC01-E2C8-4CE3-B3F1-7A278AEEB6A5}" destId="{1987EC98-C39B-4CCD-BB4E-B9AB0B03D2F7}" srcOrd="0" destOrd="0" presId="urn:diagrams.loki3.com/BracketList"/>
    <dgm:cxn modelId="{83FF5463-80EF-4AB1-A110-D6B8D010F4CC}" srcId="{1B3F7AF5-C29A-4C9E-A493-68237EFFC040}" destId="{A1AFBF9C-588A-420D-92CD-0B5F92BC9CEF}" srcOrd="2" destOrd="0" parTransId="{720C4EF6-5949-49CD-B0E3-9F53B90118FE}" sibTransId="{1C172B71-008C-4D40-B6C4-3183A1FB2064}"/>
    <dgm:cxn modelId="{AB9CC78C-34B9-49EE-94B3-54279966DD46}" type="presOf" srcId="{A8B9CDBC-FD2A-4697-9027-E86DFD10DA32}" destId="{56FE3C06-5C15-4B59-B712-9FA38DA8254A}" srcOrd="0" destOrd="0" presId="urn:diagrams.loki3.com/BracketList"/>
    <dgm:cxn modelId="{7B4C8C9C-9A4B-4268-8310-431C22F21FD4}" type="presOf" srcId="{81B4A4C1-3B42-4FA5-8E76-12FB0C985DCD}" destId="{0151C798-85B6-4F1F-9F06-919AD18C8972}" srcOrd="0" destOrd="0" presId="urn:diagrams.loki3.com/BracketList"/>
    <dgm:cxn modelId="{AF1EB6A1-B41A-4124-8A88-C14D2AD7C889}" type="presOf" srcId="{8F0A06E9-9636-4A0C-8987-F5F855ABC880}" destId="{09746ED2-E8ED-4A4A-B511-EEDF6C94E755}" srcOrd="0" destOrd="0" presId="urn:diagrams.loki3.com/BracketList"/>
    <dgm:cxn modelId="{1C3350A7-19F4-4A1E-900E-33AC9E813EDA}" type="presOf" srcId="{1B3F7AF5-C29A-4C9E-A493-68237EFFC040}" destId="{9857A5AF-8258-45E9-8F24-5EABEDD42682}" srcOrd="0" destOrd="0" presId="urn:diagrams.loki3.com/BracketList"/>
    <dgm:cxn modelId="{D7AB25B3-CA99-4E08-B318-51F2F6F46463}" type="presOf" srcId="{69C2DC87-C4F7-4A49-B169-F6033B23300C}" destId="{8B42D8BE-5E10-4748-BD0E-126BF4EFBE7A}" srcOrd="0" destOrd="0" presId="urn:diagrams.loki3.com/BracketList"/>
    <dgm:cxn modelId="{FEFB70BD-516E-46BF-8C3A-DB0A397EEE75}" srcId="{12289832-9EA7-4F56-8FD9-D87BB80ACB35}" destId="{A8B9CDBC-FD2A-4697-9027-E86DFD10DA32}" srcOrd="0" destOrd="0" parTransId="{C237C04E-0667-46BA-BF04-50FF93F5FFEF}" sibTransId="{53F61B06-F8EB-4ECD-9081-C4F98A33DB88}"/>
    <dgm:cxn modelId="{D57A53DC-5C2B-4C61-AA55-B5DB1C893DE8}" type="presOf" srcId="{2DBB7682-2293-450E-8AA1-587CA3AC3036}" destId="{38F940FF-0BB2-45B9-BC95-506DFDDED158}" srcOrd="0" destOrd="0" presId="urn:diagrams.loki3.com/BracketList"/>
    <dgm:cxn modelId="{BCC139DD-CE3C-4036-B529-E6AF3CA546AA}" srcId="{1B3F7AF5-C29A-4C9E-A493-68237EFFC040}" destId="{DB614EE4-E3A6-4EDE-8A88-0A632CC9E4C0}" srcOrd="1" destOrd="0" parTransId="{B6B7BB11-27D4-48B4-A4F8-609F00C4E9BD}" sibTransId="{CAC06D69-4918-41C0-B7F3-5404C4CA9EDF}"/>
    <dgm:cxn modelId="{EDAEE3E4-7520-43FF-85E2-9506FE5B1BCA}" type="presOf" srcId="{39C10B05-8390-406F-AD92-B53FD6AE120E}" destId="{6E53630C-4FF8-49A3-A3C1-E0659CEAFCEB}" srcOrd="0" destOrd="0" presId="urn:diagrams.loki3.com/BracketList"/>
    <dgm:cxn modelId="{4F3E01E5-2FB2-4138-ABC6-171DB7C379C0}" type="presOf" srcId="{DB614EE4-E3A6-4EDE-8A88-0A632CC9E4C0}" destId="{067EBDF0-7A42-4A4C-8C6E-F3EA3AD09CCA}" srcOrd="0" destOrd="0" presId="urn:diagrams.loki3.com/BracketList"/>
    <dgm:cxn modelId="{C69F14F2-0C3E-41A5-A190-D15B9CA0B8CA}" type="presOf" srcId="{A1AFBF9C-588A-420D-92CD-0B5F92BC9CEF}" destId="{54E46023-4821-4D8C-941E-E932B7719DEE}" srcOrd="0" destOrd="0" presId="urn:diagrams.loki3.com/BracketList"/>
    <dgm:cxn modelId="{0461502C-8729-4DB6-B237-ED0B7DFE4E7E}" type="presParOf" srcId="{9857A5AF-8258-45E9-8F24-5EABEDD42682}" destId="{F5AEF77E-56F4-4658-972B-38C8ADA64B1B}" srcOrd="0" destOrd="0" presId="urn:diagrams.loki3.com/BracketList"/>
    <dgm:cxn modelId="{C68F3560-CC70-497F-BE5E-1AC9DE895867}" type="presParOf" srcId="{F5AEF77E-56F4-4658-972B-38C8ADA64B1B}" destId="{38F940FF-0BB2-45B9-BC95-506DFDDED158}" srcOrd="0" destOrd="0" presId="urn:diagrams.loki3.com/BracketList"/>
    <dgm:cxn modelId="{100A40AF-B28A-42AA-9169-2F48C1E8D71F}" type="presParOf" srcId="{F5AEF77E-56F4-4658-972B-38C8ADA64B1B}" destId="{E1601D23-99F5-422D-8E6C-E09A8ED146FA}" srcOrd="1" destOrd="0" presId="urn:diagrams.loki3.com/BracketList"/>
    <dgm:cxn modelId="{07DE71B1-565C-4733-A65A-BA5459CAA456}" type="presParOf" srcId="{F5AEF77E-56F4-4658-972B-38C8ADA64B1B}" destId="{FF848EAE-7DC3-481F-B438-CC13207FE2B1}" srcOrd="2" destOrd="0" presId="urn:diagrams.loki3.com/BracketList"/>
    <dgm:cxn modelId="{CE0A8CEB-EC0B-452F-8987-FEFCE373858A}" type="presParOf" srcId="{F5AEF77E-56F4-4658-972B-38C8ADA64B1B}" destId="{1987EC98-C39B-4CCD-BB4E-B9AB0B03D2F7}" srcOrd="3" destOrd="0" presId="urn:diagrams.loki3.com/BracketList"/>
    <dgm:cxn modelId="{CEE84A25-71CF-4CA4-9CC8-C5B6F7210422}" type="presParOf" srcId="{9857A5AF-8258-45E9-8F24-5EABEDD42682}" destId="{FDA35F13-9CB9-459B-AB9B-1B38204F0452}" srcOrd="1" destOrd="0" presId="urn:diagrams.loki3.com/BracketList"/>
    <dgm:cxn modelId="{90D818D8-6003-4BCB-8E39-4EF601276BC6}" type="presParOf" srcId="{9857A5AF-8258-45E9-8F24-5EABEDD42682}" destId="{E6502B33-1991-4AE2-A238-894546DD4F4C}" srcOrd="2" destOrd="0" presId="urn:diagrams.loki3.com/BracketList"/>
    <dgm:cxn modelId="{5ED64119-7D40-4E5B-A34E-C0AF590B133D}" type="presParOf" srcId="{E6502B33-1991-4AE2-A238-894546DD4F4C}" destId="{067EBDF0-7A42-4A4C-8C6E-F3EA3AD09CCA}" srcOrd="0" destOrd="0" presId="urn:diagrams.loki3.com/BracketList"/>
    <dgm:cxn modelId="{D160F5AA-3D4B-4398-8285-64186E0FE50C}" type="presParOf" srcId="{E6502B33-1991-4AE2-A238-894546DD4F4C}" destId="{AB0DAB75-C946-4B97-9039-C2338CF4646C}" srcOrd="1" destOrd="0" presId="urn:diagrams.loki3.com/BracketList"/>
    <dgm:cxn modelId="{02FFAA11-A4C4-4DC2-8F52-64620EC7B74C}" type="presParOf" srcId="{E6502B33-1991-4AE2-A238-894546DD4F4C}" destId="{D6ECB40D-BF22-4283-A5D7-AB02CFB59FC7}" srcOrd="2" destOrd="0" presId="urn:diagrams.loki3.com/BracketList"/>
    <dgm:cxn modelId="{619B815E-BCEB-4591-9E4D-A476D3FFFA8E}" type="presParOf" srcId="{E6502B33-1991-4AE2-A238-894546DD4F4C}" destId="{6E53630C-4FF8-49A3-A3C1-E0659CEAFCEB}" srcOrd="3" destOrd="0" presId="urn:diagrams.loki3.com/BracketList"/>
    <dgm:cxn modelId="{D9F777D1-8476-4929-8085-027FDE1F0F82}" type="presParOf" srcId="{9857A5AF-8258-45E9-8F24-5EABEDD42682}" destId="{CAC38DF2-FC3A-433C-8D72-1F3A338F7FC3}" srcOrd="3" destOrd="0" presId="urn:diagrams.loki3.com/BracketList"/>
    <dgm:cxn modelId="{9FE6B85B-D754-4DB8-BB45-5E78C584619F}" type="presParOf" srcId="{9857A5AF-8258-45E9-8F24-5EABEDD42682}" destId="{10F1C0F3-37E4-4004-99B3-7324D4694282}" srcOrd="4" destOrd="0" presId="urn:diagrams.loki3.com/BracketList"/>
    <dgm:cxn modelId="{D62A5B14-0174-4A37-B09D-2FF0B5099831}" type="presParOf" srcId="{10F1C0F3-37E4-4004-99B3-7324D4694282}" destId="{54E46023-4821-4D8C-941E-E932B7719DEE}" srcOrd="0" destOrd="0" presId="urn:diagrams.loki3.com/BracketList"/>
    <dgm:cxn modelId="{5A17A5C6-B5D1-47B7-83FF-2A86581FDFB5}" type="presParOf" srcId="{10F1C0F3-37E4-4004-99B3-7324D4694282}" destId="{447302F0-3EF2-4B76-AF0E-7C6EB30F5118}" srcOrd="1" destOrd="0" presId="urn:diagrams.loki3.com/BracketList"/>
    <dgm:cxn modelId="{5A5E14B6-91B2-42C2-B9F0-747DFD7A37DE}" type="presParOf" srcId="{10F1C0F3-37E4-4004-99B3-7324D4694282}" destId="{D8C5666C-1591-41D1-B6A9-365CF0F45709}" srcOrd="2" destOrd="0" presId="urn:diagrams.loki3.com/BracketList"/>
    <dgm:cxn modelId="{09AB7CDF-7469-4C2F-B95F-B61B020A7AD1}" type="presParOf" srcId="{10F1C0F3-37E4-4004-99B3-7324D4694282}" destId="{0151C798-85B6-4F1F-9F06-919AD18C8972}" srcOrd="3" destOrd="0" presId="urn:diagrams.loki3.com/BracketList"/>
    <dgm:cxn modelId="{1FEDC9C5-1F2D-46A8-82A9-AEFA4A6DA0AC}" type="presParOf" srcId="{9857A5AF-8258-45E9-8F24-5EABEDD42682}" destId="{73364D49-65DB-4EC7-B3AC-77109CFF2460}" srcOrd="5" destOrd="0" presId="urn:diagrams.loki3.com/BracketList"/>
    <dgm:cxn modelId="{6AA94CBD-7AE1-42F4-B4DB-4F9CF799DB63}" type="presParOf" srcId="{9857A5AF-8258-45E9-8F24-5EABEDD42682}" destId="{C00EB9FC-7644-40ED-9787-AC41018B71A5}" srcOrd="6" destOrd="0" presId="urn:diagrams.loki3.com/BracketList"/>
    <dgm:cxn modelId="{717E7FD2-5D99-4E3F-BEDF-59086A233031}" type="presParOf" srcId="{C00EB9FC-7644-40ED-9787-AC41018B71A5}" destId="{6D9252FB-0787-4FC5-A086-CAD89F4D1A0C}" srcOrd="0" destOrd="0" presId="urn:diagrams.loki3.com/BracketList"/>
    <dgm:cxn modelId="{7EEE5F54-B623-427A-80E8-96609D9204B8}" type="presParOf" srcId="{C00EB9FC-7644-40ED-9787-AC41018B71A5}" destId="{14813EF9-56B0-4C5A-96D3-CE6A01435830}" srcOrd="1" destOrd="0" presId="urn:diagrams.loki3.com/BracketList"/>
    <dgm:cxn modelId="{0BB55BB8-0991-4CB5-99F3-1CF7FFA6D53A}" type="presParOf" srcId="{C00EB9FC-7644-40ED-9787-AC41018B71A5}" destId="{7B6D5F8B-5642-4042-A470-0A56B5BEAB2E}" srcOrd="2" destOrd="0" presId="urn:diagrams.loki3.com/BracketList"/>
    <dgm:cxn modelId="{249E440C-82D7-49D2-B494-F8AE60E27ABB}" type="presParOf" srcId="{C00EB9FC-7644-40ED-9787-AC41018B71A5}" destId="{56FE3C06-5C15-4B59-B712-9FA38DA8254A}" srcOrd="3" destOrd="0" presId="urn:diagrams.loki3.com/BracketList"/>
    <dgm:cxn modelId="{07BD7B46-0613-46EC-948C-E56072A8411A}" type="presParOf" srcId="{9857A5AF-8258-45E9-8F24-5EABEDD42682}" destId="{F1EBEB44-9CDD-4237-86BD-FB048BFCF641}" srcOrd="7" destOrd="0" presId="urn:diagrams.loki3.com/BracketList"/>
    <dgm:cxn modelId="{2FF7A444-816C-43D8-9DDE-3C7818D2F0FC}" type="presParOf" srcId="{9857A5AF-8258-45E9-8F24-5EABEDD42682}" destId="{C3029265-B587-43E9-A3C9-948FD6E24CAB}" srcOrd="8" destOrd="0" presId="urn:diagrams.loki3.com/BracketList"/>
    <dgm:cxn modelId="{821A81E3-02F8-4315-B3D1-5F40D113A3DF}" type="presParOf" srcId="{C3029265-B587-43E9-A3C9-948FD6E24CAB}" destId="{8B42D8BE-5E10-4748-BD0E-126BF4EFBE7A}" srcOrd="0" destOrd="0" presId="urn:diagrams.loki3.com/BracketList"/>
    <dgm:cxn modelId="{0249C0C3-7839-4F44-819A-5FE6A5058375}" type="presParOf" srcId="{C3029265-B587-43E9-A3C9-948FD6E24CAB}" destId="{DC2C5C34-6996-44D8-9D16-E0BAD04DB532}" srcOrd="1" destOrd="0" presId="urn:diagrams.loki3.com/BracketList"/>
    <dgm:cxn modelId="{1A8E1A58-D977-4F05-B348-2A07FE358E24}" type="presParOf" srcId="{C3029265-B587-43E9-A3C9-948FD6E24CAB}" destId="{D5DFF32F-F0B2-4A58-B17A-3918BD42E6AF}" srcOrd="2" destOrd="0" presId="urn:diagrams.loki3.com/BracketList"/>
    <dgm:cxn modelId="{83D0C901-9051-44AC-B24D-CA383FD8D4B4}" type="presParOf" srcId="{C3029265-B587-43E9-A3C9-948FD6E24CAB}" destId="{09746ED2-E8ED-4A4A-B511-EEDF6C94E755}" srcOrd="3" destOrd="0" presId="urn:diagrams.loki3.com/Bracke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B3F7AF5-C29A-4C9E-A493-68237EFFC040}" type="doc">
      <dgm:prSet loTypeId="urn:diagrams.loki3.com/BracketList" loCatId="list" qsTypeId="urn:microsoft.com/office/officeart/2005/8/quickstyle/simple1" qsCatId="simple" csTypeId="urn:microsoft.com/office/officeart/2005/8/colors/accent2_4" csCatId="accent2" phldr="1"/>
      <dgm:spPr/>
      <dgm:t>
        <a:bodyPr/>
        <a:lstStyle/>
        <a:p>
          <a:endParaRPr lang="en-US"/>
        </a:p>
      </dgm:t>
    </dgm:pt>
    <dgm:pt modelId="{2DBB7682-2293-450E-8AA1-587CA3AC3036}">
      <dgm:prSet phldrT="[Text]"/>
      <dgm:spPr>
        <a:solidFill>
          <a:schemeClr val="tx2">
            <a:lumMod val="10000"/>
            <a:lumOff val="90000"/>
          </a:schemeClr>
        </a:solidFill>
        <a:ln>
          <a:solidFill>
            <a:schemeClr val="tx2"/>
          </a:solidFill>
        </a:ln>
      </dgm:spPr>
      <dgm:t>
        <a:bodyPr/>
        <a:lstStyle/>
        <a:p>
          <a:r>
            <a:rPr lang="en-US"/>
            <a:t>Main electronic component</a:t>
          </a:r>
        </a:p>
      </dgm:t>
    </dgm:pt>
    <dgm:pt modelId="{BA281E4E-7E19-4E58-B929-AC814C25975E}" type="parTrans" cxnId="{45588622-C5D8-4311-9FC5-F87B40A01B51}">
      <dgm:prSet/>
      <dgm:spPr/>
      <dgm:t>
        <a:bodyPr/>
        <a:lstStyle/>
        <a:p>
          <a:endParaRPr lang="en-US"/>
        </a:p>
      </dgm:t>
    </dgm:pt>
    <dgm:pt modelId="{83293140-DDBE-4C8C-B5EA-CF44BFE48CDA}" type="sibTrans" cxnId="{45588622-C5D8-4311-9FC5-F87B40A01B51}">
      <dgm:prSet/>
      <dgm:spPr/>
      <dgm:t>
        <a:bodyPr/>
        <a:lstStyle/>
        <a:p>
          <a:endParaRPr lang="en-US"/>
        </a:p>
      </dgm:t>
    </dgm:pt>
    <dgm:pt modelId="{0F4BDC01-E2C8-4CE3-B3F1-7A278AEEB6A5}">
      <dgm:prSet phldrT="[Text]"/>
      <dgm:spPr/>
      <dgm:t>
        <a:bodyPr/>
        <a:lstStyle/>
        <a:p>
          <a:r>
            <a:rPr lang="en-US" b="0" i="0"/>
            <a:t>Very large-scale integration (VLSI) and the microprocessor (VLSI has thousands of transistors on a single microchip).</a:t>
          </a:r>
          <a:endParaRPr lang="en-US"/>
        </a:p>
      </dgm:t>
    </dgm:pt>
    <dgm:pt modelId="{2D7D42E5-08D4-4C03-8F7C-3BEA03B6CC34}" type="parTrans" cxnId="{6B69B42C-2835-4778-9782-547F118BA432}">
      <dgm:prSet/>
      <dgm:spPr/>
      <dgm:t>
        <a:bodyPr/>
        <a:lstStyle/>
        <a:p>
          <a:endParaRPr lang="en-US"/>
        </a:p>
      </dgm:t>
    </dgm:pt>
    <dgm:pt modelId="{D9459313-7C0A-48A7-A88F-BCE1E28ACCC9}" type="sibTrans" cxnId="{6B69B42C-2835-4778-9782-547F118BA432}">
      <dgm:prSet/>
      <dgm:spPr/>
      <dgm:t>
        <a:bodyPr/>
        <a:lstStyle/>
        <a:p>
          <a:endParaRPr lang="en-US"/>
        </a:p>
      </dgm:t>
    </dgm:pt>
    <dgm:pt modelId="{DB614EE4-E3A6-4EDE-8A88-0A632CC9E4C0}">
      <dgm:prSet phldrT="[Text]"/>
      <dgm:spPr>
        <a:solidFill>
          <a:schemeClr val="tx2">
            <a:lumMod val="10000"/>
            <a:lumOff val="90000"/>
          </a:schemeClr>
        </a:solidFill>
        <a:ln>
          <a:solidFill>
            <a:schemeClr val="tx2"/>
          </a:solidFill>
        </a:ln>
      </dgm:spPr>
      <dgm:t>
        <a:bodyPr/>
        <a:lstStyle/>
        <a:p>
          <a:r>
            <a:rPr lang="en-US"/>
            <a:t>Programming language</a:t>
          </a:r>
        </a:p>
      </dgm:t>
    </dgm:pt>
    <dgm:pt modelId="{B6B7BB11-27D4-48B4-A4F8-609F00C4E9BD}" type="parTrans" cxnId="{BCC139DD-CE3C-4036-B529-E6AF3CA546AA}">
      <dgm:prSet/>
      <dgm:spPr/>
      <dgm:t>
        <a:bodyPr/>
        <a:lstStyle/>
        <a:p>
          <a:endParaRPr lang="en-US"/>
        </a:p>
      </dgm:t>
    </dgm:pt>
    <dgm:pt modelId="{CAC06D69-4918-41C0-B7F3-5404C4CA9EDF}" type="sibTrans" cxnId="{BCC139DD-CE3C-4036-B529-E6AF3CA546AA}">
      <dgm:prSet/>
      <dgm:spPr/>
      <dgm:t>
        <a:bodyPr/>
        <a:lstStyle/>
        <a:p>
          <a:endParaRPr lang="en-US"/>
        </a:p>
      </dgm:t>
    </dgm:pt>
    <dgm:pt modelId="{39C10B05-8390-406F-AD92-B53FD6AE120E}">
      <dgm:prSet phldrT="[Text]"/>
      <dgm:spPr/>
      <dgm:t>
        <a:bodyPr/>
        <a:lstStyle/>
        <a:p>
          <a:r>
            <a:rPr lang="en-US" b="0" i="0"/>
            <a:t>Database programming and scripting</a:t>
          </a:r>
          <a:endParaRPr lang="en-US"/>
        </a:p>
      </dgm:t>
    </dgm:pt>
    <dgm:pt modelId="{7AAB547E-22D5-433C-91AB-1D3D83871216}" type="parTrans" cxnId="{3BB1CB18-62F2-448F-BB23-1C891DA9AACB}">
      <dgm:prSet/>
      <dgm:spPr/>
      <dgm:t>
        <a:bodyPr/>
        <a:lstStyle/>
        <a:p>
          <a:endParaRPr lang="en-US"/>
        </a:p>
      </dgm:t>
    </dgm:pt>
    <dgm:pt modelId="{88400F1D-519B-4C75-A306-0FD5C4A124E9}" type="sibTrans" cxnId="{3BB1CB18-62F2-448F-BB23-1C891DA9AACB}">
      <dgm:prSet/>
      <dgm:spPr/>
      <dgm:t>
        <a:bodyPr/>
        <a:lstStyle/>
        <a:p>
          <a:endParaRPr lang="en-US"/>
        </a:p>
      </dgm:t>
    </dgm:pt>
    <dgm:pt modelId="{A1AFBF9C-588A-420D-92CD-0B5F92BC9CEF}">
      <dgm:prSet phldrT="[Text]"/>
      <dgm:spPr>
        <a:solidFill>
          <a:schemeClr val="tx2">
            <a:lumMod val="10000"/>
            <a:lumOff val="90000"/>
          </a:schemeClr>
        </a:solidFill>
        <a:ln>
          <a:solidFill>
            <a:schemeClr val="tx2"/>
          </a:solidFill>
        </a:ln>
      </dgm:spPr>
      <dgm:t>
        <a:bodyPr/>
        <a:lstStyle/>
        <a:p>
          <a:r>
            <a:rPr lang="en-US"/>
            <a:t>Memory</a:t>
          </a:r>
        </a:p>
      </dgm:t>
    </dgm:pt>
    <dgm:pt modelId="{720C4EF6-5949-49CD-B0E3-9F53B90118FE}" type="parTrans" cxnId="{83FF5463-80EF-4AB1-A110-D6B8D010F4CC}">
      <dgm:prSet/>
      <dgm:spPr/>
      <dgm:t>
        <a:bodyPr/>
        <a:lstStyle/>
        <a:p>
          <a:endParaRPr lang="en-US"/>
        </a:p>
      </dgm:t>
    </dgm:pt>
    <dgm:pt modelId="{1C172B71-008C-4D40-B6C4-3183A1FB2064}" type="sibTrans" cxnId="{83FF5463-80EF-4AB1-A110-D6B8D010F4CC}">
      <dgm:prSet/>
      <dgm:spPr/>
      <dgm:t>
        <a:bodyPr/>
        <a:lstStyle/>
        <a:p>
          <a:endParaRPr lang="en-US"/>
        </a:p>
      </dgm:t>
    </dgm:pt>
    <dgm:pt modelId="{81B4A4C1-3B42-4FA5-8E76-12FB0C985DCD}">
      <dgm:prSet phldrT="[Text]"/>
      <dgm:spPr/>
      <dgm:t>
        <a:bodyPr/>
        <a:lstStyle/>
        <a:p>
          <a:r>
            <a:rPr lang="en-US" b="0" i="0"/>
            <a:t>semiconductor memory (such as RAM, ROM, etc.)</a:t>
          </a:r>
          <a:endParaRPr lang="en-US"/>
        </a:p>
      </dgm:t>
    </dgm:pt>
    <dgm:pt modelId="{7CFEF1C3-C36F-4161-9CAE-9E373DE5FB06}" type="parTrans" cxnId="{29D6F75C-6E82-4FA4-870B-2DA885C1AC02}">
      <dgm:prSet/>
      <dgm:spPr/>
      <dgm:t>
        <a:bodyPr/>
        <a:lstStyle/>
        <a:p>
          <a:endParaRPr lang="en-US"/>
        </a:p>
      </dgm:t>
    </dgm:pt>
    <dgm:pt modelId="{9E85003D-2EA7-4345-B4D1-7BA390E74FAF}" type="sibTrans" cxnId="{29D6F75C-6E82-4FA4-870B-2DA885C1AC02}">
      <dgm:prSet/>
      <dgm:spPr/>
      <dgm:t>
        <a:bodyPr/>
        <a:lstStyle/>
        <a:p>
          <a:endParaRPr lang="en-US"/>
        </a:p>
      </dgm:t>
    </dgm:pt>
    <dgm:pt modelId="{12289832-9EA7-4F56-8FD9-D87BB80ACB35}">
      <dgm:prSet phldrT="[Text]"/>
      <dgm:spPr>
        <a:solidFill>
          <a:schemeClr val="tx2">
            <a:lumMod val="10000"/>
            <a:lumOff val="90000"/>
          </a:schemeClr>
        </a:solidFill>
        <a:ln>
          <a:solidFill>
            <a:schemeClr val="tx2"/>
          </a:solidFill>
        </a:ln>
      </dgm:spPr>
      <dgm:t>
        <a:bodyPr/>
        <a:lstStyle/>
        <a:p>
          <a:r>
            <a:rPr lang="en-US"/>
            <a:t>Input/output devices</a:t>
          </a:r>
        </a:p>
      </dgm:t>
    </dgm:pt>
    <dgm:pt modelId="{1542BFE3-5F84-4603-9F97-5DABC4D5618B}" type="parTrans" cxnId="{E4A9C137-1C98-4EAC-9FB5-C6D9CCEB4168}">
      <dgm:prSet/>
      <dgm:spPr/>
      <dgm:t>
        <a:bodyPr/>
        <a:lstStyle/>
        <a:p>
          <a:endParaRPr lang="en-US"/>
        </a:p>
      </dgm:t>
    </dgm:pt>
    <dgm:pt modelId="{B2C26336-FD82-46ED-B95D-58CE063C6A71}" type="sibTrans" cxnId="{E4A9C137-1C98-4EAC-9FB5-C6D9CCEB4168}">
      <dgm:prSet/>
      <dgm:spPr/>
      <dgm:t>
        <a:bodyPr/>
        <a:lstStyle/>
        <a:p>
          <a:endParaRPr lang="en-US"/>
        </a:p>
      </dgm:t>
    </dgm:pt>
    <dgm:pt modelId="{A8B9CDBC-FD2A-4697-9027-E86DFD10DA32}">
      <dgm:prSet phldrT="[Text]"/>
      <dgm:spPr/>
      <dgm:t>
        <a:bodyPr/>
        <a:lstStyle/>
        <a:p>
          <a:r>
            <a:rPr lang="en-US" b="0" i="0"/>
            <a:t>pointing devices, optical scanning, keyboard, monitor, printer, etc.</a:t>
          </a:r>
          <a:endParaRPr lang="en-US"/>
        </a:p>
      </dgm:t>
    </dgm:pt>
    <dgm:pt modelId="{C237C04E-0667-46BA-BF04-50FF93F5FFEF}" type="parTrans" cxnId="{FEFB70BD-516E-46BF-8C3A-DB0A397EEE75}">
      <dgm:prSet/>
      <dgm:spPr/>
      <dgm:t>
        <a:bodyPr/>
        <a:lstStyle/>
        <a:p>
          <a:endParaRPr lang="en-US"/>
        </a:p>
      </dgm:t>
    </dgm:pt>
    <dgm:pt modelId="{53F61B06-F8EB-4ECD-9081-C4F98A33DB88}" type="sibTrans" cxnId="{FEFB70BD-516E-46BF-8C3A-DB0A397EEE75}">
      <dgm:prSet/>
      <dgm:spPr/>
      <dgm:t>
        <a:bodyPr/>
        <a:lstStyle/>
        <a:p>
          <a:endParaRPr lang="en-US"/>
        </a:p>
      </dgm:t>
    </dgm:pt>
    <dgm:pt modelId="{69C2DC87-C4F7-4A49-B169-F6033B23300C}">
      <dgm:prSet phldrT="[Text]"/>
      <dgm:spPr>
        <a:solidFill>
          <a:schemeClr val="tx2">
            <a:lumMod val="10000"/>
            <a:lumOff val="90000"/>
          </a:schemeClr>
        </a:solidFill>
        <a:ln>
          <a:solidFill>
            <a:schemeClr val="tx2"/>
          </a:solidFill>
        </a:ln>
      </dgm:spPr>
      <dgm:t>
        <a:bodyPr/>
        <a:lstStyle/>
        <a:p>
          <a:r>
            <a:rPr lang="en-US" b="0" i="0"/>
            <a:t>Examples of the third generation</a:t>
          </a:r>
          <a:endParaRPr lang="en-US"/>
        </a:p>
      </dgm:t>
    </dgm:pt>
    <dgm:pt modelId="{04B24F84-3744-4337-A411-97AE2B6A6FD0}" type="parTrans" cxnId="{F1008D2A-57C8-4AAA-9113-44358884320E}">
      <dgm:prSet/>
      <dgm:spPr/>
      <dgm:t>
        <a:bodyPr/>
        <a:lstStyle/>
        <a:p>
          <a:endParaRPr lang="en-US"/>
        </a:p>
      </dgm:t>
    </dgm:pt>
    <dgm:pt modelId="{436B14DF-6618-4D71-99D8-9CEB8E6D52A8}" type="sibTrans" cxnId="{F1008D2A-57C8-4AAA-9113-44358884320E}">
      <dgm:prSet/>
      <dgm:spPr/>
      <dgm:t>
        <a:bodyPr/>
        <a:lstStyle/>
        <a:p>
          <a:endParaRPr lang="en-US"/>
        </a:p>
      </dgm:t>
    </dgm:pt>
    <dgm:pt modelId="{8F0A06E9-9636-4A0C-8987-F5F855ABC880}">
      <dgm:prSet phldrT="[Text]"/>
      <dgm:spPr/>
      <dgm:t>
        <a:bodyPr/>
        <a:lstStyle/>
        <a:p>
          <a:r>
            <a:rPr lang="fr-FR" b="0" i="0"/>
            <a:t>IBM PC, STAR 1000, APPLE II, Apple Macintosh, Alter 8800, etc.</a:t>
          </a:r>
          <a:endParaRPr lang="en-US"/>
        </a:p>
      </dgm:t>
    </dgm:pt>
    <dgm:pt modelId="{5432C731-6DA7-442E-A6E8-2159573E4077}" type="parTrans" cxnId="{0996F71B-7F3D-4BAE-8FFB-F82B9FF0C509}">
      <dgm:prSet/>
      <dgm:spPr/>
      <dgm:t>
        <a:bodyPr/>
        <a:lstStyle/>
        <a:p>
          <a:endParaRPr lang="en-US"/>
        </a:p>
      </dgm:t>
    </dgm:pt>
    <dgm:pt modelId="{EA142372-6E7A-4913-8557-992D9F2477EC}" type="sibTrans" cxnId="{0996F71B-7F3D-4BAE-8FFB-F82B9FF0C509}">
      <dgm:prSet/>
      <dgm:spPr/>
      <dgm:t>
        <a:bodyPr/>
        <a:lstStyle/>
        <a:p>
          <a:endParaRPr lang="en-US"/>
        </a:p>
      </dgm:t>
    </dgm:pt>
    <dgm:pt modelId="{9857A5AF-8258-45E9-8F24-5EABEDD42682}" type="pres">
      <dgm:prSet presAssocID="{1B3F7AF5-C29A-4C9E-A493-68237EFFC040}" presName="Name0" presStyleCnt="0">
        <dgm:presLayoutVars>
          <dgm:dir/>
          <dgm:animLvl val="lvl"/>
          <dgm:resizeHandles val="exact"/>
        </dgm:presLayoutVars>
      </dgm:prSet>
      <dgm:spPr/>
    </dgm:pt>
    <dgm:pt modelId="{F5AEF77E-56F4-4658-972B-38C8ADA64B1B}" type="pres">
      <dgm:prSet presAssocID="{2DBB7682-2293-450E-8AA1-587CA3AC3036}" presName="linNode" presStyleCnt="0"/>
      <dgm:spPr/>
    </dgm:pt>
    <dgm:pt modelId="{38F940FF-0BB2-45B9-BC95-506DFDDED158}" type="pres">
      <dgm:prSet presAssocID="{2DBB7682-2293-450E-8AA1-587CA3AC3036}" presName="parTx" presStyleLbl="revTx" presStyleIdx="0" presStyleCnt="5">
        <dgm:presLayoutVars>
          <dgm:chMax val="1"/>
          <dgm:bulletEnabled val="1"/>
        </dgm:presLayoutVars>
      </dgm:prSet>
      <dgm:spPr/>
    </dgm:pt>
    <dgm:pt modelId="{E1601D23-99F5-422D-8E6C-E09A8ED146FA}" type="pres">
      <dgm:prSet presAssocID="{2DBB7682-2293-450E-8AA1-587CA3AC3036}" presName="bracket" presStyleLbl="parChTrans1D1" presStyleIdx="0" presStyleCnt="5"/>
      <dgm:spPr/>
    </dgm:pt>
    <dgm:pt modelId="{FF848EAE-7DC3-481F-B438-CC13207FE2B1}" type="pres">
      <dgm:prSet presAssocID="{2DBB7682-2293-450E-8AA1-587CA3AC3036}" presName="spH" presStyleCnt="0"/>
      <dgm:spPr/>
    </dgm:pt>
    <dgm:pt modelId="{1987EC98-C39B-4CCD-BB4E-B9AB0B03D2F7}" type="pres">
      <dgm:prSet presAssocID="{2DBB7682-2293-450E-8AA1-587CA3AC3036}" presName="desTx" presStyleLbl="node1" presStyleIdx="0" presStyleCnt="5">
        <dgm:presLayoutVars>
          <dgm:bulletEnabled val="1"/>
        </dgm:presLayoutVars>
      </dgm:prSet>
      <dgm:spPr/>
    </dgm:pt>
    <dgm:pt modelId="{FDA35F13-9CB9-459B-AB9B-1B38204F0452}" type="pres">
      <dgm:prSet presAssocID="{83293140-DDBE-4C8C-B5EA-CF44BFE48CDA}" presName="spV" presStyleCnt="0"/>
      <dgm:spPr/>
    </dgm:pt>
    <dgm:pt modelId="{E6502B33-1991-4AE2-A238-894546DD4F4C}" type="pres">
      <dgm:prSet presAssocID="{DB614EE4-E3A6-4EDE-8A88-0A632CC9E4C0}" presName="linNode" presStyleCnt="0"/>
      <dgm:spPr/>
    </dgm:pt>
    <dgm:pt modelId="{067EBDF0-7A42-4A4C-8C6E-F3EA3AD09CCA}" type="pres">
      <dgm:prSet presAssocID="{DB614EE4-E3A6-4EDE-8A88-0A632CC9E4C0}" presName="parTx" presStyleLbl="revTx" presStyleIdx="1" presStyleCnt="5">
        <dgm:presLayoutVars>
          <dgm:chMax val="1"/>
          <dgm:bulletEnabled val="1"/>
        </dgm:presLayoutVars>
      </dgm:prSet>
      <dgm:spPr/>
    </dgm:pt>
    <dgm:pt modelId="{AB0DAB75-C946-4B97-9039-C2338CF4646C}" type="pres">
      <dgm:prSet presAssocID="{DB614EE4-E3A6-4EDE-8A88-0A632CC9E4C0}" presName="bracket" presStyleLbl="parChTrans1D1" presStyleIdx="1" presStyleCnt="5"/>
      <dgm:spPr/>
    </dgm:pt>
    <dgm:pt modelId="{D6ECB40D-BF22-4283-A5D7-AB02CFB59FC7}" type="pres">
      <dgm:prSet presAssocID="{DB614EE4-E3A6-4EDE-8A88-0A632CC9E4C0}" presName="spH" presStyleCnt="0"/>
      <dgm:spPr/>
    </dgm:pt>
    <dgm:pt modelId="{6E53630C-4FF8-49A3-A3C1-E0659CEAFCEB}" type="pres">
      <dgm:prSet presAssocID="{DB614EE4-E3A6-4EDE-8A88-0A632CC9E4C0}" presName="desTx" presStyleLbl="node1" presStyleIdx="1" presStyleCnt="5">
        <dgm:presLayoutVars>
          <dgm:bulletEnabled val="1"/>
        </dgm:presLayoutVars>
      </dgm:prSet>
      <dgm:spPr/>
    </dgm:pt>
    <dgm:pt modelId="{CAC38DF2-FC3A-433C-8D72-1F3A338F7FC3}" type="pres">
      <dgm:prSet presAssocID="{CAC06D69-4918-41C0-B7F3-5404C4CA9EDF}" presName="spV" presStyleCnt="0"/>
      <dgm:spPr/>
    </dgm:pt>
    <dgm:pt modelId="{10F1C0F3-37E4-4004-99B3-7324D4694282}" type="pres">
      <dgm:prSet presAssocID="{A1AFBF9C-588A-420D-92CD-0B5F92BC9CEF}" presName="linNode" presStyleCnt="0"/>
      <dgm:spPr/>
    </dgm:pt>
    <dgm:pt modelId="{54E46023-4821-4D8C-941E-E932B7719DEE}" type="pres">
      <dgm:prSet presAssocID="{A1AFBF9C-588A-420D-92CD-0B5F92BC9CEF}" presName="parTx" presStyleLbl="revTx" presStyleIdx="2" presStyleCnt="5">
        <dgm:presLayoutVars>
          <dgm:chMax val="1"/>
          <dgm:bulletEnabled val="1"/>
        </dgm:presLayoutVars>
      </dgm:prSet>
      <dgm:spPr/>
    </dgm:pt>
    <dgm:pt modelId="{447302F0-3EF2-4B76-AF0E-7C6EB30F5118}" type="pres">
      <dgm:prSet presAssocID="{A1AFBF9C-588A-420D-92CD-0B5F92BC9CEF}" presName="bracket" presStyleLbl="parChTrans1D1" presStyleIdx="2" presStyleCnt="5"/>
      <dgm:spPr/>
    </dgm:pt>
    <dgm:pt modelId="{D8C5666C-1591-41D1-B6A9-365CF0F45709}" type="pres">
      <dgm:prSet presAssocID="{A1AFBF9C-588A-420D-92CD-0B5F92BC9CEF}" presName="spH" presStyleCnt="0"/>
      <dgm:spPr/>
    </dgm:pt>
    <dgm:pt modelId="{0151C798-85B6-4F1F-9F06-919AD18C8972}" type="pres">
      <dgm:prSet presAssocID="{A1AFBF9C-588A-420D-92CD-0B5F92BC9CEF}" presName="desTx" presStyleLbl="node1" presStyleIdx="2" presStyleCnt="5">
        <dgm:presLayoutVars>
          <dgm:bulletEnabled val="1"/>
        </dgm:presLayoutVars>
      </dgm:prSet>
      <dgm:spPr/>
    </dgm:pt>
    <dgm:pt modelId="{73364D49-65DB-4EC7-B3AC-77109CFF2460}" type="pres">
      <dgm:prSet presAssocID="{1C172B71-008C-4D40-B6C4-3183A1FB2064}" presName="spV" presStyleCnt="0"/>
      <dgm:spPr/>
    </dgm:pt>
    <dgm:pt modelId="{C00EB9FC-7644-40ED-9787-AC41018B71A5}" type="pres">
      <dgm:prSet presAssocID="{12289832-9EA7-4F56-8FD9-D87BB80ACB35}" presName="linNode" presStyleCnt="0"/>
      <dgm:spPr/>
    </dgm:pt>
    <dgm:pt modelId="{6D9252FB-0787-4FC5-A086-CAD89F4D1A0C}" type="pres">
      <dgm:prSet presAssocID="{12289832-9EA7-4F56-8FD9-D87BB80ACB35}" presName="parTx" presStyleLbl="revTx" presStyleIdx="3" presStyleCnt="5">
        <dgm:presLayoutVars>
          <dgm:chMax val="1"/>
          <dgm:bulletEnabled val="1"/>
        </dgm:presLayoutVars>
      </dgm:prSet>
      <dgm:spPr/>
    </dgm:pt>
    <dgm:pt modelId="{14813EF9-56B0-4C5A-96D3-CE6A01435830}" type="pres">
      <dgm:prSet presAssocID="{12289832-9EA7-4F56-8FD9-D87BB80ACB35}" presName="bracket" presStyleLbl="parChTrans1D1" presStyleIdx="3" presStyleCnt="5"/>
      <dgm:spPr/>
    </dgm:pt>
    <dgm:pt modelId="{7B6D5F8B-5642-4042-A470-0A56B5BEAB2E}" type="pres">
      <dgm:prSet presAssocID="{12289832-9EA7-4F56-8FD9-D87BB80ACB35}" presName="spH" presStyleCnt="0"/>
      <dgm:spPr/>
    </dgm:pt>
    <dgm:pt modelId="{56FE3C06-5C15-4B59-B712-9FA38DA8254A}" type="pres">
      <dgm:prSet presAssocID="{12289832-9EA7-4F56-8FD9-D87BB80ACB35}" presName="desTx" presStyleLbl="node1" presStyleIdx="3" presStyleCnt="5">
        <dgm:presLayoutVars>
          <dgm:bulletEnabled val="1"/>
        </dgm:presLayoutVars>
      </dgm:prSet>
      <dgm:spPr/>
    </dgm:pt>
    <dgm:pt modelId="{F1EBEB44-9CDD-4237-86BD-FB048BFCF641}" type="pres">
      <dgm:prSet presAssocID="{B2C26336-FD82-46ED-B95D-58CE063C6A71}" presName="spV" presStyleCnt="0"/>
      <dgm:spPr/>
    </dgm:pt>
    <dgm:pt modelId="{C3029265-B587-43E9-A3C9-948FD6E24CAB}" type="pres">
      <dgm:prSet presAssocID="{69C2DC87-C4F7-4A49-B169-F6033B23300C}" presName="linNode" presStyleCnt="0"/>
      <dgm:spPr/>
    </dgm:pt>
    <dgm:pt modelId="{8B42D8BE-5E10-4748-BD0E-126BF4EFBE7A}" type="pres">
      <dgm:prSet presAssocID="{69C2DC87-C4F7-4A49-B169-F6033B23300C}" presName="parTx" presStyleLbl="revTx" presStyleIdx="4" presStyleCnt="5">
        <dgm:presLayoutVars>
          <dgm:chMax val="1"/>
          <dgm:bulletEnabled val="1"/>
        </dgm:presLayoutVars>
      </dgm:prSet>
      <dgm:spPr/>
    </dgm:pt>
    <dgm:pt modelId="{DC2C5C34-6996-44D8-9D16-E0BAD04DB532}" type="pres">
      <dgm:prSet presAssocID="{69C2DC87-C4F7-4A49-B169-F6033B23300C}" presName="bracket" presStyleLbl="parChTrans1D1" presStyleIdx="4" presStyleCnt="5"/>
      <dgm:spPr/>
    </dgm:pt>
    <dgm:pt modelId="{D5DFF32F-F0B2-4A58-B17A-3918BD42E6AF}" type="pres">
      <dgm:prSet presAssocID="{69C2DC87-C4F7-4A49-B169-F6033B23300C}" presName="spH" presStyleCnt="0"/>
      <dgm:spPr/>
    </dgm:pt>
    <dgm:pt modelId="{09746ED2-E8ED-4A4A-B511-EEDF6C94E755}" type="pres">
      <dgm:prSet presAssocID="{69C2DC87-C4F7-4A49-B169-F6033B23300C}" presName="desTx" presStyleLbl="node1" presStyleIdx="4" presStyleCnt="5">
        <dgm:presLayoutVars>
          <dgm:bulletEnabled val="1"/>
        </dgm:presLayoutVars>
      </dgm:prSet>
      <dgm:spPr/>
    </dgm:pt>
  </dgm:ptLst>
  <dgm:cxnLst>
    <dgm:cxn modelId="{3BB1CB18-62F2-448F-BB23-1C891DA9AACB}" srcId="{DB614EE4-E3A6-4EDE-8A88-0A632CC9E4C0}" destId="{39C10B05-8390-406F-AD92-B53FD6AE120E}" srcOrd="0" destOrd="0" parTransId="{7AAB547E-22D5-433C-91AB-1D3D83871216}" sibTransId="{88400F1D-519B-4C75-A306-0FD5C4A124E9}"/>
    <dgm:cxn modelId="{0996F71B-7F3D-4BAE-8FFB-F82B9FF0C509}" srcId="{69C2DC87-C4F7-4A49-B169-F6033B23300C}" destId="{8F0A06E9-9636-4A0C-8987-F5F855ABC880}" srcOrd="0" destOrd="0" parTransId="{5432C731-6DA7-442E-A6E8-2159573E4077}" sibTransId="{EA142372-6E7A-4913-8557-992D9F2477EC}"/>
    <dgm:cxn modelId="{7C8E8D21-8336-4686-9D81-A3189489E3F0}" type="presOf" srcId="{12289832-9EA7-4F56-8FD9-D87BB80ACB35}" destId="{6D9252FB-0787-4FC5-A086-CAD89F4D1A0C}" srcOrd="0" destOrd="0" presId="urn:diagrams.loki3.com/BracketList"/>
    <dgm:cxn modelId="{45588622-C5D8-4311-9FC5-F87B40A01B51}" srcId="{1B3F7AF5-C29A-4C9E-A493-68237EFFC040}" destId="{2DBB7682-2293-450E-8AA1-587CA3AC3036}" srcOrd="0" destOrd="0" parTransId="{BA281E4E-7E19-4E58-B929-AC814C25975E}" sibTransId="{83293140-DDBE-4C8C-B5EA-CF44BFE48CDA}"/>
    <dgm:cxn modelId="{F1008D2A-57C8-4AAA-9113-44358884320E}" srcId="{1B3F7AF5-C29A-4C9E-A493-68237EFFC040}" destId="{69C2DC87-C4F7-4A49-B169-F6033B23300C}" srcOrd="4" destOrd="0" parTransId="{04B24F84-3744-4337-A411-97AE2B6A6FD0}" sibTransId="{436B14DF-6618-4D71-99D8-9CEB8E6D52A8}"/>
    <dgm:cxn modelId="{6B69B42C-2835-4778-9782-547F118BA432}" srcId="{2DBB7682-2293-450E-8AA1-587CA3AC3036}" destId="{0F4BDC01-E2C8-4CE3-B3F1-7A278AEEB6A5}" srcOrd="0" destOrd="0" parTransId="{2D7D42E5-08D4-4C03-8F7C-3BEA03B6CC34}" sibTransId="{D9459313-7C0A-48A7-A88F-BCE1E28ACCC9}"/>
    <dgm:cxn modelId="{E4A9C137-1C98-4EAC-9FB5-C6D9CCEB4168}" srcId="{1B3F7AF5-C29A-4C9E-A493-68237EFFC040}" destId="{12289832-9EA7-4F56-8FD9-D87BB80ACB35}" srcOrd="3" destOrd="0" parTransId="{1542BFE3-5F84-4603-9F97-5DABC4D5618B}" sibTransId="{B2C26336-FD82-46ED-B95D-58CE063C6A71}"/>
    <dgm:cxn modelId="{29D6F75C-6E82-4FA4-870B-2DA885C1AC02}" srcId="{A1AFBF9C-588A-420D-92CD-0B5F92BC9CEF}" destId="{81B4A4C1-3B42-4FA5-8E76-12FB0C985DCD}" srcOrd="0" destOrd="0" parTransId="{7CFEF1C3-C36F-4161-9CAE-9E373DE5FB06}" sibTransId="{9E85003D-2EA7-4345-B4D1-7BA390E74FAF}"/>
    <dgm:cxn modelId="{4F2AA45D-11B4-453C-89B1-D1B2EE165A6F}" type="presOf" srcId="{0F4BDC01-E2C8-4CE3-B3F1-7A278AEEB6A5}" destId="{1987EC98-C39B-4CCD-BB4E-B9AB0B03D2F7}" srcOrd="0" destOrd="0" presId="urn:diagrams.loki3.com/BracketList"/>
    <dgm:cxn modelId="{83FF5463-80EF-4AB1-A110-D6B8D010F4CC}" srcId="{1B3F7AF5-C29A-4C9E-A493-68237EFFC040}" destId="{A1AFBF9C-588A-420D-92CD-0B5F92BC9CEF}" srcOrd="2" destOrd="0" parTransId="{720C4EF6-5949-49CD-B0E3-9F53B90118FE}" sibTransId="{1C172B71-008C-4D40-B6C4-3183A1FB2064}"/>
    <dgm:cxn modelId="{AB9CC78C-34B9-49EE-94B3-54279966DD46}" type="presOf" srcId="{A8B9CDBC-FD2A-4697-9027-E86DFD10DA32}" destId="{56FE3C06-5C15-4B59-B712-9FA38DA8254A}" srcOrd="0" destOrd="0" presId="urn:diagrams.loki3.com/BracketList"/>
    <dgm:cxn modelId="{7B4C8C9C-9A4B-4268-8310-431C22F21FD4}" type="presOf" srcId="{81B4A4C1-3B42-4FA5-8E76-12FB0C985DCD}" destId="{0151C798-85B6-4F1F-9F06-919AD18C8972}" srcOrd="0" destOrd="0" presId="urn:diagrams.loki3.com/BracketList"/>
    <dgm:cxn modelId="{AF1EB6A1-B41A-4124-8A88-C14D2AD7C889}" type="presOf" srcId="{8F0A06E9-9636-4A0C-8987-F5F855ABC880}" destId="{09746ED2-E8ED-4A4A-B511-EEDF6C94E755}" srcOrd="0" destOrd="0" presId="urn:diagrams.loki3.com/BracketList"/>
    <dgm:cxn modelId="{1C3350A7-19F4-4A1E-900E-33AC9E813EDA}" type="presOf" srcId="{1B3F7AF5-C29A-4C9E-A493-68237EFFC040}" destId="{9857A5AF-8258-45E9-8F24-5EABEDD42682}" srcOrd="0" destOrd="0" presId="urn:diagrams.loki3.com/BracketList"/>
    <dgm:cxn modelId="{D7AB25B3-CA99-4E08-B318-51F2F6F46463}" type="presOf" srcId="{69C2DC87-C4F7-4A49-B169-F6033B23300C}" destId="{8B42D8BE-5E10-4748-BD0E-126BF4EFBE7A}" srcOrd="0" destOrd="0" presId="urn:diagrams.loki3.com/BracketList"/>
    <dgm:cxn modelId="{FEFB70BD-516E-46BF-8C3A-DB0A397EEE75}" srcId="{12289832-9EA7-4F56-8FD9-D87BB80ACB35}" destId="{A8B9CDBC-FD2A-4697-9027-E86DFD10DA32}" srcOrd="0" destOrd="0" parTransId="{C237C04E-0667-46BA-BF04-50FF93F5FFEF}" sibTransId="{53F61B06-F8EB-4ECD-9081-C4F98A33DB88}"/>
    <dgm:cxn modelId="{D57A53DC-5C2B-4C61-AA55-B5DB1C893DE8}" type="presOf" srcId="{2DBB7682-2293-450E-8AA1-587CA3AC3036}" destId="{38F940FF-0BB2-45B9-BC95-506DFDDED158}" srcOrd="0" destOrd="0" presId="urn:diagrams.loki3.com/BracketList"/>
    <dgm:cxn modelId="{BCC139DD-CE3C-4036-B529-E6AF3CA546AA}" srcId="{1B3F7AF5-C29A-4C9E-A493-68237EFFC040}" destId="{DB614EE4-E3A6-4EDE-8A88-0A632CC9E4C0}" srcOrd="1" destOrd="0" parTransId="{B6B7BB11-27D4-48B4-A4F8-609F00C4E9BD}" sibTransId="{CAC06D69-4918-41C0-B7F3-5404C4CA9EDF}"/>
    <dgm:cxn modelId="{EDAEE3E4-7520-43FF-85E2-9506FE5B1BCA}" type="presOf" srcId="{39C10B05-8390-406F-AD92-B53FD6AE120E}" destId="{6E53630C-4FF8-49A3-A3C1-E0659CEAFCEB}" srcOrd="0" destOrd="0" presId="urn:diagrams.loki3.com/BracketList"/>
    <dgm:cxn modelId="{4F3E01E5-2FB2-4138-ABC6-171DB7C379C0}" type="presOf" srcId="{DB614EE4-E3A6-4EDE-8A88-0A632CC9E4C0}" destId="{067EBDF0-7A42-4A4C-8C6E-F3EA3AD09CCA}" srcOrd="0" destOrd="0" presId="urn:diagrams.loki3.com/BracketList"/>
    <dgm:cxn modelId="{C69F14F2-0C3E-41A5-A190-D15B9CA0B8CA}" type="presOf" srcId="{A1AFBF9C-588A-420D-92CD-0B5F92BC9CEF}" destId="{54E46023-4821-4D8C-941E-E932B7719DEE}" srcOrd="0" destOrd="0" presId="urn:diagrams.loki3.com/BracketList"/>
    <dgm:cxn modelId="{0461502C-8729-4DB6-B237-ED0B7DFE4E7E}" type="presParOf" srcId="{9857A5AF-8258-45E9-8F24-5EABEDD42682}" destId="{F5AEF77E-56F4-4658-972B-38C8ADA64B1B}" srcOrd="0" destOrd="0" presId="urn:diagrams.loki3.com/BracketList"/>
    <dgm:cxn modelId="{C68F3560-CC70-497F-BE5E-1AC9DE895867}" type="presParOf" srcId="{F5AEF77E-56F4-4658-972B-38C8ADA64B1B}" destId="{38F940FF-0BB2-45B9-BC95-506DFDDED158}" srcOrd="0" destOrd="0" presId="urn:diagrams.loki3.com/BracketList"/>
    <dgm:cxn modelId="{100A40AF-B28A-42AA-9169-2F48C1E8D71F}" type="presParOf" srcId="{F5AEF77E-56F4-4658-972B-38C8ADA64B1B}" destId="{E1601D23-99F5-422D-8E6C-E09A8ED146FA}" srcOrd="1" destOrd="0" presId="urn:diagrams.loki3.com/BracketList"/>
    <dgm:cxn modelId="{07DE71B1-565C-4733-A65A-BA5459CAA456}" type="presParOf" srcId="{F5AEF77E-56F4-4658-972B-38C8ADA64B1B}" destId="{FF848EAE-7DC3-481F-B438-CC13207FE2B1}" srcOrd="2" destOrd="0" presId="urn:diagrams.loki3.com/BracketList"/>
    <dgm:cxn modelId="{CE0A8CEB-EC0B-452F-8987-FEFCE373858A}" type="presParOf" srcId="{F5AEF77E-56F4-4658-972B-38C8ADA64B1B}" destId="{1987EC98-C39B-4CCD-BB4E-B9AB0B03D2F7}" srcOrd="3" destOrd="0" presId="urn:diagrams.loki3.com/BracketList"/>
    <dgm:cxn modelId="{CEE84A25-71CF-4CA4-9CC8-C5B6F7210422}" type="presParOf" srcId="{9857A5AF-8258-45E9-8F24-5EABEDD42682}" destId="{FDA35F13-9CB9-459B-AB9B-1B38204F0452}" srcOrd="1" destOrd="0" presId="urn:diagrams.loki3.com/BracketList"/>
    <dgm:cxn modelId="{90D818D8-6003-4BCB-8E39-4EF601276BC6}" type="presParOf" srcId="{9857A5AF-8258-45E9-8F24-5EABEDD42682}" destId="{E6502B33-1991-4AE2-A238-894546DD4F4C}" srcOrd="2" destOrd="0" presId="urn:diagrams.loki3.com/BracketList"/>
    <dgm:cxn modelId="{5ED64119-7D40-4E5B-A34E-C0AF590B133D}" type="presParOf" srcId="{E6502B33-1991-4AE2-A238-894546DD4F4C}" destId="{067EBDF0-7A42-4A4C-8C6E-F3EA3AD09CCA}" srcOrd="0" destOrd="0" presId="urn:diagrams.loki3.com/BracketList"/>
    <dgm:cxn modelId="{D160F5AA-3D4B-4398-8285-64186E0FE50C}" type="presParOf" srcId="{E6502B33-1991-4AE2-A238-894546DD4F4C}" destId="{AB0DAB75-C946-4B97-9039-C2338CF4646C}" srcOrd="1" destOrd="0" presId="urn:diagrams.loki3.com/BracketList"/>
    <dgm:cxn modelId="{02FFAA11-A4C4-4DC2-8F52-64620EC7B74C}" type="presParOf" srcId="{E6502B33-1991-4AE2-A238-894546DD4F4C}" destId="{D6ECB40D-BF22-4283-A5D7-AB02CFB59FC7}" srcOrd="2" destOrd="0" presId="urn:diagrams.loki3.com/BracketList"/>
    <dgm:cxn modelId="{619B815E-BCEB-4591-9E4D-A476D3FFFA8E}" type="presParOf" srcId="{E6502B33-1991-4AE2-A238-894546DD4F4C}" destId="{6E53630C-4FF8-49A3-A3C1-E0659CEAFCEB}" srcOrd="3" destOrd="0" presId="urn:diagrams.loki3.com/BracketList"/>
    <dgm:cxn modelId="{D9F777D1-8476-4929-8085-027FDE1F0F82}" type="presParOf" srcId="{9857A5AF-8258-45E9-8F24-5EABEDD42682}" destId="{CAC38DF2-FC3A-433C-8D72-1F3A338F7FC3}" srcOrd="3" destOrd="0" presId="urn:diagrams.loki3.com/BracketList"/>
    <dgm:cxn modelId="{9FE6B85B-D754-4DB8-BB45-5E78C584619F}" type="presParOf" srcId="{9857A5AF-8258-45E9-8F24-5EABEDD42682}" destId="{10F1C0F3-37E4-4004-99B3-7324D4694282}" srcOrd="4" destOrd="0" presId="urn:diagrams.loki3.com/BracketList"/>
    <dgm:cxn modelId="{D62A5B14-0174-4A37-B09D-2FF0B5099831}" type="presParOf" srcId="{10F1C0F3-37E4-4004-99B3-7324D4694282}" destId="{54E46023-4821-4D8C-941E-E932B7719DEE}" srcOrd="0" destOrd="0" presId="urn:diagrams.loki3.com/BracketList"/>
    <dgm:cxn modelId="{5A17A5C6-B5D1-47B7-83FF-2A86581FDFB5}" type="presParOf" srcId="{10F1C0F3-37E4-4004-99B3-7324D4694282}" destId="{447302F0-3EF2-4B76-AF0E-7C6EB30F5118}" srcOrd="1" destOrd="0" presId="urn:diagrams.loki3.com/BracketList"/>
    <dgm:cxn modelId="{5A5E14B6-91B2-42C2-B9F0-747DFD7A37DE}" type="presParOf" srcId="{10F1C0F3-37E4-4004-99B3-7324D4694282}" destId="{D8C5666C-1591-41D1-B6A9-365CF0F45709}" srcOrd="2" destOrd="0" presId="urn:diagrams.loki3.com/BracketList"/>
    <dgm:cxn modelId="{09AB7CDF-7469-4C2F-B95F-B61B020A7AD1}" type="presParOf" srcId="{10F1C0F3-37E4-4004-99B3-7324D4694282}" destId="{0151C798-85B6-4F1F-9F06-919AD18C8972}" srcOrd="3" destOrd="0" presId="urn:diagrams.loki3.com/BracketList"/>
    <dgm:cxn modelId="{1FEDC9C5-1F2D-46A8-82A9-AEFA4A6DA0AC}" type="presParOf" srcId="{9857A5AF-8258-45E9-8F24-5EABEDD42682}" destId="{73364D49-65DB-4EC7-B3AC-77109CFF2460}" srcOrd="5" destOrd="0" presId="urn:diagrams.loki3.com/BracketList"/>
    <dgm:cxn modelId="{6AA94CBD-7AE1-42F4-B4DB-4F9CF799DB63}" type="presParOf" srcId="{9857A5AF-8258-45E9-8F24-5EABEDD42682}" destId="{C00EB9FC-7644-40ED-9787-AC41018B71A5}" srcOrd="6" destOrd="0" presId="urn:diagrams.loki3.com/BracketList"/>
    <dgm:cxn modelId="{717E7FD2-5D99-4E3F-BEDF-59086A233031}" type="presParOf" srcId="{C00EB9FC-7644-40ED-9787-AC41018B71A5}" destId="{6D9252FB-0787-4FC5-A086-CAD89F4D1A0C}" srcOrd="0" destOrd="0" presId="urn:diagrams.loki3.com/BracketList"/>
    <dgm:cxn modelId="{7EEE5F54-B623-427A-80E8-96609D9204B8}" type="presParOf" srcId="{C00EB9FC-7644-40ED-9787-AC41018B71A5}" destId="{14813EF9-56B0-4C5A-96D3-CE6A01435830}" srcOrd="1" destOrd="0" presId="urn:diagrams.loki3.com/BracketList"/>
    <dgm:cxn modelId="{0BB55BB8-0991-4CB5-99F3-1CF7FFA6D53A}" type="presParOf" srcId="{C00EB9FC-7644-40ED-9787-AC41018B71A5}" destId="{7B6D5F8B-5642-4042-A470-0A56B5BEAB2E}" srcOrd="2" destOrd="0" presId="urn:diagrams.loki3.com/BracketList"/>
    <dgm:cxn modelId="{249E440C-82D7-49D2-B494-F8AE60E27ABB}" type="presParOf" srcId="{C00EB9FC-7644-40ED-9787-AC41018B71A5}" destId="{56FE3C06-5C15-4B59-B712-9FA38DA8254A}" srcOrd="3" destOrd="0" presId="urn:diagrams.loki3.com/BracketList"/>
    <dgm:cxn modelId="{07BD7B46-0613-46EC-948C-E56072A8411A}" type="presParOf" srcId="{9857A5AF-8258-45E9-8F24-5EABEDD42682}" destId="{F1EBEB44-9CDD-4237-86BD-FB048BFCF641}" srcOrd="7" destOrd="0" presId="urn:diagrams.loki3.com/BracketList"/>
    <dgm:cxn modelId="{2FF7A444-816C-43D8-9DDE-3C7818D2F0FC}" type="presParOf" srcId="{9857A5AF-8258-45E9-8F24-5EABEDD42682}" destId="{C3029265-B587-43E9-A3C9-948FD6E24CAB}" srcOrd="8" destOrd="0" presId="urn:diagrams.loki3.com/BracketList"/>
    <dgm:cxn modelId="{821A81E3-02F8-4315-B3D1-5F40D113A3DF}" type="presParOf" srcId="{C3029265-B587-43E9-A3C9-948FD6E24CAB}" destId="{8B42D8BE-5E10-4748-BD0E-126BF4EFBE7A}" srcOrd="0" destOrd="0" presId="urn:diagrams.loki3.com/BracketList"/>
    <dgm:cxn modelId="{0249C0C3-7839-4F44-819A-5FE6A5058375}" type="presParOf" srcId="{C3029265-B587-43E9-A3C9-948FD6E24CAB}" destId="{DC2C5C34-6996-44D8-9D16-E0BAD04DB532}" srcOrd="1" destOrd="0" presId="urn:diagrams.loki3.com/BracketList"/>
    <dgm:cxn modelId="{1A8E1A58-D977-4F05-B348-2A07FE358E24}" type="presParOf" srcId="{C3029265-B587-43E9-A3C9-948FD6E24CAB}" destId="{D5DFF32F-F0B2-4A58-B17A-3918BD42E6AF}" srcOrd="2" destOrd="0" presId="urn:diagrams.loki3.com/BracketList"/>
    <dgm:cxn modelId="{83D0C901-9051-44AC-B24D-CA383FD8D4B4}" type="presParOf" srcId="{C3029265-B587-43E9-A3C9-948FD6E24CAB}" destId="{09746ED2-E8ED-4A4A-B511-EEDF6C94E755}" srcOrd="3" destOrd="0" presId="urn:diagrams.loki3.com/Bracke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B3F7AF5-C29A-4C9E-A493-68237EFFC040}" type="doc">
      <dgm:prSet loTypeId="urn:diagrams.loki3.com/BracketList" loCatId="list" qsTypeId="urn:microsoft.com/office/officeart/2005/8/quickstyle/simple1" qsCatId="simple" csTypeId="urn:microsoft.com/office/officeart/2005/8/colors/accent1_2" csCatId="accent1" phldr="1"/>
      <dgm:spPr/>
      <dgm:t>
        <a:bodyPr/>
        <a:lstStyle/>
        <a:p>
          <a:endParaRPr lang="en-US"/>
        </a:p>
      </dgm:t>
    </dgm:pt>
    <dgm:pt modelId="{2DBB7682-2293-450E-8AA1-587CA3AC3036}">
      <dgm:prSet phldrT="[Text]"/>
      <dgm:spPr>
        <a:solidFill>
          <a:schemeClr val="bg1"/>
        </a:solidFill>
        <a:ln>
          <a:solidFill>
            <a:schemeClr val="tx2"/>
          </a:solidFill>
        </a:ln>
      </dgm:spPr>
      <dgm:t>
        <a:bodyPr/>
        <a:lstStyle/>
        <a:p>
          <a:r>
            <a:rPr lang="en-US"/>
            <a:t>Main electronic component</a:t>
          </a:r>
        </a:p>
      </dgm:t>
    </dgm:pt>
    <dgm:pt modelId="{BA281E4E-7E19-4E58-B929-AC814C25975E}" type="parTrans" cxnId="{45588622-C5D8-4311-9FC5-F87B40A01B51}">
      <dgm:prSet/>
      <dgm:spPr/>
      <dgm:t>
        <a:bodyPr/>
        <a:lstStyle/>
        <a:p>
          <a:endParaRPr lang="en-US"/>
        </a:p>
      </dgm:t>
    </dgm:pt>
    <dgm:pt modelId="{83293140-DDBE-4C8C-B5EA-CF44BFE48CDA}" type="sibTrans" cxnId="{45588622-C5D8-4311-9FC5-F87B40A01B51}">
      <dgm:prSet/>
      <dgm:spPr/>
      <dgm:t>
        <a:bodyPr/>
        <a:lstStyle/>
        <a:p>
          <a:endParaRPr lang="en-US"/>
        </a:p>
      </dgm:t>
    </dgm:pt>
    <dgm:pt modelId="{0F4BDC01-E2C8-4CE3-B3F1-7A278AEEB6A5}">
      <dgm:prSet phldrT="[Text]"/>
      <dgm:spPr/>
      <dgm:t>
        <a:bodyPr/>
        <a:lstStyle/>
        <a:p>
          <a:r>
            <a:rPr lang="en-US" b="0" i="0"/>
            <a:t>Based on artificial intelligence, uses the Ultra Large-Scale Integration (ULSI) technology and parallel processing method (ULSI has millions of transistors on a single microchip and Parallel processing method use two or more microprocessors to run tasks simultaneously).</a:t>
          </a:r>
          <a:endParaRPr lang="en-US"/>
        </a:p>
      </dgm:t>
    </dgm:pt>
    <dgm:pt modelId="{2D7D42E5-08D4-4C03-8F7C-3BEA03B6CC34}" type="parTrans" cxnId="{6B69B42C-2835-4778-9782-547F118BA432}">
      <dgm:prSet/>
      <dgm:spPr/>
      <dgm:t>
        <a:bodyPr/>
        <a:lstStyle/>
        <a:p>
          <a:endParaRPr lang="en-US"/>
        </a:p>
      </dgm:t>
    </dgm:pt>
    <dgm:pt modelId="{D9459313-7C0A-48A7-A88F-BCE1E28ACCC9}" type="sibTrans" cxnId="{6B69B42C-2835-4778-9782-547F118BA432}">
      <dgm:prSet/>
      <dgm:spPr/>
      <dgm:t>
        <a:bodyPr/>
        <a:lstStyle/>
        <a:p>
          <a:endParaRPr lang="en-US"/>
        </a:p>
      </dgm:t>
    </dgm:pt>
    <dgm:pt modelId="{DB614EE4-E3A6-4EDE-8A88-0A632CC9E4C0}">
      <dgm:prSet phldrT="[Text]"/>
      <dgm:spPr>
        <a:solidFill>
          <a:schemeClr val="bg1"/>
        </a:solidFill>
        <a:ln>
          <a:solidFill>
            <a:schemeClr val="tx2"/>
          </a:solidFill>
        </a:ln>
      </dgm:spPr>
      <dgm:t>
        <a:bodyPr/>
        <a:lstStyle/>
        <a:p>
          <a:r>
            <a:rPr lang="en-US"/>
            <a:t>Programming language</a:t>
          </a:r>
        </a:p>
      </dgm:t>
    </dgm:pt>
    <dgm:pt modelId="{B6B7BB11-27D4-48B4-A4F8-609F00C4E9BD}" type="parTrans" cxnId="{BCC139DD-CE3C-4036-B529-E6AF3CA546AA}">
      <dgm:prSet/>
      <dgm:spPr/>
      <dgm:t>
        <a:bodyPr/>
        <a:lstStyle/>
        <a:p>
          <a:endParaRPr lang="en-US"/>
        </a:p>
      </dgm:t>
    </dgm:pt>
    <dgm:pt modelId="{CAC06D69-4918-41C0-B7F3-5404C4CA9EDF}" type="sibTrans" cxnId="{BCC139DD-CE3C-4036-B529-E6AF3CA546AA}">
      <dgm:prSet/>
      <dgm:spPr/>
      <dgm:t>
        <a:bodyPr/>
        <a:lstStyle/>
        <a:p>
          <a:endParaRPr lang="en-US"/>
        </a:p>
      </dgm:t>
    </dgm:pt>
    <dgm:pt modelId="{39C10B05-8390-406F-AD92-B53FD6AE120E}">
      <dgm:prSet phldrT="[Text]"/>
      <dgm:spPr/>
      <dgm:t>
        <a:bodyPr/>
        <a:lstStyle/>
        <a:p>
          <a:r>
            <a:rPr lang="en-US" b="0" i="0"/>
            <a:t>Understand natural language (human language).</a:t>
          </a:r>
          <a:endParaRPr lang="en-US"/>
        </a:p>
      </dgm:t>
    </dgm:pt>
    <dgm:pt modelId="{7AAB547E-22D5-433C-91AB-1D3D83871216}" type="parTrans" cxnId="{3BB1CB18-62F2-448F-BB23-1C891DA9AACB}">
      <dgm:prSet/>
      <dgm:spPr/>
      <dgm:t>
        <a:bodyPr/>
        <a:lstStyle/>
        <a:p>
          <a:endParaRPr lang="en-US"/>
        </a:p>
      </dgm:t>
    </dgm:pt>
    <dgm:pt modelId="{88400F1D-519B-4C75-A306-0FD5C4A124E9}" type="sibTrans" cxnId="{3BB1CB18-62F2-448F-BB23-1C891DA9AACB}">
      <dgm:prSet/>
      <dgm:spPr/>
      <dgm:t>
        <a:bodyPr/>
        <a:lstStyle/>
        <a:p>
          <a:endParaRPr lang="en-US"/>
        </a:p>
      </dgm:t>
    </dgm:pt>
    <dgm:pt modelId="{12289832-9EA7-4F56-8FD9-D87BB80ACB35}">
      <dgm:prSet phldrT="[Text]"/>
      <dgm:spPr>
        <a:solidFill>
          <a:schemeClr val="bg1"/>
        </a:solidFill>
        <a:ln>
          <a:solidFill>
            <a:schemeClr val="tx2"/>
          </a:solidFill>
        </a:ln>
      </dgm:spPr>
      <dgm:t>
        <a:bodyPr/>
        <a:lstStyle/>
        <a:p>
          <a:r>
            <a:rPr lang="en-US"/>
            <a:t>Input/output devices</a:t>
          </a:r>
        </a:p>
      </dgm:t>
    </dgm:pt>
    <dgm:pt modelId="{1542BFE3-5F84-4603-9F97-5DABC4D5618B}" type="parTrans" cxnId="{E4A9C137-1C98-4EAC-9FB5-C6D9CCEB4168}">
      <dgm:prSet/>
      <dgm:spPr/>
      <dgm:t>
        <a:bodyPr/>
        <a:lstStyle/>
        <a:p>
          <a:endParaRPr lang="en-US"/>
        </a:p>
      </dgm:t>
    </dgm:pt>
    <dgm:pt modelId="{B2C26336-FD82-46ED-B95D-58CE063C6A71}" type="sibTrans" cxnId="{E4A9C137-1C98-4EAC-9FB5-C6D9CCEB4168}">
      <dgm:prSet/>
      <dgm:spPr/>
      <dgm:t>
        <a:bodyPr/>
        <a:lstStyle/>
        <a:p>
          <a:endParaRPr lang="en-US"/>
        </a:p>
      </dgm:t>
    </dgm:pt>
    <dgm:pt modelId="{A8B9CDBC-FD2A-4697-9027-E86DFD10DA32}">
      <dgm:prSet phldrT="[Text]"/>
      <dgm:spPr/>
      <dgm:t>
        <a:bodyPr/>
        <a:lstStyle/>
        <a:p>
          <a:r>
            <a:rPr lang="en-US" b="0" i="0"/>
            <a:t>Trackpad (or touchpad), touchscreen, pen, speech input (recognize voice/speech), light scanner, printer, keyboard, monitor, mouse, etc.</a:t>
          </a:r>
          <a:endParaRPr lang="en-US"/>
        </a:p>
      </dgm:t>
    </dgm:pt>
    <dgm:pt modelId="{C237C04E-0667-46BA-BF04-50FF93F5FFEF}" type="parTrans" cxnId="{FEFB70BD-516E-46BF-8C3A-DB0A397EEE75}">
      <dgm:prSet/>
      <dgm:spPr/>
      <dgm:t>
        <a:bodyPr/>
        <a:lstStyle/>
        <a:p>
          <a:endParaRPr lang="en-US"/>
        </a:p>
      </dgm:t>
    </dgm:pt>
    <dgm:pt modelId="{53F61B06-F8EB-4ECD-9081-C4F98A33DB88}" type="sibTrans" cxnId="{FEFB70BD-516E-46BF-8C3A-DB0A397EEE75}">
      <dgm:prSet/>
      <dgm:spPr/>
      <dgm:t>
        <a:bodyPr/>
        <a:lstStyle/>
        <a:p>
          <a:endParaRPr lang="en-US"/>
        </a:p>
      </dgm:t>
    </dgm:pt>
    <dgm:pt modelId="{69C2DC87-C4F7-4A49-B169-F6033B23300C}">
      <dgm:prSet phldrT="[Text]"/>
      <dgm:spPr>
        <a:solidFill>
          <a:schemeClr val="bg1"/>
        </a:solidFill>
        <a:ln>
          <a:solidFill>
            <a:schemeClr val="tx2"/>
          </a:solidFill>
        </a:ln>
      </dgm:spPr>
      <dgm:t>
        <a:bodyPr/>
        <a:lstStyle/>
        <a:p>
          <a:r>
            <a:rPr lang="en-US" b="0" i="0"/>
            <a:t>Examples of the third generation</a:t>
          </a:r>
          <a:endParaRPr lang="en-US"/>
        </a:p>
      </dgm:t>
    </dgm:pt>
    <dgm:pt modelId="{04B24F84-3744-4337-A411-97AE2B6A6FD0}" type="parTrans" cxnId="{F1008D2A-57C8-4AAA-9113-44358884320E}">
      <dgm:prSet/>
      <dgm:spPr/>
      <dgm:t>
        <a:bodyPr/>
        <a:lstStyle/>
        <a:p>
          <a:endParaRPr lang="en-US"/>
        </a:p>
      </dgm:t>
    </dgm:pt>
    <dgm:pt modelId="{436B14DF-6618-4D71-99D8-9CEB8E6D52A8}" type="sibTrans" cxnId="{F1008D2A-57C8-4AAA-9113-44358884320E}">
      <dgm:prSet/>
      <dgm:spPr/>
      <dgm:t>
        <a:bodyPr/>
        <a:lstStyle/>
        <a:p>
          <a:endParaRPr lang="en-US"/>
        </a:p>
      </dgm:t>
    </dgm:pt>
    <dgm:pt modelId="{8F0A06E9-9636-4A0C-8987-F5F855ABC880}">
      <dgm:prSet phldrT="[Text]"/>
      <dgm:spPr/>
      <dgm:t>
        <a:bodyPr/>
        <a:lstStyle/>
        <a:p>
          <a:r>
            <a:rPr lang="fr-FR" b="0" i="0"/>
            <a:t>Desktops, laptops, </a:t>
          </a:r>
          <a:r>
            <a:rPr lang="fr-FR" b="0" i="0" err="1"/>
            <a:t>tablets</a:t>
          </a:r>
          <a:r>
            <a:rPr lang="fr-FR" b="0" i="0"/>
            <a:t>, smartphones, etc.</a:t>
          </a:r>
          <a:endParaRPr lang="en-US"/>
        </a:p>
      </dgm:t>
    </dgm:pt>
    <dgm:pt modelId="{5432C731-6DA7-442E-A6E8-2159573E4077}" type="parTrans" cxnId="{0996F71B-7F3D-4BAE-8FFB-F82B9FF0C509}">
      <dgm:prSet/>
      <dgm:spPr/>
      <dgm:t>
        <a:bodyPr/>
        <a:lstStyle/>
        <a:p>
          <a:endParaRPr lang="en-US"/>
        </a:p>
      </dgm:t>
    </dgm:pt>
    <dgm:pt modelId="{EA142372-6E7A-4913-8557-992D9F2477EC}" type="sibTrans" cxnId="{0996F71B-7F3D-4BAE-8FFB-F82B9FF0C509}">
      <dgm:prSet/>
      <dgm:spPr/>
      <dgm:t>
        <a:bodyPr/>
        <a:lstStyle/>
        <a:p>
          <a:endParaRPr lang="en-US"/>
        </a:p>
      </dgm:t>
    </dgm:pt>
    <dgm:pt modelId="{DC5F6DF3-3CA7-4CB9-881A-751669DECE60}">
      <dgm:prSet phldrT="[Text]"/>
      <dgm:spPr>
        <a:solidFill>
          <a:schemeClr val="bg1"/>
        </a:solidFill>
        <a:ln>
          <a:solidFill>
            <a:schemeClr val="tx2"/>
          </a:solidFill>
        </a:ln>
      </dgm:spPr>
      <dgm:t>
        <a:bodyPr/>
        <a:lstStyle/>
        <a:p>
          <a:r>
            <a:rPr lang="en-US"/>
            <a:t>Size</a:t>
          </a:r>
        </a:p>
      </dgm:t>
    </dgm:pt>
    <dgm:pt modelId="{60399776-AC9E-4DCB-AACA-8E4BF1869052}" type="parTrans" cxnId="{42EB8852-432F-48E5-A473-4C1E43ED44B9}">
      <dgm:prSet/>
      <dgm:spPr/>
      <dgm:t>
        <a:bodyPr/>
        <a:lstStyle/>
        <a:p>
          <a:endParaRPr lang="en-US"/>
        </a:p>
      </dgm:t>
    </dgm:pt>
    <dgm:pt modelId="{BE5E3A4A-E56B-4AB2-B896-60884F80B58C}" type="sibTrans" cxnId="{42EB8852-432F-48E5-A473-4C1E43ED44B9}">
      <dgm:prSet/>
      <dgm:spPr/>
      <dgm:t>
        <a:bodyPr/>
        <a:lstStyle/>
        <a:p>
          <a:endParaRPr lang="en-US"/>
        </a:p>
      </dgm:t>
    </dgm:pt>
    <dgm:pt modelId="{4BED1AC4-09CD-4FC1-B1D4-7DC986D18EC9}">
      <dgm:prSet phldrT="[Text]"/>
      <dgm:spPr/>
      <dgm:t>
        <a:bodyPr/>
        <a:lstStyle/>
        <a:p>
          <a:r>
            <a:rPr lang="en-US" b="0" i="0"/>
            <a:t>Portable and small in size.</a:t>
          </a:r>
          <a:endParaRPr lang="en-US"/>
        </a:p>
      </dgm:t>
    </dgm:pt>
    <dgm:pt modelId="{7F10E028-545E-4CB0-9E4F-9D4CB77B520F}" type="parTrans" cxnId="{61CD701B-0245-461C-B8BF-7F8FAD337FC3}">
      <dgm:prSet/>
      <dgm:spPr/>
      <dgm:t>
        <a:bodyPr/>
        <a:lstStyle/>
        <a:p>
          <a:endParaRPr lang="en-US"/>
        </a:p>
      </dgm:t>
    </dgm:pt>
    <dgm:pt modelId="{774683F0-A01D-4CBF-A3DE-19FCF62A939A}" type="sibTrans" cxnId="{61CD701B-0245-461C-B8BF-7F8FAD337FC3}">
      <dgm:prSet/>
      <dgm:spPr/>
      <dgm:t>
        <a:bodyPr/>
        <a:lstStyle/>
        <a:p>
          <a:endParaRPr lang="en-US"/>
        </a:p>
      </dgm:t>
    </dgm:pt>
    <dgm:pt modelId="{9857A5AF-8258-45E9-8F24-5EABEDD42682}" type="pres">
      <dgm:prSet presAssocID="{1B3F7AF5-C29A-4C9E-A493-68237EFFC040}" presName="Name0" presStyleCnt="0">
        <dgm:presLayoutVars>
          <dgm:dir/>
          <dgm:animLvl val="lvl"/>
          <dgm:resizeHandles val="exact"/>
        </dgm:presLayoutVars>
      </dgm:prSet>
      <dgm:spPr/>
    </dgm:pt>
    <dgm:pt modelId="{F5AEF77E-56F4-4658-972B-38C8ADA64B1B}" type="pres">
      <dgm:prSet presAssocID="{2DBB7682-2293-450E-8AA1-587CA3AC3036}" presName="linNode" presStyleCnt="0"/>
      <dgm:spPr/>
    </dgm:pt>
    <dgm:pt modelId="{38F940FF-0BB2-45B9-BC95-506DFDDED158}" type="pres">
      <dgm:prSet presAssocID="{2DBB7682-2293-450E-8AA1-587CA3AC3036}" presName="parTx" presStyleLbl="revTx" presStyleIdx="0" presStyleCnt="5">
        <dgm:presLayoutVars>
          <dgm:chMax val="1"/>
          <dgm:bulletEnabled val="1"/>
        </dgm:presLayoutVars>
      </dgm:prSet>
      <dgm:spPr/>
    </dgm:pt>
    <dgm:pt modelId="{E1601D23-99F5-422D-8E6C-E09A8ED146FA}" type="pres">
      <dgm:prSet presAssocID="{2DBB7682-2293-450E-8AA1-587CA3AC3036}" presName="bracket" presStyleLbl="parChTrans1D1" presStyleIdx="0" presStyleCnt="5"/>
      <dgm:spPr/>
    </dgm:pt>
    <dgm:pt modelId="{FF848EAE-7DC3-481F-B438-CC13207FE2B1}" type="pres">
      <dgm:prSet presAssocID="{2DBB7682-2293-450E-8AA1-587CA3AC3036}" presName="spH" presStyleCnt="0"/>
      <dgm:spPr/>
    </dgm:pt>
    <dgm:pt modelId="{1987EC98-C39B-4CCD-BB4E-B9AB0B03D2F7}" type="pres">
      <dgm:prSet presAssocID="{2DBB7682-2293-450E-8AA1-587CA3AC3036}" presName="desTx" presStyleLbl="node1" presStyleIdx="0" presStyleCnt="5">
        <dgm:presLayoutVars>
          <dgm:bulletEnabled val="1"/>
        </dgm:presLayoutVars>
      </dgm:prSet>
      <dgm:spPr/>
    </dgm:pt>
    <dgm:pt modelId="{FDA35F13-9CB9-459B-AB9B-1B38204F0452}" type="pres">
      <dgm:prSet presAssocID="{83293140-DDBE-4C8C-B5EA-CF44BFE48CDA}" presName="spV" presStyleCnt="0"/>
      <dgm:spPr/>
    </dgm:pt>
    <dgm:pt modelId="{E6502B33-1991-4AE2-A238-894546DD4F4C}" type="pres">
      <dgm:prSet presAssocID="{DB614EE4-E3A6-4EDE-8A88-0A632CC9E4C0}" presName="linNode" presStyleCnt="0"/>
      <dgm:spPr/>
    </dgm:pt>
    <dgm:pt modelId="{067EBDF0-7A42-4A4C-8C6E-F3EA3AD09CCA}" type="pres">
      <dgm:prSet presAssocID="{DB614EE4-E3A6-4EDE-8A88-0A632CC9E4C0}" presName="parTx" presStyleLbl="revTx" presStyleIdx="1" presStyleCnt="5">
        <dgm:presLayoutVars>
          <dgm:chMax val="1"/>
          <dgm:bulletEnabled val="1"/>
        </dgm:presLayoutVars>
      </dgm:prSet>
      <dgm:spPr/>
    </dgm:pt>
    <dgm:pt modelId="{AB0DAB75-C946-4B97-9039-C2338CF4646C}" type="pres">
      <dgm:prSet presAssocID="{DB614EE4-E3A6-4EDE-8A88-0A632CC9E4C0}" presName="bracket" presStyleLbl="parChTrans1D1" presStyleIdx="1" presStyleCnt="5"/>
      <dgm:spPr/>
    </dgm:pt>
    <dgm:pt modelId="{D6ECB40D-BF22-4283-A5D7-AB02CFB59FC7}" type="pres">
      <dgm:prSet presAssocID="{DB614EE4-E3A6-4EDE-8A88-0A632CC9E4C0}" presName="spH" presStyleCnt="0"/>
      <dgm:spPr/>
    </dgm:pt>
    <dgm:pt modelId="{6E53630C-4FF8-49A3-A3C1-E0659CEAFCEB}" type="pres">
      <dgm:prSet presAssocID="{DB614EE4-E3A6-4EDE-8A88-0A632CC9E4C0}" presName="desTx" presStyleLbl="node1" presStyleIdx="1" presStyleCnt="5">
        <dgm:presLayoutVars>
          <dgm:bulletEnabled val="1"/>
        </dgm:presLayoutVars>
      </dgm:prSet>
      <dgm:spPr/>
    </dgm:pt>
    <dgm:pt modelId="{CAC38DF2-FC3A-433C-8D72-1F3A338F7FC3}" type="pres">
      <dgm:prSet presAssocID="{CAC06D69-4918-41C0-B7F3-5404C4CA9EDF}" presName="spV" presStyleCnt="0"/>
      <dgm:spPr/>
    </dgm:pt>
    <dgm:pt modelId="{D85D7F47-BF6E-46A5-B755-2231F75A834C}" type="pres">
      <dgm:prSet presAssocID="{DC5F6DF3-3CA7-4CB9-881A-751669DECE60}" presName="linNode" presStyleCnt="0"/>
      <dgm:spPr/>
    </dgm:pt>
    <dgm:pt modelId="{8CEC3D1E-4032-4B9E-9D22-F38A49B183EA}" type="pres">
      <dgm:prSet presAssocID="{DC5F6DF3-3CA7-4CB9-881A-751669DECE60}" presName="parTx" presStyleLbl="revTx" presStyleIdx="2" presStyleCnt="5">
        <dgm:presLayoutVars>
          <dgm:chMax val="1"/>
          <dgm:bulletEnabled val="1"/>
        </dgm:presLayoutVars>
      </dgm:prSet>
      <dgm:spPr/>
    </dgm:pt>
    <dgm:pt modelId="{DE93B29E-4769-4B5E-8336-C8D44D924A1D}" type="pres">
      <dgm:prSet presAssocID="{DC5F6DF3-3CA7-4CB9-881A-751669DECE60}" presName="bracket" presStyleLbl="parChTrans1D1" presStyleIdx="2" presStyleCnt="5"/>
      <dgm:spPr/>
    </dgm:pt>
    <dgm:pt modelId="{806A1316-9CCD-4951-952B-CD77DC940E3A}" type="pres">
      <dgm:prSet presAssocID="{DC5F6DF3-3CA7-4CB9-881A-751669DECE60}" presName="spH" presStyleCnt="0"/>
      <dgm:spPr/>
    </dgm:pt>
    <dgm:pt modelId="{A161FE8B-B275-4C61-931F-A3574BFB990E}" type="pres">
      <dgm:prSet presAssocID="{DC5F6DF3-3CA7-4CB9-881A-751669DECE60}" presName="desTx" presStyleLbl="node1" presStyleIdx="2" presStyleCnt="5">
        <dgm:presLayoutVars>
          <dgm:bulletEnabled val="1"/>
        </dgm:presLayoutVars>
      </dgm:prSet>
      <dgm:spPr/>
    </dgm:pt>
    <dgm:pt modelId="{A70AC454-7378-4BC2-B4E8-A51C2E5124E7}" type="pres">
      <dgm:prSet presAssocID="{BE5E3A4A-E56B-4AB2-B896-60884F80B58C}" presName="spV" presStyleCnt="0"/>
      <dgm:spPr/>
    </dgm:pt>
    <dgm:pt modelId="{C00EB9FC-7644-40ED-9787-AC41018B71A5}" type="pres">
      <dgm:prSet presAssocID="{12289832-9EA7-4F56-8FD9-D87BB80ACB35}" presName="linNode" presStyleCnt="0"/>
      <dgm:spPr/>
    </dgm:pt>
    <dgm:pt modelId="{6D9252FB-0787-4FC5-A086-CAD89F4D1A0C}" type="pres">
      <dgm:prSet presAssocID="{12289832-9EA7-4F56-8FD9-D87BB80ACB35}" presName="parTx" presStyleLbl="revTx" presStyleIdx="3" presStyleCnt="5">
        <dgm:presLayoutVars>
          <dgm:chMax val="1"/>
          <dgm:bulletEnabled val="1"/>
        </dgm:presLayoutVars>
      </dgm:prSet>
      <dgm:spPr/>
    </dgm:pt>
    <dgm:pt modelId="{14813EF9-56B0-4C5A-96D3-CE6A01435830}" type="pres">
      <dgm:prSet presAssocID="{12289832-9EA7-4F56-8FD9-D87BB80ACB35}" presName="bracket" presStyleLbl="parChTrans1D1" presStyleIdx="3" presStyleCnt="5"/>
      <dgm:spPr/>
    </dgm:pt>
    <dgm:pt modelId="{7B6D5F8B-5642-4042-A470-0A56B5BEAB2E}" type="pres">
      <dgm:prSet presAssocID="{12289832-9EA7-4F56-8FD9-D87BB80ACB35}" presName="spH" presStyleCnt="0"/>
      <dgm:spPr/>
    </dgm:pt>
    <dgm:pt modelId="{56FE3C06-5C15-4B59-B712-9FA38DA8254A}" type="pres">
      <dgm:prSet presAssocID="{12289832-9EA7-4F56-8FD9-D87BB80ACB35}" presName="desTx" presStyleLbl="node1" presStyleIdx="3" presStyleCnt="5">
        <dgm:presLayoutVars>
          <dgm:bulletEnabled val="1"/>
        </dgm:presLayoutVars>
      </dgm:prSet>
      <dgm:spPr/>
    </dgm:pt>
    <dgm:pt modelId="{F1EBEB44-9CDD-4237-86BD-FB048BFCF641}" type="pres">
      <dgm:prSet presAssocID="{B2C26336-FD82-46ED-B95D-58CE063C6A71}" presName="spV" presStyleCnt="0"/>
      <dgm:spPr/>
    </dgm:pt>
    <dgm:pt modelId="{C3029265-B587-43E9-A3C9-948FD6E24CAB}" type="pres">
      <dgm:prSet presAssocID="{69C2DC87-C4F7-4A49-B169-F6033B23300C}" presName="linNode" presStyleCnt="0"/>
      <dgm:spPr/>
    </dgm:pt>
    <dgm:pt modelId="{8B42D8BE-5E10-4748-BD0E-126BF4EFBE7A}" type="pres">
      <dgm:prSet presAssocID="{69C2DC87-C4F7-4A49-B169-F6033B23300C}" presName="parTx" presStyleLbl="revTx" presStyleIdx="4" presStyleCnt="5">
        <dgm:presLayoutVars>
          <dgm:chMax val="1"/>
          <dgm:bulletEnabled val="1"/>
        </dgm:presLayoutVars>
      </dgm:prSet>
      <dgm:spPr/>
    </dgm:pt>
    <dgm:pt modelId="{DC2C5C34-6996-44D8-9D16-E0BAD04DB532}" type="pres">
      <dgm:prSet presAssocID="{69C2DC87-C4F7-4A49-B169-F6033B23300C}" presName="bracket" presStyleLbl="parChTrans1D1" presStyleIdx="4" presStyleCnt="5"/>
      <dgm:spPr/>
    </dgm:pt>
    <dgm:pt modelId="{D5DFF32F-F0B2-4A58-B17A-3918BD42E6AF}" type="pres">
      <dgm:prSet presAssocID="{69C2DC87-C4F7-4A49-B169-F6033B23300C}" presName="spH" presStyleCnt="0"/>
      <dgm:spPr/>
    </dgm:pt>
    <dgm:pt modelId="{09746ED2-E8ED-4A4A-B511-EEDF6C94E755}" type="pres">
      <dgm:prSet presAssocID="{69C2DC87-C4F7-4A49-B169-F6033B23300C}" presName="desTx" presStyleLbl="node1" presStyleIdx="4" presStyleCnt="5">
        <dgm:presLayoutVars>
          <dgm:bulletEnabled val="1"/>
        </dgm:presLayoutVars>
      </dgm:prSet>
      <dgm:spPr/>
    </dgm:pt>
  </dgm:ptLst>
  <dgm:cxnLst>
    <dgm:cxn modelId="{3BB1CB18-62F2-448F-BB23-1C891DA9AACB}" srcId="{DB614EE4-E3A6-4EDE-8A88-0A632CC9E4C0}" destId="{39C10B05-8390-406F-AD92-B53FD6AE120E}" srcOrd="0" destOrd="0" parTransId="{7AAB547E-22D5-433C-91AB-1D3D83871216}" sibTransId="{88400F1D-519B-4C75-A306-0FD5C4A124E9}"/>
    <dgm:cxn modelId="{61CD701B-0245-461C-B8BF-7F8FAD337FC3}" srcId="{DC5F6DF3-3CA7-4CB9-881A-751669DECE60}" destId="{4BED1AC4-09CD-4FC1-B1D4-7DC986D18EC9}" srcOrd="0" destOrd="0" parTransId="{7F10E028-545E-4CB0-9E4F-9D4CB77B520F}" sibTransId="{774683F0-A01D-4CBF-A3DE-19FCF62A939A}"/>
    <dgm:cxn modelId="{0996F71B-7F3D-4BAE-8FFB-F82B9FF0C509}" srcId="{69C2DC87-C4F7-4A49-B169-F6033B23300C}" destId="{8F0A06E9-9636-4A0C-8987-F5F855ABC880}" srcOrd="0" destOrd="0" parTransId="{5432C731-6DA7-442E-A6E8-2159573E4077}" sibTransId="{EA142372-6E7A-4913-8557-992D9F2477EC}"/>
    <dgm:cxn modelId="{7C8E8D21-8336-4686-9D81-A3189489E3F0}" type="presOf" srcId="{12289832-9EA7-4F56-8FD9-D87BB80ACB35}" destId="{6D9252FB-0787-4FC5-A086-CAD89F4D1A0C}" srcOrd="0" destOrd="0" presId="urn:diagrams.loki3.com/BracketList"/>
    <dgm:cxn modelId="{45588622-C5D8-4311-9FC5-F87B40A01B51}" srcId="{1B3F7AF5-C29A-4C9E-A493-68237EFFC040}" destId="{2DBB7682-2293-450E-8AA1-587CA3AC3036}" srcOrd="0" destOrd="0" parTransId="{BA281E4E-7E19-4E58-B929-AC814C25975E}" sibTransId="{83293140-DDBE-4C8C-B5EA-CF44BFE48CDA}"/>
    <dgm:cxn modelId="{F1008D2A-57C8-4AAA-9113-44358884320E}" srcId="{1B3F7AF5-C29A-4C9E-A493-68237EFFC040}" destId="{69C2DC87-C4F7-4A49-B169-F6033B23300C}" srcOrd="4" destOrd="0" parTransId="{04B24F84-3744-4337-A411-97AE2B6A6FD0}" sibTransId="{436B14DF-6618-4D71-99D8-9CEB8E6D52A8}"/>
    <dgm:cxn modelId="{6B69B42C-2835-4778-9782-547F118BA432}" srcId="{2DBB7682-2293-450E-8AA1-587CA3AC3036}" destId="{0F4BDC01-E2C8-4CE3-B3F1-7A278AEEB6A5}" srcOrd="0" destOrd="0" parTransId="{2D7D42E5-08D4-4C03-8F7C-3BEA03B6CC34}" sibTransId="{D9459313-7C0A-48A7-A88F-BCE1E28ACCC9}"/>
    <dgm:cxn modelId="{E4A9C137-1C98-4EAC-9FB5-C6D9CCEB4168}" srcId="{1B3F7AF5-C29A-4C9E-A493-68237EFFC040}" destId="{12289832-9EA7-4F56-8FD9-D87BB80ACB35}" srcOrd="3" destOrd="0" parTransId="{1542BFE3-5F84-4603-9F97-5DABC4D5618B}" sibTransId="{B2C26336-FD82-46ED-B95D-58CE063C6A71}"/>
    <dgm:cxn modelId="{4F2AA45D-11B4-453C-89B1-D1B2EE165A6F}" type="presOf" srcId="{0F4BDC01-E2C8-4CE3-B3F1-7A278AEEB6A5}" destId="{1987EC98-C39B-4CCD-BB4E-B9AB0B03D2F7}" srcOrd="0" destOrd="0" presId="urn:diagrams.loki3.com/BracketList"/>
    <dgm:cxn modelId="{42EB8852-432F-48E5-A473-4C1E43ED44B9}" srcId="{1B3F7AF5-C29A-4C9E-A493-68237EFFC040}" destId="{DC5F6DF3-3CA7-4CB9-881A-751669DECE60}" srcOrd="2" destOrd="0" parTransId="{60399776-AC9E-4DCB-AACA-8E4BF1869052}" sibTransId="{BE5E3A4A-E56B-4AB2-B896-60884F80B58C}"/>
    <dgm:cxn modelId="{AB9CC78C-34B9-49EE-94B3-54279966DD46}" type="presOf" srcId="{A8B9CDBC-FD2A-4697-9027-E86DFD10DA32}" destId="{56FE3C06-5C15-4B59-B712-9FA38DA8254A}" srcOrd="0" destOrd="0" presId="urn:diagrams.loki3.com/BracketList"/>
    <dgm:cxn modelId="{FEDAC599-B4C7-46E2-ACD1-5EBBD87601F4}" type="presOf" srcId="{4BED1AC4-09CD-4FC1-B1D4-7DC986D18EC9}" destId="{A161FE8B-B275-4C61-931F-A3574BFB990E}" srcOrd="0" destOrd="0" presId="urn:diagrams.loki3.com/BracketList"/>
    <dgm:cxn modelId="{AF1EB6A1-B41A-4124-8A88-C14D2AD7C889}" type="presOf" srcId="{8F0A06E9-9636-4A0C-8987-F5F855ABC880}" destId="{09746ED2-E8ED-4A4A-B511-EEDF6C94E755}" srcOrd="0" destOrd="0" presId="urn:diagrams.loki3.com/BracketList"/>
    <dgm:cxn modelId="{1C3350A7-19F4-4A1E-900E-33AC9E813EDA}" type="presOf" srcId="{1B3F7AF5-C29A-4C9E-A493-68237EFFC040}" destId="{9857A5AF-8258-45E9-8F24-5EABEDD42682}" srcOrd="0" destOrd="0" presId="urn:diagrams.loki3.com/BracketList"/>
    <dgm:cxn modelId="{D7AB25B3-CA99-4E08-B318-51F2F6F46463}" type="presOf" srcId="{69C2DC87-C4F7-4A49-B169-F6033B23300C}" destId="{8B42D8BE-5E10-4748-BD0E-126BF4EFBE7A}" srcOrd="0" destOrd="0" presId="urn:diagrams.loki3.com/BracketList"/>
    <dgm:cxn modelId="{FEFB70BD-516E-46BF-8C3A-DB0A397EEE75}" srcId="{12289832-9EA7-4F56-8FD9-D87BB80ACB35}" destId="{A8B9CDBC-FD2A-4697-9027-E86DFD10DA32}" srcOrd="0" destOrd="0" parTransId="{C237C04E-0667-46BA-BF04-50FF93F5FFEF}" sibTransId="{53F61B06-F8EB-4ECD-9081-C4F98A33DB88}"/>
    <dgm:cxn modelId="{D57A53DC-5C2B-4C61-AA55-B5DB1C893DE8}" type="presOf" srcId="{2DBB7682-2293-450E-8AA1-587CA3AC3036}" destId="{38F940FF-0BB2-45B9-BC95-506DFDDED158}" srcOrd="0" destOrd="0" presId="urn:diagrams.loki3.com/BracketList"/>
    <dgm:cxn modelId="{BCC139DD-CE3C-4036-B529-E6AF3CA546AA}" srcId="{1B3F7AF5-C29A-4C9E-A493-68237EFFC040}" destId="{DB614EE4-E3A6-4EDE-8A88-0A632CC9E4C0}" srcOrd="1" destOrd="0" parTransId="{B6B7BB11-27D4-48B4-A4F8-609F00C4E9BD}" sibTransId="{CAC06D69-4918-41C0-B7F3-5404C4CA9EDF}"/>
    <dgm:cxn modelId="{EDAEE3E4-7520-43FF-85E2-9506FE5B1BCA}" type="presOf" srcId="{39C10B05-8390-406F-AD92-B53FD6AE120E}" destId="{6E53630C-4FF8-49A3-A3C1-E0659CEAFCEB}" srcOrd="0" destOrd="0" presId="urn:diagrams.loki3.com/BracketList"/>
    <dgm:cxn modelId="{4F3E01E5-2FB2-4138-ABC6-171DB7C379C0}" type="presOf" srcId="{DB614EE4-E3A6-4EDE-8A88-0A632CC9E4C0}" destId="{067EBDF0-7A42-4A4C-8C6E-F3EA3AD09CCA}" srcOrd="0" destOrd="0" presId="urn:diagrams.loki3.com/BracketList"/>
    <dgm:cxn modelId="{2E5616FE-6F54-4557-B8BA-715BF28909BF}" type="presOf" srcId="{DC5F6DF3-3CA7-4CB9-881A-751669DECE60}" destId="{8CEC3D1E-4032-4B9E-9D22-F38A49B183EA}" srcOrd="0" destOrd="0" presId="urn:diagrams.loki3.com/BracketList"/>
    <dgm:cxn modelId="{0461502C-8729-4DB6-B237-ED0B7DFE4E7E}" type="presParOf" srcId="{9857A5AF-8258-45E9-8F24-5EABEDD42682}" destId="{F5AEF77E-56F4-4658-972B-38C8ADA64B1B}" srcOrd="0" destOrd="0" presId="urn:diagrams.loki3.com/BracketList"/>
    <dgm:cxn modelId="{C68F3560-CC70-497F-BE5E-1AC9DE895867}" type="presParOf" srcId="{F5AEF77E-56F4-4658-972B-38C8ADA64B1B}" destId="{38F940FF-0BB2-45B9-BC95-506DFDDED158}" srcOrd="0" destOrd="0" presId="urn:diagrams.loki3.com/BracketList"/>
    <dgm:cxn modelId="{100A40AF-B28A-42AA-9169-2F48C1E8D71F}" type="presParOf" srcId="{F5AEF77E-56F4-4658-972B-38C8ADA64B1B}" destId="{E1601D23-99F5-422D-8E6C-E09A8ED146FA}" srcOrd="1" destOrd="0" presId="urn:diagrams.loki3.com/BracketList"/>
    <dgm:cxn modelId="{07DE71B1-565C-4733-A65A-BA5459CAA456}" type="presParOf" srcId="{F5AEF77E-56F4-4658-972B-38C8ADA64B1B}" destId="{FF848EAE-7DC3-481F-B438-CC13207FE2B1}" srcOrd="2" destOrd="0" presId="urn:diagrams.loki3.com/BracketList"/>
    <dgm:cxn modelId="{CE0A8CEB-EC0B-452F-8987-FEFCE373858A}" type="presParOf" srcId="{F5AEF77E-56F4-4658-972B-38C8ADA64B1B}" destId="{1987EC98-C39B-4CCD-BB4E-B9AB0B03D2F7}" srcOrd="3" destOrd="0" presId="urn:diagrams.loki3.com/BracketList"/>
    <dgm:cxn modelId="{CEE84A25-71CF-4CA4-9CC8-C5B6F7210422}" type="presParOf" srcId="{9857A5AF-8258-45E9-8F24-5EABEDD42682}" destId="{FDA35F13-9CB9-459B-AB9B-1B38204F0452}" srcOrd="1" destOrd="0" presId="urn:diagrams.loki3.com/BracketList"/>
    <dgm:cxn modelId="{90D818D8-6003-4BCB-8E39-4EF601276BC6}" type="presParOf" srcId="{9857A5AF-8258-45E9-8F24-5EABEDD42682}" destId="{E6502B33-1991-4AE2-A238-894546DD4F4C}" srcOrd="2" destOrd="0" presId="urn:diagrams.loki3.com/BracketList"/>
    <dgm:cxn modelId="{5ED64119-7D40-4E5B-A34E-C0AF590B133D}" type="presParOf" srcId="{E6502B33-1991-4AE2-A238-894546DD4F4C}" destId="{067EBDF0-7A42-4A4C-8C6E-F3EA3AD09CCA}" srcOrd="0" destOrd="0" presId="urn:diagrams.loki3.com/BracketList"/>
    <dgm:cxn modelId="{D160F5AA-3D4B-4398-8285-64186E0FE50C}" type="presParOf" srcId="{E6502B33-1991-4AE2-A238-894546DD4F4C}" destId="{AB0DAB75-C946-4B97-9039-C2338CF4646C}" srcOrd="1" destOrd="0" presId="urn:diagrams.loki3.com/BracketList"/>
    <dgm:cxn modelId="{02FFAA11-A4C4-4DC2-8F52-64620EC7B74C}" type="presParOf" srcId="{E6502B33-1991-4AE2-A238-894546DD4F4C}" destId="{D6ECB40D-BF22-4283-A5D7-AB02CFB59FC7}" srcOrd="2" destOrd="0" presId="urn:diagrams.loki3.com/BracketList"/>
    <dgm:cxn modelId="{619B815E-BCEB-4591-9E4D-A476D3FFFA8E}" type="presParOf" srcId="{E6502B33-1991-4AE2-A238-894546DD4F4C}" destId="{6E53630C-4FF8-49A3-A3C1-E0659CEAFCEB}" srcOrd="3" destOrd="0" presId="urn:diagrams.loki3.com/BracketList"/>
    <dgm:cxn modelId="{D9F777D1-8476-4929-8085-027FDE1F0F82}" type="presParOf" srcId="{9857A5AF-8258-45E9-8F24-5EABEDD42682}" destId="{CAC38DF2-FC3A-433C-8D72-1F3A338F7FC3}" srcOrd="3" destOrd="0" presId="urn:diagrams.loki3.com/BracketList"/>
    <dgm:cxn modelId="{B48FD868-9331-418D-AC32-F07258778347}" type="presParOf" srcId="{9857A5AF-8258-45E9-8F24-5EABEDD42682}" destId="{D85D7F47-BF6E-46A5-B755-2231F75A834C}" srcOrd="4" destOrd="0" presId="urn:diagrams.loki3.com/BracketList"/>
    <dgm:cxn modelId="{F5376231-225E-4560-BBC5-CC17D19AB349}" type="presParOf" srcId="{D85D7F47-BF6E-46A5-B755-2231F75A834C}" destId="{8CEC3D1E-4032-4B9E-9D22-F38A49B183EA}" srcOrd="0" destOrd="0" presId="urn:diagrams.loki3.com/BracketList"/>
    <dgm:cxn modelId="{FCB24DA3-A0F8-4987-85A4-3CCE016A059F}" type="presParOf" srcId="{D85D7F47-BF6E-46A5-B755-2231F75A834C}" destId="{DE93B29E-4769-4B5E-8336-C8D44D924A1D}" srcOrd="1" destOrd="0" presId="urn:diagrams.loki3.com/BracketList"/>
    <dgm:cxn modelId="{84690037-FB3E-401D-BBAC-40AE1C3731CA}" type="presParOf" srcId="{D85D7F47-BF6E-46A5-B755-2231F75A834C}" destId="{806A1316-9CCD-4951-952B-CD77DC940E3A}" srcOrd="2" destOrd="0" presId="urn:diagrams.loki3.com/BracketList"/>
    <dgm:cxn modelId="{B39B3E61-64C8-43D5-B574-8BA0232A4C19}" type="presParOf" srcId="{D85D7F47-BF6E-46A5-B755-2231F75A834C}" destId="{A161FE8B-B275-4C61-931F-A3574BFB990E}" srcOrd="3" destOrd="0" presId="urn:diagrams.loki3.com/BracketList"/>
    <dgm:cxn modelId="{83892875-7D43-424F-A4F3-24512206CB64}" type="presParOf" srcId="{9857A5AF-8258-45E9-8F24-5EABEDD42682}" destId="{A70AC454-7378-4BC2-B4E8-A51C2E5124E7}" srcOrd="5" destOrd="0" presId="urn:diagrams.loki3.com/BracketList"/>
    <dgm:cxn modelId="{6AA94CBD-7AE1-42F4-B4DB-4F9CF799DB63}" type="presParOf" srcId="{9857A5AF-8258-45E9-8F24-5EABEDD42682}" destId="{C00EB9FC-7644-40ED-9787-AC41018B71A5}" srcOrd="6" destOrd="0" presId="urn:diagrams.loki3.com/BracketList"/>
    <dgm:cxn modelId="{717E7FD2-5D99-4E3F-BEDF-59086A233031}" type="presParOf" srcId="{C00EB9FC-7644-40ED-9787-AC41018B71A5}" destId="{6D9252FB-0787-4FC5-A086-CAD89F4D1A0C}" srcOrd="0" destOrd="0" presId="urn:diagrams.loki3.com/BracketList"/>
    <dgm:cxn modelId="{7EEE5F54-B623-427A-80E8-96609D9204B8}" type="presParOf" srcId="{C00EB9FC-7644-40ED-9787-AC41018B71A5}" destId="{14813EF9-56B0-4C5A-96D3-CE6A01435830}" srcOrd="1" destOrd="0" presId="urn:diagrams.loki3.com/BracketList"/>
    <dgm:cxn modelId="{0BB55BB8-0991-4CB5-99F3-1CF7FFA6D53A}" type="presParOf" srcId="{C00EB9FC-7644-40ED-9787-AC41018B71A5}" destId="{7B6D5F8B-5642-4042-A470-0A56B5BEAB2E}" srcOrd="2" destOrd="0" presId="urn:diagrams.loki3.com/BracketList"/>
    <dgm:cxn modelId="{249E440C-82D7-49D2-B494-F8AE60E27ABB}" type="presParOf" srcId="{C00EB9FC-7644-40ED-9787-AC41018B71A5}" destId="{56FE3C06-5C15-4B59-B712-9FA38DA8254A}" srcOrd="3" destOrd="0" presId="urn:diagrams.loki3.com/BracketList"/>
    <dgm:cxn modelId="{07BD7B46-0613-46EC-948C-E56072A8411A}" type="presParOf" srcId="{9857A5AF-8258-45E9-8F24-5EABEDD42682}" destId="{F1EBEB44-9CDD-4237-86BD-FB048BFCF641}" srcOrd="7" destOrd="0" presId="urn:diagrams.loki3.com/BracketList"/>
    <dgm:cxn modelId="{2FF7A444-816C-43D8-9DDE-3C7818D2F0FC}" type="presParOf" srcId="{9857A5AF-8258-45E9-8F24-5EABEDD42682}" destId="{C3029265-B587-43E9-A3C9-948FD6E24CAB}" srcOrd="8" destOrd="0" presId="urn:diagrams.loki3.com/BracketList"/>
    <dgm:cxn modelId="{821A81E3-02F8-4315-B3D1-5F40D113A3DF}" type="presParOf" srcId="{C3029265-B587-43E9-A3C9-948FD6E24CAB}" destId="{8B42D8BE-5E10-4748-BD0E-126BF4EFBE7A}" srcOrd="0" destOrd="0" presId="urn:diagrams.loki3.com/BracketList"/>
    <dgm:cxn modelId="{0249C0C3-7839-4F44-819A-5FE6A5058375}" type="presParOf" srcId="{C3029265-B587-43E9-A3C9-948FD6E24CAB}" destId="{DC2C5C34-6996-44D8-9D16-E0BAD04DB532}" srcOrd="1" destOrd="0" presId="urn:diagrams.loki3.com/BracketList"/>
    <dgm:cxn modelId="{1A8E1A58-D977-4F05-B348-2A07FE358E24}" type="presParOf" srcId="{C3029265-B587-43E9-A3C9-948FD6E24CAB}" destId="{D5DFF32F-F0B2-4A58-B17A-3918BD42E6AF}" srcOrd="2" destOrd="0" presId="urn:diagrams.loki3.com/BracketList"/>
    <dgm:cxn modelId="{83D0C901-9051-44AC-B24D-CA383FD8D4B4}" type="presParOf" srcId="{C3029265-B587-43E9-A3C9-948FD6E24CAB}" destId="{09746ED2-E8ED-4A4A-B511-EEDF6C94E755}" srcOrd="3" destOrd="0" presId="urn:diagrams.loki3.com/Bracke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8AB16E-E75C-47B1-B9BC-3EA1766895F1}">
      <dsp:nvSpPr>
        <dsp:cNvPr id="0" name=""/>
        <dsp:cNvSpPr/>
      </dsp:nvSpPr>
      <dsp:spPr>
        <a:xfrm>
          <a:off x="0" y="31932"/>
          <a:ext cx="7400154" cy="116795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solidFill>
                <a:schemeClr val="bg1"/>
              </a:solidFill>
            </a:rPr>
            <a:t>Computer Science can be defined as the study of computers and computational systems.</a:t>
          </a:r>
        </a:p>
      </dsp:txBody>
      <dsp:txXfrm>
        <a:off x="57015" y="88947"/>
        <a:ext cx="7286124" cy="1053922"/>
      </dsp:txXfrm>
    </dsp:sp>
    <dsp:sp modelId="{10B0E00C-06CC-43FB-AD71-002A66CDD07D}">
      <dsp:nvSpPr>
        <dsp:cNvPr id="0" name=""/>
        <dsp:cNvSpPr/>
      </dsp:nvSpPr>
      <dsp:spPr>
        <a:xfrm>
          <a:off x="0" y="1263245"/>
          <a:ext cx="7400154" cy="116795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solidFill>
                <a:schemeClr val="bg1"/>
              </a:solidFill>
            </a:rPr>
            <a:t>Computer scientists deal mostly with software and software systems; this includes their theory, design, development, and application</a:t>
          </a:r>
        </a:p>
      </dsp:txBody>
      <dsp:txXfrm>
        <a:off x="57015" y="1320260"/>
        <a:ext cx="7286124" cy="1053922"/>
      </dsp:txXfrm>
    </dsp:sp>
    <dsp:sp modelId="{02144E1A-1D58-4618-99DD-A21977409855}">
      <dsp:nvSpPr>
        <dsp:cNvPr id="0" name=""/>
        <dsp:cNvSpPr/>
      </dsp:nvSpPr>
      <dsp:spPr>
        <a:xfrm>
          <a:off x="0" y="2494557"/>
          <a:ext cx="7400154" cy="82789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solidFill>
                <a:schemeClr val="bg1"/>
              </a:solidFill>
            </a:rPr>
            <a:t>It deals with:</a:t>
          </a:r>
        </a:p>
      </dsp:txBody>
      <dsp:txXfrm>
        <a:off x="40414" y="2534971"/>
        <a:ext cx="7319326" cy="747063"/>
      </dsp:txXfrm>
    </dsp:sp>
    <dsp:sp modelId="{8CD3A495-FA68-4D13-AC62-C0F5D32C5A2C}">
      <dsp:nvSpPr>
        <dsp:cNvPr id="0" name=""/>
        <dsp:cNvSpPr/>
      </dsp:nvSpPr>
      <dsp:spPr>
        <a:xfrm>
          <a:off x="0" y="3322449"/>
          <a:ext cx="7400154" cy="11157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4955"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The theory of computation</a:t>
          </a:r>
        </a:p>
        <a:p>
          <a:pPr marL="171450" lvl="1" indent="-171450" algn="l" defTabSz="755650">
            <a:lnSpc>
              <a:spcPct val="90000"/>
            </a:lnSpc>
            <a:spcBef>
              <a:spcPct val="0"/>
            </a:spcBef>
            <a:spcAft>
              <a:spcPct val="20000"/>
            </a:spcAft>
            <a:buChar char="•"/>
          </a:pPr>
          <a:r>
            <a:rPr lang="en-US" sz="1700" kern="1200">
              <a:solidFill>
                <a:schemeClr val="tx2">
                  <a:lumMod val="50000"/>
                </a:schemeClr>
              </a:solidFill>
            </a:rPr>
            <a:t>Algorithms, </a:t>
          </a:r>
          <a:endParaRPr lang="en-US" sz="1700" kern="1200"/>
        </a:p>
        <a:p>
          <a:pPr marL="171450" lvl="1" indent="-171450" algn="l" defTabSz="755650">
            <a:lnSpc>
              <a:spcPct val="90000"/>
            </a:lnSpc>
            <a:spcBef>
              <a:spcPct val="0"/>
            </a:spcBef>
            <a:spcAft>
              <a:spcPct val="20000"/>
            </a:spcAft>
            <a:buChar char="•"/>
          </a:pPr>
          <a:r>
            <a:rPr lang="en-US" sz="1700" kern="1200">
              <a:solidFill>
                <a:schemeClr val="tx2">
                  <a:lumMod val="50000"/>
                </a:schemeClr>
              </a:solidFill>
            </a:rPr>
            <a:t>Computational problems and</a:t>
          </a:r>
          <a:endParaRPr lang="en-US" sz="1700" kern="1200"/>
        </a:p>
        <a:p>
          <a:pPr marL="171450" lvl="1" indent="-171450" algn="l" defTabSz="755650">
            <a:lnSpc>
              <a:spcPct val="90000"/>
            </a:lnSpc>
            <a:spcBef>
              <a:spcPct val="0"/>
            </a:spcBef>
            <a:spcAft>
              <a:spcPct val="20000"/>
            </a:spcAft>
            <a:buChar char="•"/>
          </a:pPr>
          <a:r>
            <a:rPr lang="en-US" sz="1700" kern="1200">
              <a:solidFill>
                <a:schemeClr val="tx2">
                  <a:lumMod val="50000"/>
                </a:schemeClr>
              </a:solidFill>
            </a:rPr>
            <a:t>The design of computer systems; hardware, software and applications. </a:t>
          </a:r>
          <a:endParaRPr lang="en-US" sz="1700" kern="1200"/>
        </a:p>
      </dsp:txBody>
      <dsp:txXfrm>
        <a:off x="0" y="3322449"/>
        <a:ext cx="7400154" cy="11157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2EE5EF-A0E0-4889-87CD-1C9C0B8259BA}">
      <dsp:nvSpPr>
        <dsp:cNvPr id="0" name=""/>
        <dsp:cNvSpPr/>
      </dsp:nvSpPr>
      <dsp:spPr>
        <a:xfrm>
          <a:off x="2521092" y="1658"/>
          <a:ext cx="5666958" cy="589100"/>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US" sz="1500" kern="1200"/>
            <a:t>In general, no human being or any other device can compete to solve complex computation, faster than computer.</a:t>
          </a:r>
        </a:p>
      </dsp:txBody>
      <dsp:txXfrm>
        <a:off x="2521092" y="75296"/>
        <a:ext cx="5446046" cy="441825"/>
      </dsp:txXfrm>
    </dsp:sp>
    <dsp:sp modelId="{40DDDD94-639D-4AA8-945C-C1C67ECA310D}">
      <dsp:nvSpPr>
        <dsp:cNvPr id="0" name=""/>
        <dsp:cNvSpPr/>
      </dsp:nvSpPr>
      <dsp:spPr>
        <a:xfrm>
          <a:off x="249367" y="1658"/>
          <a:ext cx="2271724" cy="5891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a:t>SPEED:</a:t>
          </a:r>
        </a:p>
      </dsp:txBody>
      <dsp:txXfrm>
        <a:off x="278124" y="30415"/>
        <a:ext cx="2214210" cy="531586"/>
      </dsp:txXfrm>
    </dsp:sp>
    <dsp:sp modelId="{13C36D31-7CD8-4917-9B95-37DC9BEDC1BB}">
      <dsp:nvSpPr>
        <dsp:cNvPr id="0" name=""/>
        <dsp:cNvSpPr/>
      </dsp:nvSpPr>
      <dsp:spPr>
        <a:xfrm>
          <a:off x="2521092" y="649669"/>
          <a:ext cx="5666958" cy="589100"/>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US" sz="1500" kern="1200"/>
            <a:t>It does computation with high precision. In other words, it gives result with high degree of accuracy</a:t>
          </a:r>
        </a:p>
      </dsp:txBody>
      <dsp:txXfrm>
        <a:off x="2521092" y="723307"/>
        <a:ext cx="5446046" cy="441825"/>
      </dsp:txXfrm>
    </dsp:sp>
    <dsp:sp modelId="{5AEF37D7-4876-4AE3-A57E-1E79C00AAC91}">
      <dsp:nvSpPr>
        <dsp:cNvPr id="0" name=""/>
        <dsp:cNvSpPr/>
      </dsp:nvSpPr>
      <dsp:spPr>
        <a:xfrm>
          <a:off x="249367" y="649669"/>
          <a:ext cx="2271724" cy="5891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a:t>ACCURACY:</a:t>
          </a:r>
        </a:p>
      </dsp:txBody>
      <dsp:txXfrm>
        <a:off x="278124" y="678426"/>
        <a:ext cx="2214210" cy="531586"/>
      </dsp:txXfrm>
    </dsp:sp>
    <dsp:sp modelId="{381AF858-09B5-432D-B576-4FCE865C91EF}">
      <dsp:nvSpPr>
        <dsp:cNvPr id="0" name=""/>
        <dsp:cNvSpPr/>
      </dsp:nvSpPr>
      <dsp:spPr>
        <a:xfrm>
          <a:off x="2521092" y="1297679"/>
          <a:ext cx="5666958" cy="589100"/>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US" sz="1500" kern="1200" dirty="0"/>
            <a:t>Computer has the capacity to store mass volume of data with appropriate format.</a:t>
          </a:r>
        </a:p>
      </dsp:txBody>
      <dsp:txXfrm>
        <a:off x="2521092" y="1371317"/>
        <a:ext cx="5446046" cy="441825"/>
      </dsp:txXfrm>
    </dsp:sp>
    <dsp:sp modelId="{136B1D77-CB1F-4EBD-BCF4-63893B0D2130}">
      <dsp:nvSpPr>
        <dsp:cNvPr id="0" name=""/>
        <dsp:cNvSpPr/>
      </dsp:nvSpPr>
      <dsp:spPr>
        <a:xfrm>
          <a:off x="249367" y="1297679"/>
          <a:ext cx="2271724" cy="5891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a:t>STORAGE:</a:t>
          </a:r>
        </a:p>
      </dsp:txBody>
      <dsp:txXfrm>
        <a:off x="278124" y="1326436"/>
        <a:ext cx="2214210" cy="531586"/>
      </dsp:txXfrm>
    </dsp:sp>
    <dsp:sp modelId="{36D9BC52-B6FE-4E95-85BC-AB6C32E22041}">
      <dsp:nvSpPr>
        <dsp:cNvPr id="0" name=""/>
        <dsp:cNvSpPr/>
      </dsp:nvSpPr>
      <dsp:spPr>
        <a:xfrm>
          <a:off x="2521092" y="1945690"/>
          <a:ext cx="5666958" cy="589100"/>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US" sz="1500" kern="1200"/>
            <a:t>Computer never feels bored and it can work for hours and hours without any break and creating error.</a:t>
          </a:r>
        </a:p>
      </dsp:txBody>
      <dsp:txXfrm>
        <a:off x="2521092" y="2019328"/>
        <a:ext cx="5446046" cy="441825"/>
      </dsp:txXfrm>
    </dsp:sp>
    <dsp:sp modelId="{E9A78C79-B495-42FE-9D2D-E79B23C30E12}">
      <dsp:nvSpPr>
        <dsp:cNvPr id="0" name=""/>
        <dsp:cNvSpPr/>
      </dsp:nvSpPr>
      <dsp:spPr>
        <a:xfrm>
          <a:off x="249367" y="1945690"/>
          <a:ext cx="2271724" cy="5891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a:t>DILIGENCE:</a:t>
          </a:r>
        </a:p>
      </dsp:txBody>
      <dsp:txXfrm>
        <a:off x="278124" y="1974447"/>
        <a:ext cx="2214210" cy="531586"/>
      </dsp:txXfrm>
    </dsp:sp>
    <dsp:sp modelId="{0DE55364-B6C3-45C1-90AD-E5D22E210BFE}">
      <dsp:nvSpPr>
        <dsp:cNvPr id="0" name=""/>
        <dsp:cNvSpPr/>
      </dsp:nvSpPr>
      <dsp:spPr>
        <a:xfrm>
          <a:off x="2521092" y="2593700"/>
          <a:ext cx="5666958" cy="589100"/>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US" sz="1500" kern="1200"/>
            <a:t>Computers are multipurpose. A Computer can perform completely different types of work at the same time.</a:t>
          </a:r>
        </a:p>
      </dsp:txBody>
      <dsp:txXfrm>
        <a:off x="2521092" y="2667338"/>
        <a:ext cx="5446046" cy="441825"/>
      </dsp:txXfrm>
    </dsp:sp>
    <dsp:sp modelId="{8ECF2866-FCDE-45B9-AC24-2BE4D6941268}">
      <dsp:nvSpPr>
        <dsp:cNvPr id="0" name=""/>
        <dsp:cNvSpPr/>
      </dsp:nvSpPr>
      <dsp:spPr>
        <a:xfrm>
          <a:off x="249367" y="2593700"/>
          <a:ext cx="2271724" cy="5891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a:t>VERSATILITY:</a:t>
          </a:r>
        </a:p>
      </dsp:txBody>
      <dsp:txXfrm>
        <a:off x="278124" y="2622457"/>
        <a:ext cx="2214210" cy="531586"/>
      </dsp:txXfrm>
    </dsp:sp>
    <dsp:sp modelId="{F311516E-D554-45F5-86A6-24881B5F819C}">
      <dsp:nvSpPr>
        <dsp:cNvPr id="0" name=""/>
        <dsp:cNvSpPr/>
      </dsp:nvSpPr>
      <dsp:spPr>
        <a:xfrm>
          <a:off x="2521092" y="3241710"/>
          <a:ext cx="5666958" cy="589100"/>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US" sz="1500" kern="1200"/>
            <a:t>It stores data for future use.</a:t>
          </a:r>
        </a:p>
      </dsp:txBody>
      <dsp:txXfrm>
        <a:off x="2521092" y="3315348"/>
        <a:ext cx="5446046" cy="441825"/>
      </dsp:txXfrm>
    </dsp:sp>
    <dsp:sp modelId="{6382D58A-415C-4937-A1C2-773BD1B3EF00}">
      <dsp:nvSpPr>
        <dsp:cNvPr id="0" name=""/>
        <dsp:cNvSpPr/>
      </dsp:nvSpPr>
      <dsp:spPr>
        <a:xfrm>
          <a:off x="249367" y="3241710"/>
          <a:ext cx="2271724" cy="5891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a:t>POWER OF REMEMBERING:</a:t>
          </a:r>
        </a:p>
      </dsp:txBody>
      <dsp:txXfrm>
        <a:off x="278124" y="3270467"/>
        <a:ext cx="2214210" cy="531586"/>
      </dsp:txXfrm>
    </dsp:sp>
    <dsp:sp modelId="{95E19399-923C-4D73-AEC3-6360DC0076B6}">
      <dsp:nvSpPr>
        <dsp:cNvPr id="0" name=""/>
        <dsp:cNvSpPr/>
      </dsp:nvSpPr>
      <dsp:spPr>
        <a:xfrm>
          <a:off x="2521092" y="3889721"/>
          <a:ext cx="5666958" cy="589100"/>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US" sz="1500" kern="1200"/>
            <a:t>Computer needs to be instructed to do its job.</a:t>
          </a:r>
        </a:p>
      </dsp:txBody>
      <dsp:txXfrm>
        <a:off x="2521092" y="3963359"/>
        <a:ext cx="5446046" cy="441825"/>
      </dsp:txXfrm>
    </dsp:sp>
    <dsp:sp modelId="{3656D6C2-063E-4D72-B542-F0C99C7EED90}">
      <dsp:nvSpPr>
        <dsp:cNvPr id="0" name=""/>
        <dsp:cNvSpPr/>
      </dsp:nvSpPr>
      <dsp:spPr>
        <a:xfrm>
          <a:off x="249367" y="3889721"/>
          <a:ext cx="2271724" cy="5891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a:t>NO IQ:</a:t>
          </a:r>
        </a:p>
      </dsp:txBody>
      <dsp:txXfrm>
        <a:off x="278124" y="3918478"/>
        <a:ext cx="2214210" cy="531586"/>
      </dsp:txXfrm>
    </dsp:sp>
    <dsp:sp modelId="{31760166-CD6B-47D9-8C9A-C91C2E427C86}">
      <dsp:nvSpPr>
        <dsp:cNvPr id="0" name=""/>
        <dsp:cNvSpPr/>
      </dsp:nvSpPr>
      <dsp:spPr>
        <a:xfrm>
          <a:off x="2521092" y="4537731"/>
          <a:ext cx="5666958" cy="589100"/>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 tIns="9525" rIns="9525" bIns="9525" numCol="1" spcCol="1270" anchor="t" anchorCtr="0">
          <a:noAutofit/>
        </a:bodyPr>
        <a:lstStyle/>
        <a:p>
          <a:pPr marL="114300" lvl="1" indent="-114300" algn="l" defTabSz="666750">
            <a:lnSpc>
              <a:spcPct val="90000"/>
            </a:lnSpc>
            <a:spcBef>
              <a:spcPct val="0"/>
            </a:spcBef>
            <a:spcAft>
              <a:spcPct val="15000"/>
            </a:spcAft>
            <a:buChar char="•"/>
          </a:pPr>
          <a:r>
            <a:rPr lang="en-US" sz="1500" kern="1200"/>
            <a:t>Computer does not have emotions, knowledge, experience and feeling.</a:t>
          </a:r>
        </a:p>
      </dsp:txBody>
      <dsp:txXfrm>
        <a:off x="2521092" y="4611369"/>
        <a:ext cx="5446046" cy="441825"/>
      </dsp:txXfrm>
    </dsp:sp>
    <dsp:sp modelId="{AB69C452-7A26-41EC-9000-BF4138AD4EB7}">
      <dsp:nvSpPr>
        <dsp:cNvPr id="0" name=""/>
        <dsp:cNvSpPr/>
      </dsp:nvSpPr>
      <dsp:spPr>
        <a:xfrm>
          <a:off x="249367" y="4537731"/>
          <a:ext cx="2271724" cy="5891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a:t>NO FEELING:</a:t>
          </a:r>
        </a:p>
      </dsp:txBody>
      <dsp:txXfrm>
        <a:off x="278124" y="4566488"/>
        <a:ext cx="2214210" cy="5315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5E04EC-41AA-47F1-8867-D0D5B1A0F931}">
      <dsp:nvSpPr>
        <dsp:cNvPr id="0" name=""/>
        <dsp:cNvSpPr/>
      </dsp:nvSpPr>
      <dsp:spPr>
        <a:xfrm>
          <a:off x="3169757" y="1509"/>
          <a:ext cx="4754636" cy="817396"/>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kern="1200">
              <a:solidFill>
                <a:schemeClr val="tx2">
                  <a:lumMod val="50000"/>
                </a:schemeClr>
              </a:solidFill>
            </a:rPr>
            <a:t>1946 – 1959 </a:t>
          </a:r>
          <a:endParaRPr lang="en-US" sz="2800" kern="1200"/>
        </a:p>
      </dsp:txBody>
      <dsp:txXfrm>
        <a:off x="3169757" y="103684"/>
        <a:ext cx="4448113" cy="613047"/>
      </dsp:txXfrm>
    </dsp:sp>
    <dsp:sp modelId="{C6F8B479-4718-41C5-ABDE-E157F922BA16}">
      <dsp:nvSpPr>
        <dsp:cNvPr id="0" name=""/>
        <dsp:cNvSpPr/>
      </dsp:nvSpPr>
      <dsp:spPr>
        <a:xfrm>
          <a:off x="0" y="1509"/>
          <a:ext cx="3169757" cy="81739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l" defTabSz="1200150">
            <a:lnSpc>
              <a:spcPct val="90000"/>
            </a:lnSpc>
            <a:spcBef>
              <a:spcPct val="0"/>
            </a:spcBef>
            <a:spcAft>
              <a:spcPct val="35000"/>
            </a:spcAft>
            <a:buNone/>
          </a:pPr>
          <a:r>
            <a:rPr lang="en-US" sz="2700" kern="1200">
              <a:solidFill>
                <a:schemeClr val="bg1"/>
              </a:solidFill>
            </a:rPr>
            <a:t>First generation</a:t>
          </a:r>
        </a:p>
      </dsp:txBody>
      <dsp:txXfrm>
        <a:off x="39902" y="41411"/>
        <a:ext cx="3089953" cy="737592"/>
      </dsp:txXfrm>
    </dsp:sp>
    <dsp:sp modelId="{76C3041E-3DAD-47B1-931A-1239148940D1}">
      <dsp:nvSpPr>
        <dsp:cNvPr id="0" name=""/>
        <dsp:cNvSpPr/>
      </dsp:nvSpPr>
      <dsp:spPr>
        <a:xfrm>
          <a:off x="3169757" y="900645"/>
          <a:ext cx="4754636" cy="817396"/>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kern="1200"/>
            <a:t>1959 - 1965</a:t>
          </a:r>
        </a:p>
      </dsp:txBody>
      <dsp:txXfrm>
        <a:off x="3169757" y="1002820"/>
        <a:ext cx="4448113" cy="613047"/>
      </dsp:txXfrm>
    </dsp:sp>
    <dsp:sp modelId="{DBD7B3F0-0123-4C30-8CFA-CA3EF5C80CE1}">
      <dsp:nvSpPr>
        <dsp:cNvPr id="0" name=""/>
        <dsp:cNvSpPr/>
      </dsp:nvSpPr>
      <dsp:spPr>
        <a:xfrm>
          <a:off x="0" y="900645"/>
          <a:ext cx="3169757" cy="81739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l" defTabSz="1200150">
            <a:lnSpc>
              <a:spcPct val="90000"/>
            </a:lnSpc>
            <a:spcBef>
              <a:spcPct val="0"/>
            </a:spcBef>
            <a:spcAft>
              <a:spcPct val="35000"/>
            </a:spcAft>
            <a:buNone/>
          </a:pPr>
          <a:r>
            <a:rPr lang="en-US" sz="2700" kern="1200"/>
            <a:t>Second generation</a:t>
          </a:r>
        </a:p>
      </dsp:txBody>
      <dsp:txXfrm>
        <a:off x="39902" y="940547"/>
        <a:ext cx="3089953" cy="737592"/>
      </dsp:txXfrm>
    </dsp:sp>
    <dsp:sp modelId="{FAB1EB95-6660-439E-B0A5-14D2690CA9B1}">
      <dsp:nvSpPr>
        <dsp:cNvPr id="0" name=""/>
        <dsp:cNvSpPr/>
      </dsp:nvSpPr>
      <dsp:spPr>
        <a:xfrm>
          <a:off x="3169757" y="1799782"/>
          <a:ext cx="4754636" cy="817396"/>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kern="1200"/>
            <a:t>1965 – 1971</a:t>
          </a:r>
        </a:p>
      </dsp:txBody>
      <dsp:txXfrm>
        <a:off x="3169757" y="1901957"/>
        <a:ext cx="4448113" cy="613047"/>
      </dsp:txXfrm>
    </dsp:sp>
    <dsp:sp modelId="{696FE5C0-A9D2-450E-A45A-77B0A9AD8CAA}">
      <dsp:nvSpPr>
        <dsp:cNvPr id="0" name=""/>
        <dsp:cNvSpPr/>
      </dsp:nvSpPr>
      <dsp:spPr>
        <a:xfrm>
          <a:off x="0" y="1799782"/>
          <a:ext cx="3169757" cy="81739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l" defTabSz="1200150">
            <a:lnSpc>
              <a:spcPct val="90000"/>
            </a:lnSpc>
            <a:spcBef>
              <a:spcPct val="0"/>
            </a:spcBef>
            <a:spcAft>
              <a:spcPct val="35000"/>
            </a:spcAft>
            <a:buNone/>
          </a:pPr>
          <a:r>
            <a:rPr lang="en-US" sz="2700" kern="1200"/>
            <a:t>Third generation</a:t>
          </a:r>
        </a:p>
      </dsp:txBody>
      <dsp:txXfrm>
        <a:off x="39902" y="1839684"/>
        <a:ext cx="3089953" cy="737592"/>
      </dsp:txXfrm>
    </dsp:sp>
    <dsp:sp modelId="{BB88F2B2-7FC0-4C68-9EA1-CDB67E586385}">
      <dsp:nvSpPr>
        <dsp:cNvPr id="0" name=""/>
        <dsp:cNvSpPr/>
      </dsp:nvSpPr>
      <dsp:spPr>
        <a:xfrm>
          <a:off x="3169757" y="2698918"/>
          <a:ext cx="4754636" cy="817396"/>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kern="1200"/>
            <a:t>1971 -1980</a:t>
          </a:r>
        </a:p>
      </dsp:txBody>
      <dsp:txXfrm>
        <a:off x="3169757" y="2801093"/>
        <a:ext cx="4448113" cy="613047"/>
      </dsp:txXfrm>
    </dsp:sp>
    <dsp:sp modelId="{F15E733B-C3A0-431D-8E89-A0696BC1FC13}">
      <dsp:nvSpPr>
        <dsp:cNvPr id="0" name=""/>
        <dsp:cNvSpPr/>
      </dsp:nvSpPr>
      <dsp:spPr>
        <a:xfrm>
          <a:off x="0" y="2698918"/>
          <a:ext cx="3169757" cy="81739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l" defTabSz="1200150">
            <a:lnSpc>
              <a:spcPct val="90000"/>
            </a:lnSpc>
            <a:spcBef>
              <a:spcPct val="0"/>
            </a:spcBef>
            <a:spcAft>
              <a:spcPct val="35000"/>
            </a:spcAft>
            <a:buNone/>
          </a:pPr>
          <a:r>
            <a:rPr lang="en-US" sz="2700" kern="1200"/>
            <a:t>Fourth generation</a:t>
          </a:r>
        </a:p>
      </dsp:txBody>
      <dsp:txXfrm>
        <a:off x="39902" y="2738820"/>
        <a:ext cx="3089953" cy="737592"/>
      </dsp:txXfrm>
    </dsp:sp>
    <dsp:sp modelId="{D7B18198-877D-46ED-9FC6-5639D86D1267}">
      <dsp:nvSpPr>
        <dsp:cNvPr id="0" name=""/>
        <dsp:cNvSpPr/>
      </dsp:nvSpPr>
      <dsp:spPr>
        <a:xfrm>
          <a:off x="3169757" y="3598054"/>
          <a:ext cx="4754636" cy="817396"/>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kern="1200"/>
            <a:t>1980 – till date</a:t>
          </a:r>
        </a:p>
      </dsp:txBody>
      <dsp:txXfrm>
        <a:off x="3169757" y="3700229"/>
        <a:ext cx="4448113" cy="613047"/>
      </dsp:txXfrm>
    </dsp:sp>
    <dsp:sp modelId="{6D5F8713-49DE-4D66-A050-65FDF7FE6DC4}">
      <dsp:nvSpPr>
        <dsp:cNvPr id="0" name=""/>
        <dsp:cNvSpPr/>
      </dsp:nvSpPr>
      <dsp:spPr>
        <a:xfrm>
          <a:off x="0" y="3598054"/>
          <a:ext cx="3169757" cy="81739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l" defTabSz="1200150">
            <a:lnSpc>
              <a:spcPct val="90000"/>
            </a:lnSpc>
            <a:spcBef>
              <a:spcPct val="0"/>
            </a:spcBef>
            <a:spcAft>
              <a:spcPct val="35000"/>
            </a:spcAft>
            <a:buNone/>
          </a:pPr>
          <a:r>
            <a:rPr lang="en-US" sz="2700" kern="1200"/>
            <a:t>Fifth generation</a:t>
          </a:r>
        </a:p>
      </dsp:txBody>
      <dsp:txXfrm>
        <a:off x="39902" y="3637956"/>
        <a:ext cx="3089953" cy="7375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F940FF-0BB2-45B9-BC95-506DFDDED158}">
      <dsp:nvSpPr>
        <dsp:cNvPr id="0" name=""/>
        <dsp:cNvSpPr/>
      </dsp:nvSpPr>
      <dsp:spPr>
        <a:xfrm>
          <a:off x="4099" y="67127"/>
          <a:ext cx="2096913" cy="599568"/>
        </a:xfrm>
        <a:prstGeom prst="rect">
          <a:avLst/>
        </a:prstGeom>
        <a:solidFill>
          <a:schemeClr val="accent3">
            <a:lumMod val="20000"/>
            <a:lumOff val="80000"/>
          </a:schemeClr>
        </a:solid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35128" tIns="48260" rIns="135128" bIns="48260" numCol="1" spcCol="1270" anchor="ctr" anchorCtr="0">
          <a:noAutofit/>
        </a:bodyPr>
        <a:lstStyle/>
        <a:p>
          <a:pPr marL="0" lvl="0" indent="0" algn="r" defTabSz="844550">
            <a:lnSpc>
              <a:spcPct val="90000"/>
            </a:lnSpc>
            <a:spcBef>
              <a:spcPct val="0"/>
            </a:spcBef>
            <a:spcAft>
              <a:spcPct val="35000"/>
            </a:spcAft>
            <a:buNone/>
          </a:pPr>
          <a:r>
            <a:rPr lang="en-US" sz="1900" kern="1200">
              <a:solidFill>
                <a:srgbClr val="002060"/>
              </a:solidFill>
            </a:rPr>
            <a:t>Main electronic component</a:t>
          </a:r>
        </a:p>
      </dsp:txBody>
      <dsp:txXfrm>
        <a:off x="4099" y="67127"/>
        <a:ext cx="2096913" cy="599568"/>
      </dsp:txXfrm>
    </dsp:sp>
    <dsp:sp modelId="{E1601D23-99F5-422D-8E6C-E09A8ED146FA}">
      <dsp:nvSpPr>
        <dsp:cNvPr id="0" name=""/>
        <dsp:cNvSpPr/>
      </dsp:nvSpPr>
      <dsp:spPr>
        <a:xfrm>
          <a:off x="2101013" y="67127"/>
          <a:ext cx="419382" cy="599568"/>
        </a:xfrm>
        <a:prstGeom prst="leftBrace">
          <a:avLst>
            <a:gd name="adj1" fmla="val 35000"/>
            <a:gd name="adj2" fmla="val 50000"/>
          </a:avLst>
        </a:prstGeom>
        <a:noFill/>
        <a:ln w="25400" cap="flat" cmpd="sng" algn="ctr">
          <a:solidFill>
            <a:schemeClr val="tx2"/>
          </a:solidFill>
          <a:prstDash val="solid"/>
        </a:ln>
        <a:effectLst/>
      </dsp:spPr>
      <dsp:style>
        <a:lnRef idx="2">
          <a:scrgbClr r="0" g="0" b="0"/>
        </a:lnRef>
        <a:fillRef idx="0">
          <a:scrgbClr r="0" g="0" b="0"/>
        </a:fillRef>
        <a:effectRef idx="0">
          <a:scrgbClr r="0" g="0" b="0"/>
        </a:effectRef>
        <a:fontRef idx="minor"/>
      </dsp:style>
    </dsp:sp>
    <dsp:sp modelId="{1987EC98-C39B-4CCD-BB4E-B9AB0B03D2F7}">
      <dsp:nvSpPr>
        <dsp:cNvPr id="0" name=""/>
        <dsp:cNvSpPr/>
      </dsp:nvSpPr>
      <dsp:spPr>
        <a:xfrm>
          <a:off x="2688149" y="67127"/>
          <a:ext cx="5703605" cy="59956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171450" lvl="1" indent="-171450" algn="l" defTabSz="844550">
            <a:lnSpc>
              <a:spcPct val="90000"/>
            </a:lnSpc>
            <a:spcBef>
              <a:spcPct val="0"/>
            </a:spcBef>
            <a:spcAft>
              <a:spcPct val="15000"/>
            </a:spcAft>
            <a:buChar char="•"/>
          </a:pPr>
          <a:r>
            <a:rPr lang="en-US" sz="1900" kern="1200"/>
            <a:t>Vacuum tube</a:t>
          </a:r>
        </a:p>
      </dsp:txBody>
      <dsp:txXfrm>
        <a:off x="2688149" y="67127"/>
        <a:ext cx="5703605" cy="599568"/>
      </dsp:txXfrm>
    </dsp:sp>
    <dsp:sp modelId="{067EBDF0-7A42-4A4C-8C6E-F3EA3AD09CCA}">
      <dsp:nvSpPr>
        <dsp:cNvPr id="0" name=""/>
        <dsp:cNvSpPr/>
      </dsp:nvSpPr>
      <dsp:spPr>
        <a:xfrm>
          <a:off x="4099" y="735096"/>
          <a:ext cx="2096913" cy="599568"/>
        </a:xfrm>
        <a:prstGeom prst="rect">
          <a:avLst/>
        </a:prstGeom>
        <a:solidFill>
          <a:schemeClr val="accent3">
            <a:lumMod val="20000"/>
            <a:lumOff val="80000"/>
          </a:schemeClr>
        </a:solid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35128" tIns="48260" rIns="135128" bIns="48260" numCol="1" spcCol="1270" anchor="ctr" anchorCtr="0">
          <a:noAutofit/>
        </a:bodyPr>
        <a:lstStyle/>
        <a:p>
          <a:pPr marL="0" lvl="0" indent="0" algn="r" defTabSz="844550">
            <a:lnSpc>
              <a:spcPct val="90000"/>
            </a:lnSpc>
            <a:spcBef>
              <a:spcPct val="0"/>
            </a:spcBef>
            <a:spcAft>
              <a:spcPct val="35000"/>
            </a:spcAft>
            <a:buNone/>
          </a:pPr>
          <a:r>
            <a:rPr lang="en-US" sz="1900" kern="1200">
              <a:solidFill>
                <a:srgbClr val="002060"/>
              </a:solidFill>
            </a:rPr>
            <a:t>Programming language</a:t>
          </a:r>
        </a:p>
      </dsp:txBody>
      <dsp:txXfrm>
        <a:off x="4099" y="735096"/>
        <a:ext cx="2096913" cy="599568"/>
      </dsp:txXfrm>
    </dsp:sp>
    <dsp:sp modelId="{AB0DAB75-C946-4B97-9039-C2338CF4646C}">
      <dsp:nvSpPr>
        <dsp:cNvPr id="0" name=""/>
        <dsp:cNvSpPr/>
      </dsp:nvSpPr>
      <dsp:spPr>
        <a:xfrm>
          <a:off x="2101013" y="735096"/>
          <a:ext cx="419382" cy="599568"/>
        </a:xfrm>
        <a:prstGeom prst="leftBrace">
          <a:avLst>
            <a:gd name="adj1" fmla="val 35000"/>
            <a:gd name="adj2" fmla="val 50000"/>
          </a:avLst>
        </a:prstGeom>
        <a:noFill/>
        <a:ln w="25400" cap="flat" cmpd="sng" algn="ctr">
          <a:solidFill>
            <a:schemeClr val="tx2"/>
          </a:solidFill>
          <a:prstDash val="solid"/>
        </a:ln>
        <a:effectLst/>
      </dsp:spPr>
      <dsp:style>
        <a:lnRef idx="2">
          <a:scrgbClr r="0" g="0" b="0"/>
        </a:lnRef>
        <a:fillRef idx="0">
          <a:scrgbClr r="0" g="0" b="0"/>
        </a:fillRef>
        <a:effectRef idx="0">
          <a:scrgbClr r="0" g="0" b="0"/>
        </a:effectRef>
        <a:fontRef idx="minor"/>
      </dsp:style>
    </dsp:sp>
    <dsp:sp modelId="{6E53630C-4FF8-49A3-A3C1-E0659CEAFCEB}">
      <dsp:nvSpPr>
        <dsp:cNvPr id="0" name=""/>
        <dsp:cNvSpPr/>
      </dsp:nvSpPr>
      <dsp:spPr>
        <a:xfrm>
          <a:off x="2688149" y="735096"/>
          <a:ext cx="5703605" cy="59956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171450" lvl="1" indent="-171450" algn="l" defTabSz="844550">
            <a:lnSpc>
              <a:spcPct val="90000"/>
            </a:lnSpc>
            <a:spcBef>
              <a:spcPct val="0"/>
            </a:spcBef>
            <a:spcAft>
              <a:spcPct val="15000"/>
            </a:spcAft>
            <a:buChar char="•"/>
          </a:pPr>
          <a:r>
            <a:rPr lang="en-US" sz="1900" kern="1200"/>
            <a:t>Machine Language</a:t>
          </a:r>
        </a:p>
      </dsp:txBody>
      <dsp:txXfrm>
        <a:off x="2688149" y="735096"/>
        <a:ext cx="5703605" cy="599568"/>
      </dsp:txXfrm>
    </dsp:sp>
    <dsp:sp modelId="{54E46023-4821-4D8C-941E-E932B7719DEE}">
      <dsp:nvSpPr>
        <dsp:cNvPr id="0" name=""/>
        <dsp:cNvSpPr/>
      </dsp:nvSpPr>
      <dsp:spPr>
        <a:xfrm>
          <a:off x="4099" y="1414821"/>
          <a:ext cx="2096913" cy="376200"/>
        </a:xfrm>
        <a:prstGeom prst="rect">
          <a:avLst/>
        </a:prstGeom>
        <a:solidFill>
          <a:schemeClr val="accent3">
            <a:lumMod val="20000"/>
            <a:lumOff val="80000"/>
          </a:schemeClr>
        </a:solid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35128" tIns="48260" rIns="135128" bIns="48260" numCol="1" spcCol="1270" anchor="ctr" anchorCtr="0">
          <a:noAutofit/>
        </a:bodyPr>
        <a:lstStyle/>
        <a:p>
          <a:pPr marL="0" lvl="0" indent="0" algn="r" defTabSz="844550">
            <a:lnSpc>
              <a:spcPct val="90000"/>
            </a:lnSpc>
            <a:spcBef>
              <a:spcPct val="0"/>
            </a:spcBef>
            <a:spcAft>
              <a:spcPct val="35000"/>
            </a:spcAft>
            <a:buNone/>
          </a:pPr>
          <a:r>
            <a:rPr lang="en-US" sz="1900" kern="1200"/>
            <a:t>Main Memory</a:t>
          </a:r>
        </a:p>
      </dsp:txBody>
      <dsp:txXfrm>
        <a:off x="4099" y="1414821"/>
        <a:ext cx="2096913" cy="376200"/>
      </dsp:txXfrm>
    </dsp:sp>
    <dsp:sp modelId="{447302F0-3EF2-4B76-AF0E-7C6EB30F5118}">
      <dsp:nvSpPr>
        <dsp:cNvPr id="0" name=""/>
        <dsp:cNvSpPr/>
      </dsp:nvSpPr>
      <dsp:spPr>
        <a:xfrm>
          <a:off x="2101013" y="1403064"/>
          <a:ext cx="419382" cy="399712"/>
        </a:xfrm>
        <a:prstGeom prst="leftBrace">
          <a:avLst>
            <a:gd name="adj1" fmla="val 35000"/>
            <a:gd name="adj2" fmla="val 50000"/>
          </a:avLst>
        </a:prstGeom>
        <a:noFill/>
        <a:ln w="25400" cap="flat" cmpd="sng" algn="ctr">
          <a:solidFill>
            <a:schemeClr val="tx2"/>
          </a:solidFill>
          <a:prstDash val="solid"/>
        </a:ln>
        <a:effectLst/>
      </dsp:spPr>
      <dsp:style>
        <a:lnRef idx="2">
          <a:scrgbClr r="0" g="0" b="0"/>
        </a:lnRef>
        <a:fillRef idx="0">
          <a:scrgbClr r="0" g="0" b="0"/>
        </a:fillRef>
        <a:effectRef idx="0">
          <a:scrgbClr r="0" g="0" b="0"/>
        </a:effectRef>
        <a:fontRef idx="minor"/>
      </dsp:style>
    </dsp:sp>
    <dsp:sp modelId="{0151C798-85B6-4F1F-9F06-919AD18C8972}">
      <dsp:nvSpPr>
        <dsp:cNvPr id="0" name=""/>
        <dsp:cNvSpPr/>
      </dsp:nvSpPr>
      <dsp:spPr>
        <a:xfrm>
          <a:off x="2688149" y="1403064"/>
          <a:ext cx="5703605" cy="39971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171450" lvl="1" indent="-171450" algn="l" defTabSz="844550">
            <a:lnSpc>
              <a:spcPct val="90000"/>
            </a:lnSpc>
            <a:spcBef>
              <a:spcPct val="0"/>
            </a:spcBef>
            <a:spcAft>
              <a:spcPct val="15000"/>
            </a:spcAft>
            <a:buChar char="•"/>
          </a:pPr>
          <a:r>
            <a:rPr lang="en-US" sz="1900" kern="1200"/>
            <a:t>Magnetic tapes and magnetic drums.</a:t>
          </a:r>
        </a:p>
      </dsp:txBody>
      <dsp:txXfrm>
        <a:off x="2688149" y="1403064"/>
        <a:ext cx="5703605" cy="399712"/>
      </dsp:txXfrm>
    </dsp:sp>
    <dsp:sp modelId="{6D9252FB-0787-4FC5-A086-CAD89F4D1A0C}">
      <dsp:nvSpPr>
        <dsp:cNvPr id="0" name=""/>
        <dsp:cNvSpPr/>
      </dsp:nvSpPr>
      <dsp:spPr>
        <a:xfrm>
          <a:off x="4099" y="1871177"/>
          <a:ext cx="2096913" cy="599568"/>
        </a:xfrm>
        <a:prstGeom prst="rect">
          <a:avLst/>
        </a:prstGeom>
        <a:solidFill>
          <a:schemeClr val="accent3">
            <a:lumMod val="20000"/>
            <a:lumOff val="80000"/>
          </a:schemeClr>
        </a:solid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35128" tIns="48260" rIns="135128" bIns="48260" numCol="1" spcCol="1270" anchor="ctr" anchorCtr="0">
          <a:noAutofit/>
        </a:bodyPr>
        <a:lstStyle/>
        <a:p>
          <a:pPr marL="0" lvl="0" indent="0" algn="r" defTabSz="844550">
            <a:lnSpc>
              <a:spcPct val="90000"/>
            </a:lnSpc>
            <a:spcBef>
              <a:spcPct val="0"/>
            </a:spcBef>
            <a:spcAft>
              <a:spcPct val="35000"/>
            </a:spcAft>
            <a:buNone/>
          </a:pPr>
          <a:r>
            <a:rPr lang="en-US" sz="1900" kern="1200">
              <a:solidFill>
                <a:srgbClr val="002060"/>
              </a:solidFill>
            </a:rPr>
            <a:t>Input/output devices</a:t>
          </a:r>
        </a:p>
      </dsp:txBody>
      <dsp:txXfrm>
        <a:off x="4099" y="1871177"/>
        <a:ext cx="2096913" cy="599568"/>
      </dsp:txXfrm>
    </dsp:sp>
    <dsp:sp modelId="{14813EF9-56B0-4C5A-96D3-CE6A01435830}">
      <dsp:nvSpPr>
        <dsp:cNvPr id="0" name=""/>
        <dsp:cNvSpPr/>
      </dsp:nvSpPr>
      <dsp:spPr>
        <a:xfrm>
          <a:off x="2101013" y="1871177"/>
          <a:ext cx="419382" cy="599568"/>
        </a:xfrm>
        <a:prstGeom prst="leftBrace">
          <a:avLst>
            <a:gd name="adj1" fmla="val 35000"/>
            <a:gd name="adj2" fmla="val 50000"/>
          </a:avLst>
        </a:prstGeom>
        <a:noFill/>
        <a:ln w="25400" cap="flat" cmpd="sng" algn="ctr">
          <a:solidFill>
            <a:schemeClr val="tx2"/>
          </a:solidFill>
          <a:prstDash val="solid"/>
        </a:ln>
        <a:effectLst/>
      </dsp:spPr>
      <dsp:style>
        <a:lnRef idx="2">
          <a:scrgbClr r="0" g="0" b="0"/>
        </a:lnRef>
        <a:fillRef idx="0">
          <a:scrgbClr r="0" g="0" b="0"/>
        </a:fillRef>
        <a:effectRef idx="0">
          <a:scrgbClr r="0" g="0" b="0"/>
        </a:effectRef>
        <a:fontRef idx="minor"/>
      </dsp:style>
    </dsp:sp>
    <dsp:sp modelId="{56FE3C06-5C15-4B59-B712-9FA38DA8254A}">
      <dsp:nvSpPr>
        <dsp:cNvPr id="0" name=""/>
        <dsp:cNvSpPr/>
      </dsp:nvSpPr>
      <dsp:spPr>
        <a:xfrm>
          <a:off x="2688149" y="1871177"/>
          <a:ext cx="5703605" cy="59956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171450" lvl="1" indent="-171450" algn="l" defTabSz="844550">
            <a:lnSpc>
              <a:spcPct val="90000"/>
            </a:lnSpc>
            <a:spcBef>
              <a:spcPct val="0"/>
            </a:spcBef>
            <a:spcAft>
              <a:spcPct val="15000"/>
            </a:spcAft>
            <a:buChar char="•"/>
          </a:pPr>
          <a:r>
            <a:rPr lang="en-US" sz="1900" kern="1200"/>
            <a:t>Paper tape and punched cards.</a:t>
          </a:r>
        </a:p>
      </dsp:txBody>
      <dsp:txXfrm>
        <a:off x="2688149" y="1871177"/>
        <a:ext cx="5703605" cy="599568"/>
      </dsp:txXfrm>
    </dsp:sp>
    <dsp:sp modelId="{EA5D206E-0B0F-4722-B342-7FFC9D9E795D}">
      <dsp:nvSpPr>
        <dsp:cNvPr id="0" name=""/>
        <dsp:cNvSpPr/>
      </dsp:nvSpPr>
      <dsp:spPr>
        <a:xfrm>
          <a:off x="4099" y="2674343"/>
          <a:ext cx="2096913" cy="376200"/>
        </a:xfrm>
        <a:prstGeom prst="rect">
          <a:avLst/>
        </a:prstGeom>
        <a:solidFill>
          <a:schemeClr val="accent3">
            <a:lumMod val="20000"/>
            <a:lumOff val="80000"/>
          </a:schemeClr>
        </a:solid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35128" tIns="48260" rIns="135128" bIns="48260" numCol="1" spcCol="1270" anchor="ctr" anchorCtr="0">
          <a:noAutofit/>
        </a:bodyPr>
        <a:lstStyle/>
        <a:p>
          <a:pPr marL="0" lvl="0" indent="0" algn="r" defTabSz="844550">
            <a:lnSpc>
              <a:spcPct val="90000"/>
            </a:lnSpc>
            <a:spcBef>
              <a:spcPct val="0"/>
            </a:spcBef>
            <a:spcAft>
              <a:spcPct val="35000"/>
            </a:spcAft>
            <a:buNone/>
          </a:pPr>
          <a:r>
            <a:rPr lang="en-US" sz="1900" kern="1200"/>
            <a:t>Speed and size</a:t>
          </a:r>
        </a:p>
      </dsp:txBody>
      <dsp:txXfrm>
        <a:off x="4099" y="2674343"/>
        <a:ext cx="2096913" cy="376200"/>
      </dsp:txXfrm>
    </dsp:sp>
    <dsp:sp modelId="{0C16E575-AB1A-4A2B-9F60-4ED8D44EAB40}">
      <dsp:nvSpPr>
        <dsp:cNvPr id="0" name=""/>
        <dsp:cNvSpPr/>
      </dsp:nvSpPr>
      <dsp:spPr>
        <a:xfrm>
          <a:off x="2101013" y="2539146"/>
          <a:ext cx="419382" cy="646593"/>
        </a:xfrm>
        <a:prstGeom prst="leftBrace">
          <a:avLst>
            <a:gd name="adj1" fmla="val 35000"/>
            <a:gd name="adj2" fmla="val 50000"/>
          </a:avLst>
        </a:prstGeom>
        <a:noFill/>
        <a:ln w="25400" cap="flat" cmpd="sng" algn="ctr">
          <a:solidFill>
            <a:schemeClr val="tx2"/>
          </a:solidFill>
          <a:prstDash val="solid"/>
        </a:ln>
        <a:effectLst/>
      </dsp:spPr>
      <dsp:style>
        <a:lnRef idx="2">
          <a:scrgbClr r="0" g="0" b="0"/>
        </a:lnRef>
        <a:fillRef idx="0">
          <a:scrgbClr r="0" g="0" b="0"/>
        </a:fillRef>
        <a:effectRef idx="0">
          <a:scrgbClr r="0" g="0" b="0"/>
        </a:effectRef>
        <a:fontRef idx="minor"/>
      </dsp:style>
    </dsp:sp>
    <dsp:sp modelId="{A2E197CF-8A53-4DC3-9A1E-137835D2FE54}">
      <dsp:nvSpPr>
        <dsp:cNvPr id="0" name=""/>
        <dsp:cNvSpPr/>
      </dsp:nvSpPr>
      <dsp:spPr>
        <a:xfrm>
          <a:off x="2688149" y="2539146"/>
          <a:ext cx="5703605" cy="64659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171450" lvl="1" indent="-171450" algn="l" defTabSz="844550">
            <a:lnSpc>
              <a:spcPct val="90000"/>
            </a:lnSpc>
            <a:spcBef>
              <a:spcPct val="0"/>
            </a:spcBef>
            <a:spcAft>
              <a:spcPct val="15000"/>
            </a:spcAft>
            <a:buChar char="•"/>
          </a:pPr>
          <a:r>
            <a:rPr lang="en-US" sz="1900" kern="1200"/>
            <a:t>Very slow and very large in size (often taking up entire room)</a:t>
          </a:r>
        </a:p>
      </dsp:txBody>
      <dsp:txXfrm>
        <a:off x="2688149" y="2539146"/>
        <a:ext cx="5703605" cy="646593"/>
      </dsp:txXfrm>
    </dsp:sp>
    <dsp:sp modelId="{8B42D8BE-5E10-4748-BD0E-126BF4EFBE7A}">
      <dsp:nvSpPr>
        <dsp:cNvPr id="0" name=""/>
        <dsp:cNvSpPr/>
      </dsp:nvSpPr>
      <dsp:spPr>
        <a:xfrm>
          <a:off x="4099" y="3254139"/>
          <a:ext cx="2096913" cy="599568"/>
        </a:xfrm>
        <a:prstGeom prst="rect">
          <a:avLst/>
        </a:prstGeom>
        <a:solidFill>
          <a:schemeClr val="accent3">
            <a:lumMod val="20000"/>
            <a:lumOff val="80000"/>
          </a:schemeClr>
        </a:solid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35128" tIns="48260" rIns="135128" bIns="48260" numCol="1" spcCol="1270" anchor="ctr" anchorCtr="0">
          <a:noAutofit/>
        </a:bodyPr>
        <a:lstStyle/>
        <a:p>
          <a:pPr marL="0" lvl="0" indent="0" algn="r" defTabSz="844550">
            <a:lnSpc>
              <a:spcPct val="90000"/>
            </a:lnSpc>
            <a:spcBef>
              <a:spcPct val="0"/>
            </a:spcBef>
            <a:spcAft>
              <a:spcPct val="35000"/>
            </a:spcAft>
            <a:buNone/>
          </a:pPr>
          <a:r>
            <a:rPr lang="en-US" sz="1900" b="0" i="0" kern="1200"/>
            <a:t>Examples of the first generation</a:t>
          </a:r>
          <a:endParaRPr lang="en-US" sz="1900" kern="1200"/>
        </a:p>
      </dsp:txBody>
      <dsp:txXfrm>
        <a:off x="4099" y="3254139"/>
        <a:ext cx="2096913" cy="599568"/>
      </dsp:txXfrm>
    </dsp:sp>
    <dsp:sp modelId="{DC2C5C34-6996-44D8-9D16-E0BAD04DB532}">
      <dsp:nvSpPr>
        <dsp:cNvPr id="0" name=""/>
        <dsp:cNvSpPr/>
      </dsp:nvSpPr>
      <dsp:spPr>
        <a:xfrm>
          <a:off x="2101013" y="3254139"/>
          <a:ext cx="419382" cy="599568"/>
        </a:xfrm>
        <a:prstGeom prst="leftBrace">
          <a:avLst>
            <a:gd name="adj1" fmla="val 35000"/>
            <a:gd name="adj2" fmla="val 50000"/>
          </a:avLst>
        </a:prstGeom>
        <a:noFill/>
        <a:ln w="25400" cap="flat" cmpd="sng" algn="ctr">
          <a:solidFill>
            <a:schemeClr val="tx2"/>
          </a:solidFill>
          <a:prstDash val="solid"/>
        </a:ln>
        <a:effectLst/>
      </dsp:spPr>
      <dsp:style>
        <a:lnRef idx="2">
          <a:scrgbClr r="0" g="0" b="0"/>
        </a:lnRef>
        <a:fillRef idx="0">
          <a:scrgbClr r="0" g="0" b="0"/>
        </a:fillRef>
        <a:effectRef idx="0">
          <a:scrgbClr r="0" g="0" b="0"/>
        </a:effectRef>
        <a:fontRef idx="minor"/>
      </dsp:style>
    </dsp:sp>
    <dsp:sp modelId="{09746ED2-E8ED-4A4A-B511-EEDF6C94E755}">
      <dsp:nvSpPr>
        <dsp:cNvPr id="0" name=""/>
        <dsp:cNvSpPr/>
      </dsp:nvSpPr>
      <dsp:spPr>
        <a:xfrm>
          <a:off x="2688149" y="3254139"/>
          <a:ext cx="5703605" cy="59956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171450" lvl="1" indent="-171450" algn="l" defTabSz="844550">
            <a:lnSpc>
              <a:spcPct val="90000"/>
            </a:lnSpc>
            <a:spcBef>
              <a:spcPct val="0"/>
            </a:spcBef>
            <a:spcAft>
              <a:spcPct val="15000"/>
            </a:spcAft>
            <a:buChar char="•"/>
          </a:pPr>
          <a:r>
            <a:rPr lang="fr-FR" sz="1900" b="0" i="0" kern="1200"/>
            <a:t>IBM 650, IBM 701, ENIAC, UNIVAC1, etc.</a:t>
          </a:r>
          <a:endParaRPr lang="en-US" sz="1900" kern="1200"/>
        </a:p>
      </dsp:txBody>
      <dsp:txXfrm>
        <a:off x="2688149" y="3254139"/>
        <a:ext cx="5703605" cy="59956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F940FF-0BB2-45B9-BC95-506DFDDED158}">
      <dsp:nvSpPr>
        <dsp:cNvPr id="0" name=""/>
        <dsp:cNvSpPr/>
      </dsp:nvSpPr>
      <dsp:spPr>
        <a:xfrm>
          <a:off x="0" y="47480"/>
          <a:ext cx="2096913" cy="599568"/>
        </a:xfrm>
        <a:prstGeom prst="rect">
          <a:avLst/>
        </a:prstGeom>
        <a:solidFill>
          <a:schemeClr val="bg1">
            <a:lumMod val="95000"/>
          </a:schemeClr>
        </a:solid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35128" tIns="48260" rIns="135128" bIns="48260" numCol="1" spcCol="1270" anchor="ctr" anchorCtr="0">
          <a:noAutofit/>
        </a:bodyPr>
        <a:lstStyle/>
        <a:p>
          <a:pPr marL="0" lvl="0" indent="0" algn="r" defTabSz="844550">
            <a:lnSpc>
              <a:spcPct val="90000"/>
            </a:lnSpc>
            <a:spcBef>
              <a:spcPct val="0"/>
            </a:spcBef>
            <a:spcAft>
              <a:spcPct val="35000"/>
            </a:spcAft>
            <a:buNone/>
          </a:pPr>
          <a:r>
            <a:rPr lang="en-US" sz="1900" kern="1200"/>
            <a:t>Main electronic component</a:t>
          </a:r>
        </a:p>
      </dsp:txBody>
      <dsp:txXfrm>
        <a:off x="0" y="47480"/>
        <a:ext cx="2096913" cy="599568"/>
      </dsp:txXfrm>
    </dsp:sp>
    <dsp:sp modelId="{E1601D23-99F5-422D-8E6C-E09A8ED146FA}">
      <dsp:nvSpPr>
        <dsp:cNvPr id="0" name=""/>
        <dsp:cNvSpPr/>
      </dsp:nvSpPr>
      <dsp:spPr>
        <a:xfrm>
          <a:off x="2096913" y="47480"/>
          <a:ext cx="419382" cy="599568"/>
        </a:xfrm>
        <a:prstGeom prst="leftBrace">
          <a:avLst>
            <a:gd name="adj1" fmla="val 35000"/>
            <a:gd name="adj2" fmla="val 50000"/>
          </a:avLst>
        </a:pr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987EC98-C39B-4CCD-BB4E-B9AB0B03D2F7}">
      <dsp:nvSpPr>
        <dsp:cNvPr id="0" name=""/>
        <dsp:cNvSpPr/>
      </dsp:nvSpPr>
      <dsp:spPr>
        <a:xfrm>
          <a:off x="2684049" y="47480"/>
          <a:ext cx="5703605" cy="599568"/>
        </a:xfrm>
        <a:prstGeom prst="rect">
          <a:avLst/>
        </a:prstGeom>
        <a:solidFill>
          <a:schemeClr val="accent2">
            <a:shade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171450" lvl="1" indent="-171450" algn="l" defTabSz="844550">
            <a:lnSpc>
              <a:spcPct val="90000"/>
            </a:lnSpc>
            <a:spcBef>
              <a:spcPct val="0"/>
            </a:spcBef>
            <a:spcAft>
              <a:spcPct val="15000"/>
            </a:spcAft>
            <a:buChar char="•"/>
          </a:pPr>
          <a:r>
            <a:rPr lang="en-US" sz="1900" kern="1200"/>
            <a:t>Transistor</a:t>
          </a:r>
        </a:p>
      </dsp:txBody>
      <dsp:txXfrm>
        <a:off x="2684049" y="47480"/>
        <a:ext cx="5703605" cy="599568"/>
      </dsp:txXfrm>
    </dsp:sp>
    <dsp:sp modelId="{067EBDF0-7A42-4A4C-8C6E-F3EA3AD09CCA}">
      <dsp:nvSpPr>
        <dsp:cNvPr id="0" name=""/>
        <dsp:cNvSpPr/>
      </dsp:nvSpPr>
      <dsp:spPr>
        <a:xfrm>
          <a:off x="0" y="715449"/>
          <a:ext cx="2096913" cy="599568"/>
        </a:xfrm>
        <a:prstGeom prst="rect">
          <a:avLst/>
        </a:prstGeom>
        <a:solidFill>
          <a:schemeClr val="bg1">
            <a:lumMod val="95000"/>
          </a:schemeClr>
        </a:solid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35128" tIns="48260" rIns="135128" bIns="48260" numCol="1" spcCol="1270" anchor="ctr" anchorCtr="0">
          <a:noAutofit/>
        </a:bodyPr>
        <a:lstStyle/>
        <a:p>
          <a:pPr marL="0" lvl="0" indent="0" algn="r" defTabSz="844550">
            <a:lnSpc>
              <a:spcPct val="90000"/>
            </a:lnSpc>
            <a:spcBef>
              <a:spcPct val="0"/>
            </a:spcBef>
            <a:spcAft>
              <a:spcPct val="35000"/>
            </a:spcAft>
            <a:buNone/>
          </a:pPr>
          <a:r>
            <a:rPr lang="en-US" sz="1900" kern="1200"/>
            <a:t>Programming language</a:t>
          </a:r>
        </a:p>
      </dsp:txBody>
      <dsp:txXfrm>
        <a:off x="0" y="715449"/>
        <a:ext cx="2096913" cy="599568"/>
      </dsp:txXfrm>
    </dsp:sp>
    <dsp:sp modelId="{AB0DAB75-C946-4B97-9039-C2338CF4646C}">
      <dsp:nvSpPr>
        <dsp:cNvPr id="0" name=""/>
        <dsp:cNvSpPr/>
      </dsp:nvSpPr>
      <dsp:spPr>
        <a:xfrm>
          <a:off x="2096913" y="715449"/>
          <a:ext cx="419382" cy="599568"/>
        </a:xfrm>
        <a:prstGeom prst="leftBrace">
          <a:avLst>
            <a:gd name="adj1" fmla="val 35000"/>
            <a:gd name="adj2" fmla="val 50000"/>
          </a:avLst>
        </a:pr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E53630C-4FF8-49A3-A3C1-E0659CEAFCEB}">
      <dsp:nvSpPr>
        <dsp:cNvPr id="0" name=""/>
        <dsp:cNvSpPr/>
      </dsp:nvSpPr>
      <dsp:spPr>
        <a:xfrm>
          <a:off x="2684049" y="715449"/>
          <a:ext cx="5703605" cy="599568"/>
        </a:xfrm>
        <a:prstGeom prst="rect">
          <a:avLst/>
        </a:prstGeom>
        <a:solidFill>
          <a:schemeClr val="accent2">
            <a:shade val="50000"/>
            <a:hueOff val="207069"/>
            <a:satOff val="-30878"/>
            <a:lumOff val="2164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171450" lvl="1" indent="-171450" algn="l" defTabSz="844550">
            <a:lnSpc>
              <a:spcPct val="90000"/>
            </a:lnSpc>
            <a:spcBef>
              <a:spcPct val="0"/>
            </a:spcBef>
            <a:spcAft>
              <a:spcPct val="15000"/>
            </a:spcAft>
            <a:buChar char="•"/>
          </a:pPr>
          <a:r>
            <a:rPr lang="en-US" sz="1900" kern="1200"/>
            <a:t>Low-level and assembly language</a:t>
          </a:r>
        </a:p>
      </dsp:txBody>
      <dsp:txXfrm>
        <a:off x="2684049" y="715449"/>
        <a:ext cx="5703605" cy="599568"/>
      </dsp:txXfrm>
    </dsp:sp>
    <dsp:sp modelId="{54E46023-4821-4D8C-941E-E932B7719DEE}">
      <dsp:nvSpPr>
        <dsp:cNvPr id="0" name=""/>
        <dsp:cNvSpPr/>
      </dsp:nvSpPr>
      <dsp:spPr>
        <a:xfrm>
          <a:off x="0" y="1395174"/>
          <a:ext cx="2098963" cy="376200"/>
        </a:xfrm>
        <a:prstGeom prst="rect">
          <a:avLst/>
        </a:prstGeom>
        <a:solidFill>
          <a:schemeClr val="bg1">
            <a:lumMod val="95000"/>
          </a:schemeClr>
        </a:solid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35128" tIns="48260" rIns="135128" bIns="48260" numCol="1" spcCol="1270" anchor="ctr" anchorCtr="0">
          <a:noAutofit/>
        </a:bodyPr>
        <a:lstStyle/>
        <a:p>
          <a:pPr marL="0" lvl="0" indent="0" algn="r" defTabSz="844550">
            <a:lnSpc>
              <a:spcPct val="90000"/>
            </a:lnSpc>
            <a:spcBef>
              <a:spcPct val="0"/>
            </a:spcBef>
            <a:spcAft>
              <a:spcPct val="35000"/>
            </a:spcAft>
            <a:buNone/>
          </a:pPr>
          <a:r>
            <a:rPr lang="en-US" sz="1900" kern="1200"/>
            <a:t>Memory</a:t>
          </a:r>
        </a:p>
      </dsp:txBody>
      <dsp:txXfrm>
        <a:off x="0" y="1395174"/>
        <a:ext cx="2098963" cy="376200"/>
      </dsp:txXfrm>
    </dsp:sp>
    <dsp:sp modelId="{447302F0-3EF2-4B76-AF0E-7C6EB30F5118}">
      <dsp:nvSpPr>
        <dsp:cNvPr id="0" name=""/>
        <dsp:cNvSpPr/>
      </dsp:nvSpPr>
      <dsp:spPr>
        <a:xfrm>
          <a:off x="2098963" y="1383418"/>
          <a:ext cx="419792" cy="399712"/>
        </a:xfrm>
        <a:prstGeom prst="leftBrace">
          <a:avLst>
            <a:gd name="adj1" fmla="val 35000"/>
            <a:gd name="adj2" fmla="val 50000"/>
          </a:avLst>
        </a:pr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51C798-85B6-4F1F-9F06-919AD18C8972}">
      <dsp:nvSpPr>
        <dsp:cNvPr id="0" name=""/>
        <dsp:cNvSpPr/>
      </dsp:nvSpPr>
      <dsp:spPr>
        <a:xfrm>
          <a:off x="2686673" y="1383418"/>
          <a:ext cx="5709180" cy="399712"/>
        </a:xfrm>
        <a:prstGeom prst="rect">
          <a:avLst/>
        </a:prstGeom>
        <a:solidFill>
          <a:schemeClr val="accent2">
            <a:shade val="50000"/>
            <a:hueOff val="414138"/>
            <a:satOff val="-61755"/>
            <a:lumOff val="4328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171450" lvl="1" indent="-171450" algn="l" defTabSz="844550">
            <a:lnSpc>
              <a:spcPct val="90000"/>
            </a:lnSpc>
            <a:spcBef>
              <a:spcPct val="0"/>
            </a:spcBef>
            <a:spcAft>
              <a:spcPct val="15000"/>
            </a:spcAft>
            <a:buChar char="•"/>
          </a:pPr>
          <a:r>
            <a:rPr lang="en-US" sz="1900" b="0" i="0" kern="1200"/>
            <a:t>Magnetic core and magnetic tape/disk.</a:t>
          </a:r>
          <a:endParaRPr lang="en-US" sz="1900" kern="1200"/>
        </a:p>
      </dsp:txBody>
      <dsp:txXfrm>
        <a:off x="2686673" y="1383418"/>
        <a:ext cx="5709180" cy="399712"/>
      </dsp:txXfrm>
    </dsp:sp>
    <dsp:sp modelId="{6D9252FB-0787-4FC5-A086-CAD89F4D1A0C}">
      <dsp:nvSpPr>
        <dsp:cNvPr id="0" name=""/>
        <dsp:cNvSpPr/>
      </dsp:nvSpPr>
      <dsp:spPr>
        <a:xfrm>
          <a:off x="0" y="1851530"/>
          <a:ext cx="2096913" cy="599568"/>
        </a:xfrm>
        <a:prstGeom prst="rect">
          <a:avLst/>
        </a:prstGeom>
        <a:solidFill>
          <a:schemeClr val="bg1">
            <a:lumMod val="95000"/>
          </a:schemeClr>
        </a:solid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35128" tIns="48260" rIns="135128" bIns="48260" numCol="1" spcCol="1270" anchor="ctr" anchorCtr="0">
          <a:noAutofit/>
        </a:bodyPr>
        <a:lstStyle/>
        <a:p>
          <a:pPr marL="0" lvl="0" indent="0" algn="r" defTabSz="844550">
            <a:lnSpc>
              <a:spcPct val="90000"/>
            </a:lnSpc>
            <a:spcBef>
              <a:spcPct val="0"/>
            </a:spcBef>
            <a:spcAft>
              <a:spcPct val="35000"/>
            </a:spcAft>
            <a:buNone/>
          </a:pPr>
          <a:r>
            <a:rPr lang="en-US" sz="1900" kern="1200"/>
            <a:t>Input/output devices</a:t>
          </a:r>
        </a:p>
      </dsp:txBody>
      <dsp:txXfrm>
        <a:off x="0" y="1851530"/>
        <a:ext cx="2096913" cy="599568"/>
      </dsp:txXfrm>
    </dsp:sp>
    <dsp:sp modelId="{14813EF9-56B0-4C5A-96D3-CE6A01435830}">
      <dsp:nvSpPr>
        <dsp:cNvPr id="0" name=""/>
        <dsp:cNvSpPr/>
      </dsp:nvSpPr>
      <dsp:spPr>
        <a:xfrm>
          <a:off x="2096913" y="1851530"/>
          <a:ext cx="419382" cy="599568"/>
        </a:xfrm>
        <a:prstGeom prst="leftBrace">
          <a:avLst>
            <a:gd name="adj1" fmla="val 35000"/>
            <a:gd name="adj2" fmla="val 50000"/>
          </a:avLst>
        </a:pr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6FE3C06-5C15-4B59-B712-9FA38DA8254A}">
      <dsp:nvSpPr>
        <dsp:cNvPr id="0" name=""/>
        <dsp:cNvSpPr/>
      </dsp:nvSpPr>
      <dsp:spPr>
        <a:xfrm>
          <a:off x="2684049" y="1851530"/>
          <a:ext cx="5703605" cy="599568"/>
        </a:xfrm>
        <a:prstGeom prst="rect">
          <a:avLst/>
        </a:prstGeom>
        <a:solidFill>
          <a:schemeClr val="accent2">
            <a:shade val="50000"/>
            <a:hueOff val="621207"/>
            <a:satOff val="-92633"/>
            <a:lumOff val="6492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171450" lvl="1" indent="-171450" algn="l" defTabSz="844550">
            <a:lnSpc>
              <a:spcPct val="90000"/>
            </a:lnSpc>
            <a:spcBef>
              <a:spcPct val="0"/>
            </a:spcBef>
            <a:spcAft>
              <a:spcPct val="15000"/>
            </a:spcAft>
            <a:buChar char="•"/>
          </a:pPr>
          <a:r>
            <a:rPr lang="en-US" sz="1900" b="0" i="0" kern="1200"/>
            <a:t>Magnetic tape and punched cards.</a:t>
          </a:r>
          <a:endParaRPr lang="en-US" sz="1900" kern="1200"/>
        </a:p>
      </dsp:txBody>
      <dsp:txXfrm>
        <a:off x="2684049" y="1851530"/>
        <a:ext cx="5703605" cy="599568"/>
      </dsp:txXfrm>
    </dsp:sp>
    <dsp:sp modelId="{EA5D206E-0B0F-4722-B342-7FFC9D9E795D}">
      <dsp:nvSpPr>
        <dsp:cNvPr id="0" name=""/>
        <dsp:cNvSpPr/>
      </dsp:nvSpPr>
      <dsp:spPr>
        <a:xfrm>
          <a:off x="0" y="2789893"/>
          <a:ext cx="2096913" cy="376200"/>
        </a:xfrm>
        <a:prstGeom prst="rect">
          <a:avLst/>
        </a:prstGeom>
        <a:solidFill>
          <a:schemeClr val="bg1">
            <a:lumMod val="95000"/>
          </a:schemeClr>
        </a:solid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35128" tIns="48260" rIns="135128" bIns="48260" numCol="1" spcCol="1270" anchor="ctr" anchorCtr="0">
          <a:noAutofit/>
        </a:bodyPr>
        <a:lstStyle/>
        <a:p>
          <a:pPr marL="0" lvl="0" indent="0" algn="r" defTabSz="844550">
            <a:lnSpc>
              <a:spcPct val="90000"/>
            </a:lnSpc>
            <a:spcBef>
              <a:spcPct val="0"/>
            </a:spcBef>
            <a:spcAft>
              <a:spcPct val="35000"/>
            </a:spcAft>
            <a:buNone/>
          </a:pPr>
          <a:r>
            <a:rPr lang="en-US" sz="1900" kern="1200"/>
            <a:t>Power and size</a:t>
          </a:r>
        </a:p>
      </dsp:txBody>
      <dsp:txXfrm>
        <a:off x="0" y="2789893"/>
        <a:ext cx="2096913" cy="376200"/>
      </dsp:txXfrm>
    </dsp:sp>
    <dsp:sp modelId="{0C16E575-AB1A-4A2B-9F60-4ED8D44EAB40}">
      <dsp:nvSpPr>
        <dsp:cNvPr id="0" name=""/>
        <dsp:cNvSpPr/>
      </dsp:nvSpPr>
      <dsp:spPr>
        <a:xfrm>
          <a:off x="2096913" y="2519499"/>
          <a:ext cx="419382" cy="916987"/>
        </a:xfrm>
        <a:prstGeom prst="leftBrace">
          <a:avLst>
            <a:gd name="adj1" fmla="val 35000"/>
            <a:gd name="adj2" fmla="val 50000"/>
          </a:avLst>
        </a:pr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2E197CF-8A53-4DC3-9A1E-137835D2FE54}">
      <dsp:nvSpPr>
        <dsp:cNvPr id="0" name=""/>
        <dsp:cNvSpPr/>
      </dsp:nvSpPr>
      <dsp:spPr>
        <a:xfrm>
          <a:off x="2684049" y="2519499"/>
          <a:ext cx="5703605" cy="916987"/>
        </a:xfrm>
        <a:prstGeom prst="rect">
          <a:avLst/>
        </a:prstGeom>
        <a:solidFill>
          <a:schemeClr val="accent2">
            <a:shade val="50000"/>
            <a:hueOff val="414138"/>
            <a:satOff val="-61755"/>
            <a:lumOff val="4328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171450" lvl="1" indent="-171450" algn="l" defTabSz="844550">
            <a:lnSpc>
              <a:spcPct val="90000"/>
            </a:lnSpc>
            <a:spcBef>
              <a:spcPct val="0"/>
            </a:spcBef>
            <a:spcAft>
              <a:spcPct val="15000"/>
            </a:spcAft>
            <a:buChar char="•"/>
          </a:pPr>
          <a:r>
            <a:rPr lang="en-US" sz="1900" b="0" i="0" kern="1200"/>
            <a:t>Smaller in size, low power consumption, and generated less heat (in comparison with the first generation computers).</a:t>
          </a:r>
          <a:endParaRPr lang="en-US" sz="1900" kern="1200"/>
        </a:p>
      </dsp:txBody>
      <dsp:txXfrm>
        <a:off x="2684049" y="2519499"/>
        <a:ext cx="5703605" cy="916987"/>
      </dsp:txXfrm>
    </dsp:sp>
    <dsp:sp modelId="{8B42D8BE-5E10-4748-BD0E-126BF4EFBE7A}">
      <dsp:nvSpPr>
        <dsp:cNvPr id="0" name=""/>
        <dsp:cNvSpPr/>
      </dsp:nvSpPr>
      <dsp:spPr>
        <a:xfrm>
          <a:off x="0" y="3504887"/>
          <a:ext cx="2096913" cy="846450"/>
        </a:xfrm>
        <a:prstGeom prst="rect">
          <a:avLst/>
        </a:prstGeom>
        <a:solidFill>
          <a:schemeClr val="bg1">
            <a:lumMod val="95000"/>
          </a:schemeClr>
        </a:solid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35128" tIns="48260" rIns="135128" bIns="48260" numCol="1" spcCol="1270" anchor="ctr" anchorCtr="0">
          <a:noAutofit/>
        </a:bodyPr>
        <a:lstStyle/>
        <a:p>
          <a:pPr marL="0" lvl="0" indent="0" algn="r" defTabSz="844550">
            <a:lnSpc>
              <a:spcPct val="90000"/>
            </a:lnSpc>
            <a:spcBef>
              <a:spcPct val="0"/>
            </a:spcBef>
            <a:spcAft>
              <a:spcPct val="35000"/>
            </a:spcAft>
            <a:buNone/>
          </a:pPr>
          <a:r>
            <a:rPr lang="en-US" sz="1900" b="0" i="0" kern="1200"/>
            <a:t>Examples of the second generation</a:t>
          </a:r>
          <a:endParaRPr lang="en-US" sz="1900" kern="1200"/>
        </a:p>
      </dsp:txBody>
      <dsp:txXfrm>
        <a:off x="0" y="3504887"/>
        <a:ext cx="2096913" cy="846450"/>
      </dsp:txXfrm>
    </dsp:sp>
    <dsp:sp modelId="{DC2C5C34-6996-44D8-9D16-E0BAD04DB532}">
      <dsp:nvSpPr>
        <dsp:cNvPr id="0" name=""/>
        <dsp:cNvSpPr/>
      </dsp:nvSpPr>
      <dsp:spPr>
        <a:xfrm>
          <a:off x="2096913" y="3504887"/>
          <a:ext cx="419382" cy="846450"/>
        </a:xfrm>
        <a:prstGeom prst="leftBrace">
          <a:avLst>
            <a:gd name="adj1" fmla="val 35000"/>
            <a:gd name="adj2" fmla="val 50000"/>
          </a:avLst>
        </a:pr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746ED2-E8ED-4A4A-B511-EEDF6C94E755}">
      <dsp:nvSpPr>
        <dsp:cNvPr id="0" name=""/>
        <dsp:cNvSpPr/>
      </dsp:nvSpPr>
      <dsp:spPr>
        <a:xfrm>
          <a:off x="2684049" y="3504887"/>
          <a:ext cx="5703605" cy="846450"/>
        </a:xfrm>
        <a:prstGeom prst="rect">
          <a:avLst/>
        </a:prstGeom>
        <a:solidFill>
          <a:schemeClr val="accent2">
            <a:shade val="50000"/>
            <a:hueOff val="207069"/>
            <a:satOff val="-30878"/>
            <a:lumOff val="2164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171450" lvl="1" indent="-171450" algn="l" defTabSz="844550">
            <a:lnSpc>
              <a:spcPct val="90000"/>
            </a:lnSpc>
            <a:spcBef>
              <a:spcPct val="0"/>
            </a:spcBef>
            <a:spcAft>
              <a:spcPct val="15000"/>
            </a:spcAft>
            <a:buChar char="•"/>
          </a:pPr>
          <a:r>
            <a:rPr lang="en-US" sz="1900" b="0" i="0" kern="1200"/>
            <a:t>PDP-8, IBM1400 series, IBM 7090 and 7094, UNIVAC 1107, CDC 3600 etc.</a:t>
          </a:r>
          <a:endParaRPr lang="en-US" sz="1900" kern="1200"/>
        </a:p>
      </dsp:txBody>
      <dsp:txXfrm>
        <a:off x="2684049" y="3504887"/>
        <a:ext cx="5703605" cy="84645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F940FF-0BB2-45B9-BC95-506DFDDED158}">
      <dsp:nvSpPr>
        <dsp:cNvPr id="0" name=""/>
        <dsp:cNvSpPr/>
      </dsp:nvSpPr>
      <dsp:spPr>
        <a:xfrm>
          <a:off x="4099" y="47730"/>
          <a:ext cx="2096913" cy="662681"/>
        </a:xfrm>
        <a:prstGeom prst="rect">
          <a:avLst/>
        </a:prstGeom>
        <a:no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49352" tIns="53340" rIns="149352" bIns="53340" numCol="1" spcCol="1270" anchor="ctr" anchorCtr="0">
          <a:noAutofit/>
        </a:bodyPr>
        <a:lstStyle/>
        <a:p>
          <a:pPr marL="0" lvl="0" indent="0" algn="r" defTabSz="933450">
            <a:lnSpc>
              <a:spcPct val="90000"/>
            </a:lnSpc>
            <a:spcBef>
              <a:spcPct val="0"/>
            </a:spcBef>
            <a:spcAft>
              <a:spcPct val="35000"/>
            </a:spcAft>
            <a:buNone/>
          </a:pPr>
          <a:r>
            <a:rPr lang="en-US" sz="2100" kern="1200"/>
            <a:t>Main electronic component</a:t>
          </a:r>
        </a:p>
      </dsp:txBody>
      <dsp:txXfrm>
        <a:off x="4099" y="47730"/>
        <a:ext cx="2096913" cy="662681"/>
      </dsp:txXfrm>
    </dsp:sp>
    <dsp:sp modelId="{E1601D23-99F5-422D-8E6C-E09A8ED146FA}">
      <dsp:nvSpPr>
        <dsp:cNvPr id="0" name=""/>
        <dsp:cNvSpPr/>
      </dsp:nvSpPr>
      <dsp:spPr>
        <a:xfrm>
          <a:off x="2101013" y="47730"/>
          <a:ext cx="419382" cy="662681"/>
        </a:xfrm>
        <a:prstGeom prst="leftBrace">
          <a:avLst>
            <a:gd name="adj1" fmla="val 35000"/>
            <a:gd name="adj2" fmla="val 50000"/>
          </a:avLst>
        </a:pr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987EC98-C39B-4CCD-BB4E-B9AB0B03D2F7}">
      <dsp:nvSpPr>
        <dsp:cNvPr id="0" name=""/>
        <dsp:cNvSpPr/>
      </dsp:nvSpPr>
      <dsp:spPr>
        <a:xfrm>
          <a:off x="2688149" y="47730"/>
          <a:ext cx="5703605" cy="662681"/>
        </a:xfrm>
        <a:prstGeom prst="rect">
          <a:avLst/>
        </a:prstGeom>
        <a:solidFill>
          <a:schemeClr val="accent2">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228600" lvl="1" indent="-228600" algn="l" defTabSz="933450">
            <a:lnSpc>
              <a:spcPct val="90000"/>
            </a:lnSpc>
            <a:spcBef>
              <a:spcPct val="0"/>
            </a:spcBef>
            <a:spcAft>
              <a:spcPct val="15000"/>
            </a:spcAft>
            <a:buChar char="•"/>
          </a:pPr>
          <a:r>
            <a:rPr lang="en-US" sz="2100" b="0" i="0" kern="1200"/>
            <a:t>Integrated circuits (ICs)</a:t>
          </a:r>
          <a:endParaRPr lang="en-US" sz="2100" kern="1200"/>
        </a:p>
      </dsp:txBody>
      <dsp:txXfrm>
        <a:off x="2688149" y="47730"/>
        <a:ext cx="5703605" cy="662681"/>
      </dsp:txXfrm>
    </dsp:sp>
    <dsp:sp modelId="{067EBDF0-7A42-4A4C-8C6E-F3EA3AD09CCA}">
      <dsp:nvSpPr>
        <dsp:cNvPr id="0" name=""/>
        <dsp:cNvSpPr/>
      </dsp:nvSpPr>
      <dsp:spPr>
        <a:xfrm>
          <a:off x="4099" y="786011"/>
          <a:ext cx="2096913" cy="662681"/>
        </a:xfrm>
        <a:prstGeom prst="rect">
          <a:avLst/>
        </a:prstGeom>
        <a:no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49352" tIns="53340" rIns="149352" bIns="53340" numCol="1" spcCol="1270" anchor="ctr" anchorCtr="0">
          <a:noAutofit/>
        </a:bodyPr>
        <a:lstStyle/>
        <a:p>
          <a:pPr marL="0" lvl="0" indent="0" algn="r" defTabSz="933450">
            <a:lnSpc>
              <a:spcPct val="90000"/>
            </a:lnSpc>
            <a:spcBef>
              <a:spcPct val="0"/>
            </a:spcBef>
            <a:spcAft>
              <a:spcPct val="35000"/>
            </a:spcAft>
            <a:buNone/>
          </a:pPr>
          <a:r>
            <a:rPr lang="en-US" sz="2100" kern="1200"/>
            <a:t>Programming language</a:t>
          </a:r>
        </a:p>
      </dsp:txBody>
      <dsp:txXfrm>
        <a:off x="4099" y="786011"/>
        <a:ext cx="2096913" cy="662681"/>
      </dsp:txXfrm>
    </dsp:sp>
    <dsp:sp modelId="{AB0DAB75-C946-4B97-9039-C2338CF4646C}">
      <dsp:nvSpPr>
        <dsp:cNvPr id="0" name=""/>
        <dsp:cNvSpPr/>
      </dsp:nvSpPr>
      <dsp:spPr>
        <a:xfrm>
          <a:off x="2101013" y="786011"/>
          <a:ext cx="419382" cy="662681"/>
        </a:xfrm>
        <a:prstGeom prst="leftBrace">
          <a:avLst>
            <a:gd name="adj1" fmla="val 35000"/>
            <a:gd name="adj2" fmla="val 50000"/>
          </a:avLst>
        </a:pr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E53630C-4FF8-49A3-A3C1-E0659CEAFCEB}">
      <dsp:nvSpPr>
        <dsp:cNvPr id="0" name=""/>
        <dsp:cNvSpPr/>
      </dsp:nvSpPr>
      <dsp:spPr>
        <a:xfrm>
          <a:off x="2688149" y="786011"/>
          <a:ext cx="5703605" cy="662681"/>
        </a:xfrm>
        <a:prstGeom prst="rect">
          <a:avLst/>
        </a:prstGeom>
        <a:solidFill>
          <a:schemeClr val="accent2">
            <a:alpha val="90000"/>
            <a:hueOff val="0"/>
            <a:satOff val="0"/>
            <a:lumOff val="0"/>
            <a:alphaOff val="-1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228600" lvl="1" indent="-228600" algn="l" defTabSz="933450">
            <a:lnSpc>
              <a:spcPct val="90000"/>
            </a:lnSpc>
            <a:spcBef>
              <a:spcPct val="0"/>
            </a:spcBef>
            <a:spcAft>
              <a:spcPct val="15000"/>
            </a:spcAft>
            <a:buChar char="•"/>
          </a:pPr>
          <a:r>
            <a:rPr lang="en-US" sz="2100" kern="1200"/>
            <a:t>High-level language</a:t>
          </a:r>
        </a:p>
      </dsp:txBody>
      <dsp:txXfrm>
        <a:off x="2688149" y="786011"/>
        <a:ext cx="5703605" cy="662681"/>
      </dsp:txXfrm>
    </dsp:sp>
    <dsp:sp modelId="{54E46023-4821-4D8C-941E-E932B7719DEE}">
      <dsp:nvSpPr>
        <dsp:cNvPr id="0" name=""/>
        <dsp:cNvSpPr/>
      </dsp:nvSpPr>
      <dsp:spPr>
        <a:xfrm>
          <a:off x="4099" y="1537286"/>
          <a:ext cx="2096913" cy="415800"/>
        </a:xfrm>
        <a:prstGeom prst="rect">
          <a:avLst/>
        </a:prstGeom>
        <a:no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49352" tIns="53340" rIns="149352" bIns="53340" numCol="1" spcCol="1270" anchor="ctr" anchorCtr="0">
          <a:noAutofit/>
        </a:bodyPr>
        <a:lstStyle/>
        <a:p>
          <a:pPr marL="0" lvl="0" indent="0" algn="r" defTabSz="933450">
            <a:lnSpc>
              <a:spcPct val="90000"/>
            </a:lnSpc>
            <a:spcBef>
              <a:spcPct val="0"/>
            </a:spcBef>
            <a:spcAft>
              <a:spcPct val="35000"/>
            </a:spcAft>
            <a:buNone/>
          </a:pPr>
          <a:r>
            <a:rPr lang="en-US" sz="2100" kern="1200"/>
            <a:t>Memory</a:t>
          </a:r>
        </a:p>
      </dsp:txBody>
      <dsp:txXfrm>
        <a:off x="4099" y="1537286"/>
        <a:ext cx="2096913" cy="415800"/>
      </dsp:txXfrm>
    </dsp:sp>
    <dsp:sp modelId="{447302F0-3EF2-4B76-AF0E-7C6EB30F5118}">
      <dsp:nvSpPr>
        <dsp:cNvPr id="0" name=""/>
        <dsp:cNvSpPr/>
      </dsp:nvSpPr>
      <dsp:spPr>
        <a:xfrm>
          <a:off x="2101013" y="1524293"/>
          <a:ext cx="419382" cy="441787"/>
        </a:xfrm>
        <a:prstGeom prst="leftBrace">
          <a:avLst>
            <a:gd name="adj1" fmla="val 35000"/>
            <a:gd name="adj2" fmla="val 50000"/>
          </a:avLst>
        </a:pr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51C798-85B6-4F1F-9F06-919AD18C8972}">
      <dsp:nvSpPr>
        <dsp:cNvPr id="0" name=""/>
        <dsp:cNvSpPr/>
      </dsp:nvSpPr>
      <dsp:spPr>
        <a:xfrm>
          <a:off x="2688149" y="1524293"/>
          <a:ext cx="5703605" cy="441787"/>
        </a:xfrm>
        <a:prstGeom prst="rect">
          <a:avLst/>
        </a:prstGeom>
        <a:solidFill>
          <a:schemeClr val="accent2">
            <a:alpha val="90000"/>
            <a:hueOff val="0"/>
            <a:satOff val="0"/>
            <a:lumOff val="0"/>
            <a:alphaOff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228600" lvl="1" indent="-228600" algn="l" defTabSz="933450">
            <a:lnSpc>
              <a:spcPct val="90000"/>
            </a:lnSpc>
            <a:spcBef>
              <a:spcPct val="0"/>
            </a:spcBef>
            <a:spcAft>
              <a:spcPct val="15000"/>
            </a:spcAft>
            <a:buChar char="•"/>
          </a:pPr>
          <a:r>
            <a:rPr lang="en-US" sz="2100" b="0" i="0" kern="1200"/>
            <a:t>Large magnetic core, magnetic tape/disk</a:t>
          </a:r>
          <a:endParaRPr lang="en-US" sz="2100" kern="1200"/>
        </a:p>
      </dsp:txBody>
      <dsp:txXfrm>
        <a:off x="2688149" y="1524293"/>
        <a:ext cx="5703605" cy="441787"/>
      </dsp:txXfrm>
    </dsp:sp>
    <dsp:sp modelId="{6D9252FB-0787-4FC5-A086-CAD89F4D1A0C}">
      <dsp:nvSpPr>
        <dsp:cNvPr id="0" name=""/>
        <dsp:cNvSpPr/>
      </dsp:nvSpPr>
      <dsp:spPr>
        <a:xfrm>
          <a:off x="4099" y="2072743"/>
          <a:ext cx="2096913" cy="662681"/>
        </a:xfrm>
        <a:prstGeom prst="rect">
          <a:avLst/>
        </a:prstGeom>
        <a:no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49352" tIns="53340" rIns="149352" bIns="53340" numCol="1" spcCol="1270" anchor="ctr" anchorCtr="0">
          <a:noAutofit/>
        </a:bodyPr>
        <a:lstStyle/>
        <a:p>
          <a:pPr marL="0" lvl="0" indent="0" algn="r" defTabSz="933450">
            <a:lnSpc>
              <a:spcPct val="90000"/>
            </a:lnSpc>
            <a:spcBef>
              <a:spcPct val="0"/>
            </a:spcBef>
            <a:spcAft>
              <a:spcPct val="35000"/>
            </a:spcAft>
            <a:buNone/>
          </a:pPr>
          <a:r>
            <a:rPr lang="en-US" sz="2100" kern="1200"/>
            <a:t>Input/output devices</a:t>
          </a:r>
        </a:p>
      </dsp:txBody>
      <dsp:txXfrm>
        <a:off x="4099" y="2072743"/>
        <a:ext cx="2096913" cy="662681"/>
      </dsp:txXfrm>
    </dsp:sp>
    <dsp:sp modelId="{14813EF9-56B0-4C5A-96D3-CE6A01435830}">
      <dsp:nvSpPr>
        <dsp:cNvPr id="0" name=""/>
        <dsp:cNvSpPr/>
      </dsp:nvSpPr>
      <dsp:spPr>
        <a:xfrm>
          <a:off x="2101013" y="2041680"/>
          <a:ext cx="419382" cy="724807"/>
        </a:xfrm>
        <a:prstGeom prst="leftBrace">
          <a:avLst>
            <a:gd name="adj1" fmla="val 35000"/>
            <a:gd name="adj2" fmla="val 50000"/>
          </a:avLst>
        </a:pr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6FE3C06-5C15-4B59-B712-9FA38DA8254A}">
      <dsp:nvSpPr>
        <dsp:cNvPr id="0" name=""/>
        <dsp:cNvSpPr/>
      </dsp:nvSpPr>
      <dsp:spPr>
        <a:xfrm>
          <a:off x="2688149" y="2041680"/>
          <a:ext cx="5703605" cy="724807"/>
        </a:xfrm>
        <a:prstGeom prst="rect">
          <a:avLst/>
        </a:prstGeom>
        <a:solidFill>
          <a:schemeClr val="accent2">
            <a:alpha val="90000"/>
            <a:hueOff val="0"/>
            <a:satOff val="0"/>
            <a:lumOff val="0"/>
            <a:alphaOff val="-3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228600" lvl="1" indent="-228600" algn="l" defTabSz="933450">
            <a:lnSpc>
              <a:spcPct val="90000"/>
            </a:lnSpc>
            <a:spcBef>
              <a:spcPct val="0"/>
            </a:spcBef>
            <a:spcAft>
              <a:spcPct val="15000"/>
            </a:spcAft>
            <a:buChar char="•"/>
          </a:pPr>
          <a:r>
            <a:rPr lang="en-US" sz="2100" b="0" i="0" kern="1200"/>
            <a:t>Magnetic tape, monitor, keyboard, printer, etc.</a:t>
          </a:r>
          <a:endParaRPr lang="en-US" sz="2100" kern="1200"/>
        </a:p>
      </dsp:txBody>
      <dsp:txXfrm>
        <a:off x="2688149" y="2041680"/>
        <a:ext cx="5703605" cy="724807"/>
      </dsp:txXfrm>
    </dsp:sp>
    <dsp:sp modelId="{8B42D8BE-5E10-4748-BD0E-126BF4EFBE7A}">
      <dsp:nvSpPr>
        <dsp:cNvPr id="0" name=""/>
        <dsp:cNvSpPr/>
      </dsp:nvSpPr>
      <dsp:spPr>
        <a:xfrm>
          <a:off x="4099" y="2842088"/>
          <a:ext cx="2096913" cy="935550"/>
        </a:xfrm>
        <a:prstGeom prst="rect">
          <a:avLst/>
        </a:prstGeom>
        <a:no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49352" tIns="53340" rIns="149352" bIns="53340" numCol="1" spcCol="1270" anchor="ctr" anchorCtr="0">
          <a:noAutofit/>
        </a:bodyPr>
        <a:lstStyle/>
        <a:p>
          <a:pPr marL="0" lvl="0" indent="0" algn="r" defTabSz="933450">
            <a:lnSpc>
              <a:spcPct val="90000"/>
            </a:lnSpc>
            <a:spcBef>
              <a:spcPct val="0"/>
            </a:spcBef>
            <a:spcAft>
              <a:spcPct val="35000"/>
            </a:spcAft>
            <a:buNone/>
          </a:pPr>
          <a:r>
            <a:rPr lang="en-US" sz="2100" b="0" i="0" kern="1200"/>
            <a:t>Examples of the third generation</a:t>
          </a:r>
          <a:endParaRPr lang="en-US" sz="2100" kern="1200"/>
        </a:p>
      </dsp:txBody>
      <dsp:txXfrm>
        <a:off x="4099" y="2842088"/>
        <a:ext cx="2096913" cy="935550"/>
      </dsp:txXfrm>
    </dsp:sp>
    <dsp:sp modelId="{DC2C5C34-6996-44D8-9D16-E0BAD04DB532}">
      <dsp:nvSpPr>
        <dsp:cNvPr id="0" name=""/>
        <dsp:cNvSpPr/>
      </dsp:nvSpPr>
      <dsp:spPr>
        <a:xfrm>
          <a:off x="2101013" y="2842088"/>
          <a:ext cx="419382" cy="935550"/>
        </a:xfrm>
        <a:prstGeom prst="leftBrace">
          <a:avLst>
            <a:gd name="adj1" fmla="val 35000"/>
            <a:gd name="adj2" fmla="val 50000"/>
          </a:avLst>
        </a:pr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746ED2-E8ED-4A4A-B511-EEDF6C94E755}">
      <dsp:nvSpPr>
        <dsp:cNvPr id="0" name=""/>
        <dsp:cNvSpPr/>
      </dsp:nvSpPr>
      <dsp:spPr>
        <a:xfrm>
          <a:off x="2688149" y="2842088"/>
          <a:ext cx="5703605" cy="935550"/>
        </a:xfrm>
        <a:prstGeom prst="rect">
          <a:avLst/>
        </a:prstGeom>
        <a:solidFill>
          <a:schemeClr val="accent2">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228600" lvl="1" indent="-228600" algn="l" defTabSz="933450">
            <a:lnSpc>
              <a:spcPct val="90000"/>
            </a:lnSpc>
            <a:spcBef>
              <a:spcPct val="0"/>
            </a:spcBef>
            <a:spcAft>
              <a:spcPct val="15000"/>
            </a:spcAft>
            <a:buChar char="•"/>
          </a:pPr>
          <a:r>
            <a:rPr lang="en-US" sz="2100" b="0" i="0" kern="1200"/>
            <a:t>IBM 360, IBM 370, PDP-11, NCR 395, B6500, UNIVAC 1108, etc.</a:t>
          </a:r>
          <a:endParaRPr lang="en-US" sz="2100" kern="1200"/>
        </a:p>
      </dsp:txBody>
      <dsp:txXfrm>
        <a:off x="2688149" y="2842088"/>
        <a:ext cx="5703605" cy="93555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F940FF-0BB2-45B9-BC95-506DFDDED158}">
      <dsp:nvSpPr>
        <dsp:cNvPr id="0" name=""/>
        <dsp:cNvSpPr/>
      </dsp:nvSpPr>
      <dsp:spPr>
        <a:xfrm>
          <a:off x="4099" y="253134"/>
          <a:ext cx="2096913" cy="631125"/>
        </a:xfrm>
        <a:prstGeom prst="rect">
          <a:avLst/>
        </a:prstGeom>
        <a:solidFill>
          <a:schemeClr val="tx2">
            <a:lumMod val="10000"/>
            <a:lumOff val="90000"/>
          </a:schemeClr>
        </a:solid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r>
            <a:rPr lang="en-US" sz="2000" kern="1200"/>
            <a:t>Main electronic component</a:t>
          </a:r>
        </a:p>
      </dsp:txBody>
      <dsp:txXfrm>
        <a:off x="4099" y="253134"/>
        <a:ext cx="2096913" cy="631125"/>
      </dsp:txXfrm>
    </dsp:sp>
    <dsp:sp modelId="{E1601D23-99F5-422D-8E6C-E09A8ED146FA}">
      <dsp:nvSpPr>
        <dsp:cNvPr id="0" name=""/>
        <dsp:cNvSpPr/>
      </dsp:nvSpPr>
      <dsp:spPr>
        <a:xfrm>
          <a:off x="2101013" y="95353"/>
          <a:ext cx="419382" cy="946687"/>
        </a:xfrm>
        <a:prstGeom prst="leftBrace">
          <a:avLst>
            <a:gd name="adj1" fmla="val 35000"/>
            <a:gd name="adj2" fmla="val 50000"/>
          </a:avLst>
        </a:pr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987EC98-C39B-4CCD-BB4E-B9AB0B03D2F7}">
      <dsp:nvSpPr>
        <dsp:cNvPr id="0" name=""/>
        <dsp:cNvSpPr/>
      </dsp:nvSpPr>
      <dsp:spPr>
        <a:xfrm>
          <a:off x="2688149" y="95353"/>
          <a:ext cx="5703605" cy="946687"/>
        </a:xfrm>
        <a:prstGeom prst="rect">
          <a:avLst/>
        </a:prstGeom>
        <a:solidFill>
          <a:schemeClr val="accent2">
            <a:shade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b="0" i="0" kern="1200"/>
            <a:t>Very large-scale integration (VLSI) and the microprocessor (VLSI has thousands of transistors on a single microchip).</a:t>
          </a:r>
          <a:endParaRPr lang="en-US" sz="2000" kern="1200"/>
        </a:p>
      </dsp:txBody>
      <dsp:txXfrm>
        <a:off x="2688149" y="95353"/>
        <a:ext cx="5703605" cy="946687"/>
      </dsp:txXfrm>
    </dsp:sp>
    <dsp:sp modelId="{067EBDF0-7A42-4A4C-8C6E-F3EA3AD09CCA}">
      <dsp:nvSpPr>
        <dsp:cNvPr id="0" name=""/>
        <dsp:cNvSpPr/>
      </dsp:nvSpPr>
      <dsp:spPr>
        <a:xfrm>
          <a:off x="4099" y="1114040"/>
          <a:ext cx="2096913" cy="631125"/>
        </a:xfrm>
        <a:prstGeom prst="rect">
          <a:avLst/>
        </a:prstGeom>
        <a:solidFill>
          <a:schemeClr val="tx2">
            <a:lumMod val="10000"/>
            <a:lumOff val="90000"/>
          </a:schemeClr>
        </a:solid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r>
            <a:rPr lang="en-US" sz="2000" kern="1200"/>
            <a:t>Programming language</a:t>
          </a:r>
        </a:p>
      </dsp:txBody>
      <dsp:txXfrm>
        <a:off x="4099" y="1114040"/>
        <a:ext cx="2096913" cy="631125"/>
      </dsp:txXfrm>
    </dsp:sp>
    <dsp:sp modelId="{AB0DAB75-C946-4B97-9039-C2338CF4646C}">
      <dsp:nvSpPr>
        <dsp:cNvPr id="0" name=""/>
        <dsp:cNvSpPr/>
      </dsp:nvSpPr>
      <dsp:spPr>
        <a:xfrm>
          <a:off x="2101013" y="1114040"/>
          <a:ext cx="419382" cy="631125"/>
        </a:xfrm>
        <a:prstGeom prst="leftBrace">
          <a:avLst>
            <a:gd name="adj1" fmla="val 35000"/>
            <a:gd name="adj2" fmla="val 50000"/>
          </a:avLst>
        </a:pr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E53630C-4FF8-49A3-A3C1-E0659CEAFCEB}">
      <dsp:nvSpPr>
        <dsp:cNvPr id="0" name=""/>
        <dsp:cNvSpPr/>
      </dsp:nvSpPr>
      <dsp:spPr>
        <a:xfrm>
          <a:off x="2688149" y="1114040"/>
          <a:ext cx="5703605" cy="631125"/>
        </a:xfrm>
        <a:prstGeom prst="rect">
          <a:avLst/>
        </a:prstGeom>
        <a:solidFill>
          <a:schemeClr val="accent2">
            <a:shade val="50000"/>
            <a:hueOff val="248483"/>
            <a:satOff val="-37053"/>
            <a:lumOff val="2596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b="0" i="0" kern="1200"/>
            <a:t>Database programming and scripting</a:t>
          </a:r>
          <a:endParaRPr lang="en-US" sz="2000" kern="1200"/>
        </a:p>
      </dsp:txBody>
      <dsp:txXfrm>
        <a:off x="2688149" y="1114040"/>
        <a:ext cx="5703605" cy="631125"/>
      </dsp:txXfrm>
    </dsp:sp>
    <dsp:sp modelId="{54E46023-4821-4D8C-941E-E932B7719DEE}">
      <dsp:nvSpPr>
        <dsp:cNvPr id="0" name=""/>
        <dsp:cNvSpPr/>
      </dsp:nvSpPr>
      <dsp:spPr>
        <a:xfrm>
          <a:off x="4099" y="1959478"/>
          <a:ext cx="2096913" cy="396000"/>
        </a:xfrm>
        <a:prstGeom prst="rect">
          <a:avLst/>
        </a:prstGeom>
        <a:solidFill>
          <a:schemeClr val="tx2">
            <a:lumMod val="10000"/>
            <a:lumOff val="90000"/>
          </a:schemeClr>
        </a:solid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r>
            <a:rPr lang="en-US" sz="2000" kern="1200"/>
            <a:t>Memory</a:t>
          </a:r>
        </a:p>
      </dsp:txBody>
      <dsp:txXfrm>
        <a:off x="4099" y="1959478"/>
        <a:ext cx="2096913" cy="396000"/>
      </dsp:txXfrm>
    </dsp:sp>
    <dsp:sp modelId="{447302F0-3EF2-4B76-AF0E-7C6EB30F5118}">
      <dsp:nvSpPr>
        <dsp:cNvPr id="0" name=""/>
        <dsp:cNvSpPr/>
      </dsp:nvSpPr>
      <dsp:spPr>
        <a:xfrm>
          <a:off x="2101013" y="1817165"/>
          <a:ext cx="419382" cy="680625"/>
        </a:xfrm>
        <a:prstGeom prst="leftBrace">
          <a:avLst>
            <a:gd name="adj1" fmla="val 35000"/>
            <a:gd name="adj2" fmla="val 50000"/>
          </a:avLst>
        </a:pr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51C798-85B6-4F1F-9F06-919AD18C8972}">
      <dsp:nvSpPr>
        <dsp:cNvPr id="0" name=""/>
        <dsp:cNvSpPr/>
      </dsp:nvSpPr>
      <dsp:spPr>
        <a:xfrm>
          <a:off x="2688149" y="1817165"/>
          <a:ext cx="5703605" cy="680625"/>
        </a:xfrm>
        <a:prstGeom prst="rect">
          <a:avLst/>
        </a:prstGeom>
        <a:solidFill>
          <a:schemeClr val="accent2">
            <a:shade val="50000"/>
            <a:hueOff val="496966"/>
            <a:satOff val="-74106"/>
            <a:lumOff val="519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b="0" i="0" kern="1200"/>
            <a:t>semiconductor memory (such as RAM, ROM, etc.)</a:t>
          </a:r>
          <a:endParaRPr lang="en-US" sz="2000" kern="1200"/>
        </a:p>
      </dsp:txBody>
      <dsp:txXfrm>
        <a:off x="2688149" y="1817165"/>
        <a:ext cx="5703605" cy="680625"/>
      </dsp:txXfrm>
    </dsp:sp>
    <dsp:sp modelId="{6D9252FB-0787-4FC5-A086-CAD89F4D1A0C}">
      <dsp:nvSpPr>
        <dsp:cNvPr id="0" name=""/>
        <dsp:cNvSpPr/>
      </dsp:nvSpPr>
      <dsp:spPr>
        <a:xfrm>
          <a:off x="4099" y="2599374"/>
          <a:ext cx="2096913" cy="631125"/>
        </a:xfrm>
        <a:prstGeom prst="rect">
          <a:avLst/>
        </a:prstGeom>
        <a:solidFill>
          <a:schemeClr val="tx2">
            <a:lumMod val="10000"/>
            <a:lumOff val="90000"/>
          </a:schemeClr>
        </a:solid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r>
            <a:rPr lang="en-US" sz="2000" kern="1200"/>
            <a:t>Input/output devices</a:t>
          </a:r>
        </a:p>
      </dsp:txBody>
      <dsp:txXfrm>
        <a:off x="4099" y="2599374"/>
        <a:ext cx="2096913" cy="631125"/>
      </dsp:txXfrm>
    </dsp:sp>
    <dsp:sp modelId="{14813EF9-56B0-4C5A-96D3-CE6A01435830}">
      <dsp:nvSpPr>
        <dsp:cNvPr id="0" name=""/>
        <dsp:cNvSpPr/>
      </dsp:nvSpPr>
      <dsp:spPr>
        <a:xfrm>
          <a:off x="2101013" y="2569790"/>
          <a:ext cx="419382" cy="690292"/>
        </a:xfrm>
        <a:prstGeom prst="leftBrace">
          <a:avLst>
            <a:gd name="adj1" fmla="val 35000"/>
            <a:gd name="adj2" fmla="val 50000"/>
          </a:avLst>
        </a:pr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6FE3C06-5C15-4B59-B712-9FA38DA8254A}">
      <dsp:nvSpPr>
        <dsp:cNvPr id="0" name=""/>
        <dsp:cNvSpPr/>
      </dsp:nvSpPr>
      <dsp:spPr>
        <a:xfrm>
          <a:off x="2688149" y="2569790"/>
          <a:ext cx="5703605" cy="690292"/>
        </a:xfrm>
        <a:prstGeom prst="rect">
          <a:avLst/>
        </a:prstGeom>
        <a:solidFill>
          <a:schemeClr val="accent2">
            <a:shade val="50000"/>
            <a:hueOff val="496966"/>
            <a:satOff val="-74106"/>
            <a:lumOff val="519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b="0" i="0" kern="1200"/>
            <a:t>pointing devices, optical scanning, keyboard, monitor, printer, etc.</a:t>
          </a:r>
          <a:endParaRPr lang="en-US" sz="2000" kern="1200"/>
        </a:p>
      </dsp:txBody>
      <dsp:txXfrm>
        <a:off x="2688149" y="2569790"/>
        <a:ext cx="5703605" cy="690292"/>
      </dsp:txXfrm>
    </dsp:sp>
    <dsp:sp modelId="{8B42D8BE-5E10-4748-BD0E-126BF4EFBE7A}">
      <dsp:nvSpPr>
        <dsp:cNvPr id="0" name=""/>
        <dsp:cNvSpPr/>
      </dsp:nvSpPr>
      <dsp:spPr>
        <a:xfrm>
          <a:off x="4099" y="3332083"/>
          <a:ext cx="2096913" cy="891000"/>
        </a:xfrm>
        <a:prstGeom prst="rect">
          <a:avLst/>
        </a:prstGeom>
        <a:solidFill>
          <a:schemeClr val="tx2">
            <a:lumMod val="10000"/>
            <a:lumOff val="90000"/>
          </a:schemeClr>
        </a:solid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r>
            <a:rPr lang="en-US" sz="2000" b="0" i="0" kern="1200"/>
            <a:t>Examples of the third generation</a:t>
          </a:r>
          <a:endParaRPr lang="en-US" sz="2000" kern="1200"/>
        </a:p>
      </dsp:txBody>
      <dsp:txXfrm>
        <a:off x="4099" y="3332083"/>
        <a:ext cx="2096913" cy="891000"/>
      </dsp:txXfrm>
    </dsp:sp>
    <dsp:sp modelId="{DC2C5C34-6996-44D8-9D16-E0BAD04DB532}">
      <dsp:nvSpPr>
        <dsp:cNvPr id="0" name=""/>
        <dsp:cNvSpPr/>
      </dsp:nvSpPr>
      <dsp:spPr>
        <a:xfrm>
          <a:off x="2101013" y="3332083"/>
          <a:ext cx="419382" cy="891000"/>
        </a:xfrm>
        <a:prstGeom prst="leftBrace">
          <a:avLst>
            <a:gd name="adj1" fmla="val 35000"/>
            <a:gd name="adj2" fmla="val 50000"/>
          </a:avLst>
        </a:pr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746ED2-E8ED-4A4A-B511-EEDF6C94E755}">
      <dsp:nvSpPr>
        <dsp:cNvPr id="0" name=""/>
        <dsp:cNvSpPr/>
      </dsp:nvSpPr>
      <dsp:spPr>
        <a:xfrm>
          <a:off x="2688149" y="3332083"/>
          <a:ext cx="5703605" cy="891000"/>
        </a:xfrm>
        <a:prstGeom prst="rect">
          <a:avLst/>
        </a:prstGeom>
        <a:solidFill>
          <a:schemeClr val="accent2">
            <a:shade val="50000"/>
            <a:hueOff val="248483"/>
            <a:satOff val="-37053"/>
            <a:lumOff val="2596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fr-FR" sz="2000" b="0" i="0" kern="1200"/>
            <a:t>IBM PC, STAR 1000, APPLE II, Apple Macintosh, Alter 8800, etc.</a:t>
          </a:r>
          <a:endParaRPr lang="en-US" sz="2000" kern="1200"/>
        </a:p>
      </dsp:txBody>
      <dsp:txXfrm>
        <a:off x="2688149" y="3332083"/>
        <a:ext cx="5703605" cy="891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F940FF-0BB2-45B9-BC95-506DFDDED158}">
      <dsp:nvSpPr>
        <dsp:cNvPr id="0" name=""/>
        <dsp:cNvSpPr/>
      </dsp:nvSpPr>
      <dsp:spPr>
        <a:xfrm>
          <a:off x="0" y="582751"/>
          <a:ext cx="2096913" cy="599568"/>
        </a:xfrm>
        <a:prstGeom prst="rect">
          <a:avLst/>
        </a:prstGeom>
        <a:solidFill>
          <a:schemeClr val="bg1"/>
        </a:solid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35128" tIns="48260" rIns="135128" bIns="48260" numCol="1" spcCol="1270" anchor="ctr" anchorCtr="0">
          <a:noAutofit/>
        </a:bodyPr>
        <a:lstStyle/>
        <a:p>
          <a:pPr marL="0" lvl="0" indent="0" algn="r" defTabSz="844550">
            <a:lnSpc>
              <a:spcPct val="90000"/>
            </a:lnSpc>
            <a:spcBef>
              <a:spcPct val="0"/>
            </a:spcBef>
            <a:spcAft>
              <a:spcPct val="35000"/>
            </a:spcAft>
            <a:buNone/>
          </a:pPr>
          <a:r>
            <a:rPr lang="en-US" sz="1900" kern="1200"/>
            <a:t>Main electronic component</a:t>
          </a:r>
        </a:p>
      </dsp:txBody>
      <dsp:txXfrm>
        <a:off x="0" y="582751"/>
        <a:ext cx="2096913" cy="599568"/>
      </dsp:txXfrm>
    </dsp:sp>
    <dsp:sp modelId="{E1601D23-99F5-422D-8E6C-E09A8ED146FA}">
      <dsp:nvSpPr>
        <dsp:cNvPr id="0" name=""/>
        <dsp:cNvSpPr/>
      </dsp:nvSpPr>
      <dsp:spPr>
        <a:xfrm>
          <a:off x="2096913" y="58128"/>
          <a:ext cx="419382" cy="1648814"/>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987EC98-C39B-4CCD-BB4E-B9AB0B03D2F7}">
      <dsp:nvSpPr>
        <dsp:cNvPr id="0" name=""/>
        <dsp:cNvSpPr/>
      </dsp:nvSpPr>
      <dsp:spPr>
        <a:xfrm>
          <a:off x="2684049" y="58128"/>
          <a:ext cx="5703605" cy="164881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171450" lvl="1" indent="-171450" algn="l" defTabSz="844550">
            <a:lnSpc>
              <a:spcPct val="90000"/>
            </a:lnSpc>
            <a:spcBef>
              <a:spcPct val="0"/>
            </a:spcBef>
            <a:spcAft>
              <a:spcPct val="15000"/>
            </a:spcAft>
            <a:buChar char="•"/>
          </a:pPr>
          <a:r>
            <a:rPr lang="en-US" sz="1900" b="0" i="0" kern="1200"/>
            <a:t>Based on artificial intelligence, uses the Ultra Large-Scale Integration (ULSI) technology and parallel processing method (ULSI has millions of transistors on a single microchip and Parallel processing method use two or more microprocessors to run tasks simultaneously).</a:t>
          </a:r>
          <a:endParaRPr lang="en-US" sz="1900" kern="1200"/>
        </a:p>
      </dsp:txBody>
      <dsp:txXfrm>
        <a:off x="2684049" y="58128"/>
        <a:ext cx="5703605" cy="1648814"/>
      </dsp:txXfrm>
    </dsp:sp>
    <dsp:sp modelId="{067EBDF0-7A42-4A4C-8C6E-F3EA3AD09CCA}">
      <dsp:nvSpPr>
        <dsp:cNvPr id="0" name=""/>
        <dsp:cNvSpPr/>
      </dsp:nvSpPr>
      <dsp:spPr>
        <a:xfrm>
          <a:off x="0" y="1775342"/>
          <a:ext cx="2096913" cy="599568"/>
        </a:xfrm>
        <a:prstGeom prst="rect">
          <a:avLst/>
        </a:prstGeom>
        <a:solidFill>
          <a:schemeClr val="bg1"/>
        </a:solid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35128" tIns="48260" rIns="135128" bIns="48260" numCol="1" spcCol="1270" anchor="ctr" anchorCtr="0">
          <a:noAutofit/>
        </a:bodyPr>
        <a:lstStyle/>
        <a:p>
          <a:pPr marL="0" lvl="0" indent="0" algn="r" defTabSz="844550">
            <a:lnSpc>
              <a:spcPct val="90000"/>
            </a:lnSpc>
            <a:spcBef>
              <a:spcPct val="0"/>
            </a:spcBef>
            <a:spcAft>
              <a:spcPct val="35000"/>
            </a:spcAft>
            <a:buNone/>
          </a:pPr>
          <a:r>
            <a:rPr lang="en-US" sz="1900" kern="1200"/>
            <a:t>Programming language</a:t>
          </a:r>
        </a:p>
      </dsp:txBody>
      <dsp:txXfrm>
        <a:off x="0" y="1775342"/>
        <a:ext cx="2096913" cy="599568"/>
      </dsp:txXfrm>
    </dsp:sp>
    <dsp:sp modelId="{AB0DAB75-C946-4B97-9039-C2338CF4646C}">
      <dsp:nvSpPr>
        <dsp:cNvPr id="0" name=""/>
        <dsp:cNvSpPr/>
      </dsp:nvSpPr>
      <dsp:spPr>
        <a:xfrm>
          <a:off x="2096913" y="1775342"/>
          <a:ext cx="419382" cy="599568"/>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E53630C-4FF8-49A3-A3C1-E0659CEAFCEB}">
      <dsp:nvSpPr>
        <dsp:cNvPr id="0" name=""/>
        <dsp:cNvSpPr/>
      </dsp:nvSpPr>
      <dsp:spPr>
        <a:xfrm>
          <a:off x="2684049" y="1775342"/>
          <a:ext cx="5703605" cy="59956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171450" lvl="1" indent="-171450" algn="l" defTabSz="844550">
            <a:lnSpc>
              <a:spcPct val="90000"/>
            </a:lnSpc>
            <a:spcBef>
              <a:spcPct val="0"/>
            </a:spcBef>
            <a:spcAft>
              <a:spcPct val="15000"/>
            </a:spcAft>
            <a:buChar char="•"/>
          </a:pPr>
          <a:r>
            <a:rPr lang="en-US" sz="1900" b="0" i="0" kern="1200"/>
            <a:t>Understand natural language (human language).</a:t>
          </a:r>
          <a:endParaRPr lang="en-US" sz="1900" kern="1200"/>
        </a:p>
      </dsp:txBody>
      <dsp:txXfrm>
        <a:off x="2684049" y="1775342"/>
        <a:ext cx="5703605" cy="599568"/>
      </dsp:txXfrm>
    </dsp:sp>
    <dsp:sp modelId="{8CEC3D1E-4032-4B9E-9D22-F38A49B183EA}">
      <dsp:nvSpPr>
        <dsp:cNvPr id="0" name=""/>
        <dsp:cNvSpPr/>
      </dsp:nvSpPr>
      <dsp:spPr>
        <a:xfrm>
          <a:off x="0" y="2455067"/>
          <a:ext cx="2098963" cy="376200"/>
        </a:xfrm>
        <a:prstGeom prst="rect">
          <a:avLst/>
        </a:prstGeom>
        <a:solidFill>
          <a:schemeClr val="bg1"/>
        </a:solid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35128" tIns="48260" rIns="135128" bIns="48260" numCol="1" spcCol="1270" anchor="ctr" anchorCtr="0">
          <a:noAutofit/>
        </a:bodyPr>
        <a:lstStyle/>
        <a:p>
          <a:pPr marL="0" lvl="0" indent="0" algn="r" defTabSz="844550">
            <a:lnSpc>
              <a:spcPct val="90000"/>
            </a:lnSpc>
            <a:spcBef>
              <a:spcPct val="0"/>
            </a:spcBef>
            <a:spcAft>
              <a:spcPct val="35000"/>
            </a:spcAft>
            <a:buNone/>
          </a:pPr>
          <a:r>
            <a:rPr lang="en-US" sz="1900" kern="1200"/>
            <a:t>Size</a:t>
          </a:r>
        </a:p>
      </dsp:txBody>
      <dsp:txXfrm>
        <a:off x="0" y="2455067"/>
        <a:ext cx="2098963" cy="376200"/>
      </dsp:txXfrm>
    </dsp:sp>
    <dsp:sp modelId="{DE93B29E-4769-4B5E-8336-C8D44D924A1D}">
      <dsp:nvSpPr>
        <dsp:cNvPr id="0" name=""/>
        <dsp:cNvSpPr/>
      </dsp:nvSpPr>
      <dsp:spPr>
        <a:xfrm>
          <a:off x="2098963" y="2443311"/>
          <a:ext cx="419792" cy="399712"/>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161FE8B-B275-4C61-931F-A3574BFB990E}">
      <dsp:nvSpPr>
        <dsp:cNvPr id="0" name=""/>
        <dsp:cNvSpPr/>
      </dsp:nvSpPr>
      <dsp:spPr>
        <a:xfrm>
          <a:off x="2686673" y="2443311"/>
          <a:ext cx="5709180" cy="39971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171450" lvl="1" indent="-171450" algn="l" defTabSz="844550">
            <a:lnSpc>
              <a:spcPct val="90000"/>
            </a:lnSpc>
            <a:spcBef>
              <a:spcPct val="0"/>
            </a:spcBef>
            <a:spcAft>
              <a:spcPct val="15000"/>
            </a:spcAft>
            <a:buChar char="•"/>
          </a:pPr>
          <a:r>
            <a:rPr lang="en-US" sz="1900" b="0" i="0" kern="1200"/>
            <a:t>Portable and small in size.</a:t>
          </a:r>
          <a:endParaRPr lang="en-US" sz="1900" kern="1200"/>
        </a:p>
      </dsp:txBody>
      <dsp:txXfrm>
        <a:off x="2686673" y="2443311"/>
        <a:ext cx="5709180" cy="399712"/>
      </dsp:txXfrm>
    </dsp:sp>
    <dsp:sp modelId="{6D9252FB-0787-4FC5-A086-CAD89F4D1A0C}">
      <dsp:nvSpPr>
        <dsp:cNvPr id="0" name=""/>
        <dsp:cNvSpPr/>
      </dsp:nvSpPr>
      <dsp:spPr>
        <a:xfrm>
          <a:off x="0" y="3061316"/>
          <a:ext cx="2096913" cy="599568"/>
        </a:xfrm>
        <a:prstGeom prst="rect">
          <a:avLst/>
        </a:prstGeom>
        <a:solidFill>
          <a:schemeClr val="bg1"/>
        </a:solid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35128" tIns="48260" rIns="135128" bIns="48260" numCol="1" spcCol="1270" anchor="ctr" anchorCtr="0">
          <a:noAutofit/>
        </a:bodyPr>
        <a:lstStyle/>
        <a:p>
          <a:pPr marL="0" lvl="0" indent="0" algn="r" defTabSz="844550">
            <a:lnSpc>
              <a:spcPct val="90000"/>
            </a:lnSpc>
            <a:spcBef>
              <a:spcPct val="0"/>
            </a:spcBef>
            <a:spcAft>
              <a:spcPct val="35000"/>
            </a:spcAft>
            <a:buNone/>
          </a:pPr>
          <a:r>
            <a:rPr lang="en-US" sz="1900" kern="1200"/>
            <a:t>Input/output devices</a:t>
          </a:r>
        </a:p>
      </dsp:txBody>
      <dsp:txXfrm>
        <a:off x="0" y="3061316"/>
        <a:ext cx="2096913" cy="599568"/>
      </dsp:txXfrm>
    </dsp:sp>
    <dsp:sp modelId="{14813EF9-56B0-4C5A-96D3-CE6A01435830}">
      <dsp:nvSpPr>
        <dsp:cNvPr id="0" name=""/>
        <dsp:cNvSpPr/>
      </dsp:nvSpPr>
      <dsp:spPr>
        <a:xfrm>
          <a:off x="2096913" y="2911424"/>
          <a:ext cx="419382" cy="899353"/>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6FE3C06-5C15-4B59-B712-9FA38DA8254A}">
      <dsp:nvSpPr>
        <dsp:cNvPr id="0" name=""/>
        <dsp:cNvSpPr/>
      </dsp:nvSpPr>
      <dsp:spPr>
        <a:xfrm>
          <a:off x="2684049" y="2911424"/>
          <a:ext cx="5703605" cy="89935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171450" lvl="1" indent="-171450" algn="l" defTabSz="844550">
            <a:lnSpc>
              <a:spcPct val="90000"/>
            </a:lnSpc>
            <a:spcBef>
              <a:spcPct val="0"/>
            </a:spcBef>
            <a:spcAft>
              <a:spcPct val="15000"/>
            </a:spcAft>
            <a:buChar char="•"/>
          </a:pPr>
          <a:r>
            <a:rPr lang="en-US" sz="1900" b="0" i="0" kern="1200"/>
            <a:t>Trackpad (or touchpad), touchscreen, pen, speech input (recognize voice/speech), light scanner, printer, keyboard, monitor, mouse, etc.</a:t>
          </a:r>
          <a:endParaRPr lang="en-US" sz="1900" kern="1200"/>
        </a:p>
      </dsp:txBody>
      <dsp:txXfrm>
        <a:off x="2684049" y="2911424"/>
        <a:ext cx="5703605" cy="899353"/>
      </dsp:txXfrm>
    </dsp:sp>
    <dsp:sp modelId="{8B42D8BE-5E10-4748-BD0E-126BF4EFBE7A}">
      <dsp:nvSpPr>
        <dsp:cNvPr id="0" name=""/>
        <dsp:cNvSpPr/>
      </dsp:nvSpPr>
      <dsp:spPr>
        <a:xfrm>
          <a:off x="0" y="3879177"/>
          <a:ext cx="2096913" cy="599568"/>
        </a:xfrm>
        <a:prstGeom prst="rect">
          <a:avLst/>
        </a:prstGeom>
        <a:solidFill>
          <a:schemeClr val="bg1"/>
        </a:solidFill>
        <a:ln>
          <a:solidFill>
            <a:schemeClr val="tx2"/>
          </a:solidFill>
        </a:ln>
        <a:effectLst/>
      </dsp:spPr>
      <dsp:style>
        <a:lnRef idx="0">
          <a:scrgbClr r="0" g="0" b="0"/>
        </a:lnRef>
        <a:fillRef idx="0">
          <a:scrgbClr r="0" g="0" b="0"/>
        </a:fillRef>
        <a:effectRef idx="0">
          <a:scrgbClr r="0" g="0" b="0"/>
        </a:effectRef>
        <a:fontRef idx="minor"/>
      </dsp:style>
      <dsp:txBody>
        <a:bodyPr spcFirstLastPara="0" vert="horz" wrap="square" lIns="135128" tIns="48260" rIns="135128" bIns="48260" numCol="1" spcCol="1270" anchor="ctr" anchorCtr="0">
          <a:noAutofit/>
        </a:bodyPr>
        <a:lstStyle/>
        <a:p>
          <a:pPr marL="0" lvl="0" indent="0" algn="r" defTabSz="844550">
            <a:lnSpc>
              <a:spcPct val="90000"/>
            </a:lnSpc>
            <a:spcBef>
              <a:spcPct val="0"/>
            </a:spcBef>
            <a:spcAft>
              <a:spcPct val="35000"/>
            </a:spcAft>
            <a:buNone/>
          </a:pPr>
          <a:r>
            <a:rPr lang="en-US" sz="1900" b="0" i="0" kern="1200"/>
            <a:t>Examples of the third generation</a:t>
          </a:r>
          <a:endParaRPr lang="en-US" sz="1900" kern="1200"/>
        </a:p>
      </dsp:txBody>
      <dsp:txXfrm>
        <a:off x="0" y="3879177"/>
        <a:ext cx="2096913" cy="599568"/>
      </dsp:txXfrm>
    </dsp:sp>
    <dsp:sp modelId="{DC2C5C34-6996-44D8-9D16-E0BAD04DB532}">
      <dsp:nvSpPr>
        <dsp:cNvPr id="0" name=""/>
        <dsp:cNvSpPr/>
      </dsp:nvSpPr>
      <dsp:spPr>
        <a:xfrm>
          <a:off x="2096913" y="3879177"/>
          <a:ext cx="419382" cy="599568"/>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746ED2-E8ED-4A4A-B511-EEDF6C94E755}">
      <dsp:nvSpPr>
        <dsp:cNvPr id="0" name=""/>
        <dsp:cNvSpPr/>
      </dsp:nvSpPr>
      <dsp:spPr>
        <a:xfrm>
          <a:off x="2684049" y="3879177"/>
          <a:ext cx="5703605" cy="59956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171450" lvl="1" indent="-171450" algn="l" defTabSz="844550">
            <a:lnSpc>
              <a:spcPct val="90000"/>
            </a:lnSpc>
            <a:spcBef>
              <a:spcPct val="0"/>
            </a:spcBef>
            <a:spcAft>
              <a:spcPct val="15000"/>
            </a:spcAft>
            <a:buChar char="•"/>
          </a:pPr>
          <a:r>
            <a:rPr lang="fr-FR" sz="1900" b="0" i="0" kern="1200"/>
            <a:t>Desktops, laptops, </a:t>
          </a:r>
          <a:r>
            <a:rPr lang="fr-FR" sz="1900" b="0" i="0" kern="1200" err="1"/>
            <a:t>tablets</a:t>
          </a:r>
          <a:r>
            <a:rPr lang="fr-FR" sz="1900" b="0" i="0" kern="1200"/>
            <a:t>, smartphones, etc.</a:t>
          </a:r>
          <a:endParaRPr lang="en-US" sz="1900" kern="1200"/>
        </a:p>
      </dsp:txBody>
      <dsp:txXfrm>
        <a:off x="2684049" y="3879177"/>
        <a:ext cx="5703605" cy="59956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5.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6.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7.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8.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0060"/>
          </a:xfrm>
          <a:prstGeom prst="rect">
            <a:avLst/>
          </a:prstGeom>
          <a:noFill/>
          <a:ln>
            <a:noFill/>
          </a:ln>
        </p:spPr>
        <p:txBody>
          <a:bodyPr spcFirstLastPara="1" wrap="square" lIns="96650" tIns="48325" rIns="96650" bIns="48325"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7" y="0"/>
            <a:ext cx="3169920" cy="480060"/>
          </a:xfrm>
          <a:prstGeom prst="rect">
            <a:avLst/>
          </a:prstGeom>
          <a:noFill/>
          <a:ln>
            <a:noFill/>
          </a:ln>
        </p:spPr>
        <p:txBody>
          <a:bodyPr spcFirstLastPara="1" wrap="square" lIns="96650" tIns="48325" rIns="96650" bIns="48325"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1520" y="4560570"/>
            <a:ext cx="5852160" cy="4320540"/>
          </a:xfrm>
          <a:prstGeom prst="rect">
            <a:avLst/>
          </a:prstGeom>
          <a:noFill/>
          <a:ln>
            <a:noFill/>
          </a:ln>
        </p:spPr>
        <p:txBody>
          <a:bodyPr spcFirstLastPara="1" wrap="square" lIns="96650" tIns="48325" rIns="96650" bIns="483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74"/>
            <a:ext cx="3169920" cy="480060"/>
          </a:xfrm>
          <a:prstGeom prst="rect">
            <a:avLst/>
          </a:prstGeom>
          <a:noFill/>
          <a:ln>
            <a:noFill/>
          </a:ln>
        </p:spPr>
        <p:txBody>
          <a:bodyPr spcFirstLastPara="1" wrap="square" lIns="96650" tIns="48325" rIns="96650" bIns="48325"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7" y="9119474"/>
            <a:ext cx="3169920" cy="480060"/>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9793300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97" name="Google Shape;97;p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3495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300" b="0" i="0" u="none" strike="noStrike" cap="none" smtClean="0">
                <a:solidFill>
                  <a:schemeClr val="dk1"/>
                </a:solidFill>
                <a:latin typeface="Calibri"/>
                <a:ea typeface="Calibri"/>
                <a:cs typeface="Calibri"/>
                <a:sym typeface="Calibri"/>
              </a:rPr>
              <a:t>19</a:t>
            </a:fld>
            <a:endParaRPr lang="en-US" sz="13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664151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2"/>
          <p:cNvSpPr/>
          <p:nvPr/>
        </p:nvSpPr>
        <p:spPr>
          <a:xfrm rot="10800000" flipH="1">
            <a:off x="0" y="-2"/>
            <a:ext cx="9144000" cy="4953001"/>
          </a:xfrm>
          <a:prstGeom prst="rect">
            <a:avLst/>
          </a:prstGeom>
          <a:solidFill>
            <a:srgbClr val="000F2E"/>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 name="Google Shape;17;p2"/>
          <p:cNvSpPr txBox="1">
            <a:spLocks noGrp="1"/>
          </p:cNvSpPr>
          <p:nvPr>
            <p:ph type="ctrTitle"/>
          </p:nvPr>
        </p:nvSpPr>
        <p:spPr>
          <a:xfrm>
            <a:off x="685800" y="1371600"/>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lt1"/>
              </a:buClr>
              <a:buSzPts val="4400"/>
              <a:buFont typeface="Calibri"/>
              <a:buNone/>
              <a:defRPr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2"/>
          <p:cNvSpPr txBox="1">
            <a:spLocks noGrp="1"/>
          </p:cNvSpPr>
          <p:nvPr>
            <p:ph type="subTitle" idx="1"/>
          </p:nvPr>
        </p:nvSpPr>
        <p:spPr>
          <a:xfrm>
            <a:off x="1371600" y="3127375"/>
            <a:ext cx="6400800" cy="1216025"/>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chemeClr val="lt1"/>
              </a:buClr>
              <a:buSzPts val="3200"/>
              <a:buNone/>
              <a:defRPr b="1">
                <a:solidFill>
                  <a:schemeClr val="lt1"/>
                </a:solidFill>
              </a:defRPr>
            </a:lvl1pPr>
            <a:lvl2pPr lvl="1" algn="ctr">
              <a:spcBef>
                <a:spcPts val="560"/>
              </a:spcBef>
              <a:spcAft>
                <a:spcPts val="0"/>
              </a:spcAft>
              <a:buClr>
                <a:srgbClr val="888A9C"/>
              </a:buClr>
              <a:buSzPts val="2800"/>
              <a:buNone/>
              <a:defRPr>
                <a:solidFill>
                  <a:srgbClr val="888A9C"/>
                </a:solidFill>
              </a:defRPr>
            </a:lvl2pPr>
            <a:lvl3pPr lvl="2" algn="ctr">
              <a:spcBef>
                <a:spcPts val="480"/>
              </a:spcBef>
              <a:spcAft>
                <a:spcPts val="0"/>
              </a:spcAft>
              <a:buClr>
                <a:srgbClr val="888A9C"/>
              </a:buClr>
              <a:buSzPts val="2400"/>
              <a:buNone/>
              <a:defRPr>
                <a:solidFill>
                  <a:srgbClr val="888A9C"/>
                </a:solidFill>
              </a:defRPr>
            </a:lvl3pPr>
            <a:lvl4pPr lvl="3" algn="ctr">
              <a:spcBef>
                <a:spcPts val="400"/>
              </a:spcBef>
              <a:spcAft>
                <a:spcPts val="0"/>
              </a:spcAft>
              <a:buClr>
                <a:srgbClr val="888A9C"/>
              </a:buClr>
              <a:buSzPts val="2000"/>
              <a:buNone/>
              <a:defRPr>
                <a:solidFill>
                  <a:srgbClr val="888A9C"/>
                </a:solidFill>
              </a:defRPr>
            </a:lvl4pPr>
            <a:lvl5pPr lvl="4" algn="ctr">
              <a:spcBef>
                <a:spcPts val="400"/>
              </a:spcBef>
              <a:spcAft>
                <a:spcPts val="0"/>
              </a:spcAft>
              <a:buClr>
                <a:srgbClr val="888A9C"/>
              </a:buClr>
              <a:buSzPts val="2000"/>
              <a:buNone/>
              <a:defRPr>
                <a:solidFill>
                  <a:srgbClr val="888A9C"/>
                </a:solidFill>
              </a:defRPr>
            </a:lvl5pPr>
            <a:lvl6pPr lvl="5" algn="ctr">
              <a:spcBef>
                <a:spcPts val="400"/>
              </a:spcBef>
              <a:spcAft>
                <a:spcPts val="0"/>
              </a:spcAft>
              <a:buClr>
                <a:srgbClr val="888A9C"/>
              </a:buClr>
              <a:buSzPts val="2000"/>
              <a:buNone/>
              <a:defRPr>
                <a:solidFill>
                  <a:srgbClr val="888A9C"/>
                </a:solidFill>
              </a:defRPr>
            </a:lvl6pPr>
            <a:lvl7pPr lvl="6" algn="ctr">
              <a:spcBef>
                <a:spcPts val="400"/>
              </a:spcBef>
              <a:spcAft>
                <a:spcPts val="0"/>
              </a:spcAft>
              <a:buClr>
                <a:srgbClr val="888A9C"/>
              </a:buClr>
              <a:buSzPts val="2000"/>
              <a:buNone/>
              <a:defRPr>
                <a:solidFill>
                  <a:srgbClr val="888A9C"/>
                </a:solidFill>
              </a:defRPr>
            </a:lvl7pPr>
            <a:lvl8pPr lvl="7" algn="ctr">
              <a:spcBef>
                <a:spcPts val="400"/>
              </a:spcBef>
              <a:spcAft>
                <a:spcPts val="0"/>
              </a:spcAft>
              <a:buClr>
                <a:srgbClr val="888A9C"/>
              </a:buClr>
              <a:buSzPts val="2000"/>
              <a:buNone/>
              <a:defRPr>
                <a:solidFill>
                  <a:srgbClr val="888A9C"/>
                </a:solidFill>
              </a:defRPr>
            </a:lvl8pPr>
            <a:lvl9pPr lvl="8" algn="ctr">
              <a:spcBef>
                <a:spcPts val="400"/>
              </a:spcBef>
              <a:spcAft>
                <a:spcPts val="0"/>
              </a:spcAft>
              <a:buClr>
                <a:srgbClr val="888A9C"/>
              </a:buClr>
              <a:buSzPts val="2000"/>
              <a:buNone/>
              <a:defRPr>
                <a:solidFill>
                  <a:srgbClr val="888A9C"/>
                </a:solidFill>
              </a:defRPr>
            </a:lvl9pPr>
          </a:lstStyle>
          <a:p>
            <a:r>
              <a:rPr lang="en-US"/>
              <a:t>Click to edit Master subtitle style</a:t>
            </a:r>
            <a:endParaRPr/>
          </a:p>
        </p:txBody>
      </p:sp>
      <p:sp>
        <p:nvSpPr>
          <p:cNvPr id="19" name="Google Shape;1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20" name="Google Shape;20;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21" name="Google Shape;2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pic>
        <p:nvPicPr>
          <p:cNvPr id="22" name="Google Shape;22;p2"/>
          <p:cNvPicPr preferRelativeResize="0"/>
          <p:nvPr/>
        </p:nvPicPr>
        <p:blipFill rotWithShape="1">
          <a:blip r:embed="rId2">
            <a:alphaModFix/>
          </a:blip>
          <a:srcRect/>
          <a:stretch/>
        </p:blipFill>
        <p:spPr>
          <a:xfrm>
            <a:off x="3330414" y="5281369"/>
            <a:ext cx="2843999" cy="1104862"/>
          </a:xfrm>
          <a:prstGeom prst="rect">
            <a:avLst/>
          </a:prstGeom>
          <a:noFill/>
          <a:ln>
            <a:noFill/>
          </a:ln>
        </p:spPr>
      </p:pic>
      <p:sp>
        <p:nvSpPr>
          <p:cNvPr id="23" name="Google Shape;23;p2"/>
          <p:cNvSpPr/>
          <p:nvPr/>
        </p:nvSpPr>
        <p:spPr>
          <a:xfrm>
            <a:off x="0" y="6629400"/>
            <a:ext cx="9144000" cy="228600"/>
          </a:xfrm>
          <a:prstGeom prst="rect">
            <a:avLst/>
          </a:prstGeom>
          <a:solidFill>
            <a:srgbClr val="000F2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502740058"/>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nd Content" type="obj">
  <p:cSld name="Title and Content">
    <p:bg>
      <p:bgRef idx="1001">
        <a:schemeClr val="bg1"/>
      </p:bgRef>
    </p:bg>
    <p:spTree>
      <p:nvGrpSpPr>
        <p:cNvPr id="1" name="Shape 24"/>
        <p:cNvGrpSpPr/>
        <p:nvPr/>
      </p:nvGrpSpPr>
      <p:grpSpPr>
        <a:xfrm>
          <a:off x="0" y="0"/>
          <a:ext cx="0" cy="0"/>
          <a:chOff x="0" y="0"/>
          <a:chExt cx="0" cy="0"/>
        </a:xfrm>
      </p:grpSpPr>
      <p:sp>
        <p:nvSpPr>
          <p:cNvPr id="25" name="Google Shape;25;p3"/>
          <p:cNvSpPr/>
          <p:nvPr/>
        </p:nvSpPr>
        <p:spPr>
          <a:xfrm>
            <a:off x="0" y="6629400"/>
            <a:ext cx="9144000" cy="228600"/>
          </a:xfrm>
          <a:prstGeom prst="rect">
            <a:avLst/>
          </a:prstGeom>
          <a:solidFill>
            <a:srgbClr val="000F2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 name="Google Shape;26;p3"/>
          <p:cNvSpPr/>
          <p:nvPr/>
        </p:nvSpPr>
        <p:spPr>
          <a:xfrm rot="10800000" flipH="1">
            <a:off x="-2458" y="1143000"/>
            <a:ext cx="9144000" cy="228600"/>
          </a:xfrm>
          <a:prstGeom prst="rect">
            <a:avLst/>
          </a:prstGeom>
          <a:solidFill>
            <a:srgbClr val="000F2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 name="Google Shape;27;p3"/>
          <p:cNvSpPr txBox="1">
            <a:spLocks noGrp="1"/>
          </p:cNvSpPr>
          <p:nvPr>
            <p:ph type="title"/>
          </p:nvPr>
        </p:nvSpPr>
        <p:spPr>
          <a:xfrm>
            <a:off x="457200" y="152400"/>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4400"/>
              <a:buFont typeface="Calibri"/>
              <a:buNone/>
              <a:defRPr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3"/>
          <p:cNvSpPr txBox="1">
            <a:spLocks noGrp="1"/>
          </p:cNvSpPr>
          <p:nvPr>
            <p:ph type="body" idx="1"/>
          </p:nvPr>
        </p:nvSpPr>
        <p:spPr>
          <a:xfrm>
            <a:off x="457200" y="1524000"/>
            <a:ext cx="8229600" cy="4942175"/>
          </a:xfrm>
          <a:prstGeom prst="rect">
            <a:avLst/>
          </a:prstGeom>
          <a:noFill/>
          <a:ln>
            <a:noFill/>
          </a:ln>
        </p:spPr>
        <p:txBody>
          <a:bodyPr spcFirstLastPara="1" wrap="square" lIns="91425" tIns="45700" rIns="91425" bIns="45700" anchor="t" anchorCtr="0">
            <a:noAutofit/>
          </a:bodyPr>
          <a:lstStyle>
            <a:lvl1pPr marL="457200" lvl="0" indent="-342900" algn="l">
              <a:spcBef>
                <a:spcPts val="600"/>
              </a:spcBef>
              <a:spcAft>
                <a:spcPts val="0"/>
              </a:spcAft>
              <a:buClr>
                <a:schemeClr val="dk1"/>
              </a:buClr>
              <a:buSzPts val="1800"/>
              <a:buFont typeface="Calibri"/>
              <a:buChar char="•"/>
              <a:defRPr sz="30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Edit Master text styles</a:t>
            </a:r>
          </a:p>
        </p:txBody>
      </p:sp>
      <p:sp>
        <p:nvSpPr>
          <p:cNvPr id="29" name="Google Shape;29;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pic>
        <p:nvPicPr>
          <p:cNvPr id="30" name="Google Shape;30;p3"/>
          <p:cNvPicPr preferRelativeResize="0"/>
          <p:nvPr/>
        </p:nvPicPr>
        <p:blipFill rotWithShape="1">
          <a:blip r:embed="rId2">
            <a:alphaModFix/>
          </a:blip>
          <a:srcRect/>
          <a:stretch/>
        </p:blipFill>
        <p:spPr>
          <a:xfrm>
            <a:off x="4304167" y="6400800"/>
            <a:ext cx="365760" cy="405070"/>
          </a:xfrm>
          <a:prstGeom prst="rect">
            <a:avLst/>
          </a:prstGeom>
          <a:noFill/>
          <a:ln>
            <a:noFill/>
          </a:ln>
        </p:spPr>
      </p:pic>
      <p:pic>
        <p:nvPicPr>
          <p:cNvPr id="31" name="Google Shape;31;p3"/>
          <p:cNvPicPr preferRelativeResize="0"/>
          <p:nvPr/>
        </p:nvPicPr>
        <p:blipFill rotWithShape="1">
          <a:blip r:embed="rId3">
            <a:alphaModFix/>
          </a:blip>
          <a:srcRect/>
          <a:stretch/>
        </p:blipFill>
        <p:spPr>
          <a:xfrm>
            <a:off x="4364295" y="6466175"/>
            <a:ext cx="245505" cy="274320"/>
          </a:xfrm>
          <a:prstGeom prst="rect">
            <a:avLst/>
          </a:prstGeom>
          <a:noFill/>
          <a:ln>
            <a:noFill/>
          </a:ln>
        </p:spPr>
      </p:pic>
      <p:sp>
        <p:nvSpPr>
          <p:cNvPr id="32" name="Google Shape;32;p3"/>
          <p:cNvSpPr txBox="1">
            <a:spLocks noGrp="1"/>
          </p:cNvSpPr>
          <p:nvPr>
            <p:ph type="sldNum" idx="12"/>
          </p:nvPr>
        </p:nvSpPr>
        <p:spPr>
          <a:xfrm>
            <a:off x="4296547" y="6400800"/>
            <a:ext cx="3810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100" b="1" i="0" u="none" strike="noStrike" cap="none">
                <a:solidFill>
                  <a:srgbClr val="000F2E"/>
                </a:solidFill>
                <a:latin typeface="Calibri"/>
                <a:ea typeface="Calibri"/>
                <a:cs typeface="Calibri"/>
                <a:sym typeface="Calibri"/>
              </a:defRPr>
            </a:lvl1pPr>
            <a:lvl2pPr marL="0" lvl="1" indent="0" algn="ctr">
              <a:spcBef>
                <a:spcPts val="0"/>
              </a:spcBef>
              <a:buNone/>
              <a:defRPr sz="1100" b="1" i="0" u="none" strike="noStrike" cap="none">
                <a:solidFill>
                  <a:srgbClr val="000F2E"/>
                </a:solidFill>
                <a:latin typeface="Calibri"/>
                <a:ea typeface="Calibri"/>
                <a:cs typeface="Calibri"/>
                <a:sym typeface="Calibri"/>
              </a:defRPr>
            </a:lvl2pPr>
            <a:lvl3pPr marL="0" lvl="2" indent="0" algn="ctr">
              <a:spcBef>
                <a:spcPts val="0"/>
              </a:spcBef>
              <a:buNone/>
              <a:defRPr sz="1100" b="1" i="0" u="none" strike="noStrike" cap="none">
                <a:solidFill>
                  <a:srgbClr val="000F2E"/>
                </a:solidFill>
                <a:latin typeface="Calibri"/>
                <a:ea typeface="Calibri"/>
                <a:cs typeface="Calibri"/>
                <a:sym typeface="Calibri"/>
              </a:defRPr>
            </a:lvl3pPr>
            <a:lvl4pPr marL="0" lvl="3" indent="0" algn="ctr">
              <a:spcBef>
                <a:spcPts val="0"/>
              </a:spcBef>
              <a:buNone/>
              <a:defRPr sz="1100" b="1" i="0" u="none" strike="noStrike" cap="none">
                <a:solidFill>
                  <a:srgbClr val="000F2E"/>
                </a:solidFill>
                <a:latin typeface="Calibri"/>
                <a:ea typeface="Calibri"/>
                <a:cs typeface="Calibri"/>
                <a:sym typeface="Calibri"/>
              </a:defRPr>
            </a:lvl4pPr>
            <a:lvl5pPr marL="0" lvl="4" indent="0" algn="ctr">
              <a:spcBef>
                <a:spcPts val="0"/>
              </a:spcBef>
              <a:buNone/>
              <a:defRPr sz="1100" b="1" i="0" u="none" strike="noStrike" cap="none">
                <a:solidFill>
                  <a:srgbClr val="000F2E"/>
                </a:solidFill>
                <a:latin typeface="Calibri"/>
                <a:ea typeface="Calibri"/>
                <a:cs typeface="Calibri"/>
                <a:sym typeface="Calibri"/>
              </a:defRPr>
            </a:lvl5pPr>
            <a:lvl6pPr marL="0" lvl="5" indent="0" algn="ctr">
              <a:spcBef>
                <a:spcPts val="0"/>
              </a:spcBef>
              <a:buNone/>
              <a:defRPr sz="1100" b="1" i="0" u="none" strike="noStrike" cap="none">
                <a:solidFill>
                  <a:srgbClr val="000F2E"/>
                </a:solidFill>
                <a:latin typeface="Calibri"/>
                <a:ea typeface="Calibri"/>
                <a:cs typeface="Calibri"/>
                <a:sym typeface="Calibri"/>
              </a:defRPr>
            </a:lvl6pPr>
            <a:lvl7pPr marL="0" lvl="6" indent="0" algn="ctr">
              <a:spcBef>
                <a:spcPts val="0"/>
              </a:spcBef>
              <a:buNone/>
              <a:defRPr sz="1100" b="1" i="0" u="none" strike="noStrike" cap="none">
                <a:solidFill>
                  <a:srgbClr val="000F2E"/>
                </a:solidFill>
                <a:latin typeface="Calibri"/>
                <a:ea typeface="Calibri"/>
                <a:cs typeface="Calibri"/>
                <a:sym typeface="Calibri"/>
              </a:defRPr>
            </a:lvl7pPr>
            <a:lvl8pPr marL="0" lvl="7" indent="0" algn="ctr">
              <a:spcBef>
                <a:spcPts val="0"/>
              </a:spcBef>
              <a:buNone/>
              <a:defRPr sz="1100" b="1" i="0" u="none" strike="noStrike" cap="none">
                <a:solidFill>
                  <a:srgbClr val="000F2E"/>
                </a:solidFill>
                <a:latin typeface="Calibri"/>
                <a:ea typeface="Calibri"/>
                <a:cs typeface="Calibri"/>
                <a:sym typeface="Calibri"/>
              </a:defRPr>
            </a:lvl8pPr>
            <a:lvl9pPr marL="0" lvl="8" indent="0" algn="ctr">
              <a:spcBef>
                <a:spcPts val="0"/>
              </a:spcBef>
              <a:buNone/>
              <a:defRPr sz="1100" b="1" i="0" u="none" strike="noStrike" cap="none">
                <a:solidFill>
                  <a:srgbClr val="000F2E"/>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smtClean="0"/>
              <a:t>‹#›</a:t>
            </a:fld>
            <a:endParaRPr lang="en-US"/>
          </a:p>
        </p:txBody>
      </p:sp>
      <p:pic>
        <p:nvPicPr>
          <p:cNvPr id="2" name="Picture 1"/>
          <p:cNvPicPr>
            <a:picLocks noChangeAspect="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t="6274" r="49256"/>
          <a:stretch/>
        </p:blipFill>
        <p:spPr>
          <a:xfrm>
            <a:off x="6183389" y="1378424"/>
            <a:ext cx="2960611" cy="5468390"/>
          </a:xfrm>
          <a:prstGeom prst="rect">
            <a:avLst/>
          </a:prstGeom>
        </p:spPr>
      </p:pic>
    </p:spTree>
    <p:extLst>
      <p:ext uri="{BB962C8B-B14F-4D97-AF65-F5344CB8AC3E}">
        <p14:creationId xmlns:p14="http://schemas.microsoft.com/office/powerpoint/2010/main" val="27437762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3"/>
        <p:cNvGrpSpPr/>
        <p:nvPr/>
      </p:nvGrpSpPr>
      <p:grpSpPr>
        <a:xfrm>
          <a:off x="0" y="0"/>
          <a:ext cx="0" cy="0"/>
          <a:chOff x="0" y="0"/>
          <a:chExt cx="0" cy="0"/>
        </a:xfrm>
      </p:grpSpPr>
      <p:sp>
        <p:nvSpPr>
          <p:cNvPr id="34" name="Google Shape;34;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5" name="Google Shape;35;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A9C"/>
              </a:buClr>
              <a:buSzPts val="2000"/>
              <a:buNone/>
              <a:defRPr sz="2000">
                <a:solidFill>
                  <a:srgbClr val="888A9C"/>
                </a:solidFill>
              </a:defRPr>
            </a:lvl1pPr>
            <a:lvl2pPr marL="914400" lvl="1" indent="-228600" algn="l">
              <a:spcBef>
                <a:spcPts val="360"/>
              </a:spcBef>
              <a:spcAft>
                <a:spcPts val="0"/>
              </a:spcAft>
              <a:buClr>
                <a:srgbClr val="888A9C"/>
              </a:buClr>
              <a:buSzPts val="1800"/>
              <a:buNone/>
              <a:defRPr sz="1800">
                <a:solidFill>
                  <a:srgbClr val="888A9C"/>
                </a:solidFill>
              </a:defRPr>
            </a:lvl2pPr>
            <a:lvl3pPr marL="1371600" lvl="2" indent="-228600" algn="l">
              <a:spcBef>
                <a:spcPts val="320"/>
              </a:spcBef>
              <a:spcAft>
                <a:spcPts val="0"/>
              </a:spcAft>
              <a:buClr>
                <a:srgbClr val="888A9C"/>
              </a:buClr>
              <a:buSzPts val="1600"/>
              <a:buNone/>
              <a:defRPr sz="1600">
                <a:solidFill>
                  <a:srgbClr val="888A9C"/>
                </a:solidFill>
              </a:defRPr>
            </a:lvl3pPr>
            <a:lvl4pPr marL="1828800" lvl="3" indent="-228600" algn="l">
              <a:spcBef>
                <a:spcPts val="280"/>
              </a:spcBef>
              <a:spcAft>
                <a:spcPts val="0"/>
              </a:spcAft>
              <a:buClr>
                <a:srgbClr val="888A9C"/>
              </a:buClr>
              <a:buSzPts val="1400"/>
              <a:buNone/>
              <a:defRPr sz="1400">
                <a:solidFill>
                  <a:srgbClr val="888A9C"/>
                </a:solidFill>
              </a:defRPr>
            </a:lvl4pPr>
            <a:lvl5pPr marL="2286000" lvl="4" indent="-228600" algn="l">
              <a:spcBef>
                <a:spcPts val="280"/>
              </a:spcBef>
              <a:spcAft>
                <a:spcPts val="0"/>
              </a:spcAft>
              <a:buClr>
                <a:srgbClr val="888A9C"/>
              </a:buClr>
              <a:buSzPts val="1400"/>
              <a:buNone/>
              <a:defRPr sz="1400">
                <a:solidFill>
                  <a:srgbClr val="888A9C"/>
                </a:solidFill>
              </a:defRPr>
            </a:lvl5pPr>
            <a:lvl6pPr marL="2743200" lvl="5" indent="-228600" algn="l">
              <a:spcBef>
                <a:spcPts val="280"/>
              </a:spcBef>
              <a:spcAft>
                <a:spcPts val="0"/>
              </a:spcAft>
              <a:buClr>
                <a:srgbClr val="888A9C"/>
              </a:buClr>
              <a:buSzPts val="1400"/>
              <a:buNone/>
              <a:defRPr sz="1400">
                <a:solidFill>
                  <a:srgbClr val="888A9C"/>
                </a:solidFill>
              </a:defRPr>
            </a:lvl6pPr>
            <a:lvl7pPr marL="3200400" lvl="6" indent="-228600" algn="l">
              <a:spcBef>
                <a:spcPts val="280"/>
              </a:spcBef>
              <a:spcAft>
                <a:spcPts val="0"/>
              </a:spcAft>
              <a:buClr>
                <a:srgbClr val="888A9C"/>
              </a:buClr>
              <a:buSzPts val="1400"/>
              <a:buNone/>
              <a:defRPr sz="1400">
                <a:solidFill>
                  <a:srgbClr val="888A9C"/>
                </a:solidFill>
              </a:defRPr>
            </a:lvl7pPr>
            <a:lvl8pPr marL="3657600" lvl="7" indent="-228600" algn="l">
              <a:spcBef>
                <a:spcPts val="280"/>
              </a:spcBef>
              <a:spcAft>
                <a:spcPts val="0"/>
              </a:spcAft>
              <a:buClr>
                <a:srgbClr val="888A9C"/>
              </a:buClr>
              <a:buSzPts val="1400"/>
              <a:buNone/>
              <a:defRPr sz="1400">
                <a:solidFill>
                  <a:srgbClr val="888A9C"/>
                </a:solidFill>
              </a:defRPr>
            </a:lvl8pPr>
            <a:lvl9pPr marL="4114800" lvl="8" indent="-228600" algn="l">
              <a:spcBef>
                <a:spcPts val="280"/>
              </a:spcBef>
              <a:spcAft>
                <a:spcPts val="0"/>
              </a:spcAft>
              <a:buClr>
                <a:srgbClr val="888A9C"/>
              </a:buClr>
              <a:buSzPts val="1400"/>
              <a:buNone/>
              <a:defRPr sz="1400">
                <a:solidFill>
                  <a:srgbClr val="888A9C"/>
                </a:solidFill>
              </a:defRPr>
            </a:lvl9pPr>
          </a:lstStyle>
          <a:p>
            <a:pPr lvl="0"/>
            <a:r>
              <a:rPr lang="en-US"/>
              <a:t>Edit Master text styles</a:t>
            </a:r>
          </a:p>
        </p:txBody>
      </p:sp>
      <p:sp>
        <p:nvSpPr>
          <p:cNvPr id="36" name="Google Shape;36;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37" name="Google Shape;37;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38" name="Google Shape;38;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4018840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9"/>
        <p:cNvGrpSpPr/>
        <p:nvPr/>
      </p:nvGrpSpPr>
      <p:grpSpPr>
        <a:xfrm>
          <a:off x="0" y="0"/>
          <a:ext cx="0" cy="0"/>
          <a:chOff x="0" y="0"/>
          <a:chExt cx="0" cy="0"/>
        </a:xfrm>
      </p:grpSpPr>
      <p:sp>
        <p:nvSpPr>
          <p:cNvPr id="40" name="Google Shape;40;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1" name="Google Shape;41;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pPr lvl="0"/>
            <a:r>
              <a:rPr lang="en-US"/>
              <a:t>Edit Master text styles</a:t>
            </a:r>
          </a:p>
        </p:txBody>
      </p:sp>
      <p:sp>
        <p:nvSpPr>
          <p:cNvPr id="42" name="Google Shape;42;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pPr lvl="0"/>
            <a:r>
              <a:rPr lang="en-US"/>
              <a:t>Edit Master text styles</a:t>
            </a:r>
          </a:p>
        </p:txBody>
      </p:sp>
      <p:sp>
        <p:nvSpPr>
          <p:cNvPr id="43" name="Google Shape;43;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44" name="Google Shape;44;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45" name="Google Shape;45;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7197424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6"/>
        <p:cNvGrpSpPr/>
        <p:nvPr/>
      </p:nvGrpSpPr>
      <p:grpSpPr>
        <a:xfrm>
          <a:off x="0" y="0"/>
          <a:ext cx="0" cy="0"/>
          <a:chOff x="0" y="0"/>
          <a:chExt cx="0" cy="0"/>
        </a:xfrm>
      </p:grpSpPr>
      <p:sp>
        <p:nvSpPr>
          <p:cNvPr id="47" name="Google Shape;47;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8" name="Google Shape;48;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pPr lvl="0"/>
            <a:r>
              <a:rPr lang="en-US"/>
              <a:t>Edit Master text styles</a:t>
            </a:r>
          </a:p>
        </p:txBody>
      </p:sp>
      <p:sp>
        <p:nvSpPr>
          <p:cNvPr id="49" name="Google Shape;49;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pPr lvl="0"/>
            <a:r>
              <a:rPr lang="en-US"/>
              <a:t>Edit Master text styles</a:t>
            </a:r>
          </a:p>
        </p:txBody>
      </p:sp>
      <p:sp>
        <p:nvSpPr>
          <p:cNvPr id="50" name="Google Shape;50;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pPr lvl="0"/>
            <a:r>
              <a:rPr lang="en-US"/>
              <a:t>Edit Master text styles</a:t>
            </a:r>
          </a:p>
        </p:txBody>
      </p:sp>
      <p:sp>
        <p:nvSpPr>
          <p:cNvPr id="51" name="Google Shape;51;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pPr lvl="0"/>
            <a:r>
              <a:rPr lang="en-US"/>
              <a:t>Edit Master text styles</a:t>
            </a:r>
          </a:p>
        </p:txBody>
      </p:sp>
      <p:sp>
        <p:nvSpPr>
          <p:cNvPr id="52" name="Google Shape;5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3" name="Google Shape;5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4" name="Google Shape;5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57792771"/>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5"/>
        <p:cNvGrpSpPr/>
        <p:nvPr/>
      </p:nvGrpSpPr>
      <p:grpSpPr>
        <a:xfrm>
          <a:off x="0" y="0"/>
          <a:ext cx="0" cy="0"/>
          <a:chOff x="0" y="0"/>
          <a:chExt cx="0" cy="0"/>
        </a:xfrm>
      </p:grpSpPr>
      <p:sp>
        <p:nvSpPr>
          <p:cNvPr id="56" name="Google Shape;56;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7" name="Google Shape;57;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8" name="Google Shape;58;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9" name="Google Shape;5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1303669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62" name="Google Shape;6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63" name="Google Shape;6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6387170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64"/>
        <p:cNvGrpSpPr/>
        <p:nvPr/>
      </p:nvGrpSpPr>
      <p:grpSpPr>
        <a:xfrm>
          <a:off x="0" y="0"/>
          <a:ext cx="0" cy="0"/>
          <a:chOff x="0" y="0"/>
          <a:chExt cx="0" cy="0"/>
        </a:xfrm>
      </p:grpSpPr>
      <p:sp>
        <p:nvSpPr>
          <p:cNvPr id="65" name="Google Shape;6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6" name="Google Shape;6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pPr lvl="0"/>
            <a:r>
              <a:rPr lang="en-US"/>
              <a:t>Edit Master text styles</a:t>
            </a:r>
          </a:p>
        </p:txBody>
      </p:sp>
      <p:sp>
        <p:nvSpPr>
          <p:cNvPr id="67" name="Google Shape;6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pPr lvl="0"/>
            <a:r>
              <a:rPr lang="en-US"/>
              <a:t>Edit Master text styles</a:t>
            </a:r>
          </a:p>
        </p:txBody>
      </p:sp>
      <p:sp>
        <p:nvSpPr>
          <p:cNvPr id="68" name="Google Shape;6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69" name="Google Shape;6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70" name="Google Shape;7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1876887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3" name="Google Shape;73;p10"/>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r>
              <a:rPr lang="en-US"/>
              <a:t>Click icon to add picture</a:t>
            </a:r>
            <a:endParaRPr/>
          </a:p>
        </p:txBody>
      </p:sp>
      <p:sp>
        <p:nvSpPr>
          <p:cNvPr id="74" name="Google Shape;7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pPr lvl="0"/>
            <a:r>
              <a:rPr lang="en-US"/>
              <a:t>Edit Master text styles</a:t>
            </a:r>
          </a:p>
        </p:txBody>
      </p:sp>
      <p:sp>
        <p:nvSpPr>
          <p:cNvPr id="75" name="Google Shape;7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76" name="Google Shape;7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77" name="Google Shape;7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37896746"/>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8"/>
        <p:cNvGrpSpPr/>
        <p:nvPr/>
      </p:nvGrpSpPr>
      <p:grpSpPr>
        <a:xfrm>
          <a:off x="0" y="0"/>
          <a:ext cx="0" cy="0"/>
          <a:chOff x="0" y="0"/>
          <a:chExt cx="0" cy="0"/>
        </a:xfrm>
      </p:grpSpPr>
      <p:sp>
        <p:nvSpPr>
          <p:cNvPr id="79" name="Google Shape;7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80" name="Google Shape;80;p11"/>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Edit Master text styles</a:t>
            </a:r>
          </a:p>
        </p:txBody>
      </p:sp>
      <p:sp>
        <p:nvSpPr>
          <p:cNvPr id="81" name="Google Shape;8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2" name="Google Shape;8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3" name="Google Shape;8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51067224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4"/>
        <p:cNvGrpSpPr/>
        <p:nvPr/>
      </p:nvGrpSpPr>
      <p:grpSpPr>
        <a:xfrm>
          <a:off x="0" y="0"/>
          <a:ext cx="0" cy="0"/>
          <a:chOff x="0" y="0"/>
          <a:chExt cx="0" cy="0"/>
        </a:xfrm>
      </p:grpSpPr>
      <p:sp>
        <p:nvSpPr>
          <p:cNvPr id="85" name="Google Shape;85;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86" name="Google Shape;86;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Edit Master text styles</a:t>
            </a:r>
          </a:p>
        </p:txBody>
      </p:sp>
      <p:sp>
        <p:nvSpPr>
          <p:cNvPr id="87" name="Google Shape;8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8" name="Google Shape;8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9" name="Google Shape;8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73692257"/>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A9C"/>
                </a:solidFill>
                <a:latin typeface="Calibri"/>
                <a:ea typeface="Calibri"/>
                <a:cs typeface="Calibri"/>
                <a:sym typeface="Calibri"/>
              </a:defRPr>
            </a:lvl1pPr>
            <a:lvl2pPr marL="0" marR="0" lvl="1" indent="0" algn="r" rtl="0">
              <a:spcBef>
                <a:spcPts val="0"/>
              </a:spcBef>
              <a:buNone/>
              <a:defRPr sz="1200" b="0" i="0" u="none" strike="noStrike" cap="none">
                <a:solidFill>
                  <a:srgbClr val="888A9C"/>
                </a:solidFill>
                <a:latin typeface="Calibri"/>
                <a:ea typeface="Calibri"/>
                <a:cs typeface="Calibri"/>
                <a:sym typeface="Calibri"/>
              </a:defRPr>
            </a:lvl2pPr>
            <a:lvl3pPr marL="0" marR="0" lvl="2" indent="0" algn="r" rtl="0">
              <a:spcBef>
                <a:spcPts val="0"/>
              </a:spcBef>
              <a:buNone/>
              <a:defRPr sz="1200" b="0" i="0" u="none" strike="noStrike" cap="none">
                <a:solidFill>
                  <a:srgbClr val="888A9C"/>
                </a:solidFill>
                <a:latin typeface="Calibri"/>
                <a:ea typeface="Calibri"/>
                <a:cs typeface="Calibri"/>
                <a:sym typeface="Calibri"/>
              </a:defRPr>
            </a:lvl3pPr>
            <a:lvl4pPr marL="0" marR="0" lvl="3" indent="0" algn="r" rtl="0">
              <a:spcBef>
                <a:spcPts val="0"/>
              </a:spcBef>
              <a:buNone/>
              <a:defRPr sz="1200" b="0" i="0" u="none" strike="noStrike" cap="none">
                <a:solidFill>
                  <a:srgbClr val="888A9C"/>
                </a:solidFill>
                <a:latin typeface="Calibri"/>
                <a:ea typeface="Calibri"/>
                <a:cs typeface="Calibri"/>
                <a:sym typeface="Calibri"/>
              </a:defRPr>
            </a:lvl4pPr>
            <a:lvl5pPr marL="0" marR="0" lvl="4" indent="0" algn="r" rtl="0">
              <a:spcBef>
                <a:spcPts val="0"/>
              </a:spcBef>
              <a:buNone/>
              <a:defRPr sz="1200" b="0" i="0" u="none" strike="noStrike" cap="none">
                <a:solidFill>
                  <a:srgbClr val="888A9C"/>
                </a:solidFill>
                <a:latin typeface="Calibri"/>
                <a:ea typeface="Calibri"/>
                <a:cs typeface="Calibri"/>
                <a:sym typeface="Calibri"/>
              </a:defRPr>
            </a:lvl5pPr>
            <a:lvl6pPr marL="0" marR="0" lvl="5" indent="0" algn="r" rtl="0">
              <a:spcBef>
                <a:spcPts val="0"/>
              </a:spcBef>
              <a:buNone/>
              <a:defRPr sz="1200" b="0" i="0" u="none" strike="noStrike" cap="none">
                <a:solidFill>
                  <a:srgbClr val="888A9C"/>
                </a:solidFill>
                <a:latin typeface="Calibri"/>
                <a:ea typeface="Calibri"/>
                <a:cs typeface="Calibri"/>
                <a:sym typeface="Calibri"/>
              </a:defRPr>
            </a:lvl6pPr>
            <a:lvl7pPr marL="0" marR="0" lvl="6" indent="0" algn="r" rtl="0">
              <a:spcBef>
                <a:spcPts val="0"/>
              </a:spcBef>
              <a:buNone/>
              <a:defRPr sz="1200" b="0" i="0" u="none" strike="noStrike" cap="none">
                <a:solidFill>
                  <a:srgbClr val="888A9C"/>
                </a:solidFill>
                <a:latin typeface="Calibri"/>
                <a:ea typeface="Calibri"/>
                <a:cs typeface="Calibri"/>
                <a:sym typeface="Calibri"/>
              </a:defRPr>
            </a:lvl7pPr>
            <a:lvl8pPr marL="0" marR="0" lvl="7" indent="0" algn="r" rtl="0">
              <a:spcBef>
                <a:spcPts val="0"/>
              </a:spcBef>
              <a:buNone/>
              <a:defRPr sz="1200" b="0" i="0" u="none" strike="noStrike" cap="none">
                <a:solidFill>
                  <a:srgbClr val="888A9C"/>
                </a:solidFill>
                <a:latin typeface="Calibri"/>
                <a:ea typeface="Calibri"/>
                <a:cs typeface="Calibri"/>
                <a:sym typeface="Calibri"/>
              </a:defRPr>
            </a:lvl8pPr>
            <a:lvl9pPr marL="0" marR="0" lvl="8" indent="0" algn="r" rtl="0">
              <a:spcBef>
                <a:spcPts val="0"/>
              </a:spcBef>
              <a:buNone/>
              <a:defRPr sz="1200" b="0" i="0" u="none" strike="noStrike" cap="none">
                <a:solidFill>
                  <a:srgbClr val="888A9C"/>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5953640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4.png"/><Relationship Id="rId7" Type="http://schemas.openxmlformats.org/officeDocument/2006/relationships/diagramColors" Target="../diagrams/colors3.xml"/><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3"/>
          <p:cNvSpPr txBox="1">
            <a:spLocks noGrp="1"/>
          </p:cNvSpPr>
          <p:nvPr>
            <p:ph type="ctrTitle"/>
          </p:nvPr>
        </p:nvSpPr>
        <p:spPr>
          <a:xfrm>
            <a:off x="0" y="1065670"/>
            <a:ext cx="9144001" cy="1470025"/>
          </a:xfrm>
          <a:prstGeom prst="rect">
            <a:avLst/>
          </a:prstGeom>
          <a:noFill/>
          <a:ln>
            <a:noFill/>
          </a:ln>
        </p:spPr>
        <p:txBody>
          <a:bodyPr spcFirstLastPara="1" wrap="square" lIns="91425" tIns="45700" rIns="91425" bIns="45700" anchor="ctr" anchorCtr="0">
            <a:noAutofit/>
          </a:bodyPr>
          <a:lstStyle/>
          <a:p>
            <a:pPr>
              <a:buSzPts val="4400"/>
            </a:pPr>
            <a:r>
              <a:rPr lang="en-US" sz="4000" b="1"/>
              <a:t>Introduction to Computer Science </a:t>
            </a:r>
            <a:br>
              <a:rPr lang="en-US" sz="4000" b="1"/>
            </a:br>
            <a:r>
              <a:rPr lang="en-US" sz="4000" b="1"/>
              <a:t>(COS 101)</a:t>
            </a:r>
            <a:br>
              <a:rPr lang="en-US" sz="4000" b="1"/>
            </a:br>
            <a:endParaRPr sz="4000"/>
          </a:p>
        </p:txBody>
      </p:sp>
      <p:sp>
        <p:nvSpPr>
          <p:cNvPr id="100" name="Google Shape;100;p13"/>
          <p:cNvSpPr txBox="1">
            <a:spLocks noGrp="1"/>
          </p:cNvSpPr>
          <p:nvPr>
            <p:ph type="subTitle" idx="1"/>
          </p:nvPr>
        </p:nvSpPr>
        <p:spPr>
          <a:xfrm>
            <a:off x="1371600" y="2535695"/>
            <a:ext cx="6400800" cy="1216025"/>
          </a:xfrm>
          <a:prstGeom prst="rect">
            <a:avLst/>
          </a:prstGeom>
          <a:noFill/>
          <a:ln>
            <a:noFill/>
          </a:ln>
        </p:spPr>
        <p:txBody>
          <a:bodyPr spcFirstLastPara="1" wrap="square" lIns="91425" tIns="45700" rIns="91425" bIns="45700" anchor="t" anchorCtr="0">
            <a:noAutofit/>
          </a:bodyPr>
          <a:lstStyle/>
          <a:p>
            <a:pPr marL="0" lvl="0" indent="0">
              <a:spcBef>
                <a:spcPts val="0"/>
              </a:spcBef>
            </a:pPr>
            <a:r>
              <a:rPr lang="en-US" b="1" i="1"/>
              <a:t>Week I</a:t>
            </a:r>
            <a:endParaRPr/>
          </a:p>
        </p:txBody>
      </p:sp>
      <p:sp>
        <p:nvSpPr>
          <p:cNvPr id="6" name="Subtitle 2">
            <a:extLst>
              <a:ext uri="{FF2B5EF4-FFF2-40B4-BE49-F238E27FC236}">
                <a16:creationId xmlns:a16="http://schemas.microsoft.com/office/drawing/2014/main" id="{40196BD5-626D-4A59-9A61-B904150AF5F2}"/>
              </a:ext>
            </a:extLst>
          </p:cNvPr>
          <p:cNvSpPr txBox="1">
            <a:spLocks/>
          </p:cNvSpPr>
          <p:nvPr/>
        </p:nvSpPr>
        <p:spPr>
          <a:xfrm>
            <a:off x="-594946" y="3675638"/>
            <a:ext cx="3933091" cy="93816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A9C"/>
              </a:buClr>
              <a:buSzPts val="3200"/>
              <a:buFont typeface="Arial"/>
              <a:buNone/>
              <a:defRPr sz="3200" b="0" i="0" u="none" strike="noStrike" cap="none">
                <a:solidFill>
                  <a:srgbClr val="888A9C"/>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A9C"/>
              </a:buClr>
              <a:buSzPts val="2800"/>
              <a:buFont typeface="Arial"/>
              <a:buNone/>
              <a:defRPr sz="2800" b="0" i="0" u="none" strike="noStrike" cap="none">
                <a:solidFill>
                  <a:srgbClr val="888A9C"/>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A9C"/>
              </a:buClr>
              <a:buSzPts val="2400"/>
              <a:buFont typeface="Arial"/>
              <a:buNone/>
              <a:defRPr sz="2400" b="0" i="0" u="none" strike="noStrike" cap="none">
                <a:solidFill>
                  <a:srgbClr val="888A9C"/>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9pPr>
          </a:lstStyle>
          <a:p>
            <a:r>
              <a:rPr lang="en-US" sz="2000" dirty="0"/>
              <a:t>Dr. Desmond Moru</a:t>
            </a:r>
          </a:p>
          <a:p>
            <a:r>
              <a:rPr lang="en-US" sz="2000" i="1" dirty="0"/>
              <a:t>dmoru@pau.edu.ng</a:t>
            </a:r>
          </a:p>
        </p:txBody>
      </p:sp>
      <p:sp>
        <p:nvSpPr>
          <p:cNvPr id="2" name="Subtitle 2">
            <a:extLst>
              <a:ext uri="{FF2B5EF4-FFF2-40B4-BE49-F238E27FC236}">
                <a16:creationId xmlns:a16="http://schemas.microsoft.com/office/drawing/2014/main" id="{D098C67B-5AB4-4ED9-CAB6-4E2CF245C318}"/>
              </a:ext>
            </a:extLst>
          </p:cNvPr>
          <p:cNvSpPr txBox="1">
            <a:spLocks/>
          </p:cNvSpPr>
          <p:nvPr/>
        </p:nvSpPr>
        <p:spPr>
          <a:xfrm>
            <a:off x="5451358" y="3536639"/>
            <a:ext cx="3933091" cy="93816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A9C"/>
              </a:buClr>
              <a:buSzPts val="3200"/>
              <a:buFont typeface="Arial"/>
              <a:buNone/>
              <a:defRPr sz="3200" b="0" i="0" u="none" strike="noStrike" cap="none">
                <a:solidFill>
                  <a:srgbClr val="888A9C"/>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A9C"/>
              </a:buClr>
              <a:buSzPts val="2800"/>
              <a:buFont typeface="Arial"/>
              <a:buNone/>
              <a:defRPr sz="2800" b="0" i="0" u="none" strike="noStrike" cap="none">
                <a:solidFill>
                  <a:srgbClr val="888A9C"/>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A9C"/>
              </a:buClr>
              <a:buSzPts val="2400"/>
              <a:buFont typeface="Arial"/>
              <a:buNone/>
              <a:defRPr sz="2400" b="0" i="0" u="none" strike="noStrike" cap="none">
                <a:solidFill>
                  <a:srgbClr val="888A9C"/>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9pPr>
          </a:lstStyle>
          <a:p>
            <a:r>
              <a:rPr lang="en-US" sz="2000" dirty="0"/>
              <a:t>Chudi </a:t>
            </a:r>
            <a:r>
              <a:rPr lang="en-US" sz="2000" dirty="0" err="1"/>
              <a:t>Ofoma</a:t>
            </a:r>
            <a:endParaRPr lang="en-US" sz="2000" dirty="0"/>
          </a:p>
          <a:p>
            <a:r>
              <a:rPr lang="en-US" sz="2000" i="1" dirty="0"/>
              <a:t>cofoma@pau.edu.ng</a:t>
            </a: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1295400"/>
            <a:ext cx="9144000" cy="5202382"/>
          </a:xfrm>
          <a:prstGeom prst="rect">
            <a:avLst/>
          </a:prstGeom>
          <a:solidFill>
            <a:srgbClr val="00206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p:nvPr>
        </p:nvSpPr>
        <p:spPr/>
        <p:txBody>
          <a:bodyPr/>
          <a:lstStyle/>
          <a:p>
            <a:r>
              <a:rPr lang="en-US" sz="4000"/>
              <a:t>What is Computer Science?</a:t>
            </a:r>
            <a:endParaRPr lang="en-GB" sz="4000"/>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a:t>
            </a:fld>
            <a:endParaRPr lang="en-US"/>
          </a:p>
        </p:txBody>
      </p:sp>
      <p:graphicFrame>
        <p:nvGraphicFramePr>
          <p:cNvPr id="6" name="Diagram 5"/>
          <p:cNvGraphicFramePr/>
          <p:nvPr>
            <p:extLst>
              <p:ext uri="{D42A27DB-BD31-4B8C-83A1-F6EECF244321}">
                <p14:modId xmlns:p14="http://schemas.microsoft.com/office/powerpoint/2010/main" val="640130029"/>
              </p:ext>
            </p:extLst>
          </p:nvPr>
        </p:nvGraphicFramePr>
        <p:xfrm>
          <a:off x="977470" y="1680197"/>
          <a:ext cx="7400154" cy="44701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3531505"/>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graphicEl>
                                              <a:dgm id="{CA8AB16E-E75C-47B1-B9BC-3EA1766895F1}"/>
                                            </p:graphicEl>
                                          </p:spTgt>
                                        </p:tgtEl>
                                        <p:attrNameLst>
                                          <p:attrName>style.visibility</p:attrName>
                                        </p:attrNameLst>
                                      </p:cBhvr>
                                      <p:to>
                                        <p:strVal val="visible"/>
                                      </p:to>
                                    </p:set>
                                    <p:anim calcmode="lin" valueType="num">
                                      <p:cBhvr additive="base">
                                        <p:cTn id="7" dur="500" fill="hold"/>
                                        <p:tgtEl>
                                          <p:spTgt spid="6">
                                            <p:graphicEl>
                                              <a:dgm id="{CA8AB16E-E75C-47B1-B9BC-3EA1766895F1}"/>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graphicEl>
                                              <a:dgm id="{CA8AB16E-E75C-47B1-B9BC-3EA1766895F1}"/>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graphicEl>
                                              <a:dgm id="{10B0E00C-06CC-43FB-AD71-002A66CDD07D}"/>
                                            </p:graphicEl>
                                          </p:spTgt>
                                        </p:tgtEl>
                                        <p:attrNameLst>
                                          <p:attrName>style.visibility</p:attrName>
                                        </p:attrNameLst>
                                      </p:cBhvr>
                                      <p:to>
                                        <p:strVal val="visible"/>
                                      </p:to>
                                    </p:set>
                                    <p:anim calcmode="lin" valueType="num">
                                      <p:cBhvr additive="base">
                                        <p:cTn id="13" dur="500" fill="hold"/>
                                        <p:tgtEl>
                                          <p:spTgt spid="6">
                                            <p:graphicEl>
                                              <a:dgm id="{10B0E00C-06CC-43FB-AD71-002A66CDD07D}"/>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graphicEl>
                                              <a:dgm id="{10B0E00C-06CC-43FB-AD71-002A66CDD07D}"/>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graphicEl>
                                              <a:dgm id="{02144E1A-1D58-4618-99DD-A21977409855}"/>
                                            </p:graphicEl>
                                          </p:spTgt>
                                        </p:tgtEl>
                                        <p:attrNameLst>
                                          <p:attrName>style.visibility</p:attrName>
                                        </p:attrNameLst>
                                      </p:cBhvr>
                                      <p:to>
                                        <p:strVal val="visible"/>
                                      </p:to>
                                    </p:set>
                                    <p:anim calcmode="lin" valueType="num">
                                      <p:cBhvr additive="base">
                                        <p:cTn id="19" dur="500" fill="hold"/>
                                        <p:tgtEl>
                                          <p:spTgt spid="6">
                                            <p:graphicEl>
                                              <a:dgm id="{02144E1A-1D58-4618-99DD-A21977409855}"/>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graphicEl>
                                              <a:dgm id="{02144E1A-1D58-4618-99DD-A21977409855}"/>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graphicEl>
                                              <a:dgm id="{8CD3A495-FA68-4D13-AC62-C0F5D32C5A2C}"/>
                                            </p:graphicEl>
                                          </p:spTgt>
                                        </p:tgtEl>
                                        <p:attrNameLst>
                                          <p:attrName>style.visibility</p:attrName>
                                        </p:attrNameLst>
                                      </p:cBhvr>
                                      <p:to>
                                        <p:strVal val="visible"/>
                                      </p:to>
                                    </p:set>
                                    <p:anim calcmode="lin" valueType="num">
                                      <p:cBhvr additive="base">
                                        <p:cTn id="25" dur="500" fill="hold"/>
                                        <p:tgtEl>
                                          <p:spTgt spid="6">
                                            <p:graphicEl>
                                              <a:dgm id="{8CD3A495-FA68-4D13-AC62-C0F5D32C5A2C}"/>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graphicEl>
                                              <a:dgm id="{8CD3A495-FA68-4D13-AC62-C0F5D32C5A2C}"/>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b="19036"/>
          <a:stretch/>
        </p:blipFill>
        <p:spPr>
          <a:xfrm>
            <a:off x="0" y="1352551"/>
            <a:ext cx="9144000" cy="5089814"/>
          </a:xfrm>
          <a:prstGeom prst="rect">
            <a:avLst/>
          </a:prstGeom>
        </p:spPr>
      </p:pic>
      <p:sp>
        <p:nvSpPr>
          <p:cNvPr id="4" name="Rounded Rectangle 3"/>
          <p:cNvSpPr/>
          <p:nvPr/>
        </p:nvSpPr>
        <p:spPr>
          <a:xfrm>
            <a:off x="0" y="1598319"/>
            <a:ext cx="9144000" cy="4414554"/>
          </a:xfrm>
          <a:prstGeom prst="roundRect">
            <a:avLst/>
          </a:prstGeom>
          <a:solidFill>
            <a:srgbClr val="000000">
              <a:alpha val="65098"/>
            </a:srgb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CustomShape 2">
            <a:extLst>
              <a:ext uri="{FF2B5EF4-FFF2-40B4-BE49-F238E27FC236}">
                <a16:creationId xmlns:a16="http://schemas.microsoft.com/office/drawing/2014/main" id="{3C847A82-E670-429C-9213-9318B43514E6}"/>
              </a:ext>
            </a:extLst>
          </p:cNvPr>
          <p:cNvSpPr txBox="1">
            <a:spLocks noGrp="1"/>
          </p:cNvSpPr>
          <p:nvPr>
            <p:ph type="body" idx="1"/>
          </p:nvPr>
        </p:nvSpPr>
        <p:spPr>
          <a:xfrm>
            <a:off x="647700" y="1745824"/>
            <a:ext cx="8229600" cy="399963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4999" tIns="44999" rIns="44999" bIns="44999">
            <a:spAutoFit/>
          </a:bodyPr>
          <a:lstStyle>
            <a:lvl1pPr marL="343080" indent="-342358">
              <a:spcBef>
                <a:spcPts val="600"/>
              </a:spcBef>
              <a:buSzPct val="100000"/>
              <a:buBlip>
                <a:blip r:embed="rId3"/>
              </a:buBlip>
              <a:defRPr sz="3300" spc="-1">
                <a:solidFill>
                  <a:srgbClr val="00102F"/>
                </a:solidFill>
                <a:latin typeface="Calibri"/>
                <a:ea typeface="Calibri"/>
                <a:cs typeface="Calibri"/>
                <a:sym typeface="Calibri"/>
              </a:defRPr>
            </a:lvl1pPr>
          </a:lstStyle>
          <a:p>
            <a:pPr marL="635" indent="0">
              <a:buNone/>
            </a:pPr>
            <a:r>
              <a:rPr lang="en-US" sz="2800">
                <a:solidFill>
                  <a:schemeClr val="bg1"/>
                </a:solidFill>
              </a:rPr>
              <a:t>Computer Science addresses both human-made and natural information processes, such as:</a:t>
            </a:r>
            <a:endParaRPr lang="en-US">
              <a:solidFill>
                <a:schemeClr val="bg1"/>
              </a:solidFill>
            </a:endParaRPr>
          </a:p>
          <a:p>
            <a:pPr marL="342900" indent="-342265"/>
            <a:r>
              <a:rPr lang="en-US" sz="2800">
                <a:solidFill>
                  <a:schemeClr val="bg1"/>
                </a:solidFill>
              </a:rPr>
              <a:t>Communication </a:t>
            </a:r>
          </a:p>
          <a:p>
            <a:pPr marL="342900" indent="-342265"/>
            <a:r>
              <a:rPr lang="en-US" sz="2800">
                <a:solidFill>
                  <a:schemeClr val="bg1"/>
                </a:solidFill>
              </a:rPr>
              <a:t>Control </a:t>
            </a:r>
          </a:p>
          <a:p>
            <a:pPr marL="342900" indent="-342265"/>
            <a:r>
              <a:rPr lang="en-US" sz="2800">
                <a:solidFill>
                  <a:schemeClr val="bg1"/>
                </a:solidFill>
              </a:rPr>
              <a:t>Perception</a:t>
            </a:r>
          </a:p>
          <a:p>
            <a:pPr marL="342900" indent="-342265"/>
            <a:r>
              <a:rPr lang="en-US" sz="2800">
                <a:solidFill>
                  <a:schemeClr val="bg1"/>
                </a:solidFill>
              </a:rPr>
              <a:t>Learning and </a:t>
            </a:r>
          </a:p>
          <a:p>
            <a:pPr marL="342900" indent="-342265"/>
            <a:r>
              <a:rPr lang="en-US" sz="2800">
                <a:solidFill>
                  <a:schemeClr val="bg1"/>
                </a:solidFill>
              </a:rPr>
              <a:t>Intelligence, especially in computing systems and machines.</a:t>
            </a: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a:t>
            </a:fld>
            <a:endParaRPr lang="en-US"/>
          </a:p>
        </p:txBody>
      </p:sp>
      <p:sp>
        <p:nvSpPr>
          <p:cNvPr id="6" name="Title 1"/>
          <p:cNvSpPr txBox="1">
            <a:spLocks/>
          </p:cNvSpPr>
          <p:nvPr/>
        </p:nvSpPr>
        <p:spPr>
          <a:xfrm>
            <a:off x="647700" y="0"/>
            <a:ext cx="8229600" cy="11430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F2E"/>
              </a:buClr>
              <a:buSzPts val="4400"/>
              <a:buFont typeface="Calibri"/>
              <a:buNone/>
              <a:defRPr sz="4400" b="1" i="0" u="none" strike="noStrike" cap="none">
                <a:solidFill>
                  <a:srgbClr val="000F2E"/>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4000"/>
              <a:t>What is Computer Science?</a:t>
            </a:r>
            <a:endParaRPr lang="en-GB" sz="4000"/>
          </a:p>
        </p:txBody>
      </p:sp>
    </p:spTree>
    <p:extLst>
      <p:ext uri="{BB962C8B-B14F-4D97-AF65-F5344CB8AC3E}">
        <p14:creationId xmlns:p14="http://schemas.microsoft.com/office/powerpoint/2010/main" val="207972831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 calcmode="lin" valueType="num">
                                      <p:cBhvr additive="base">
                                        <p:cTn id="11"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 calcmode="lin" valueType="num">
                                      <p:cBhvr additive="base">
                                        <p:cTn id="1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 calcmode="lin" valueType="num">
                                      <p:cBhvr additive="base">
                                        <p:cTn id="2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
                                            <p:txEl>
                                              <p:pRg st="3" end="3"/>
                                            </p:txEl>
                                          </p:spTgt>
                                        </p:tgtEl>
                                        <p:attrNameLst>
                                          <p:attrName>style.visibility</p:attrName>
                                        </p:attrNameLst>
                                      </p:cBhvr>
                                      <p:to>
                                        <p:strVal val="visible"/>
                                      </p:to>
                                    </p:set>
                                    <p:anim calcmode="lin" valueType="num">
                                      <p:cBhvr additive="base">
                                        <p:cTn id="2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anim calcmode="lin" valueType="num">
                                      <p:cBhvr additive="base">
                                        <p:cTn id="3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5">
                                            <p:txEl>
                                              <p:pRg st="5" end="5"/>
                                            </p:txEl>
                                          </p:spTgt>
                                        </p:tgtEl>
                                        <p:attrNameLst>
                                          <p:attrName>style.visibility</p:attrName>
                                        </p:attrNameLst>
                                      </p:cBhvr>
                                      <p:to>
                                        <p:strVal val="visible"/>
                                      </p:to>
                                    </p:set>
                                    <p:anim calcmode="lin" valueType="num">
                                      <p:cBhvr additive="base">
                                        <p:cTn id="41"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a:t>Characteristics of a Computer</a:t>
            </a:r>
            <a:endParaRPr lang="en-GB" sz="4000"/>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a:t>
            </a:fld>
            <a:endParaRPr lang="en-US"/>
          </a:p>
        </p:txBody>
      </p:sp>
      <p:graphicFrame>
        <p:nvGraphicFramePr>
          <p:cNvPr id="7" name="Diagram 6"/>
          <p:cNvGraphicFramePr/>
          <p:nvPr>
            <p:extLst>
              <p:ext uri="{D42A27DB-BD31-4B8C-83A1-F6EECF244321}">
                <p14:modId xmlns:p14="http://schemas.microsoft.com/office/powerpoint/2010/main" val="2698100932"/>
              </p:ext>
            </p:extLst>
          </p:nvPr>
        </p:nvGraphicFramePr>
        <p:xfrm>
          <a:off x="249380" y="1399453"/>
          <a:ext cx="8437419" cy="51284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6105902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7">
                                            <p:graphicEl>
                                              <a:dgm id="{40DDDD94-639D-4AA8-945C-C1C67ECA310D}"/>
                                            </p:graphicEl>
                                          </p:spTgt>
                                        </p:tgtEl>
                                        <p:attrNameLst>
                                          <p:attrName>style.visibility</p:attrName>
                                        </p:attrNameLst>
                                      </p:cBhvr>
                                      <p:to>
                                        <p:strVal val="visible"/>
                                      </p:to>
                                    </p:set>
                                    <p:anim calcmode="lin" valueType="num">
                                      <p:cBhvr additive="base">
                                        <p:cTn id="7" dur="500" fill="hold"/>
                                        <p:tgtEl>
                                          <p:spTgt spid="7">
                                            <p:graphicEl>
                                              <a:dgm id="{40DDDD94-639D-4AA8-945C-C1C67ECA310D}"/>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
                                            <p:graphicEl>
                                              <a:dgm id="{40DDDD94-639D-4AA8-945C-C1C67ECA310D}"/>
                                            </p:graphicEl>
                                          </p:spTgt>
                                        </p:tgtEl>
                                        <p:attrNameLst>
                                          <p:attrName>ppt_y</p:attrName>
                                        </p:attrNameLst>
                                      </p:cBhvr>
                                      <p:tavLst>
                                        <p:tav tm="0">
                                          <p:val>
                                            <p:strVal val="0-#ppt_h/2"/>
                                          </p:val>
                                        </p:tav>
                                        <p:tav tm="100000">
                                          <p:val>
                                            <p:strVal val="#ppt_y"/>
                                          </p:val>
                                        </p:tav>
                                      </p:tavLst>
                                    </p:anim>
                                  </p:childTnLst>
                                </p:cTn>
                              </p:par>
                              <p:par>
                                <p:cTn id="9" presetID="2" presetClass="entr" presetSubtype="9" fill="hold" grpId="0" nodeType="withEffect">
                                  <p:stCondLst>
                                    <p:cond delay="0"/>
                                  </p:stCondLst>
                                  <p:childTnLst>
                                    <p:set>
                                      <p:cBhvr>
                                        <p:cTn id="10" dur="1" fill="hold">
                                          <p:stCondLst>
                                            <p:cond delay="0"/>
                                          </p:stCondLst>
                                        </p:cTn>
                                        <p:tgtEl>
                                          <p:spTgt spid="7">
                                            <p:graphicEl>
                                              <a:dgm id="{F72EE5EF-A0E0-4889-87CD-1C9C0B8259BA}"/>
                                            </p:graphicEl>
                                          </p:spTgt>
                                        </p:tgtEl>
                                        <p:attrNameLst>
                                          <p:attrName>style.visibility</p:attrName>
                                        </p:attrNameLst>
                                      </p:cBhvr>
                                      <p:to>
                                        <p:strVal val="visible"/>
                                      </p:to>
                                    </p:set>
                                    <p:anim calcmode="lin" valueType="num">
                                      <p:cBhvr additive="base">
                                        <p:cTn id="11" dur="500" fill="hold"/>
                                        <p:tgtEl>
                                          <p:spTgt spid="7">
                                            <p:graphicEl>
                                              <a:dgm id="{F72EE5EF-A0E0-4889-87CD-1C9C0B8259BA}"/>
                                            </p:graphic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7">
                                            <p:graphicEl>
                                              <a:dgm id="{F72EE5EF-A0E0-4889-87CD-1C9C0B8259BA}"/>
                                            </p:graphicEl>
                                          </p:spTgt>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9" fill="hold" grpId="0" nodeType="clickEffect">
                                  <p:stCondLst>
                                    <p:cond delay="0"/>
                                  </p:stCondLst>
                                  <p:childTnLst>
                                    <p:set>
                                      <p:cBhvr>
                                        <p:cTn id="16" dur="1" fill="hold">
                                          <p:stCondLst>
                                            <p:cond delay="0"/>
                                          </p:stCondLst>
                                        </p:cTn>
                                        <p:tgtEl>
                                          <p:spTgt spid="7">
                                            <p:graphicEl>
                                              <a:dgm id="{5AEF37D7-4876-4AE3-A57E-1E79C00AAC91}"/>
                                            </p:graphicEl>
                                          </p:spTgt>
                                        </p:tgtEl>
                                        <p:attrNameLst>
                                          <p:attrName>style.visibility</p:attrName>
                                        </p:attrNameLst>
                                      </p:cBhvr>
                                      <p:to>
                                        <p:strVal val="visible"/>
                                      </p:to>
                                    </p:set>
                                    <p:anim calcmode="lin" valueType="num">
                                      <p:cBhvr additive="base">
                                        <p:cTn id="17" dur="500" fill="hold"/>
                                        <p:tgtEl>
                                          <p:spTgt spid="7">
                                            <p:graphicEl>
                                              <a:dgm id="{5AEF37D7-4876-4AE3-A57E-1E79C00AAC91}"/>
                                            </p:graphic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7">
                                            <p:graphicEl>
                                              <a:dgm id="{5AEF37D7-4876-4AE3-A57E-1E79C00AAC91}"/>
                                            </p:graphicEl>
                                          </p:spTgt>
                                        </p:tgtEl>
                                        <p:attrNameLst>
                                          <p:attrName>ppt_y</p:attrName>
                                        </p:attrNameLst>
                                      </p:cBhvr>
                                      <p:tavLst>
                                        <p:tav tm="0">
                                          <p:val>
                                            <p:strVal val="0-#ppt_h/2"/>
                                          </p:val>
                                        </p:tav>
                                        <p:tav tm="100000">
                                          <p:val>
                                            <p:strVal val="#ppt_y"/>
                                          </p:val>
                                        </p:tav>
                                      </p:tavLst>
                                    </p:anim>
                                  </p:childTnLst>
                                </p:cTn>
                              </p:par>
                              <p:par>
                                <p:cTn id="19" presetID="2" presetClass="entr" presetSubtype="9" fill="hold" grpId="0" nodeType="withEffect">
                                  <p:stCondLst>
                                    <p:cond delay="0"/>
                                  </p:stCondLst>
                                  <p:childTnLst>
                                    <p:set>
                                      <p:cBhvr>
                                        <p:cTn id="20" dur="1" fill="hold">
                                          <p:stCondLst>
                                            <p:cond delay="0"/>
                                          </p:stCondLst>
                                        </p:cTn>
                                        <p:tgtEl>
                                          <p:spTgt spid="7">
                                            <p:graphicEl>
                                              <a:dgm id="{13C36D31-7CD8-4917-9B95-37DC9BEDC1BB}"/>
                                            </p:graphicEl>
                                          </p:spTgt>
                                        </p:tgtEl>
                                        <p:attrNameLst>
                                          <p:attrName>style.visibility</p:attrName>
                                        </p:attrNameLst>
                                      </p:cBhvr>
                                      <p:to>
                                        <p:strVal val="visible"/>
                                      </p:to>
                                    </p:set>
                                    <p:anim calcmode="lin" valueType="num">
                                      <p:cBhvr additive="base">
                                        <p:cTn id="21" dur="500" fill="hold"/>
                                        <p:tgtEl>
                                          <p:spTgt spid="7">
                                            <p:graphicEl>
                                              <a:dgm id="{13C36D31-7CD8-4917-9B95-37DC9BEDC1BB}"/>
                                            </p:graphic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7">
                                            <p:graphicEl>
                                              <a:dgm id="{13C36D31-7CD8-4917-9B95-37DC9BEDC1BB}"/>
                                            </p:graphicEl>
                                          </p:spTgt>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9" fill="hold" grpId="0" nodeType="clickEffect">
                                  <p:stCondLst>
                                    <p:cond delay="0"/>
                                  </p:stCondLst>
                                  <p:childTnLst>
                                    <p:set>
                                      <p:cBhvr>
                                        <p:cTn id="26" dur="1" fill="hold">
                                          <p:stCondLst>
                                            <p:cond delay="0"/>
                                          </p:stCondLst>
                                        </p:cTn>
                                        <p:tgtEl>
                                          <p:spTgt spid="7">
                                            <p:graphicEl>
                                              <a:dgm id="{136B1D77-CB1F-4EBD-BCF4-63893B0D2130}"/>
                                            </p:graphicEl>
                                          </p:spTgt>
                                        </p:tgtEl>
                                        <p:attrNameLst>
                                          <p:attrName>style.visibility</p:attrName>
                                        </p:attrNameLst>
                                      </p:cBhvr>
                                      <p:to>
                                        <p:strVal val="visible"/>
                                      </p:to>
                                    </p:set>
                                    <p:anim calcmode="lin" valueType="num">
                                      <p:cBhvr additive="base">
                                        <p:cTn id="27" dur="500" fill="hold"/>
                                        <p:tgtEl>
                                          <p:spTgt spid="7">
                                            <p:graphicEl>
                                              <a:dgm id="{136B1D77-CB1F-4EBD-BCF4-63893B0D2130}"/>
                                            </p:graphic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7">
                                            <p:graphicEl>
                                              <a:dgm id="{136B1D77-CB1F-4EBD-BCF4-63893B0D2130}"/>
                                            </p:graphicEl>
                                          </p:spTgt>
                                        </p:tgtEl>
                                        <p:attrNameLst>
                                          <p:attrName>ppt_y</p:attrName>
                                        </p:attrNameLst>
                                      </p:cBhvr>
                                      <p:tavLst>
                                        <p:tav tm="0">
                                          <p:val>
                                            <p:strVal val="0-#ppt_h/2"/>
                                          </p:val>
                                        </p:tav>
                                        <p:tav tm="100000">
                                          <p:val>
                                            <p:strVal val="#ppt_y"/>
                                          </p:val>
                                        </p:tav>
                                      </p:tavLst>
                                    </p:anim>
                                  </p:childTnLst>
                                </p:cTn>
                              </p:par>
                              <p:par>
                                <p:cTn id="29" presetID="2" presetClass="entr" presetSubtype="9" fill="hold" grpId="0" nodeType="withEffect">
                                  <p:stCondLst>
                                    <p:cond delay="0"/>
                                  </p:stCondLst>
                                  <p:childTnLst>
                                    <p:set>
                                      <p:cBhvr>
                                        <p:cTn id="30" dur="1" fill="hold">
                                          <p:stCondLst>
                                            <p:cond delay="0"/>
                                          </p:stCondLst>
                                        </p:cTn>
                                        <p:tgtEl>
                                          <p:spTgt spid="7">
                                            <p:graphicEl>
                                              <a:dgm id="{381AF858-09B5-432D-B576-4FCE865C91EF}"/>
                                            </p:graphicEl>
                                          </p:spTgt>
                                        </p:tgtEl>
                                        <p:attrNameLst>
                                          <p:attrName>style.visibility</p:attrName>
                                        </p:attrNameLst>
                                      </p:cBhvr>
                                      <p:to>
                                        <p:strVal val="visible"/>
                                      </p:to>
                                    </p:set>
                                    <p:anim calcmode="lin" valueType="num">
                                      <p:cBhvr additive="base">
                                        <p:cTn id="31" dur="500" fill="hold"/>
                                        <p:tgtEl>
                                          <p:spTgt spid="7">
                                            <p:graphicEl>
                                              <a:dgm id="{381AF858-09B5-432D-B576-4FCE865C91EF}"/>
                                            </p:graphic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
                                            <p:graphicEl>
                                              <a:dgm id="{381AF858-09B5-432D-B576-4FCE865C91EF}"/>
                                            </p:graphicEl>
                                          </p:spTgt>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9" fill="hold" grpId="0" nodeType="clickEffect">
                                  <p:stCondLst>
                                    <p:cond delay="0"/>
                                  </p:stCondLst>
                                  <p:childTnLst>
                                    <p:set>
                                      <p:cBhvr>
                                        <p:cTn id="36" dur="1" fill="hold">
                                          <p:stCondLst>
                                            <p:cond delay="0"/>
                                          </p:stCondLst>
                                        </p:cTn>
                                        <p:tgtEl>
                                          <p:spTgt spid="7">
                                            <p:graphicEl>
                                              <a:dgm id="{E9A78C79-B495-42FE-9D2D-E79B23C30E12}"/>
                                            </p:graphicEl>
                                          </p:spTgt>
                                        </p:tgtEl>
                                        <p:attrNameLst>
                                          <p:attrName>style.visibility</p:attrName>
                                        </p:attrNameLst>
                                      </p:cBhvr>
                                      <p:to>
                                        <p:strVal val="visible"/>
                                      </p:to>
                                    </p:set>
                                    <p:anim calcmode="lin" valueType="num">
                                      <p:cBhvr additive="base">
                                        <p:cTn id="37" dur="500" fill="hold"/>
                                        <p:tgtEl>
                                          <p:spTgt spid="7">
                                            <p:graphicEl>
                                              <a:dgm id="{E9A78C79-B495-42FE-9D2D-E79B23C30E12}"/>
                                            </p:graphic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7">
                                            <p:graphicEl>
                                              <a:dgm id="{E9A78C79-B495-42FE-9D2D-E79B23C30E12}"/>
                                            </p:graphicEl>
                                          </p:spTgt>
                                        </p:tgtEl>
                                        <p:attrNameLst>
                                          <p:attrName>ppt_y</p:attrName>
                                        </p:attrNameLst>
                                      </p:cBhvr>
                                      <p:tavLst>
                                        <p:tav tm="0">
                                          <p:val>
                                            <p:strVal val="0-#ppt_h/2"/>
                                          </p:val>
                                        </p:tav>
                                        <p:tav tm="100000">
                                          <p:val>
                                            <p:strVal val="#ppt_y"/>
                                          </p:val>
                                        </p:tav>
                                      </p:tavLst>
                                    </p:anim>
                                  </p:childTnLst>
                                </p:cTn>
                              </p:par>
                              <p:par>
                                <p:cTn id="39" presetID="2" presetClass="entr" presetSubtype="9" fill="hold" grpId="0" nodeType="withEffect">
                                  <p:stCondLst>
                                    <p:cond delay="0"/>
                                  </p:stCondLst>
                                  <p:childTnLst>
                                    <p:set>
                                      <p:cBhvr>
                                        <p:cTn id="40" dur="1" fill="hold">
                                          <p:stCondLst>
                                            <p:cond delay="0"/>
                                          </p:stCondLst>
                                        </p:cTn>
                                        <p:tgtEl>
                                          <p:spTgt spid="7">
                                            <p:graphicEl>
                                              <a:dgm id="{36D9BC52-B6FE-4E95-85BC-AB6C32E22041}"/>
                                            </p:graphicEl>
                                          </p:spTgt>
                                        </p:tgtEl>
                                        <p:attrNameLst>
                                          <p:attrName>style.visibility</p:attrName>
                                        </p:attrNameLst>
                                      </p:cBhvr>
                                      <p:to>
                                        <p:strVal val="visible"/>
                                      </p:to>
                                    </p:set>
                                    <p:anim calcmode="lin" valueType="num">
                                      <p:cBhvr additive="base">
                                        <p:cTn id="41" dur="500" fill="hold"/>
                                        <p:tgtEl>
                                          <p:spTgt spid="7">
                                            <p:graphicEl>
                                              <a:dgm id="{36D9BC52-B6FE-4E95-85BC-AB6C32E22041}"/>
                                            </p:graphic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7">
                                            <p:graphicEl>
                                              <a:dgm id="{36D9BC52-B6FE-4E95-85BC-AB6C32E22041}"/>
                                            </p:graphicEl>
                                          </p:spTgt>
                                        </p:tgtEl>
                                        <p:attrNameLst>
                                          <p:attrName>ppt_y</p:attrName>
                                        </p:attrNameLst>
                                      </p:cBhvr>
                                      <p:tavLst>
                                        <p:tav tm="0">
                                          <p:val>
                                            <p:strVal val="0-#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9" fill="hold" grpId="0" nodeType="clickEffect">
                                  <p:stCondLst>
                                    <p:cond delay="0"/>
                                  </p:stCondLst>
                                  <p:childTnLst>
                                    <p:set>
                                      <p:cBhvr>
                                        <p:cTn id="46" dur="1" fill="hold">
                                          <p:stCondLst>
                                            <p:cond delay="0"/>
                                          </p:stCondLst>
                                        </p:cTn>
                                        <p:tgtEl>
                                          <p:spTgt spid="7">
                                            <p:graphicEl>
                                              <a:dgm id="{8ECF2866-FCDE-45B9-AC24-2BE4D6941268}"/>
                                            </p:graphicEl>
                                          </p:spTgt>
                                        </p:tgtEl>
                                        <p:attrNameLst>
                                          <p:attrName>style.visibility</p:attrName>
                                        </p:attrNameLst>
                                      </p:cBhvr>
                                      <p:to>
                                        <p:strVal val="visible"/>
                                      </p:to>
                                    </p:set>
                                    <p:anim calcmode="lin" valueType="num">
                                      <p:cBhvr additive="base">
                                        <p:cTn id="47" dur="500" fill="hold"/>
                                        <p:tgtEl>
                                          <p:spTgt spid="7">
                                            <p:graphicEl>
                                              <a:dgm id="{8ECF2866-FCDE-45B9-AC24-2BE4D6941268}"/>
                                            </p:graphic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7">
                                            <p:graphicEl>
                                              <a:dgm id="{8ECF2866-FCDE-45B9-AC24-2BE4D6941268}"/>
                                            </p:graphicEl>
                                          </p:spTgt>
                                        </p:tgtEl>
                                        <p:attrNameLst>
                                          <p:attrName>ppt_y</p:attrName>
                                        </p:attrNameLst>
                                      </p:cBhvr>
                                      <p:tavLst>
                                        <p:tav tm="0">
                                          <p:val>
                                            <p:strVal val="0-#ppt_h/2"/>
                                          </p:val>
                                        </p:tav>
                                        <p:tav tm="100000">
                                          <p:val>
                                            <p:strVal val="#ppt_y"/>
                                          </p:val>
                                        </p:tav>
                                      </p:tavLst>
                                    </p:anim>
                                  </p:childTnLst>
                                </p:cTn>
                              </p:par>
                              <p:par>
                                <p:cTn id="49" presetID="2" presetClass="entr" presetSubtype="9" fill="hold" grpId="0" nodeType="withEffect">
                                  <p:stCondLst>
                                    <p:cond delay="0"/>
                                  </p:stCondLst>
                                  <p:childTnLst>
                                    <p:set>
                                      <p:cBhvr>
                                        <p:cTn id="50" dur="1" fill="hold">
                                          <p:stCondLst>
                                            <p:cond delay="0"/>
                                          </p:stCondLst>
                                        </p:cTn>
                                        <p:tgtEl>
                                          <p:spTgt spid="7">
                                            <p:graphicEl>
                                              <a:dgm id="{0DE55364-B6C3-45C1-90AD-E5D22E210BFE}"/>
                                            </p:graphicEl>
                                          </p:spTgt>
                                        </p:tgtEl>
                                        <p:attrNameLst>
                                          <p:attrName>style.visibility</p:attrName>
                                        </p:attrNameLst>
                                      </p:cBhvr>
                                      <p:to>
                                        <p:strVal val="visible"/>
                                      </p:to>
                                    </p:set>
                                    <p:anim calcmode="lin" valueType="num">
                                      <p:cBhvr additive="base">
                                        <p:cTn id="51" dur="500" fill="hold"/>
                                        <p:tgtEl>
                                          <p:spTgt spid="7">
                                            <p:graphicEl>
                                              <a:dgm id="{0DE55364-B6C3-45C1-90AD-E5D22E210BFE}"/>
                                            </p:graphic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7">
                                            <p:graphicEl>
                                              <a:dgm id="{0DE55364-B6C3-45C1-90AD-E5D22E210BFE}"/>
                                            </p:graphicEl>
                                          </p:spTgt>
                                        </p:tgtEl>
                                        <p:attrNameLst>
                                          <p:attrName>ppt_y</p:attrName>
                                        </p:attrNameLst>
                                      </p:cBhvr>
                                      <p:tavLst>
                                        <p:tav tm="0">
                                          <p:val>
                                            <p:strVal val="0-#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9" fill="hold" grpId="0" nodeType="clickEffect">
                                  <p:stCondLst>
                                    <p:cond delay="0"/>
                                  </p:stCondLst>
                                  <p:childTnLst>
                                    <p:set>
                                      <p:cBhvr>
                                        <p:cTn id="56" dur="1" fill="hold">
                                          <p:stCondLst>
                                            <p:cond delay="0"/>
                                          </p:stCondLst>
                                        </p:cTn>
                                        <p:tgtEl>
                                          <p:spTgt spid="7">
                                            <p:graphicEl>
                                              <a:dgm id="{6382D58A-415C-4937-A1C2-773BD1B3EF00}"/>
                                            </p:graphicEl>
                                          </p:spTgt>
                                        </p:tgtEl>
                                        <p:attrNameLst>
                                          <p:attrName>style.visibility</p:attrName>
                                        </p:attrNameLst>
                                      </p:cBhvr>
                                      <p:to>
                                        <p:strVal val="visible"/>
                                      </p:to>
                                    </p:set>
                                    <p:anim calcmode="lin" valueType="num">
                                      <p:cBhvr additive="base">
                                        <p:cTn id="57" dur="500" fill="hold"/>
                                        <p:tgtEl>
                                          <p:spTgt spid="7">
                                            <p:graphicEl>
                                              <a:dgm id="{6382D58A-415C-4937-A1C2-773BD1B3EF00}"/>
                                            </p:graphicEl>
                                          </p:spTgt>
                                        </p:tgtEl>
                                        <p:attrNameLst>
                                          <p:attrName>ppt_x</p:attrName>
                                        </p:attrNameLst>
                                      </p:cBhvr>
                                      <p:tavLst>
                                        <p:tav tm="0">
                                          <p:val>
                                            <p:strVal val="0-#ppt_w/2"/>
                                          </p:val>
                                        </p:tav>
                                        <p:tav tm="100000">
                                          <p:val>
                                            <p:strVal val="#ppt_x"/>
                                          </p:val>
                                        </p:tav>
                                      </p:tavLst>
                                    </p:anim>
                                    <p:anim calcmode="lin" valueType="num">
                                      <p:cBhvr additive="base">
                                        <p:cTn id="58" dur="500" fill="hold"/>
                                        <p:tgtEl>
                                          <p:spTgt spid="7">
                                            <p:graphicEl>
                                              <a:dgm id="{6382D58A-415C-4937-A1C2-773BD1B3EF00}"/>
                                            </p:graphicEl>
                                          </p:spTgt>
                                        </p:tgtEl>
                                        <p:attrNameLst>
                                          <p:attrName>ppt_y</p:attrName>
                                        </p:attrNameLst>
                                      </p:cBhvr>
                                      <p:tavLst>
                                        <p:tav tm="0">
                                          <p:val>
                                            <p:strVal val="0-#ppt_h/2"/>
                                          </p:val>
                                        </p:tav>
                                        <p:tav tm="100000">
                                          <p:val>
                                            <p:strVal val="#ppt_y"/>
                                          </p:val>
                                        </p:tav>
                                      </p:tavLst>
                                    </p:anim>
                                  </p:childTnLst>
                                </p:cTn>
                              </p:par>
                              <p:par>
                                <p:cTn id="59" presetID="2" presetClass="entr" presetSubtype="9" fill="hold" grpId="0" nodeType="withEffect">
                                  <p:stCondLst>
                                    <p:cond delay="0"/>
                                  </p:stCondLst>
                                  <p:childTnLst>
                                    <p:set>
                                      <p:cBhvr>
                                        <p:cTn id="60" dur="1" fill="hold">
                                          <p:stCondLst>
                                            <p:cond delay="0"/>
                                          </p:stCondLst>
                                        </p:cTn>
                                        <p:tgtEl>
                                          <p:spTgt spid="7">
                                            <p:graphicEl>
                                              <a:dgm id="{F311516E-D554-45F5-86A6-24881B5F819C}"/>
                                            </p:graphicEl>
                                          </p:spTgt>
                                        </p:tgtEl>
                                        <p:attrNameLst>
                                          <p:attrName>style.visibility</p:attrName>
                                        </p:attrNameLst>
                                      </p:cBhvr>
                                      <p:to>
                                        <p:strVal val="visible"/>
                                      </p:to>
                                    </p:set>
                                    <p:anim calcmode="lin" valueType="num">
                                      <p:cBhvr additive="base">
                                        <p:cTn id="61" dur="500" fill="hold"/>
                                        <p:tgtEl>
                                          <p:spTgt spid="7">
                                            <p:graphicEl>
                                              <a:dgm id="{F311516E-D554-45F5-86A6-24881B5F819C}"/>
                                            </p:graphic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7">
                                            <p:graphicEl>
                                              <a:dgm id="{F311516E-D554-45F5-86A6-24881B5F819C}"/>
                                            </p:graphicEl>
                                          </p:spTgt>
                                        </p:tgtEl>
                                        <p:attrNameLst>
                                          <p:attrName>ppt_y</p:attrName>
                                        </p:attrNameLst>
                                      </p:cBhvr>
                                      <p:tavLst>
                                        <p:tav tm="0">
                                          <p:val>
                                            <p:strVal val="0-#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9" fill="hold" grpId="0" nodeType="clickEffect">
                                  <p:stCondLst>
                                    <p:cond delay="0"/>
                                  </p:stCondLst>
                                  <p:childTnLst>
                                    <p:set>
                                      <p:cBhvr>
                                        <p:cTn id="66" dur="1" fill="hold">
                                          <p:stCondLst>
                                            <p:cond delay="0"/>
                                          </p:stCondLst>
                                        </p:cTn>
                                        <p:tgtEl>
                                          <p:spTgt spid="7">
                                            <p:graphicEl>
                                              <a:dgm id="{3656D6C2-063E-4D72-B542-F0C99C7EED90}"/>
                                            </p:graphicEl>
                                          </p:spTgt>
                                        </p:tgtEl>
                                        <p:attrNameLst>
                                          <p:attrName>style.visibility</p:attrName>
                                        </p:attrNameLst>
                                      </p:cBhvr>
                                      <p:to>
                                        <p:strVal val="visible"/>
                                      </p:to>
                                    </p:set>
                                    <p:anim calcmode="lin" valueType="num">
                                      <p:cBhvr additive="base">
                                        <p:cTn id="67" dur="500" fill="hold"/>
                                        <p:tgtEl>
                                          <p:spTgt spid="7">
                                            <p:graphicEl>
                                              <a:dgm id="{3656D6C2-063E-4D72-B542-F0C99C7EED90}"/>
                                            </p:graphic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7">
                                            <p:graphicEl>
                                              <a:dgm id="{3656D6C2-063E-4D72-B542-F0C99C7EED90}"/>
                                            </p:graphicEl>
                                          </p:spTgt>
                                        </p:tgtEl>
                                        <p:attrNameLst>
                                          <p:attrName>ppt_y</p:attrName>
                                        </p:attrNameLst>
                                      </p:cBhvr>
                                      <p:tavLst>
                                        <p:tav tm="0">
                                          <p:val>
                                            <p:strVal val="0-#ppt_h/2"/>
                                          </p:val>
                                        </p:tav>
                                        <p:tav tm="100000">
                                          <p:val>
                                            <p:strVal val="#ppt_y"/>
                                          </p:val>
                                        </p:tav>
                                      </p:tavLst>
                                    </p:anim>
                                  </p:childTnLst>
                                </p:cTn>
                              </p:par>
                              <p:par>
                                <p:cTn id="69" presetID="2" presetClass="entr" presetSubtype="9" fill="hold" grpId="0" nodeType="withEffect">
                                  <p:stCondLst>
                                    <p:cond delay="0"/>
                                  </p:stCondLst>
                                  <p:childTnLst>
                                    <p:set>
                                      <p:cBhvr>
                                        <p:cTn id="70" dur="1" fill="hold">
                                          <p:stCondLst>
                                            <p:cond delay="0"/>
                                          </p:stCondLst>
                                        </p:cTn>
                                        <p:tgtEl>
                                          <p:spTgt spid="7">
                                            <p:graphicEl>
                                              <a:dgm id="{95E19399-923C-4D73-AEC3-6360DC0076B6}"/>
                                            </p:graphicEl>
                                          </p:spTgt>
                                        </p:tgtEl>
                                        <p:attrNameLst>
                                          <p:attrName>style.visibility</p:attrName>
                                        </p:attrNameLst>
                                      </p:cBhvr>
                                      <p:to>
                                        <p:strVal val="visible"/>
                                      </p:to>
                                    </p:set>
                                    <p:anim calcmode="lin" valueType="num">
                                      <p:cBhvr additive="base">
                                        <p:cTn id="71" dur="500" fill="hold"/>
                                        <p:tgtEl>
                                          <p:spTgt spid="7">
                                            <p:graphicEl>
                                              <a:dgm id="{95E19399-923C-4D73-AEC3-6360DC0076B6}"/>
                                            </p:graphicEl>
                                          </p:spTgt>
                                        </p:tgtEl>
                                        <p:attrNameLst>
                                          <p:attrName>ppt_x</p:attrName>
                                        </p:attrNameLst>
                                      </p:cBhvr>
                                      <p:tavLst>
                                        <p:tav tm="0">
                                          <p:val>
                                            <p:strVal val="0-#ppt_w/2"/>
                                          </p:val>
                                        </p:tav>
                                        <p:tav tm="100000">
                                          <p:val>
                                            <p:strVal val="#ppt_x"/>
                                          </p:val>
                                        </p:tav>
                                      </p:tavLst>
                                    </p:anim>
                                    <p:anim calcmode="lin" valueType="num">
                                      <p:cBhvr additive="base">
                                        <p:cTn id="72" dur="500" fill="hold"/>
                                        <p:tgtEl>
                                          <p:spTgt spid="7">
                                            <p:graphicEl>
                                              <a:dgm id="{95E19399-923C-4D73-AEC3-6360DC0076B6}"/>
                                            </p:graphicEl>
                                          </p:spTgt>
                                        </p:tgtEl>
                                        <p:attrNameLst>
                                          <p:attrName>ppt_y</p:attrName>
                                        </p:attrNameLst>
                                      </p:cBhvr>
                                      <p:tavLst>
                                        <p:tav tm="0">
                                          <p:val>
                                            <p:strVal val="0-#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9" fill="hold" grpId="0" nodeType="clickEffect">
                                  <p:stCondLst>
                                    <p:cond delay="0"/>
                                  </p:stCondLst>
                                  <p:childTnLst>
                                    <p:set>
                                      <p:cBhvr>
                                        <p:cTn id="76" dur="1" fill="hold">
                                          <p:stCondLst>
                                            <p:cond delay="0"/>
                                          </p:stCondLst>
                                        </p:cTn>
                                        <p:tgtEl>
                                          <p:spTgt spid="7">
                                            <p:graphicEl>
                                              <a:dgm id="{AB69C452-7A26-41EC-9000-BF4138AD4EB7}"/>
                                            </p:graphicEl>
                                          </p:spTgt>
                                        </p:tgtEl>
                                        <p:attrNameLst>
                                          <p:attrName>style.visibility</p:attrName>
                                        </p:attrNameLst>
                                      </p:cBhvr>
                                      <p:to>
                                        <p:strVal val="visible"/>
                                      </p:to>
                                    </p:set>
                                    <p:anim calcmode="lin" valueType="num">
                                      <p:cBhvr additive="base">
                                        <p:cTn id="77" dur="500" fill="hold"/>
                                        <p:tgtEl>
                                          <p:spTgt spid="7">
                                            <p:graphicEl>
                                              <a:dgm id="{AB69C452-7A26-41EC-9000-BF4138AD4EB7}"/>
                                            </p:graphicEl>
                                          </p:spTgt>
                                        </p:tgtEl>
                                        <p:attrNameLst>
                                          <p:attrName>ppt_x</p:attrName>
                                        </p:attrNameLst>
                                      </p:cBhvr>
                                      <p:tavLst>
                                        <p:tav tm="0">
                                          <p:val>
                                            <p:strVal val="0-#ppt_w/2"/>
                                          </p:val>
                                        </p:tav>
                                        <p:tav tm="100000">
                                          <p:val>
                                            <p:strVal val="#ppt_x"/>
                                          </p:val>
                                        </p:tav>
                                      </p:tavLst>
                                    </p:anim>
                                    <p:anim calcmode="lin" valueType="num">
                                      <p:cBhvr additive="base">
                                        <p:cTn id="78" dur="500" fill="hold"/>
                                        <p:tgtEl>
                                          <p:spTgt spid="7">
                                            <p:graphicEl>
                                              <a:dgm id="{AB69C452-7A26-41EC-9000-BF4138AD4EB7}"/>
                                            </p:graphicEl>
                                          </p:spTgt>
                                        </p:tgtEl>
                                        <p:attrNameLst>
                                          <p:attrName>ppt_y</p:attrName>
                                        </p:attrNameLst>
                                      </p:cBhvr>
                                      <p:tavLst>
                                        <p:tav tm="0">
                                          <p:val>
                                            <p:strVal val="0-#ppt_h/2"/>
                                          </p:val>
                                        </p:tav>
                                        <p:tav tm="100000">
                                          <p:val>
                                            <p:strVal val="#ppt_y"/>
                                          </p:val>
                                        </p:tav>
                                      </p:tavLst>
                                    </p:anim>
                                  </p:childTnLst>
                                </p:cTn>
                              </p:par>
                              <p:par>
                                <p:cTn id="79" presetID="2" presetClass="entr" presetSubtype="9" fill="hold" grpId="0" nodeType="withEffect">
                                  <p:stCondLst>
                                    <p:cond delay="0"/>
                                  </p:stCondLst>
                                  <p:childTnLst>
                                    <p:set>
                                      <p:cBhvr>
                                        <p:cTn id="80" dur="1" fill="hold">
                                          <p:stCondLst>
                                            <p:cond delay="0"/>
                                          </p:stCondLst>
                                        </p:cTn>
                                        <p:tgtEl>
                                          <p:spTgt spid="7">
                                            <p:graphicEl>
                                              <a:dgm id="{31760166-CD6B-47D9-8C9A-C91C2E427C86}"/>
                                            </p:graphicEl>
                                          </p:spTgt>
                                        </p:tgtEl>
                                        <p:attrNameLst>
                                          <p:attrName>style.visibility</p:attrName>
                                        </p:attrNameLst>
                                      </p:cBhvr>
                                      <p:to>
                                        <p:strVal val="visible"/>
                                      </p:to>
                                    </p:set>
                                    <p:anim calcmode="lin" valueType="num">
                                      <p:cBhvr additive="base">
                                        <p:cTn id="81" dur="500" fill="hold"/>
                                        <p:tgtEl>
                                          <p:spTgt spid="7">
                                            <p:graphicEl>
                                              <a:dgm id="{31760166-CD6B-47D9-8C9A-C91C2E427C86}"/>
                                            </p:graphicEl>
                                          </p:spTgt>
                                        </p:tgtEl>
                                        <p:attrNameLst>
                                          <p:attrName>ppt_x</p:attrName>
                                        </p:attrNameLst>
                                      </p:cBhvr>
                                      <p:tavLst>
                                        <p:tav tm="0">
                                          <p:val>
                                            <p:strVal val="0-#ppt_w/2"/>
                                          </p:val>
                                        </p:tav>
                                        <p:tav tm="100000">
                                          <p:val>
                                            <p:strVal val="#ppt_x"/>
                                          </p:val>
                                        </p:tav>
                                      </p:tavLst>
                                    </p:anim>
                                    <p:anim calcmode="lin" valueType="num">
                                      <p:cBhvr additive="base">
                                        <p:cTn id="82" dur="500" fill="hold"/>
                                        <p:tgtEl>
                                          <p:spTgt spid="7">
                                            <p:graphicEl>
                                              <a:dgm id="{31760166-CD6B-47D9-8C9A-C91C2E427C86}"/>
                                            </p:graphic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uiExpand="1">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a:t>The Universal Machine</a:t>
            </a:r>
            <a:endParaRPr lang="en-GB" sz="4000"/>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10908" t="12178" r="16364" b="3473"/>
          <a:stretch/>
        </p:blipFill>
        <p:spPr>
          <a:xfrm>
            <a:off x="41564" y="1385455"/>
            <a:ext cx="6650181" cy="5237018"/>
          </a:xfrm>
          <a:prstGeom prst="rect">
            <a:avLst/>
          </a:prstGeom>
        </p:spPr>
      </p:pic>
      <p:sp>
        <p:nvSpPr>
          <p:cNvPr id="5" name="CustomShape 2">
            <a:extLst>
              <a:ext uri="{FF2B5EF4-FFF2-40B4-BE49-F238E27FC236}">
                <a16:creationId xmlns:a16="http://schemas.microsoft.com/office/drawing/2014/main" id="{DD0E3B74-B743-4981-BADF-8306A47D8ACD}"/>
              </a:ext>
            </a:extLst>
          </p:cNvPr>
          <p:cNvSpPr txBox="1">
            <a:spLocks noGrp="1"/>
          </p:cNvSpPr>
          <p:nvPr>
            <p:ph type="body" idx="1"/>
          </p:nvPr>
        </p:nvSpPr>
        <p:spPr>
          <a:xfrm>
            <a:off x="173181" y="1431095"/>
            <a:ext cx="6386946" cy="5138413"/>
          </a:xfrm>
          <a:prstGeom prst="rect">
            <a:avLst/>
          </a:prstGeom>
          <a:solidFill>
            <a:srgbClr val="000000">
              <a:alpha val="60000"/>
            </a:srgbClr>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4999" tIns="44999" rIns="44999" bIns="44999">
            <a:spAutoFit/>
          </a:bodyPr>
          <a:lstStyle>
            <a:lvl1pPr marL="343080" indent="-342358">
              <a:spcBef>
                <a:spcPts val="600"/>
              </a:spcBef>
              <a:buSzPct val="100000"/>
              <a:buBlip>
                <a:blip r:embed="rId3"/>
              </a:buBlip>
              <a:defRPr sz="3300" spc="-1">
                <a:solidFill>
                  <a:srgbClr val="00102F"/>
                </a:solidFill>
                <a:latin typeface="Calibri"/>
                <a:ea typeface="Calibri"/>
                <a:cs typeface="Calibri"/>
                <a:sym typeface="Calibri"/>
              </a:defRPr>
            </a:lvl1pPr>
          </a:lstStyle>
          <a:p>
            <a:pPr marL="342900" indent="-342265" algn="just"/>
            <a:r>
              <a:rPr lang="en-US" sz="2800">
                <a:solidFill>
                  <a:schemeClr val="bg1"/>
                </a:solidFill>
              </a:rPr>
              <a:t>A modern computer can be defined as a machine that stores and manipulates information under the control of a changeable program.</a:t>
            </a:r>
            <a:endParaRPr lang="en-US">
              <a:solidFill>
                <a:schemeClr val="bg1"/>
              </a:solidFill>
            </a:endParaRPr>
          </a:p>
          <a:p>
            <a:pPr marL="342900" indent="-342265" algn="just"/>
            <a:r>
              <a:rPr lang="en-US" sz="2800">
                <a:solidFill>
                  <a:schemeClr val="bg1"/>
                </a:solidFill>
              </a:rPr>
              <a:t>It is an electronic device that accepts data, performs computations, and makes logical decision according to instructions that have been given to it; then produces meaningful information in a form that is useful to humans. </a:t>
            </a:r>
          </a:p>
          <a:p>
            <a:pPr marL="635" indent="0" algn="just">
              <a:buNone/>
            </a:pPr>
            <a:endParaRPr lang="en-US" sz="2800">
              <a:solidFill>
                <a:schemeClr val="bg1"/>
              </a:solidFill>
            </a:endParaRP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103488762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 calcmode="lin" valueType="num">
                                      <p:cBhvr additive="base">
                                        <p:cTn id="7" dur="500" fill="hold"/>
                                        <p:tgtEl>
                                          <p:spTgt spid="5">
                                            <p:bg/>
                                          </p:spTgt>
                                        </p:tgtEl>
                                        <p:attrNameLst>
                                          <p:attrName>ppt_x</p:attrName>
                                        </p:attrNameLst>
                                      </p:cBhvr>
                                      <p:tavLst>
                                        <p:tav tm="0">
                                          <p:val>
                                            <p:strVal val="#ppt_x"/>
                                          </p:val>
                                        </p:tav>
                                        <p:tav tm="100000">
                                          <p:val>
                                            <p:strVal val="#ppt_x"/>
                                          </p:val>
                                        </p:tav>
                                      </p:tavLst>
                                    </p:anim>
                                    <p:anim calcmode="lin" valueType="num">
                                      <p:cBhvr additive="base">
                                        <p:cTn id="8" dur="500" fill="hold"/>
                                        <p:tgtEl>
                                          <p:spTgt spid="5">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51984"/>
            <a:ext cx="9144000" cy="5143500"/>
          </a:xfrm>
          <a:prstGeom prst="rect">
            <a:avLst/>
          </a:prstGeom>
        </p:spPr>
      </p:pic>
      <p:sp>
        <p:nvSpPr>
          <p:cNvPr id="2" name="Title 1"/>
          <p:cNvSpPr>
            <a:spLocks noGrp="1"/>
          </p:cNvSpPr>
          <p:nvPr>
            <p:ph type="title"/>
          </p:nvPr>
        </p:nvSpPr>
        <p:spPr/>
        <p:txBody>
          <a:bodyPr/>
          <a:lstStyle/>
          <a:p>
            <a:r>
              <a:rPr lang="en-US" sz="4000"/>
              <a:t>What is a Computer Program?</a:t>
            </a:r>
            <a:endParaRPr lang="en-GB" sz="4000"/>
          </a:p>
        </p:txBody>
      </p:sp>
      <p:sp>
        <p:nvSpPr>
          <p:cNvPr id="5" name="CustomShape 2">
            <a:extLst>
              <a:ext uri="{FF2B5EF4-FFF2-40B4-BE49-F238E27FC236}">
                <a16:creationId xmlns:a16="http://schemas.microsoft.com/office/drawing/2014/main" id="{CC24E190-1983-4AE6-BF5F-0CB7E38E17D8}"/>
              </a:ext>
            </a:extLst>
          </p:cNvPr>
          <p:cNvSpPr txBox="1">
            <a:spLocks noGrp="1"/>
          </p:cNvSpPr>
          <p:nvPr>
            <p:ph type="body" idx="1"/>
          </p:nvPr>
        </p:nvSpPr>
        <p:spPr>
          <a:xfrm>
            <a:off x="848211" y="1576115"/>
            <a:ext cx="7658669" cy="906485"/>
          </a:xfrm>
          <a:prstGeom prst="rect">
            <a:avLst/>
          </a:prstGeom>
          <a:solidFill>
            <a:srgbClr val="000000">
              <a:alpha val="65882"/>
            </a:srgbClr>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4999" tIns="44999" rIns="44999" bIns="44999">
            <a:spAutoFit/>
          </a:bodyPr>
          <a:lstStyle>
            <a:lvl1pPr marL="343080" indent="-342358">
              <a:spcBef>
                <a:spcPts val="600"/>
              </a:spcBef>
              <a:buSzPct val="100000"/>
              <a:buBlip>
                <a:blip r:embed="rId3"/>
              </a:buBlip>
              <a:defRPr sz="3300" spc="-1">
                <a:solidFill>
                  <a:srgbClr val="00102F"/>
                </a:solidFill>
                <a:latin typeface="Calibri"/>
                <a:ea typeface="Calibri"/>
                <a:cs typeface="Calibri"/>
                <a:sym typeface="Calibri"/>
              </a:defRPr>
            </a:lvl1pPr>
          </a:lstStyle>
          <a:p>
            <a:pPr algn="just"/>
            <a:r>
              <a:rPr lang="en-US" sz="2400">
                <a:solidFill>
                  <a:schemeClr val="bg1"/>
                </a:solidFill>
              </a:rPr>
              <a:t>A computer program is a detailed, step-by-step set of instructions telling a computer exactly what to do. </a:t>
            </a: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6</a:t>
            </a:fld>
            <a:endParaRPr lang="en-US"/>
          </a:p>
        </p:txBody>
      </p:sp>
      <p:sp>
        <p:nvSpPr>
          <p:cNvPr id="6" name="CustomShape 2">
            <a:extLst>
              <a:ext uri="{FF2B5EF4-FFF2-40B4-BE49-F238E27FC236}">
                <a16:creationId xmlns:a16="http://schemas.microsoft.com/office/drawing/2014/main" id="{CC24E190-1983-4AE6-BF5F-0CB7E38E17D8}"/>
              </a:ext>
            </a:extLst>
          </p:cNvPr>
          <p:cNvSpPr txBox="1">
            <a:spLocks/>
          </p:cNvSpPr>
          <p:nvPr/>
        </p:nvSpPr>
        <p:spPr>
          <a:xfrm>
            <a:off x="848211" y="2727730"/>
            <a:ext cx="7658669" cy="1275817"/>
          </a:xfrm>
          <a:prstGeom prst="rect">
            <a:avLst/>
          </a:prstGeom>
          <a:solidFill>
            <a:srgbClr val="000000">
              <a:alpha val="65882"/>
            </a:srgbClr>
          </a:solidFill>
          <a:ln w="12700">
            <a:no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spcFirstLastPara="1" wrap="square" lIns="44999" tIns="44999" rIns="44999" bIns="44999" anchor="t" anchorCtr="0">
            <a:spAutoFit/>
          </a:bodyPr>
          <a:lstStyle>
            <a:defPPr marR="0" lvl="0" algn="l" rtl="0">
              <a:lnSpc>
                <a:spcPct val="100000"/>
              </a:lnSpc>
              <a:spcBef>
                <a:spcPts val="0"/>
              </a:spcBef>
              <a:spcAft>
                <a:spcPts val="0"/>
              </a:spcAft>
            </a:defPPr>
            <a:lvl1pPr marL="343080" marR="0" lvl="0" indent="-342358" algn="l" rtl="0" eaLnBrk="1" hangingPunct="1">
              <a:lnSpc>
                <a:spcPct val="100000"/>
              </a:lnSpc>
              <a:spcBef>
                <a:spcPts val="600"/>
              </a:spcBef>
              <a:spcAft>
                <a:spcPts val="0"/>
              </a:spcAft>
              <a:buClr>
                <a:schemeClr val="dk1"/>
              </a:buClr>
              <a:buSzPct val="100000"/>
              <a:buFont typeface="Calibri"/>
              <a:buBlip>
                <a:blip r:embed="rId3"/>
              </a:buBlip>
              <a:defRPr sz="3300" b="0" i="0" u="none" strike="noStrike" cap="none" spc="-1">
                <a:solidFill>
                  <a:srgbClr val="00102F"/>
                </a:solidFill>
                <a:latin typeface="Calibri"/>
                <a:ea typeface="Calibri"/>
                <a:cs typeface="Calibri"/>
                <a:sym typeface="Calibri"/>
              </a:defRPr>
            </a:lvl1pPr>
            <a:lvl2pPr marL="914400" marR="0" lvl="1" indent="-342900" algn="l" rtl="0" eaLnBrk="1" hangingPunct="1">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eaLnBrk="1" hangingPunct="1">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eaLnBrk="1" hangingPunct="1">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eaLnBrk="1" hangingPunct="1">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eaLnBrk="1" hangingPunct="1">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eaLnBrk="1" hangingPunct="1">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eaLnBrk="1" hangingPunct="1">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eaLnBrk="1" hangingPunct="1">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algn="just"/>
            <a:r>
              <a:rPr lang="en-US" sz="2400">
                <a:solidFill>
                  <a:schemeClr val="bg1"/>
                </a:solidFill>
              </a:rPr>
              <a:t>A computer program is a sequence of instructions written using a Computer Programming Language to perform a specified task by the computer.</a:t>
            </a:r>
          </a:p>
        </p:txBody>
      </p:sp>
      <p:sp>
        <p:nvSpPr>
          <p:cNvPr id="7" name="CustomShape 2">
            <a:extLst>
              <a:ext uri="{FF2B5EF4-FFF2-40B4-BE49-F238E27FC236}">
                <a16:creationId xmlns:a16="http://schemas.microsoft.com/office/drawing/2014/main" id="{CC24E190-1983-4AE6-BF5F-0CB7E38E17D8}"/>
              </a:ext>
            </a:extLst>
          </p:cNvPr>
          <p:cNvSpPr txBox="1">
            <a:spLocks/>
          </p:cNvSpPr>
          <p:nvPr/>
        </p:nvSpPr>
        <p:spPr>
          <a:xfrm>
            <a:off x="848211" y="4212558"/>
            <a:ext cx="7658669" cy="906485"/>
          </a:xfrm>
          <a:prstGeom prst="rect">
            <a:avLst/>
          </a:prstGeom>
          <a:solidFill>
            <a:srgbClr val="000000">
              <a:alpha val="65882"/>
            </a:srgbClr>
          </a:solidFill>
          <a:ln w="12700">
            <a:no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spcFirstLastPara="1" wrap="square" lIns="44999" tIns="44999" rIns="44999" bIns="44999" anchor="t" anchorCtr="0">
            <a:spAutoFit/>
          </a:bodyPr>
          <a:lstStyle>
            <a:defPPr marR="0" lvl="0" algn="l" rtl="0">
              <a:lnSpc>
                <a:spcPct val="100000"/>
              </a:lnSpc>
              <a:spcBef>
                <a:spcPts val="0"/>
              </a:spcBef>
              <a:spcAft>
                <a:spcPts val="0"/>
              </a:spcAft>
            </a:defPPr>
            <a:lvl1pPr marL="343080" marR="0" lvl="0" indent="-342358" algn="l" rtl="0" eaLnBrk="1" hangingPunct="1">
              <a:lnSpc>
                <a:spcPct val="100000"/>
              </a:lnSpc>
              <a:spcBef>
                <a:spcPts val="600"/>
              </a:spcBef>
              <a:spcAft>
                <a:spcPts val="0"/>
              </a:spcAft>
              <a:buClr>
                <a:schemeClr val="dk1"/>
              </a:buClr>
              <a:buSzPct val="100000"/>
              <a:buFont typeface="Calibri"/>
              <a:buBlip>
                <a:blip r:embed="rId3"/>
              </a:buBlip>
              <a:defRPr sz="3300" b="0" i="0" u="none" strike="noStrike" cap="none" spc="-1">
                <a:solidFill>
                  <a:srgbClr val="00102F"/>
                </a:solidFill>
                <a:latin typeface="Calibri"/>
                <a:ea typeface="Calibri"/>
                <a:cs typeface="Calibri"/>
                <a:sym typeface="Calibri"/>
              </a:defRPr>
            </a:lvl1pPr>
            <a:lvl2pPr marL="914400" marR="0" lvl="1" indent="-342900" algn="l" rtl="0" eaLnBrk="1" hangingPunct="1">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eaLnBrk="1" hangingPunct="1">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eaLnBrk="1" hangingPunct="1">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eaLnBrk="1" hangingPunct="1">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eaLnBrk="1" hangingPunct="1">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eaLnBrk="1" hangingPunct="1">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eaLnBrk="1" hangingPunct="1">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eaLnBrk="1" hangingPunct="1">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algn="just"/>
            <a:r>
              <a:rPr lang="en-US" sz="2400">
                <a:solidFill>
                  <a:schemeClr val="bg1"/>
                </a:solidFill>
              </a:rPr>
              <a:t>An unambiguous, ordered sequence of computational instructions necessary to achieve a solution.</a:t>
            </a:r>
          </a:p>
        </p:txBody>
      </p:sp>
      <p:sp>
        <p:nvSpPr>
          <p:cNvPr id="8" name="CustomShape 2">
            <a:extLst>
              <a:ext uri="{FF2B5EF4-FFF2-40B4-BE49-F238E27FC236}">
                <a16:creationId xmlns:a16="http://schemas.microsoft.com/office/drawing/2014/main" id="{CC24E190-1983-4AE6-BF5F-0CB7E38E17D8}"/>
              </a:ext>
            </a:extLst>
          </p:cNvPr>
          <p:cNvSpPr txBox="1">
            <a:spLocks/>
          </p:cNvSpPr>
          <p:nvPr/>
        </p:nvSpPr>
        <p:spPr>
          <a:xfrm>
            <a:off x="848211" y="5337669"/>
            <a:ext cx="7658669" cy="906485"/>
          </a:xfrm>
          <a:prstGeom prst="rect">
            <a:avLst/>
          </a:prstGeom>
          <a:solidFill>
            <a:srgbClr val="000000">
              <a:alpha val="65882"/>
            </a:srgbClr>
          </a:solidFill>
          <a:ln w="12700">
            <a:no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spcFirstLastPara="1" wrap="square" lIns="44999" tIns="44999" rIns="44999" bIns="44999" anchor="t" anchorCtr="0">
            <a:spAutoFit/>
          </a:bodyPr>
          <a:lstStyle>
            <a:defPPr marR="0" lvl="0" algn="l" rtl="0">
              <a:lnSpc>
                <a:spcPct val="100000"/>
              </a:lnSpc>
              <a:spcBef>
                <a:spcPts val="0"/>
              </a:spcBef>
              <a:spcAft>
                <a:spcPts val="0"/>
              </a:spcAft>
            </a:defPPr>
            <a:lvl1pPr marL="343080" marR="0" lvl="0" indent="-342358" algn="l" rtl="0" eaLnBrk="1" hangingPunct="1">
              <a:lnSpc>
                <a:spcPct val="100000"/>
              </a:lnSpc>
              <a:spcBef>
                <a:spcPts val="600"/>
              </a:spcBef>
              <a:spcAft>
                <a:spcPts val="0"/>
              </a:spcAft>
              <a:buClr>
                <a:schemeClr val="dk1"/>
              </a:buClr>
              <a:buSzPct val="100000"/>
              <a:buFont typeface="Calibri"/>
              <a:buBlip>
                <a:blip r:embed="rId3"/>
              </a:buBlip>
              <a:defRPr sz="3300" b="0" i="0" u="none" strike="noStrike" cap="none" spc="-1">
                <a:solidFill>
                  <a:srgbClr val="00102F"/>
                </a:solidFill>
                <a:latin typeface="Calibri"/>
                <a:ea typeface="Calibri"/>
                <a:cs typeface="Calibri"/>
                <a:sym typeface="Calibri"/>
              </a:defRPr>
            </a:lvl1pPr>
            <a:lvl2pPr marL="914400" marR="0" lvl="1" indent="-342900" algn="l" rtl="0" eaLnBrk="1" hangingPunct="1">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eaLnBrk="1" hangingPunct="1">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eaLnBrk="1" hangingPunct="1">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eaLnBrk="1" hangingPunct="1">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eaLnBrk="1" hangingPunct="1">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eaLnBrk="1" hangingPunct="1">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eaLnBrk="1" hangingPunct="1">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eaLnBrk="1" hangingPunct="1">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algn="just"/>
            <a:r>
              <a:rPr lang="en-US" sz="2400">
                <a:solidFill>
                  <a:schemeClr val="bg1"/>
                </a:solidFill>
              </a:rPr>
              <a:t>A computer program is a detailed plan or procedure for solving a problem.</a:t>
            </a:r>
          </a:p>
        </p:txBody>
      </p:sp>
    </p:spTree>
    <p:extLst>
      <p:ext uri="{BB962C8B-B14F-4D97-AF65-F5344CB8AC3E}">
        <p14:creationId xmlns:p14="http://schemas.microsoft.com/office/powerpoint/2010/main" val="2983822476"/>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fade">
                                      <p:cBhvr>
                                        <p:cTn id="7" dur="1000"/>
                                        <p:tgtEl>
                                          <p:spTgt spid="5">
                                            <p:bg/>
                                          </p:spTgt>
                                        </p:tgtEl>
                                      </p:cBhvr>
                                    </p:animEffect>
                                    <p:anim calcmode="lin" valueType="num">
                                      <p:cBhvr>
                                        <p:cTn id="8" dur="1000" fill="hold"/>
                                        <p:tgtEl>
                                          <p:spTgt spid="5">
                                            <p:bg/>
                                          </p:spTgt>
                                        </p:tgtEl>
                                        <p:attrNameLst>
                                          <p:attrName>ppt_x</p:attrName>
                                        </p:attrNameLst>
                                      </p:cBhvr>
                                      <p:tavLst>
                                        <p:tav tm="0">
                                          <p:val>
                                            <p:strVal val="#ppt_x"/>
                                          </p:val>
                                        </p:tav>
                                        <p:tav tm="100000">
                                          <p:val>
                                            <p:strVal val="#ppt_x"/>
                                          </p:val>
                                        </p:tav>
                                      </p:tavLst>
                                    </p:anim>
                                    <p:anim calcmode="lin" valueType="num">
                                      <p:cBhvr>
                                        <p:cTn id="9" dur="1000" fill="hold"/>
                                        <p:tgtEl>
                                          <p:spTgt spid="5">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295400"/>
            <a:ext cx="9144000" cy="5202382"/>
          </a:xfrm>
          <a:prstGeom prst="rect">
            <a:avLst/>
          </a:prstGeom>
          <a:solidFill>
            <a:srgbClr val="001746">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p:nvPr>
        </p:nvSpPr>
        <p:spPr/>
        <p:txBody>
          <a:bodyPr/>
          <a:lstStyle/>
          <a:p>
            <a:r>
              <a:rPr lang="en-US" sz="4000"/>
              <a:t>What is Computer Science?</a:t>
            </a:r>
            <a:endParaRPr lang="en-GB" sz="4000"/>
          </a:p>
        </p:txBody>
      </p:sp>
      <p:sp>
        <p:nvSpPr>
          <p:cNvPr id="5" name="CustomShape 2">
            <a:extLst>
              <a:ext uri="{FF2B5EF4-FFF2-40B4-BE49-F238E27FC236}">
                <a16:creationId xmlns:a16="http://schemas.microsoft.com/office/drawing/2014/main" id="{3262F45E-A526-437D-888C-0EBFFAD61E55}"/>
              </a:ext>
            </a:extLst>
          </p:cNvPr>
          <p:cNvSpPr txBox="1">
            <a:spLocks noGrp="1"/>
          </p:cNvSpPr>
          <p:nvPr>
            <p:ph type="body" idx="1"/>
          </p:nvPr>
        </p:nvSpPr>
        <p:spPr>
          <a:xfrm>
            <a:off x="457200" y="1547325"/>
            <a:ext cx="8229600" cy="53692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4999" tIns="44999" rIns="44999" bIns="44999">
            <a:spAutoFit/>
          </a:bodyPr>
          <a:lstStyle>
            <a:lvl1pPr marL="343080" indent="-342358">
              <a:spcBef>
                <a:spcPts val="600"/>
              </a:spcBef>
              <a:buSzPct val="100000"/>
              <a:buBlip>
                <a:blip r:embed="rId2"/>
              </a:buBlip>
              <a:defRPr sz="3300" spc="-1">
                <a:solidFill>
                  <a:srgbClr val="00102F"/>
                </a:solidFill>
                <a:latin typeface="Calibri"/>
                <a:ea typeface="Calibri"/>
                <a:cs typeface="Calibri"/>
                <a:sym typeface="Calibri"/>
              </a:defRPr>
            </a:lvl1pPr>
          </a:lstStyle>
          <a:p>
            <a:pPr marL="722" indent="0">
              <a:buNone/>
            </a:pPr>
            <a:r>
              <a:rPr lang="en-US" sz="2800">
                <a:solidFill>
                  <a:schemeClr val="bg1"/>
                </a:solidFill>
              </a:rPr>
              <a:t>Its fields can be divided into theoretical and practical disciplines. E.g.:</a:t>
            </a:r>
          </a:p>
          <a:p>
            <a:pPr lvl="1">
              <a:buBlip>
                <a:blip r:embed="rId3"/>
              </a:buBlip>
            </a:pPr>
            <a:r>
              <a:rPr lang="en-US">
                <a:solidFill>
                  <a:schemeClr val="bg1"/>
                </a:solidFill>
              </a:rPr>
              <a:t>Computational complexity theory </a:t>
            </a:r>
          </a:p>
          <a:p>
            <a:pPr lvl="1">
              <a:buBlip>
                <a:blip r:embed="rId3"/>
              </a:buBlip>
            </a:pPr>
            <a:r>
              <a:rPr lang="en-US">
                <a:solidFill>
                  <a:schemeClr val="bg1"/>
                </a:solidFill>
              </a:rPr>
              <a:t>Computer graphics and computational geometry </a:t>
            </a:r>
          </a:p>
          <a:p>
            <a:pPr lvl="1">
              <a:buBlip>
                <a:blip r:embed="rId3"/>
              </a:buBlip>
            </a:pPr>
            <a:r>
              <a:rPr lang="en-US">
                <a:solidFill>
                  <a:schemeClr val="bg1"/>
                </a:solidFill>
              </a:rPr>
              <a:t>Algorithms</a:t>
            </a:r>
          </a:p>
          <a:p>
            <a:pPr lvl="1">
              <a:buBlip>
                <a:blip r:embed="rId3"/>
              </a:buBlip>
            </a:pPr>
            <a:r>
              <a:rPr lang="en-US">
                <a:solidFill>
                  <a:schemeClr val="bg1"/>
                </a:solidFill>
              </a:rPr>
              <a:t>Programming language</a:t>
            </a:r>
          </a:p>
          <a:p>
            <a:pPr lvl="1">
              <a:buBlip>
                <a:blip r:embed="rId3"/>
              </a:buBlip>
            </a:pPr>
            <a:r>
              <a:rPr lang="en-US">
                <a:solidFill>
                  <a:schemeClr val="bg1"/>
                </a:solidFill>
              </a:rPr>
              <a:t>Software engineering </a:t>
            </a:r>
          </a:p>
          <a:p>
            <a:pPr lvl="1">
              <a:buBlip>
                <a:blip r:embed="rId3"/>
              </a:buBlip>
            </a:pPr>
            <a:r>
              <a:rPr lang="en-US">
                <a:solidFill>
                  <a:schemeClr val="bg1"/>
                </a:solidFill>
              </a:rPr>
              <a:t>Computer architecture and computer engineering</a:t>
            </a:r>
          </a:p>
          <a:p>
            <a:pPr lvl="1">
              <a:buBlip>
                <a:blip r:embed="rId3"/>
              </a:buBlip>
            </a:pPr>
            <a:r>
              <a:rPr lang="en-US">
                <a:solidFill>
                  <a:schemeClr val="bg1"/>
                </a:solidFill>
              </a:rPr>
              <a:t>Human–Computer Interaction (HCI)</a:t>
            </a:r>
          </a:p>
          <a:p>
            <a:pPr lvl="1">
              <a:buBlip>
                <a:blip r:embed="rId3"/>
              </a:buBlip>
            </a:pPr>
            <a:r>
              <a:rPr lang="en-US">
                <a:solidFill>
                  <a:schemeClr val="bg1"/>
                </a:solidFill>
              </a:rPr>
              <a:t>Artificial intelligence</a:t>
            </a:r>
          </a:p>
          <a:p>
            <a:pPr marL="571500" lvl="1" indent="0">
              <a:buNone/>
            </a:pPr>
            <a:endParaRPr sz="2800">
              <a:solidFill>
                <a:schemeClr val="bg1"/>
              </a:solidFill>
            </a:endParaRP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296211621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 calcmode="lin" valueType="num">
                                      <p:cBhvr additive="base">
                                        <p:cTn id="2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 calcmode="lin" valueType="num">
                                      <p:cBhvr additive="base">
                                        <p:cTn id="2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 calcmode="lin" valueType="num">
                                      <p:cBhvr additive="base">
                                        <p:cTn id="31"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anim calcmode="lin" valueType="num">
                                      <p:cBhvr additive="base">
                                        <p:cTn id="35"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anim calcmode="lin" valueType="num">
                                      <p:cBhvr additive="base">
                                        <p:cTn id="39"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t="16550"/>
          <a:stretch/>
        </p:blipFill>
        <p:spPr>
          <a:xfrm>
            <a:off x="0" y="1440872"/>
            <a:ext cx="9144000" cy="4959927"/>
          </a:xfrm>
          <a:prstGeom prst="rect">
            <a:avLst/>
          </a:prstGeom>
        </p:spPr>
      </p:pic>
      <p:sp>
        <p:nvSpPr>
          <p:cNvPr id="2" name="Title 1"/>
          <p:cNvSpPr>
            <a:spLocks noGrp="1"/>
          </p:cNvSpPr>
          <p:nvPr>
            <p:ph type="title"/>
          </p:nvPr>
        </p:nvSpPr>
        <p:spPr/>
        <p:txBody>
          <a:bodyPr/>
          <a:lstStyle/>
          <a:p>
            <a:r>
              <a:rPr lang="en-US" sz="4000"/>
              <a:t>Historical Perspectives</a:t>
            </a:r>
            <a:endParaRPr lang="en-GB" sz="4000"/>
          </a:p>
        </p:txBody>
      </p:sp>
      <p:sp>
        <p:nvSpPr>
          <p:cNvPr id="4" name="Text Placeholder 3"/>
          <p:cNvSpPr>
            <a:spLocks noGrp="1"/>
          </p:cNvSpPr>
          <p:nvPr>
            <p:ph type="body" idx="1"/>
          </p:nvPr>
        </p:nvSpPr>
        <p:spPr/>
        <p:txBody>
          <a:bodyPr/>
          <a:lstStyle/>
          <a:p>
            <a:pPr marL="114300" indent="0">
              <a:buNone/>
            </a:pPr>
            <a:endParaRPr lang="en-US"/>
          </a:p>
          <a:p>
            <a:pPr>
              <a:buBlip>
                <a:blip r:embed="rId3"/>
              </a:buBlip>
            </a:pPr>
            <a:endParaRPr lang="en-US"/>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8</a:t>
            </a:fld>
            <a:endParaRPr lang="en-US"/>
          </a:p>
        </p:txBody>
      </p:sp>
      <p:graphicFrame>
        <p:nvGraphicFramePr>
          <p:cNvPr id="6" name="Diagram 5"/>
          <p:cNvGraphicFramePr/>
          <p:nvPr>
            <p:extLst>
              <p:ext uri="{D42A27DB-BD31-4B8C-83A1-F6EECF244321}">
                <p14:modId xmlns:p14="http://schemas.microsoft.com/office/powerpoint/2010/main" val="1435203977"/>
              </p:ext>
            </p:extLst>
          </p:nvPr>
        </p:nvGraphicFramePr>
        <p:xfrm>
          <a:off x="524850" y="1684089"/>
          <a:ext cx="7924394" cy="441696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58433334"/>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a:solidFill>
                  <a:schemeClr val="tx2">
                    <a:lumMod val="50000"/>
                  </a:schemeClr>
                </a:solidFill>
              </a:rPr>
              <a:t>Characteristics of First Generation Computers </a:t>
            </a:r>
            <a:endParaRPr lang="en-GB" sz="3000"/>
          </a:p>
        </p:txBody>
      </p:sp>
      <p:sp>
        <p:nvSpPr>
          <p:cNvPr id="4" name="Text Placeholder 3"/>
          <p:cNvSpPr>
            <a:spLocks noGrp="1"/>
          </p:cNvSpPr>
          <p:nvPr>
            <p:ph type="body" idx="1"/>
          </p:nvPr>
        </p:nvSpPr>
        <p:spPr/>
        <p:txBody>
          <a:bodyPr/>
          <a:lstStyle/>
          <a:p>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9</a:t>
            </a:fld>
            <a:endParaRPr lang="en-US"/>
          </a:p>
        </p:txBody>
      </p:sp>
      <p:pic>
        <p:nvPicPr>
          <p:cNvPr id="5" name="Picture 4"/>
          <p:cNvPicPr>
            <a:picLocks noChangeAspect="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607583" y="1565825"/>
            <a:ext cx="5991437" cy="4793150"/>
          </a:xfrm>
          <a:prstGeom prst="rect">
            <a:avLst/>
          </a:prstGeom>
        </p:spPr>
      </p:pic>
      <p:graphicFrame>
        <p:nvGraphicFramePr>
          <p:cNvPr id="6" name="Diagram 5"/>
          <p:cNvGraphicFramePr/>
          <p:nvPr>
            <p:extLst>
              <p:ext uri="{D42A27DB-BD31-4B8C-83A1-F6EECF244321}">
                <p14:modId xmlns:p14="http://schemas.microsoft.com/office/powerpoint/2010/main" val="4099341522"/>
              </p:ext>
            </p:extLst>
          </p:nvPr>
        </p:nvGraphicFramePr>
        <p:xfrm>
          <a:off x="528111" y="2001982"/>
          <a:ext cx="8395854" cy="39208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3550573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graphicEl>
                                              <a:dgm id="{E1601D23-99F5-422D-8E6C-E09A8ED146FA}"/>
                                            </p:graphicEl>
                                          </p:spTgt>
                                        </p:tgtEl>
                                        <p:attrNameLst>
                                          <p:attrName>style.visibility</p:attrName>
                                        </p:attrNameLst>
                                      </p:cBhvr>
                                      <p:to>
                                        <p:strVal val="visible"/>
                                      </p:to>
                                    </p:set>
                                    <p:anim calcmode="lin" valueType="num">
                                      <p:cBhvr additive="base">
                                        <p:cTn id="7" dur="500" fill="hold"/>
                                        <p:tgtEl>
                                          <p:spTgt spid="6">
                                            <p:graphicEl>
                                              <a:dgm id="{E1601D23-99F5-422D-8E6C-E09A8ED146FA}"/>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graphicEl>
                                              <a:dgm id="{E1601D23-99F5-422D-8E6C-E09A8ED146FA}"/>
                                            </p:graphic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graphicEl>
                                              <a:dgm id="{38F940FF-0BB2-45B9-BC95-506DFDDED158}"/>
                                            </p:graphicEl>
                                          </p:spTgt>
                                        </p:tgtEl>
                                        <p:attrNameLst>
                                          <p:attrName>style.visibility</p:attrName>
                                        </p:attrNameLst>
                                      </p:cBhvr>
                                      <p:to>
                                        <p:strVal val="visible"/>
                                      </p:to>
                                    </p:set>
                                    <p:anim calcmode="lin" valueType="num">
                                      <p:cBhvr additive="base">
                                        <p:cTn id="11" dur="500" fill="hold"/>
                                        <p:tgtEl>
                                          <p:spTgt spid="6">
                                            <p:graphicEl>
                                              <a:dgm id="{38F940FF-0BB2-45B9-BC95-506DFDDED158}"/>
                                            </p:graphic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
                                            <p:graphicEl>
                                              <a:dgm id="{38F940FF-0BB2-45B9-BC95-506DFDDED158}"/>
                                            </p:graphic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
                                            <p:graphicEl>
                                              <a:dgm id="{1987EC98-C39B-4CCD-BB4E-B9AB0B03D2F7}"/>
                                            </p:graphicEl>
                                          </p:spTgt>
                                        </p:tgtEl>
                                        <p:attrNameLst>
                                          <p:attrName>style.visibility</p:attrName>
                                        </p:attrNameLst>
                                      </p:cBhvr>
                                      <p:to>
                                        <p:strVal val="visible"/>
                                      </p:to>
                                    </p:set>
                                    <p:anim calcmode="lin" valueType="num">
                                      <p:cBhvr additive="base">
                                        <p:cTn id="15" dur="500" fill="hold"/>
                                        <p:tgtEl>
                                          <p:spTgt spid="6">
                                            <p:graphicEl>
                                              <a:dgm id="{1987EC98-C39B-4CCD-BB4E-B9AB0B03D2F7}"/>
                                            </p:graphic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6">
                                            <p:graphicEl>
                                              <a:dgm id="{1987EC98-C39B-4CCD-BB4E-B9AB0B03D2F7}"/>
                                            </p:graphic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6">
                                            <p:graphicEl>
                                              <a:dgm id="{AB0DAB75-C946-4B97-9039-C2338CF4646C}"/>
                                            </p:graphicEl>
                                          </p:spTgt>
                                        </p:tgtEl>
                                        <p:attrNameLst>
                                          <p:attrName>style.visibility</p:attrName>
                                        </p:attrNameLst>
                                      </p:cBhvr>
                                      <p:to>
                                        <p:strVal val="visible"/>
                                      </p:to>
                                    </p:set>
                                    <p:anim calcmode="lin" valueType="num">
                                      <p:cBhvr additive="base">
                                        <p:cTn id="21" dur="500" fill="hold"/>
                                        <p:tgtEl>
                                          <p:spTgt spid="6">
                                            <p:graphicEl>
                                              <a:dgm id="{AB0DAB75-C946-4B97-9039-C2338CF4646C}"/>
                                            </p:graphic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6">
                                            <p:graphicEl>
                                              <a:dgm id="{AB0DAB75-C946-4B97-9039-C2338CF4646C}"/>
                                            </p:graphic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6">
                                            <p:graphicEl>
                                              <a:dgm id="{067EBDF0-7A42-4A4C-8C6E-F3EA3AD09CCA}"/>
                                            </p:graphicEl>
                                          </p:spTgt>
                                        </p:tgtEl>
                                        <p:attrNameLst>
                                          <p:attrName>style.visibility</p:attrName>
                                        </p:attrNameLst>
                                      </p:cBhvr>
                                      <p:to>
                                        <p:strVal val="visible"/>
                                      </p:to>
                                    </p:set>
                                    <p:anim calcmode="lin" valueType="num">
                                      <p:cBhvr additive="base">
                                        <p:cTn id="25" dur="500" fill="hold"/>
                                        <p:tgtEl>
                                          <p:spTgt spid="6">
                                            <p:graphicEl>
                                              <a:dgm id="{067EBDF0-7A42-4A4C-8C6E-F3EA3AD09CCA}"/>
                                            </p:graphic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
                                            <p:graphicEl>
                                              <a:dgm id="{067EBDF0-7A42-4A4C-8C6E-F3EA3AD09CCA}"/>
                                            </p:graphic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6">
                                            <p:graphicEl>
                                              <a:dgm id="{6E53630C-4FF8-49A3-A3C1-E0659CEAFCEB}"/>
                                            </p:graphicEl>
                                          </p:spTgt>
                                        </p:tgtEl>
                                        <p:attrNameLst>
                                          <p:attrName>style.visibility</p:attrName>
                                        </p:attrNameLst>
                                      </p:cBhvr>
                                      <p:to>
                                        <p:strVal val="visible"/>
                                      </p:to>
                                    </p:set>
                                    <p:anim calcmode="lin" valueType="num">
                                      <p:cBhvr additive="base">
                                        <p:cTn id="29" dur="500" fill="hold"/>
                                        <p:tgtEl>
                                          <p:spTgt spid="6">
                                            <p:graphicEl>
                                              <a:dgm id="{6E53630C-4FF8-49A3-A3C1-E0659CEAFCEB}"/>
                                            </p:graphic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6">
                                            <p:graphicEl>
                                              <a:dgm id="{6E53630C-4FF8-49A3-A3C1-E0659CEAFCEB}"/>
                                            </p:graphic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6">
                                            <p:graphicEl>
                                              <a:dgm id="{447302F0-3EF2-4B76-AF0E-7C6EB30F5118}"/>
                                            </p:graphicEl>
                                          </p:spTgt>
                                        </p:tgtEl>
                                        <p:attrNameLst>
                                          <p:attrName>style.visibility</p:attrName>
                                        </p:attrNameLst>
                                      </p:cBhvr>
                                      <p:to>
                                        <p:strVal val="visible"/>
                                      </p:to>
                                    </p:set>
                                    <p:anim calcmode="lin" valueType="num">
                                      <p:cBhvr additive="base">
                                        <p:cTn id="35" dur="500" fill="hold"/>
                                        <p:tgtEl>
                                          <p:spTgt spid="6">
                                            <p:graphicEl>
                                              <a:dgm id="{447302F0-3EF2-4B76-AF0E-7C6EB30F5118}"/>
                                            </p:graphic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6">
                                            <p:graphicEl>
                                              <a:dgm id="{447302F0-3EF2-4B76-AF0E-7C6EB30F5118}"/>
                                            </p:graphicEl>
                                          </p:spTgt>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6">
                                            <p:graphicEl>
                                              <a:dgm id="{54E46023-4821-4D8C-941E-E932B7719DEE}"/>
                                            </p:graphicEl>
                                          </p:spTgt>
                                        </p:tgtEl>
                                        <p:attrNameLst>
                                          <p:attrName>style.visibility</p:attrName>
                                        </p:attrNameLst>
                                      </p:cBhvr>
                                      <p:to>
                                        <p:strVal val="visible"/>
                                      </p:to>
                                    </p:set>
                                    <p:anim calcmode="lin" valueType="num">
                                      <p:cBhvr additive="base">
                                        <p:cTn id="39" dur="500" fill="hold"/>
                                        <p:tgtEl>
                                          <p:spTgt spid="6">
                                            <p:graphicEl>
                                              <a:dgm id="{54E46023-4821-4D8C-941E-E932B7719DEE}"/>
                                            </p:graphic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6">
                                            <p:graphicEl>
                                              <a:dgm id="{54E46023-4821-4D8C-941E-E932B7719DEE}"/>
                                            </p:graphicEl>
                                          </p:spTgt>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6">
                                            <p:graphicEl>
                                              <a:dgm id="{0151C798-85B6-4F1F-9F06-919AD18C8972}"/>
                                            </p:graphicEl>
                                          </p:spTgt>
                                        </p:tgtEl>
                                        <p:attrNameLst>
                                          <p:attrName>style.visibility</p:attrName>
                                        </p:attrNameLst>
                                      </p:cBhvr>
                                      <p:to>
                                        <p:strVal val="visible"/>
                                      </p:to>
                                    </p:set>
                                    <p:anim calcmode="lin" valueType="num">
                                      <p:cBhvr additive="base">
                                        <p:cTn id="43" dur="500" fill="hold"/>
                                        <p:tgtEl>
                                          <p:spTgt spid="6">
                                            <p:graphicEl>
                                              <a:dgm id="{0151C798-85B6-4F1F-9F06-919AD18C8972}"/>
                                            </p:graphic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6">
                                            <p:graphicEl>
                                              <a:dgm id="{0151C798-85B6-4F1F-9F06-919AD18C8972}"/>
                                            </p:graphic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6">
                                            <p:graphicEl>
                                              <a:dgm id="{14813EF9-56B0-4C5A-96D3-CE6A01435830}"/>
                                            </p:graphicEl>
                                          </p:spTgt>
                                        </p:tgtEl>
                                        <p:attrNameLst>
                                          <p:attrName>style.visibility</p:attrName>
                                        </p:attrNameLst>
                                      </p:cBhvr>
                                      <p:to>
                                        <p:strVal val="visible"/>
                                      </p:to>
                                    </p:set>
                                    <p:anim calcmode="lin" valueType="num">
                                      <p:cBhvr additive="base">
                                        <p:cTn id="49" dur="500" fill="hold"/>
                                        <p:tgtEl>
                                          <p:spTgt spid="6">
                                            <p:graphicEl>
                                              <a:dgm id="{14813EF9-56B0-4C5A-96D3-CE6A01435830}"/>
                                            </p:graphic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6">
                                            <p:graphicEl>
                                              <a:dgm id="{14813EF9-56B0-4C5A-96D3-CE6A01435830}"/>
                                            </p:graphicEl>
                                          </p:spTgt>
                                        </p:tgtEl>
                                        <p:attrNameLst>
                                          <p:attrName>ppt_y</p:attrName>
                                        </p:attrNameLst>
                                      </p:cBhvr>
                                      <p:tavLst>
                                        <p:tav tm="0">
                                          <p:val>
                                            <p:strVal val="#ppt_y"/>
                                          </p:val>
                                        </p:tav>
                                        <p:tav tm="100000">
                                          <p:val>
                                            <p:strVal val="#ppt_y"/>
                                          </p:val>
                                        </p:tav>
                                      </p:tavLst>
                                    </p:anim>
                                  </p:childTnLst>
                                </p:cTn>
                              </p:par>
                              <p:par>
                                <p:cTn id="51" presetID="2" presetClass="entr" presetSubtype="8" fill="hold" grpId="0" nodeType="withEffect">
                                  <p:stCondLst>
                                    <p:cond delay="0"/>
                                  </p:stCondLst>
                                  <p:childTnLst>
                                    <p:set>
                                      <p:cBhvr>
                                        <p:cTn id="52" dur="1" fill="hold">
                                          <p:stCondLst>
                                            <p:cond delay="0"/>
                                          </p:stCondLst>
                                        </p:cTn>
                                        <p:tgtEl>
                                          <p:spTgt spid="6">
                                            <p:graphicEl>
                                              <a:dgm id="{6D9252FB-0787-4FC5-A086-CAD89F4D1A0C}"/>
                                            </p:graphicEl>
                                          </p:spTgt>
                                        </p:tgtEl>
                                        <p:attrNameLst>
                                          <p:attrName>style.visibility</p:attrName>
                                        </p:attrNameLst>
                                      </p:cBhvr>
                                      <p:to>
                                        <p:strVal val="visible"/>
                                      </p:to>
                                    </p:set>
                                    <p:anim calcmode="lin" valueType="num">
                                      <p:cBhvr additive="base">
                                        <p:cTn id="53" dur="500" fill="hold"/>
                                        <p:tgtEl>
                                          <p:spTgt spid="6">
                                            <p:graphicEl>
                                              <a:dgm id="{6D9252FB-0787-4FC5-A086-CAD89F4D1A0C}"/>
                                            </p:graphic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6">
                                            <p:graphicEl>
                                              <a:dgm id="{6D9252FB-0787-4FC5-A086-CAD89F4D1A0C}"/>
                                            </p:graphicEl>
                                          </p:spTgt>
                                        </p:tgtEl>
                                        <p:attrNameLst>
                                          <p:attrName>ppt_y</p:attrName>
                                        </p:attrNameLst>
                                      </p:cBhvr>
                                      <p:tavLst>
                                        <p:tav tm="0">
                                          <p:val>
                                            <p:strVal val="#ppt_y"/>
                                          </p:val>
                                        </p:tav>
                                        <p:tav tm="100000">
                                          <p:val>
                                            <p:strVal val="#ppt_y"/>
                                          </p:val>
                                        </p:tav>
                                      </p:tavLst>
                                    </p:anim>
                                  </p:childTnLst>
                                </p:cTn>
                              </p:par>
                              <p:par>
                                <p:cTn id="55" presetID="2" presetClass="entr" presetSubtype="8" fill="hold" grpId="0" nodeType="withEffect">
                                  <p:stCondLst>
                                    <p:cond delay="0"/>
                                  </p:stCondLst>
                                  <p:childTnLst>
                                    <p:set>
                                      <p:cBhvr>
                                        <p:cTn id="56" dur="1" fill="hold">
                                          <p:stCondLst>
                                            <p:cond delay="0"/>
                                          </p:stCondLst>
                                        </p:cTn>
                                        <p:tgtEl>
                                          <p:spTgt spid="6">
                                            <p:graphicEl>
                                              <a:dgm id="{56FE3C06-5C15-4B59-B712-9FA38DA8254A}"/>
                                            </p:graphicEl>
                                          </p:spTgt>
                                        </p:tgtEl>
                                        <p:attrNameLst>
                                          <p:attrName>style.visibility</p:attrName>
                                        </p:attrNameLst>
                                      </p:cBhvr>
                                      <p:to>
                                        <p:strVal val="visible"/>
                                      </p:to>
                                    </p:set>
                                    <p:anim calcmode="lin" valueType="num">
                                      <p:cBhvr additive="base">
                                        <p:cTn id="57" dur="500" fill="hold"/>
                                        <p:tgtEl>
                                          <p:spTgt spid="6">
                                            <p:graphicEl>
                                              <a:dgm id="{56FE3C06-5C15-4B59-B712-9FA38DA8254A}"/>
                                            </p:graphicEl>
                                          </p:spTgt>
                                        </p:tgtEl>
                                        <p:attrNameLst>
                                          <p:attrName>ppt_x</p:attrName>
                                        </p:attrNameLst>
                                      </p:cBhvr>
                                      <p:tavLst>
                                        <p:tav tm="0">
                                          <p:val>
                                            <p:strVal val="0-#ppt_w/2"/>
                                          </p:val>
                                        </p:tav>
                                        <p:tav tm="100000">
                                          <p:val>
                                            <p:strVal val="#ppt_x"/>
                                          </p:val>
                                        </p:tav>
                                      </p:tavLst>
                                    </p:anim>
                                    <p:anim calcmode="lin" valueType="num">
                                      <p:cBhvr additive="base">
                                        <p:cTn id="58" dur="500" fill="hold"/>
                                        <p:tgtEl>
                                          <p:spTgt spid="6">
                                            <p:graphicEl>
                                              <a:dgm id="{56FE3C06-5C15-4B59-B712-9FA38DA8254A}"/>
                                            </p:graphicEl>
                                          </p:spTgt>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6">
                                            <p:graphicEl>
                                              <a:dgm id="{0C16E575-AB1A-4A2B-9F60-4ED8D44EAB40}"/>
                                            </p:graphicEl>
                                          </p:spTgt>
                                        </p:tgtEl>
                                        <p:attrNameLst>
                                          <p:attrName>style.visibility</p:attrName>
                                        </p:attrNameLst>
                                      </p:cBhvr>
                                      <p:to>
                                        <p:strVal val="visible"/>
                                      </p:to>
                                    </p:set>
                                    <p:anim calcmode="lin" valueType="num">
                                      <p:cBhvr additive="base">
                                        <p:cTn id="63" dur="500" fill="hold"/>
                                        <p:tgtEl>
                                          <p:spTgt spid="6">
                                            <p:graphicEl>
                                              <a:dgm id="{0C16E575-AB1A-4A2B-9F60-4ED8D44EAB40}"/>
                                            </p:graphicEl>
                                          </p:spTgt>
                                        </p:tgtEl>
                                        <p:attrNameLst>
                                          <p:attrName>ppt_x</p:attrName>
                                        </p:attrNameLst>
                                      </p:cBhvr>
                                      <p:tavLst>
                                        <p:tav tm="0">
                                          <p:val>
                                            <p:strVal val="0-#ppt_w/2"/>
                                          </p:val>
                                        </p:tav>
                                        <p:tav tm="100000">
                                          <p:val>
                                            <p:strVal val="#ppt_x"/>
                                          </p:val>
                                        </p:tav>
                                      </p:tavLst>
                                    </p:anim>
                                    <p:anim calcmode="lin" valueType="num">
                                      <p:cBhvr additive="base">
                                        <p:cTn id="64" dur="500" fill="hold"/>
                                        <p:tgtEl>
                                          <p:spTgt spid="6">
                                            <p:graphicEl>
                                              <a:dgm id="{0C16E575-AB1A-4A2B-9F60-4ED8D44EAB40}"/>
                                            </p:graphicEl>
                                          </p:spTgt>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0"/>
                                  </p:stCondLst>
                                  <p:childTnLst>
                                    <p:set>
                                      <p:cBhvr>
                                        <p:cTn id="66" dur="1" fill="hold">
                                          <p:stCondLst>
                                            <p:cond delay="0"/>
                                          </p:stCondLst>
                                        </p:cTn>
                                        <p:tgtEl>
                                          <p:spTgt spid="6">
                                            <p:graphicEl>
                                              <a:dgm id="{EA5D206E-0B0F-4722-B342-7FFC9D9E795D}"/>
                                            </p:graphicEl>
                                          </p:spTgt>
                                        </p:tgtEl>
                                        <p:attrNameLst>
                                          <p:attrName>style.visibility</p:attrName>
                                        </p:attrNameLst>
                                      </p:cBhvr>
                                      <p:to>
                                        <p:strVal val="visible"/>
                                      </p:to>
                                    </p:set>
                                    <p:anim calcmode="lin" valueType="num">
                                      <p:cBhvr additive="base">
                                        <p:cTn id="67" dur="500" fill="hold"/>
                                        <p:tgtEl>
                                          <p:spTgt spid="6">
                                            <p:graphicEl>
                                              <a:dgm id="{EA5D206E-0B0F-4722-B342-7FFC9D9E795D}"/>
                                            </p:graphic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6">
                                            <p:graphicEl>
                                              <a:dgm id="{EA5D206E-0B0F-4722-B342-7FFC9D9E795D}"/>
                                            </p:graphicEl>
                                          </p:spTgt>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stCondLst>
                                    <p:cond delay="0"/>
                                  </p:stCondLst>
                                  <p:childTnLst>
                                    <p:set>
                                      <p:cBhvr>
                                        <p:cTn id="70" dur="1" fill="hold">
                                          <p:stCondLst>
                                            <p:cond delay="0"/>
                                          </p:stCondLst>
                                        </p:cTn>
                                        <p:tgtEl>
                                          <p:spTgt spid="6">
                                            <p:graphicEl>
                                              <a:dgm id="{A2E197CF-8A53-4DC3-9A1E-137835D2FE54}"/>
                                            </p:graphicEl>
                                          </p:spTgt>
                                        </p:tgtEl>
                                        <p:attrNameLst>
                                          <p:attrName>style.visibility</p:attrName>
                                        </p:attrNameLst>
                                      </p:cBhvr>
                                      <p:to>
                                        <p:strVal val="visible"/>
                                      </p:to>
                                    </p:set>
                                    <p:anim calcmode="lin" valueType="num">
                                      <p:cBhvr additive="base">
                                        <p:cTn id="71" dur="500" fill="hold"/>
                                        <p:tgtEl>
                                          <p:spTgt spid="6">
                                            <p:graphicEl>
                                              <a:dgm id="{A2E197CF-8A53-4DC3-9A1E-137835D2FE54}"/>
                                            </p:graphicEl>
                                          </p:spTgt>
                                        </p:tgtEl>
                                        <p:attrNameLst>
                                          <p:attrName>ppt_x</p:attrName>
                                        </p:attrNameLst>
                                      </p:cBhvr>
                                      <p:tavLst>
                                        <p:tav tm="0">
                                          <p:val>
                                            <p:strVal val="0-#ppt_w/2"/>
                                          </p:val>
                                        </p:tav>
                                        <p:tav tm="100000">
                                          <p:val>
                                            <p:strVal val="#ppt_x"/>
                                          </p:val>
                                        </p:tav>
                                      </p:tavLst>
                                    </p:anim>
                                    <p:anim calcmode="lin" valueType="num">
                                      <p:cBhvr additive="base">
                                        <p:cTn id="72" dur="500" fill="hold"/>
                                        <p:tgtEl>
                                          <p:spTgt spid="6">
                                            <p:graphicEl>
                                              <a:dgm id="{A2E197CF-8A53-4DC3-9A1E-137835D2FE54}"/>
                                            </p:graphicEl>
                                          </p:spTgt>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8" fill="hold" grpId="0" nodeType="clickEffect">
                                  <p:stCondLst>
                                    <p:cond delay="0"/>
                                  </p:stCondLst>
                                  <p:childTnLst>
                                    <p:set>
                                      <p:cBhvr>
                                        <p:cTn id="76" dur="1" fill="hold">
                                          <p:stCondLst>
                                            <p:cond delay="0"/>
                                          </p:stCondLst>
                                        </p:cTn>
                                        <p:tgtEl>
                                          <p:spTgt spid="6">
                                            <p:graphicEl>
                                              <a:dgm id="{DC2C5C34-6996-44D8-9D16-E0BAD04DB532}"/>
                                            </p:graphicEl>
                                          </p:spTgt>
                                        </p:tgtEl>
                                        <p:attrNameLst>
                                          <p:attrName>style.visibility</p:attrName>
                                        </p:attrNameLst>
                                      </p:cBhvr>
                                      <p:to>
                                        <p:strVal val="visible"/>
                                      </p:to>
                                    </p:set>
                                    <p:anim calcmode="lin" valueType="num">
                                      <p:cBhvr additive="base">
                                        <p:cTn id="77" dur="500" fill="hold"/>
                                        <p:tgtEl>
                                          <p:spTgt spid="6">
                                            <p:graphicEl>
                                              <a:dgm id="{DC2C5C34-6996-44D8-9D16-E0BAD04DB532}"/>
                                            </p:graphicEl>
                                          </p:spTgt>
                                        </p:tgtEl>
                                        <p:attrNameLst>
                                          <p:attrName>ppt_x</p:attrName>
                                        </p:attrNameLst>
                                      </p:cBhvr>
                                      <p:tavLst>
                                        <p:tav tm="0">
                                          <p:val>
                                            <p:strVal val="0-#ppt_w/2"/>
                                          </p:val>
                                        </p:tav>
                                        <p:tav tm="100000">
                                          <p:val>
                                            <p:strVal val="#ppt_x"/>
                                          </p:val>
                                        </p:tav>
                                      </p:tavLst>
                                    </p:anim>
                                    <p:anim calcmode="lin" valueType="num">
                                      <p:cBhvr additive="base">
                                        <p:cTn id="78" dur="500" fill="hold"/>
                                        <p:tgtEl>
                                          <p:spTgt spid="6">
                                            <p:graphicEl>
                                              <a:dgm id="{DC2C5C34-6996-44D8-9D16-E0BAD04DB532}"/>
                                            </p:graphicEl>
                                          </p:spTgt>
                                        </p:tgtEl>
                                        <p:attrNameLst>
                                          <p:attrName>ppt_y</p:attrName>
                                        </p:attrNameLst>
                                      </p:cBhvr>
                                      <p:tavLst>
                                        <p:tav tm="0">
                                          <p:val>
                                            <p:strVal val="#ppt_y"/>
                                          </p:val>
                                        </p:tav>
                                        <p:tav tm="100000">
                                          <p:val>
                                            <p:strVal val="#ppt_y"/>
                                          </p:val>
                                        </p:tav>
                                      </p:tavLst>
                                    </p:anim>
                                  </p:childTnLst>
                                </p:cTn>
                              </p:par>
                              <p:par>
                                <p:cTn id="79" presetID="2" presetClass="entr" presetSubtype="8" fill="hold" grpId="0" nodeType="withEffect">
                                  <p:stCondLst>
                                    <p:cond delay="0"/>
                                  </p:stCondLst>
                                  <p:childTnLst>
                                    <p:set>
                                      <p:cBhvr>
                                        <p:cTn id="80" dur="1" fill="hold">
                                          <p:stCondLst>
                                            <p:cond delay="0"/>
                                          </p:stCondLst>
                                        </p:cTn>
                                        <p:tgtEl>
                                          <p:spTgt spid="6">
                                            <p:graphicEl>
                                              <a:dgm id="{8B42D8BE-5E10-4748-BD0E-126BF4EFBE7A}"/>
                                            </p:graphicEl>
                                          </p:spTgt>
                                        </p:tgtEl>
                                        <p:attrNameLst>
                                          <p:attrName>style.visibility</p:attrName>
                                        </p:attrNameLst>
                                      </p:cBhvr>
                                      <p:to>
                                        <p:strVal val="visible"/>
                                      </p:to>
                                    </p:set>
                                    <p:anim calcmode="lin" valueType="num">
                                      <p:cBhvr additive="base">
                                        <p:cTn id="81" dur="500" fill="hold"/>
                                        <p:tgtEl>
                                          <p:spTgt spid="6">
                                            <p:graphicEl>
                                              <a:dgm id="{8B42D8BE-5E10-4748-BD0E-126BF4EFBE7A}"/>
                                            </p:graphicEl>
                                          </p:spTgt>
                                        </p:tgtEl>
                                        <p:attrNameLst>
                                          <p:attrName>ppt_x</p:attrName>
                                        </p:attrNameLst>
                                      </p:cBhvr>
                                      <p:tavLst>
                                        <p:tav tm="0">
                                          <p:val>
                                            <p:strVal val="0-#ppt_w/2"/>
                                          </p:val>
                                        </p:tav>
                                        <p:tav tm="100000">
                                          <p:val>
                                            <p:strVal val="#ppt_x"/>
                                          </p:val>
                                        </p:tav>
                                      </p:tavLst>
                                    </p:anim>
                                    <p:anim calcmode="lin" valueType="num">
                                      <p:cBhvr additive="base">
                                        <p:cTn id="82" dur="500" fill="hold"/>
                                        <p:tgtEl>
                                          <p:spTgt spid="6">
                                            <p:graphicEl>
                                              <a:dgm id="{8B42D8BE-5E10-4748-BD0E-126BF4EFBE7A}"/>
                                            </p:graphicEl>
                                          </p:spTgt>
                                        </p:tgtEl>
                                        <p:attrNameLst>
                                          <p:attrName>ppt_y</p:attrName>
                                        </p:attrNameLst>
                                      </p:cBhvr>
                                      <p:tavLst>
                                        <p:tav tm="0">
                                          <p:val>
                                            <p:strVal val="#ppt_y"/>
                                          </p:val>
                                        </p:tav>
                                        <p:tav tm="100000">
                                          <p:val>
                                            <p:strVal val="#ppt_y"/>
                                          </p:val>
                                        </p:tav>
                                      </p:tavLst>
                                    </p:anim>
                                  </p:childTnLst>
                                </p:cTn>
                              </p:par>
                              <p:par>
                                <p:cTn id="83" presetID="2" presetClass="entr" presetSubtype="8" fill="hold" grpId="0" nodeType="withEffect">
                                  <p:stCondLst>
                                    <p:cond delay="0"/>
                                  </p:stCondLst>
                                  <p:childTnLst>
                                    <p:set>
                                      <p:cBhvr>
                                        <p:cTn id="84" dur="1" fill="hold">
                                          <p:stCondLst>
                                            <p:cond delay="0"/>
                                          </p:stCondLst>
                                        </p:cTn>
                                        <p:tgtEl>
                                          <p:spTgt spid="6">
                                            <p:graphicEl>
                                              <a:dgm id="{09746ED2-E8ED-4A4A-B511-EEDF6C94E755}"/>
                                            </p:graphicEl>
                                          </p:spTgt>
                                        </p:tgtEl>
                                        <p:attrNameLst>
                                          <p:attrName>style.visibility</p:attrName>
                                        </p:attrNameLst>
                                      </p:cBhvr>
                                      <p:to>
                                        <p:strVal val="visible"/>
                                      </p:to>
                                    </p:set>
                                    <p:anim calcmode="lin" valueType="num">
                                      <p:cBhvr additive="base">
                                        <p:cTn id="85" dur="500" fill="hold"/>
                                        <p:tgtEl>
                                          <p:spTgt spid="6">
                                            <p:graphicEl>
                                              <a:dgm id="{09746ED2-E8ED-4A4A-B511-EEDF6C94E755}"/>
                                            </p:graphicEl>
                                          </p:spTgt>
                                        </p:tgtEl>
                                        <p:attrNameLst>
                                          <p:attrName>ppt_x</p:attrName>
                                        </p:attrNameLst>
                                      </p:cBhvr>
                                      <p:tavLst>
                                        <p:tav tm="0">
                                          <p:val>
                                            <p:strVal val="0-#ppt_w/2"/>
                                          </p:val>
                                        </p:tav>
                                        <p:tav tm="100000">
                                          <p:val>
                                            <p:strVal val="#ppt_x"/>
                                          </p:val>
                                        </p:tav>
                                      </p:tavLst>
                                    </p:anim>
                                    <p:anim calcmode="lin" valueType="num">
                                      <p:cBhvr additive="base">
                                        <p:cTn id="86" dur="500" fill="hold"/>
                                        <p:tgtEl>
                                          <p:spTgt spid="6">
                                            <p:graphicEl>
                                              <a:dgm id="{09746ED2-E8ED-4A4A-B511-EEDF6C94E755}"/>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457200" y="1524000"/>
            <a:ext cx="8229600" cy="4942175"/>
          </a:xfrm>
        </p:spPr>
        <p:txBody>
          <a:bodyPr/>
          <a:lstStyle/>
          <a:p>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10</a:t>
            </a:fld>
            <a:endParaRPr lang="en-US"/>
          </a:p>
        </p:txBody>
      </p:sp>
      <p:pic>
        <p:nvPicPr>
          <p:cNvPr id="5" name="Picture 4"/>
          <p:cNvPicPr>
            <a:picLocks noChangeAspect="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554185" y="1524000"/>
            <a:ext cx="5977801" cy="4812130"/>
          </a:xfrm>
          <a:prstGeom prst="rect">
            <a:avLst/>
          </a:prstGeom>
        </p:spPr>
      </p:pic>
      <p:sp>
        <p:nvSpPr>
          <p:cNvPr id="8" name="Title 1"/>
          <p:cNvSpPr txBox="1">
            <a:spLocks/>
          </p:cNvSpPr>
          <p:nvPr/>
        </p:nvSpPr>
        <p:spPr>
          <a:xfrm>
            <a:off x="562747" y="81250"/>
            <a:ext cx="8229600" cy="11430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eaLnBrk="1" hangingPunct="1">
              <a:lnSpc>
                <a:spcPct val="100000"/>
              </a:lnSpc>
              <a:spcBef>
                <a:spcPts val="0"/>
              </a:spcBef>
              <a:spcAft>
                <a:spcPts val="0"/>
              </a:spcAft>
              <a:buClr>
                <a:schemeClr val="dk1"/>
              </a:buClr>
              <a:buSzPts val="4400"/>
              <a:buFont typeface="Calibri"/>
              <a:buNone/>
              <a:defRPr sz="4400" b="1" i="0" u="none" strike="noStrike" cap="none">
                <a:solidFill>
                  <a:schemeClr val="dk1"/>
                </a:solidFill>
                <a:latin typeface="Calibri"/>
                <a:ea typeface="Calibri"/>
                <a:cs typeface="Calibri"/>
                <a:sym typeface="Calibri"/>
              </a:defRPr>
            </a:lvl1pPr>
            <a:lvl2pPr marR="0" lvl="1" algn="l" rtl="0" eaLnBrk="1" hangingPunct="1">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3000">
                <a:solidFill>
                  <a:schemeClr val="tx2">
                    <a:lumMod val="50000"/>
                  </a:schemeClr>
                </a:solidFill>
              </a:rPr>
              <a:t>Characteristics of Second Generation Computers </a:t>
            </a:r>
            <a:endParaRPr lang="en-GB" sz="3000"/>
          </a:p>
        </p:txBody>
      </p:sp>
      <p:graphicFrame>
        <p:nvGraphicFramePr>
          <p:cNvPr id="9" name="Diagram 8"/>
          <p:cNvGraphicFramePr/>
          <p:nvPr>
            <p:extLst>
              <p:ext uri="{D42A27DB-BD31-4B8C-83A1-F6EECF244321}">
                <p14:modId xmlns:p14="http://schemas.microsoft.com/office/powerpoint/2010/main" val="876250275"/>
              </p:ext>
            </p:extLst>
          </p:nvPr>
        </p:nvGraphicFramePr>
        <p:xfrm>
          <a:off x="562756" y="1526953"/>
          <a:ext cx="8395854" cy="43988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0702743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
                                            <p:graphicEl>
                                              <a:dgm id="{E1601D23-99F5-422D-8E6C-E09A8ED146FA}"/>
                                            </p:graphicEl>
                                          </p:spTgt>
                                        </p:tgtEl>
                                        <p:attrNameLst>
                                          <p:attrName>style.visibility</p:attrName>
                                        </p:attrNameLst>
                                      </p:cBhvr>
                                      <p:to>
                                        <p:strVal val="visible"/>
                                      </p:to>
                                    </p:set>
                                    <p:anim calcmode="lin" valueType="num">
                                      <p:cBhvr additive="base">
                                        <p:cTn id="7" dur="500" fill="hold"/>
                                        <p:tgtEl>
                                          <p:spTgt spid="9">
                                            <p:graphicEl>
                                              <a:dgm id="{E1601D23-99F5-422D-8E6C-E09A8ED146FA}"/>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
                                            <p:graphicEl>
                                              <a:dgm id="{E1601D23-99F5-422D-8E6C-E09A8ED146FA}"/>
                                            </p:graphic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9">
                                            <p:graphicEl>
                                              <a:dgm id="{38F940FF-0BB2-45B9-BC95-506DFDDED158}"/>
                                            </p:graphicEl>
                                          </p:spTgt>
                                        </p:tgtEl>
                                        <p:attrNameLst>
                                          <p:attrName>style.visibility</p:attrName>
                                        </p:attrNameLst>
                                      </p:cBhvr>
                                      <p:to>
                                        <p:strVal val="visible"/>
                                      </p:to>
                                    </p:set>
                                    <p:anim calcmode="lin" valueType="num">
                                      <p:cBhvr additive="base">
                                        <p:cTn id="11" dur="500" fill="hold"/>
                                        <p:tgtEl>
                                          <p:spTgt spid="9">
                                            <p:graphicEl>
                                              <a:dgm id="{38F940FF-0BB2-45B9-BC95-506DFDDED158}"/>
                                            </p:graphic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9">
                                            <p:graphicEl>
                                              <a:dgm id="{38F940FF-0BB2-45B9-BC95-506DFDDED158}"/>
                                            </p:graphic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9">
                                            <p:graphicEl>
                                              <a:dgm id="{1987EC98-C39B-4CCD-BB4E-B9AB0B03D2F7}"/>
                                            </p:graphicEl>
                                          </p:spTgt>
                                        </p:tgtEl>
                                        <p:attrNameLst>
                                          <p:attrName>style.visibility</p:attrName>
                                        </p:attrNameLst>
                                      </p:cBhvr>
                                      <p:to>
                                        <p:strVal val="visible"/>
                                      </p:to>
                                    </p:set>
                                    <p:anim calcmode="lin" valueType="num">
                                      <p:cBhvr additive="base">
                                        <p:cTn id="15" dur="500" fill="hold"/>
                                        <p:tgtEl>
                                          <p:spTgt spid="9">
                                            <p:graphicEl>
                                              <a:dgm id="{1987EC98-C39B-4CCD-BB4E-B9AB0B03D2F7}"/>
                                            </p:graphic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9">
                                            <p:graphicEl>
                                              <a:dgm id="{1987EC98-C39B-4CCD-BB4E-B9AB0B03D2F7}"/>
                                            </p:graphic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9">
                                            <p:graphicEl>
                                              <a:dgm id="{AB0DAB75-C946-4B97-9039-C2338CF4646C}"/>
                                            </p:graphicEl>
                                          </p:spTgt>
                                        </p:tgtEl>
                                        <p:attrNameLst>
                                          <p:attrName>style.visibility</p:attrName>
                                        </p:attrNameLst>
                                      </p:cBhvr>
                                      <p:to>
                                        <p:strVal val="visible"/>
                                      </p:to>
                                    </p:set>
                                    <p:anim calcmode="lin" valueType="num">
                                      <p:cBhvr additive="base">
                                        <p:cTn id="21" dur="500" fill="hold"/>
                                        <p:tgtEl>
                                          <p:spTgt spid="9">
                                            <p:graphicEl>
                                              <a:dgm id="{AB0DAB75-C946-4B97-9039-C2338CF4646C}"/>
                                            </p:graphic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9">
                                            <p:graphicEl>
                                              <a:dgm id="{AB0DAB75-C946-4B97-9039-C2338CF4646C}"/>
                                            </p:graphic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9">
                                            <p:graphicEl>
                                              <a:dgm id="{067EBDF0-7A42-4A4C-8C6E-F3EA3AD09CCA}"/>
                                            </p:graphicEl>
                                          </p:spTgt>
                                        </p:tgtEl>
                                        <p:attrNameLst>
                                          <p:attrName>style.visibility</p:attrName>
                                        </p:attrNameLst>
                                      </p:cBhvr>
                                      <p:to>
                                        <p:strVal val="visible"/>
                                      </p:to>
                                    </p:set>
                                    <p:anim calcmode="lin" valueType="num">
                                      <p:cBhvr additive="base">
                                        <p:cTn id="25" dur="500" fill="hold"/>
                                        <p:tgtEl>
                                          <p:spTgt spid="9">
                                            <p:graphicEl>
                                              <a:dgm id="{067EBDF0-7A42-4A4C-8C6E-F3EA3AD09CCA}"/>
                                            </p:graphic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9">
                                            <p:graphicEl>
                                              <a:dgm id="{067EBDF0-7A42-4A4C-8C6E-F3EA3AD09CCA}"/>
                                            </p:graphic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9">
                                            <p:graphicEl>
                                              <a:dgm id="{6E53630C-4FF8-49A3-A3C1-E0659CEAFCEB}"/>
                                            </p:graphicEl>
                                          </p:spTgt>
                                        </p:tgtEl>
                                        <p:attrNameLst>
                                          <p:attrName>style.visibility</p:attrName>
                                        </p:attrNameLst>
                                      </p:cBhvr>
                                      <p:to>
                                        <p:strVal val="visible"/>
                                      </p:to>
                                    </p:set>
                                    <p:anim calcmode="lin" valueType="num">
                                      <p:cBhvr additive="base">
                                        <p:cTn id="29" dur="500" fill="hold"/>
                                        <p:tgtEl>
                                          <p:spTgt spid="9">
                                            <p:graphicEl>
                                              <a:dgm id="{6E53630C-4FF8-49A3-A3C1-E0659CEAFCEB}"/>
                                            </p:graphic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9">
                                            <p:graphicEl>
                                              <a:dgm id="{6E53630C-4FF8-49A3-A3C1-E0659CEAFCEB}"/>
                                            </p:graphic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9">
                                            <p:graphicEl>
                                              <a:dgm id="{447302F0-3EF2-4B76-AF0E-7C6EB30F5118}"/>
                                            </p:graphicEl>
                                          </p:spTgt>
                                        </p:tgtEl>
                                        <p:attrNameLst>
                                          <p:attrName>style.visibility</p:attrName>
                                        </p:attrNameLst>
                                      </p:cBhvr>
                                      <p:to>
                                        <p:strVal val="visible"/>
                                      </p:to>
                                    </p:set>
                                    <p:anim calcmode="lin" valueType="num">
                                      <p:cBhvr additive="base">
                                        <p:cTn id="35" dur="500" fill="hold"/>
                                        <p:tgtEl>
                                          <p:spTgt spid="9">
                                            <p:graphicEl>
                                              <a:dgm id="{447302F0-3EF2-4B76-AF0E-7C6EB30F5118}"/>
                                            </p:graphic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9">
                                            <p:graphicEl>
                                              <a:dgm id="{447302F0-3EF2-4B76-AF0E-7C6EB30F5118}"/>
                                            </p:graphic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9">
                                            <p:graphicEl>
                                              <a:dgm id="{54E46023-4821-4D8C-941E-E932B7719DEE}"/>
                                            </p:graphicEl>
                                          </p:spTgt>
                                        </p:tgtEl>
                                        <p:attrNameLst>
                                          <p:attrName>style.visibility</p:attrName>
                                        </p:attrNameLst>
                                      </p:cBhvr>
                                      <p:to>
                                        <p:strVal val="visible"/>
                                      </p:to>
                                    </p:set>
                                    <p:anim calcmode="lin" valueType="num">
                                      <p:cBhvr additive="base">
                                        <p:cTn id="39" dur="500" fill="hold"/>
                                        <p:tgtEl>
                                          <p:spTgt spid="9">
                                            <p:graphicEl>
                                              <a:dgm id="{54E46023-4821-4D8C-941E-E932B7719DEE}"/>
                                            </p:graphic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9">
                                            <p:graphicEl>
                                              <a:dgm id="{54E46023-4821-4D8C-941E-E932B7719DEE}"/>
                                            </p:graphicEl>
                                          </p:spTgt>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9">
                                            <p:graphicEl>
                                              <a:dgm id="{0151C798-85B6-4F1F-9F06-919AD18C8972}"/>
                                            </p:graphicEl>
                                          </p:spTgt>
                                        </p:tgtEl>
                                        <p:attrNameLst>
                                          <p:attrName>style.visibility</p:attrName>
                                        </p:attrNameLst>
                                      </p:cBhvr>
                                      <p:to>
                                        <p:strVal val="visible"/>
                                      </p:to>
                                    </p:set>
                                    <p:anim calcmode="lin" valueType="num">
                                      <p:cBhvr additive="base">
                                        <p:cTn id="43" dur="500" fill="hold"/>
                                        <p:tgtEl>
                                          <p:spTgt spid="9">
                                            <p:graphicEl>
                                              <a:dgm id="{0151C798-85B6-4F1F-9F06-919AD18C8972}"/>
                                            </p:graphic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9">
                                            <p:graphicEl>
                                              <a:dgm id="{0151C798-85B6-4F1F-9F06-919AD18C8972}"/>
                                            </p:graphic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9">
                                            <p:graphicEl>
                                              <a:dgm id="{14813EF9-56B0-4C5A-96D3-CE6A01435830}"/>
                                            </p:graphicEl>
                                          </p:spTgt>
                                        </p:tgtEl>
                                        <p:attrNameLst>
                                          <p:attrName>style.visibility</p:attrName>
                                        </p:attrNameLst>
                                      </p:cBhvr>
                                      <p:to>
                                        <p:strVal val="visible"/>
                                      </p:to>
                                    </p:set>
                                    <p:anim calcmode="lin" valueType="num">
                                      <p:cBhvr additive="base">
                                        <p:cTn id="49" dur="500" fill="hold"/>
                                        <p:tgtEl>
                                          <p:spTgt spid="9">
                                            <p:graphicEl>
                                              <a:dgm id="{14813EF9-56B0-4C5A-96D3-CE6A01435830}"/>
                                            </p:graphic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9">
                                            <p:graphicEl>
                                              <a:dgm id="{14813EF9-56B0-4C5A-96D3-CE6A01435830}"/>
                                            </p:graphicEl>
                                          </p:spTgt>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9">
                                            <p:graphicEl>
                                              <a:dgm id="{6D9252FB-0787-4FC5-A086-CAD89F4D1A0C}"/>
                                            </p:graphicEl>
                                          </p:spTgt>
                                        </p:tgtEl>
                                        <p:attrNameLst>
                                          <p:attrName>style.visibility</p:attrName>
                                        </p:attrNameLst>
                                      </p:cBhvr>
                                      <p:to>
                                        <p:strVal val="visible"/>
                                      </p:to>
                                    </p:set>
                                    <p:anim calcmode="lin" valueType="num">
                                      <p:cBhvr additive="base">
                                        <p:cTn id="53" dur="500" fill="hold"/>
                                        <p:tgtEl>
                                          <p:spTgt spid="9">
                                            <p:graphicEl>
                                              <a:dgm id="{6D9252FB-0787-4FC5-A086-CAD89F4D1A0C}"/>
                                            </p:graphicEl>
                                          </p:spTgt>
                                        </p:tgtEl>
                                        <p:attrNameLst>
                                          <p:attrName>ppt_x</p:attrName>
                                        </p:attrNameLst>
                                      </p:cBhvr>
                                      <p:tavLst>
                                        <p:tav tm="0">
                                          <p:val>
                                            <p:strVal val="1+#ppt_w/2"/>
                                          </p:val>
                                        </p:tav>
                                        <p:tav tm="100000">
                                          <p:val>
                                            <p:strVal val="#ppt_x"/>
                                          </p:val>
                                        </p:tav>
                                      </p:tavLst>
                                    </p:anim>
                                    <p:anim calcmode="lin" valueType="num">
                                      <p:cBhvr additive="base">
                                        <p:cTn id="54" dur="500" fill="hold"/>
                                        <p:tgtEl>
                                          <p:spTgt spid="9">
                                            <p:graphicEl>
                                              <a:dgm id="{6D9252FB-0787-4FC5-A086-CAD89F4D1A0C}"/>
                                            </p:graphicEl>
                                          </p:spTgt>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0"/>
                                  </p:stCondLst>
                                  <p:childTnLst>
                                    <p:set>
                                      <p:cBhvr>
                                        <p:cTn id="56" dur="1" fill="hold">
                                          <p:stCondLst>
                                            <p:cond delay="0"/>
                                          </p:stCondLst>
                                        </p:cTn>
                                        <p:tgtEl>
                                          <p:spTgt spid="9">
                                            <p:graphicEl>
                                              <a:dgm id="{56FE3C06-5C15-4B59-B712-9FA38DA8254A}"/>
                                            </p:graphicEl>
                                          </p:spTgt>
                                        </p:tgtEl>
                                        <p:attrNameLst>
                                          <p:attrName>style.visibility</p:attrName>
                                        </p:attrNameLst>
                                      </p:cBhvr>
                                      <p:to>
                                        <p:strVal val="visible"/>
                                      </p:to>
                                    </p:set>
                                    <p:anim calcmode="lin" valueType="num">
                                      <p:cBhvr additive="base">
                                        <p:cTn id="57" dur="500" fill="hold"/>
                                        <p:tgtEl>
                                          <p:spTgt spid="9">
                                            <p:graphicEl>
                                              <a:dgm id="{56FE3C06-5C15-4B59-B712-9FA38DA8254A}"/>
                                            </p:graphicEl>
                                          </p:spTgt>
                                        </p:tgtEl>
                                        <p:attrNameLst>
                                          <p:attrName>ppt_x</p:attrName>
                                        </p:attrNameLst>
                                      </p:cBhvr>
                                      <p:tavLst>
                                        <p:tav tm="0">
                                          <p:val>
                                            <p:strVal val="1+#ppt_w/2"/>
                                          </p:val>
                                        </p:tav>
                                        <p:tav tm="100000">
                                          <p:val>
                                            <p:strVal val="#ppt_x"/>
                                          </p:val>
                                        </p:tav>
                                      </p:tavLst>
                                    </p:anim>
                                    <p:anim calcmode="lin" valueType="num">
                                      <p:cBhvr additive="base">
                                        <p:cTn id="58" dur="500" fill="hold"/>
                                        <p:tgtEl>
                                          <p:spTgt spid="9">
                                            <p:graphicEl>
                                              <a:dgm id="{56FE3C06-5C15-4B59-B712-9FA38DA8254A}"/>
                                            </p:graphicEl>
                                          </p:spTgt>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2" fill="hold" grpId="0" nodeType="clickEffect">
                                  <p:stCondLst>
                                    <p:cond delay="0"/>
                                  </p:stCondLst>
                                  <p:childTnLst>
                                    <p:set>
                                      <p:cBhvr>
                                        <p:cTn id="62" dur="1" fill="hold">
                                          <p:stCondLst>
                                            <p:cond delay="0"/>
                                          </p:stCondLst>
                                        </p:cTn>
                                        <p:tgtEl>
                                          <p:spTgt spid="9">
                                            <p:graphicEl>
                                              <a:dgm id="{0C16E575-AB1A-4A2B-9F60-4ED8D44EAB40}"/>
                                            </p:graphicEl>
                                          </p:spTgt>
                                        </p:tgtEl>
                                        <p:attrNameLst>
                                          <p:attrName>style.visibility</p:attrName>
                                        </p:attrNameLst>
                                      </p:cBhvr>
                                      <p:to>
                                        <p:strVal val="visible"/>
                                      </p:to>
                                    </p:set>
                                    <p:anim calcmode="lin" valueType="num">
                                      <p:cBhvr additive="base">
                                        <p:cTn id="63" dur="500" fill="hold"/>
                                        <p:tgtEl>
                                          <p:spTgt spid="9">
                                            <p:graphicEl>
                                              <a:dgm id="{0C16E575-AB1A-4A2B-9F60-4ED8D44EAB40}"/>
                                            </p:graphicEl>
                                          </p:spTgt>
                                        </p:tgtEl>
                                        <p:attrNameLst>
                                          <p:attrName>ppt_x</p:attrName>
                                        </p:attrNameLst>
                                      </p:cBhvr>
                                      <p:tavLst>
                                        <p:tav tm="0">
                                          <p:val>
                                            <p:strVal val="1+#ppt_w/2"/>
                                          </p:val>
                                        </p:tav>
                                        <p:tav tm="100000">
                                          <p:val>
                                            <p:strVal val="#ppt_x"/>
                                          </p:val>
                                        </p:tav>
                                      </p:tavLst>
                                    </p:anim>
                                    <p:anim calcmode="lin" valueType="num">
                                      <p:cBhvr additive="base">
                                        <p:cTn id="64" dur="500" fill="hold"/>
                                        <p:tgtEl>
                                          <p:spTgt spid="9">
                                            <p:graphicEl>
                                              <a:dgm id="{0C16E575-AB1A-4A2B-9F60-4ED8D44EAB40}"/>
                                            </p:graphicEl>
                                          </p:spTgt>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stCondLst>
                                    <p:cond delay="0"/>
                                  </p:stCondLst>
                                  <p:childTnLst>
                                    <p:set>
                                      <p:cBhvr>
                                        <p:cTn id="66" dur="1" fill="hold">
                                          <p:stCondLst>
                                            <p:cond delay="0"/>
                                          </p:stCondLst>
                                        </p:cTn>
                                        <p:tgtEl>
                                          <p:spTgt spid="9">
                                            <p:graphicEl>
                                              <a:dgm id="{EA5D206E-0B0F-4722-B342-7FFC9D9E795D}"/>
                                            </p:graphicEl>
                                          </p:spTgt>
                                        </p:tgtEl>
                                        <p:attrNameLst>
                                          <p:attrName>style.visibility</p:attrName>
                                        </p:attrNameLst>
                                      </p:cBhvr>
                                      <p:to>
                                        <p:strVal val="visible"/>
                                      </p:to>
                                    </p:set>
                                    <p:anim calcmode="lin" valueType="num">
                                      <p:cBhvr additive="base">
                                        <p:cTn id="67" dur="500" fill="hold"/>
                                        <p:tgtEl>
                                          <p:spTgt spid="9">
                                            <p:graphicEl>
                                              <a:dgm id="{EA5D206E-0B0F-4722-B342-7FFC9D9E795D}"/>
                                            </p:graphic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9">
                                            <p:graphicEl>
                                              <a:dgm id="{EA5D206E-0B0F-4722-B342-7FFC9D9E795D}"/>
                                            </p:graphicEl>
                                          </p:spTgt>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stCondLst>
                                    <p:cond delay="0"/>
                                  </p:stCondLst>
                                  <p:childTnLst>
                                    <p:set>
                                      <p:cBhvr>
                                        <p:cTn id="70" dur="1" fill="hold">
                                          <p:stCondLst>
                                            <p:cond delay="0"/>
                                          </p:stCondLst>
                                        </p:cTn>
                                        <p:tgtEl>
                                          <p:spTgt spid="9">
                                            <p:graphicEl>
                                              <a:dgm id="{A2E197CF-8A53-4DC3-9A1E-137835D2FE54}"/>
                                            </p:graphicEl>
                                          </p:spTgt>
                                        </p:tgtEl>
                                        <p:attrNameLst>
                                          <p:attrName>style.visibility</p:attrName>
                                        </p:attrNameLst>
                                      </p:cBhvr>
                                      <p:to>
                                        <p:strVal val="visible"/>
                                      </p:to>
                                    </p:set>
                                    <p:anim calcmode="lin" valueType="num">
                                      <p:cBhvr additive="base">
                                        <p:cTn id="71" dur="500" fill="hold"/>
                                        <p:tgtEl>
                                          <p:spTgt spid="9">
                                            <p:graphicEl>
                                              <a:dgm id="{A2E197CF-8A53-4DC3-9A1E-137835D2FE54}"/>
                                            </p:graphicEl>
                                          </p:spTgt>
                                        </p:tgtEl>
                                        <p:attrNameLst>
                                          <p:attrName>ppt_x</p:attrName>
                                        </p:attrNameLst>
                                      </p:cBhvr>
                                      <p:tavLst>
                                        <p:tav tm="0">
                                          <p:val>
                                            <p:strVal val="1+#ppt_w/2"/>
                                          </p:val>
                                        </p:tav>
                                        <p:tav tm="100000">
                                          <p:val>
                                            <p:strVal val="#ppt_x"/>
                                          </p:val>
                                        </p:tav>
                                      </p:tavLst>
                                    </p:anim>
                                    <p:anim calcmode="lin" valueType="num">
                                      <p:cBhvr additive="base">
                                        <p:cTn id="72" dur="500" fill="hold"/>
                                        <p:tgtEl>
                                          <p:spTgt spid="9">
                                            <p:graphicEl>
                                              <a:dgm id="{A2E197CF-8A53-4DC3-9A1E-137835D2FE54}"/>
                                            </p:graphicEl>
                                          </p:spTgt>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2" fill="hold" grpId="0" nodeType="clickEffect">
                                  <p:stCondLst>
                                    <p:cond delay="0"/>
                                  </p:stCondLst>
                                  <p:childTnLst>
                                    <p:set>
                                      <p:cBhvr>
                                        <p:cTn id="76" dur="1" fill="hold">
                                          <p:stCondLst>
                                            <p:cond delay="0"/>
                                          </p:stCondLst>
                                        </p:cTn>
                                        <p:tgtEl>
                                          <p:spTgt spid="9">
                                            <p:graphicEl>
                                              <a:dgm id="{DC2C5C34-6996-44D8-9D16-E0BAD04DB532}"/>
                                            </p:graphicEl>
                                          </p:spTgt>
                                        </p:tgtEl>
                                        <p:attrNameLst>
                                          <p:attrName>style.visibility</p:attrName>
                                        </p:attrNameLst>
                                      </p:cBhvr>
                                      <p:to>
                                        <p:strVal val="visible"/>
                                      </p:to>
                                    </p:set>
                                    <p:anim calcmode="lin" valueType="num">
                                      <p:cBhvr additive="base">
                                        <p:cTn id="77" dur="500" fill="hold"/>
                                        <p:tgtEl>
                                          <p:spTgt spid="9">
                                            <p:graphicEl>
                                              <a:dgm id="{DC2C5C34-6996-44D8-9D16-E0BAD04DB532}"/>
                                            </p:graphicEl>
                                          </p:spTgt>
                                        </p:tgtEl>
                                        <p:attrNameLst>
                                          <p:attrName>ppt_x</p:attrName>
                                        </p:attrNameLst>
                                      </p:cBhvr>
                                      <p:tavLst>
                                        <p:tav tm="0">
                                          <p:val>
                                            <p:strVal val="1+#ppt_w/2"/>
                                          </p:val>
                                        </p:tav>
                                        <p:tav tm="100000">
                                          <p:val>
                                            <p:strVal val="#ppt_x"/>
                                          </p:val>
                                        </p:tav>
                                      </p:tavLst>
                                    </p:anim>
                                    <p:anim calcmode="lin" valueType="num">
                                      <p:cBhvr additive="base">
                                        <p:cTn id="78" dur="500" fill="hold"/>
                                        <p:tgtEl>
                                          <p:spTgt spid="9">
                                            <p:graphicEl>
                                              <a:dgm id="{DC2C5C34-6996-44D8-9D16-E0BAD04DB532}"/>
                                            </p:graphicEl>
                                          </p:spTgt>
                                        </p:tgtEl>
                                        <p:attrNameLst>
                                          <p:attrName>ppt_y</p:attrName>
                                        </p:attrNameLst>
                                      </p:cBhvr>
                                      <p:tavLst>
                                        <p:tav tm="0">
                                          <p:val>
                                            <p:strVal val="#ppt_y"/>
                                          </p:val>
                                        </p:tav>
                                        <p:tav tm="100000">
                                          <p:val>
                                            <p:strVal val="#ppt_y"/>
                                          </p:val>
                                        </p:tav>
                                      </p:tavLst>
                                    </p:anim>
                                  </p:childTnLst>
                                </p:cTn>
                              </p:par>
                              <p:par>
                                <p:cTn id="79" presetID="2" presetClass="entr" presetSubtype="2" fill="hold" grpId="0" nodeType="withEffect">
                                  <p:stCondLst>
                                    <p:cond delay="0"/>
                                  </p:stCondLst>
                                  <p:childTnLst>
                                    <p:set>
                                      <p:cBhvr>
                                        <p:cTn id="80" dur="1" fill="hold">
                                          <p:stCondLst>
                                            <p:cond delay="0"/>
                                          </p:stCondLst>
                                        </p:cTn>
                                        <p:tgtEl>
                                          <p:spTgt spid="9">
                                            <p:graphicEl>
                                              <a:dgm id="{8B42D8BE-5E10-4748-BD0E-126BF4EFBE7A}"/>
                                            </p:graphicEl>
                                          </p:spTgt>
                                        </p:tgtEl>
                                        <p:attrNameLst>
                                          <p:attrName>style.visibility</p:attrName>
                                        </p:attrNameLst>
                                      </p:cBhvr>
                                      <p:to>
                                        <p:strVal val="visible"/>
                                      </p:to>
                                    </p:set>
                                    <p:anim calcmode="lin" valueType="num">
                                      <p:cBhvr additive="base">
                                        <p:cTn id="81" dur="500" fill="hold"/>
                                        <p:tgtEl>
                                          <p:spTgt spid="9">
                                            <p:graphicEl>
                                              <a:dgm id="{8B42D8BE-5E10-4748-BD0E-126BF4EFBE7A}"/>
                                            </p:graphicEl>
                                          </p:spTgt>
                                        </p:tgtEl>
                                        <p:attrNameLst>
                                          <p:attrName>ppt_x</p:attrName>
                                        </p:attrNameLst>
                                      </p:cBhvr>
                                      <p:tavLst>
                                        <p:tav tm="0">
                                          <p:val>
                                            <p:strVal val="1+#ppt_w/2"/>
                                          </p:val>
                                        </p:tav>
                                        <p:tav tm="100000">
                                          <p:val>
                                            <p:strVal val="#ppt_x"/>
                                          </p:val>
                                        </p:tav>
                                      </p:tavLst>
                                    </p:anim>
                                    <p:anim calcmode="lin" valueType="num">
                                      <p:cBhvr additive="base">
                                        <p:cTn id="82" dur="500" fill="hold"/>
                                        <p:tgtEl>
                                          <p:spTgt spid="9">
                                            <p:graphicEl>
                                              <a:dgm id="{8B42D8BE-5E10-4748-BD0E-126BF4EFBE7A}"/>
                                            </p:graphicEl>
                                          </p:spTgt>
                                        </p:tgtEl>
                                        <p:attrNameLst>
                                          <p:attrName>ppt_y</p:attrName>
                                        </p:attrNameLst>
                                      </p:cBhvr>
                                      <p:tavLst>
                                        <p:tav tm="0">
                                          <p:val>
                                            <p:strVal val="#ppt_y"/>
                                          </p:val>
                                        </p:tav>
                                        <p:tav tm="100000">
                                          <p:val>
                                            <p:strVal val="#ppt_y"/>
                                          </p:val>
                                        </p:tav>
                                      </p:tavLst>
                                    </p:anim>
                                  </p:childTnLst>
                                </p:cTn>
                              </p:par>
                              <p:par>
                                <p:cTn id="83" presetID="2" presetClass="entr" presetSubtype="2" fill="hold" grpId="0" nodeType="withEffect">
                                  <p:stCondLst>
                                    <p:cond delay="0"/>
                                  </p:stCondLst>
                                  <p:childTnLst>
                                    <p:set>
                                      <p:cBhvr>
                                        <p:cTn id="84" dur="1" fill="hold">
                                          <p:stCondLst>
                                            <p:cond delay="0"/>
                                          </p:stCondLst>
                                        </p:cTn>
                                        <p:tgtEl>
                                          <p:spTgt spid="9">
                                            <p:graphicEl>
                                              <a:dgm id="{09746ED2-E8ED-4A4A-B511-EEDF6C94E755}"/>
                                            </p:graphicEl>
                                          </p:spTgt>
                                        </p:tgtEl>
                                        <p:attrNameLst>
                                          <p:attrName>style.visibility</p:attrName>
                                        </p:attrNameLst>
                                      </p:cBhvr>
                                      <p:to>
                                        <p:strVal val="visible"/>
                                      </p:to>
                                    </p:set>
                                    <p:anim calcmode="lin" valueType="num">
                                      <p:cBhvr additive="base">
                                        <p:cTn id="85" dur="500" fill="hold"/>
                                        <p:tgtEl>
                                          <p:spTgt spid="9">
                                            <p:graphicEl>
                                              <a:dgm id="{09746ED2-E8ED-4A4A-B511-EEDF6C94E755}"/>
                                            </p:graphicEl>
                                          </p:spTgt>
                                        </p:tgtEl>
                                        <p:attrNameLst>
                                          <p:attrName>ppt_x</p:attrName>
                                        </p:attrNameLst>
                                      </p:cBhvr>
                                      <p:tavLst>
                                        <p:tav tm="0">
                                          <p:val>
                                            <p:strVal val="1+#ppt_w/2"/>
                                          </p:val>
                                        </p:tav>
                                        <p:tav tm="100000">
                                          <p:val>
                                            <p:strVal val="#ppt_x"/>
                                          </p:val>
                                        </p:tav>
                                      </p:tavLst>
                                    </p:anim>
                                    <p:anim calcmode="lin" valueType="num">
                                      <p:cBhvr additive="base">
                                        <p:cTn id="86" dur="500" fill="hold"/>
                                        <p:tgtEl>
                                          <p:spTgt spid="9">
                                            <p:graphicEl>
                                              <a:dgm id="{09746ED2-E8ED-4A4A-B511-EEDF6C94E755}"/>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uiExpand="1">
        <p:bldSub>
          <a:bldDgm bld="on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solidFill>
                  <a:schemeClr val="tx2">
                    <a:lumMod val="50000"/>
                  </a:schemeClr>
                </a:solidFill>
              </a:rPr>
              <a:t>Characteristics of Third Generation Computers </a:t>
            </a:r>
            <a:endParaRPr lang="en-GB" sz="3200"/>
          </a:p>
        </p:txBody>
      </p:sp>
      <p:sp>
        <p:nvSpPr>
          <p:cNvPr id="4" name="Text Placeholder 3"/>
          <p:cNvSpPr>
            <a:spLocks noGrp="1"/>
          </p:cNvSpPr>
          <p:nvPr>
            <p:ph type="body" idx="1"/>
          </p:nvPr>
        </p:nvSpPr>
        <p:spPr/>
        <p:txBody>
          <a:bodyPr/>
          <a:lstStyle/>
          <a:p>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11</a:t>
            </a:fld>
            <a:endParaRPr lang="en-US"/>
          </a:p>
        </p:txBody>
      </p:sp>
      <p:pic>
        <p:nvPicPr>
          <p:cNvPr id="5" name="Picture 4"/>
          <p:cNvPicPr>
            <a:picLocks noChangeAspect="1"/>
          </p:cNvPicPr>
          <p:nvPr/>
        </p:nvPicPr>
        <p:blipFill>
          <a:blip r:embed="rId2">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57200" y="1747697"/>
            <a:ext cx="6123879" cy="4424503"/>
          </a:xfrm>
          <a:prstGeom prst="rect">
            <a:avLst/>
          </a:prstGeom>
        </p:spPr>
      </p:pic>
      <p:graphicFrame>
        <p:nvGraphicFramePr>
          <p:cNvPr id="6" name="Diagram 5"/>
          <p:cNvGraphicFramePr/>
          <p:nvPr>
            <p:extLst>
              <p:ext uri="{D42A27DB-BD31-4B8C-83A1-F6EECF244321}">
                <p14:modId xmlns:p14="http://schemas.microsoft.com/office/powerpoint/2010/main" val="475023813"/>
              </p:ext>
            </p:extLst>
          </p:nvPr>
        </p:nvGraphicFramePr>
        <p:xfrm>
          <a:off x="457200" y="1898071"/>
          <a:ext cx="8395854" cy="38253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34416164"/>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graphicEl>
                                              <a:dgm id="{E1601D23-99F5-422D-8E6C-E09A8ED146FA}"/>
                                            </p:graphicEl>
                                          </p:spTgt>
                                        </p:tgtEl>
                                        <p:attrNameLst>
                                          <p:attrName>style.visibility</p:attrName>
                                        </p:attrNameLst>
                                      </p:cBhvr>
                                      <p:to>
                                        <p:strVal val="visible"/>
                                      </p:to>
                                    </p:set>
                                    <p:animEffect transition="in" filter="fade">
                                      <p:cBhvr>
                                        <p:cTn id="7" dur="1000"/>
                                        <p:tgtEl>
                                          <p:spTgt spid="6">
                                            <p:graphicEl>
                                              <a:dgm id="{E1601D23-99F5-422D-8E6C-E09A8ED146FA}"/>
                                            </p:graphicEl>
                                          </p:spTgt>
                                        </p:tgtEl>
                                      </p:cBhvr>
                                    </p:animEffect>
                                    <p:anim calcmode="lin" valueType="num">
                                      <p:cBhvr>
                                        <p:cTn id="8" dur="1000" fill="hold"/>
                                        <p:tgtEl>
                                          <p:spTgt spid="6">
                                            <p:graphicEl>
                                              <a:dgm id="{E1601D23-99F5-422D-8E6C-E09A8ED146FA}"/>
                                            </p:graphicEl>
                                          </p:spTgt>
                                        </p:tgtEl>
                                        <p:attrNameLst>
                                          <p:attrName>ppt_x</p:attrName>
                                        </p:attrNameLst>
                                      </p:cBhvr>
                                      <p:tavLst>
                                        <p:tav tm="0">
                                          <p:val>
                                            <p:strVal val="#ppt_x"/>
                                          </p:val>
                                        </p:tav>
                                        <p:tav tm="100000">
                                          <p:val>
                                            <p:strVal val="#ppt_x"/>
                                          </p:val>
                                        </p:tav>
                                      </p:tavLst>
                                    </p:anim>
                                    <p:anim calcmode="lin" valueType="num">
                                      <p:cBhvr>
                                        <p:cTn id="9" dur="1000" fill="hold"/>
                                        <p:tgtEl>
                                          <p:spTgt spid="6">
                                            <p:graphicEl>
                                              <a:dgm id="{E1601D23-99F5-422D-8E6C-E09A8ED146FA}"/>
                                            </p:graphic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graphicEl>
                                              <a:dgm id="{38F940FF-0BB2-45B9-BC95-506DFDDED158}"/>
                                            </p:graphicEl>
                                          </p:spTgt>
                                        </p:tgtEl>
                                        <p:attrNameLst>
                                          <p:attrName>style.visibility</p:attrName>
                                        </p:attrNameLst>
                                      </p:cBhvr>
                                      <p:to>
                                        <p:strVal val="visible"/>
                                      </p:to>
                                    </p:set>
                                    <p:animEffect transition="in" filter="fade">
                                      <p:cBhvr>
                                        <p:cTn id="12" dur="1000"/>
                                        <p:tgtEl>
                                          <p:spTgt spid="6">
                                            <p:graphicEl>
                                              <a:dgm id="{38F940FF-0BB2-45B9-BC95-506DFDDED158}"/>
                                            </p:graphicEl>
                                          </p:spTgt>
                                        </p:tgtEl>
                                      </p:cBhvr>
                                    </p:animEffect>
                                    <p:anim calcmode="lin" valueType="num">
                                      <p:cBhvr>
                                        <p:cTn id="13" dur="1000" fill="hold"/>
                                        <p:tgtEl>
                                          <p:spTgt spid="6">
                                            <p:graphicEl>
                                              <a:dgm id="{38F940FF-0BB2-45B9-BC95-506DFDDED158}"/>
                                            </p:graphicEl>
                                          </p:spTgt>
                                        </p:tgtEl>
                                        <p:attrNameLst>
                                          <p:attrName>ppt_x</p:attrName>
                                        </p:attrNameLst>
                                      </p:cBhvr>
                                      <p:tavLst>
                                        <p:tav tm="0">
                                          <p:val>
                                            <p:strVal val="#ppt_x"/>
                                          </p:val>
                                        </p:tav>
                                        <p:tav tm="100000">
                                          <p:val>
                                            <p:strVal val="#ppt_x"/>
                                          </p:val>
                                        </p:tav>
                                      </p:tavLst>
                                    </p:anim>
                                    <p:anim calcmode="lin" valueType="num">
                                      <p:cBhvr>
                                        <p:cTn id="14" dur="1000" fill="hold"/>
                                        <p:tgtEl>
                                          <p:spTgt spid="6">
                                            <p:graphicEl>
                                              <a:dgm id="{38F940FF-0BB2-45B9-BC95-506DFDDED158}"/>
                                            </p:graphic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graphicEl>
                                              <a:dgm id="{1987EC98-C39B-4CCD-BB4E-B9AB0B03D2F7}"/>
                                            </p:graphicEl>
                                          </p:spTgt>
                                        </p:tgtEl>
                                        <p:attrNameLst>
                                          <p:attrName>style.visibility</p:attrName>
                                        </p:attrNameLst>
                                      </p:cBhvr>
                                      <p:to>
                                        <p:strVal val="visible"/>
                                      </p:to>
                                    </p:set>
                                    <p:animEffect transition="in" filter="fade">
                                      <p:cBhvr>
                                        <p:cTn id="17" dur="1000"/>
                                        <p:tgtEl>
                                          <p:spTgt spid="6">
                                            <p:graphicEl>
                                              <a:dgm id="{1987EC98-C39B-4CCD-BB4E-B9AB0B03D2F7}"/>
                                            </p:graphicEl>
                                          </p:spTgt>
                                        </p:tgtEl>
                                      </p:cBhvr>
                                    </p:animEffect>
                                    <p:anim calcmode="lin" valueType="num">
                                      <p:cBhvr>
                                        <p:cTn id="18" dur="1000" fill="hold"/>
                                        <p:tgtEl>
                                          <p:spTgt spid="6">
                                            <p:graphicEl>
                                              <a:dgm id="{1987EC98-C39B-4CCD-BB4E-B9AB0B03D2F7}"/>
                                            </p:graphicEl>
                                          </p:spTgt>
                                        </p:tgtEl>
                                        <p:attrNameLst>
                                          <p:attrName>ppt_x</p:attrName>
                                        </p:attrNameLst>
                                      </p:cBhvr>
                                      <p:tavLst>
                                        <p:tav tm="0">
                                          <p:val>
                                            <p:strVal val="#ppt_x"/>
                                          </p:val>
                                        </p:tav>
                                        <p:tav tm="100000">
                                          <p:val>
                                            <p:strVal val="#ppt_x"/>
                                          </p:val>
                                        </p:tav>
                                      </p:tavLst>
                                    </p:anim>
                                    <p:anim calcmode="lin" valueType="num">
                                      <p:cBhvr>
                                        <p:cTn id="19" dur="1000" fill="hold"/>
                                        <p:tgtEl>
                                          <p:spTgt spid="6">
                                            <p:graphicEl>
                                              <a:dgm id="{1987EC98-C39B-4CCD-BB4E-B9AB0B03D2F7}"/>
                                            </p:graphic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6">
                                            <p:graphicEl>
                                              <a:dgm id="{AB0DAB75-C946-4B97-9039-C2338CF4646C}"/>
                                            </p:graphicEl>
                                          </p:spTgt>
                                        </p:tgtEl>
                                        <p:attrNameLst>
                                          <p:attrName>style.visibility</p:attrName>
                                        </p:attrNameLst>
                                      </p:cBhvr>
                                      <p:to>
                                        <p:strVal val="visible"/>
                                      </p:to>
                                    </p:set>
                                    <p:animEffect transition="in" filter="fade">
                                      <p:cBhvr>
                                        <p:cTn id="24" dur="1000"/>
                                        <p:tgtEl>
                                          <p:spTgt spid="6">
                                            <p:graphicEl>
                                              <a:dgm id="{AB0DAB75-C946-4B97-9039-C2338CF4646C}"/>
                                            </p:graphicEl>
                                          </p:spTgt>
                                        </p:tgtEl>
                                      </p:cBhvr>
                                    </p:animEffect>
                                    <p:anim calcmode="lin" valueType="num">
                                      <p:cBhvr>
                                        <p:cTn id="25" dur="1000" fill="hold"/>
                                        <p:tgtEl>
                                          <p:spTgt spid="6">
                                            <p:graphicEl>
                                              <a:dgm id="{AB0DAB75-C946-4B97-9039-C2338CF4646C}"/>
                                            </p:graphicEl>
                                          </p:spTgt>
                                        </p:tgtEl>
                                        <p:attrNameLst>
                                          <p:attrName>ppt_x</p:attrName>
                                        </p:attrNameLst>
                                      </p:cBhvr>
                                      <p:tavLst>
                                        <p:tav tm="0">
                                          <p:val>
                                            <p:strVal val="#ppt_x"/>
                                          </p:val>
                                        </p:tav>
                                        <p:tav tm="100000">
                                          <p:val>
                                            <p:strVal val="#ppt_x"/>
                                          </p:val>
                                        </p:tav>
                                      </p:tavLst>
                                    </p:anim>
                                    <p:anim calcmode="lin" valueType="num">
                                      <p:cBhvr>
                                        <p:cTn id="26" dur="1000" fill="hold"/>
                                        <p:tgtEl>
                                          <p:spTgt spid="6">
                                            <p:graphicEl>
                                              <a:dgm id="{AB0DAB75-C946-4B97-9039-C2338CF4646C}"/>
                                            </p:graphic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6">
                                            <p:graphicEl>
                                              <a:dgm id="{067EBDF0-7A42-4A4C-8C6E-F3EA3AD09CCA}"/>
                                            </p:graphicEl>
                                          </p:spTgt>
                                        </p:tgtEl>
                                        <p:attrNameLst>
                                          <p:attrName>style.visibility</p:attrName>
                                        </p:attrNameLst>
                                      </p:cBhvr>
                                      <p:to>
                                        <p:strVal val="visible"/>
                                      </p:to>
                                    </p:set>
                                    <p:animEffect transition="in" filter="fade">
                                      <p:cBhvr>
                                        <p:cTn id="29" dur="1000"/>
                                        <p:tgtEl>
                                          <p:spTgt spid="6">
                                            <p:graphicEl>
                                              <a:dgm id="{067EBDF0-7A42-4A4C-8C6E-F3EA3AD09CCA}"/>
                                            </p:graphicEl>
                                          </p:spTgt>
                                        </p:tgtEl>
                                      </p:cBhvr>
                                    </p:animEffect>
                                    <p:anim calcmode="lin" valueType="num">
                                      <p:cBhvr>
                                        <p:cTn id="30" dur="1000" fill="hold"/>
                                        <p:tgtEl>
                                          <p:spTgt spid="6">
                                            <p:graphicEl>
                                              <a:dgm id="{067EBDF0-7A42-4A4C-8C6E-F3EA3AD09CCA}"/>
                                            </p:graphicEl>
                                          </p:spTgt>
                                        </p:tgtEl>
                                        <p:attrNameLst>
                                          <p:attrName>ppt_x</p:attrName>
                                        </p:attrNameLst>
                                      </p:cBhvr>
                                      <p:tavLst>
                                        <p:tav tm="0">
                                          <p:val>
                                            <p:strVal val="#ppt_x"/>
                                          </p:val>
                                        </p:tav>
                                        <p:tav tm="100000">
                                          <p:val>
                                            <p:strVal val="#ppt_x"/>
                                          </p:val>
                                        </p:tav>
                                      </p:tavLst>
                                    </p:anim>
                                    <p:anim calcmode="lin" valueType="num">
                                      <p:cBhvr>
                                        <p:cTn id="31" dur="1000" fill="hold"/>
                                        <p:tgtEl>
                                          <p:spTgt spid="6">
                                            <p:graphicEl>
                                              <a:dgm id="{067EBDF0-7A42-4A4C-8C6E-F3EA3AD09CCA}"/>
                                            </p:graphic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6">
                                            <p:graphicEl>
                                              <a:dgm id="{6E53630C-4FF8-49A3-A3C1-E0659CEAFCEB}"/>
                                            </p:graphicEl>
                                          </p:spTgt>
                                        </p:tgtEl>
                                        <p:attrNameLst>
                                          <p:attrName>style.visibility</p:attrName>
                                        </p:attrNameLst>
                                      </p:cBhvr>
                                      <p:to>
                                        <p:strVal val="visible"/>
                                      </p:to>
                                    </p:set>
                                    <p:animEffect transition="in" filter="fade">
                                      <p:cBhvr>
                                        <p:cTn id="34" dur="1000"/>
                                        <p:tgtEl>
                                          <p:spTgt spid="6">
                                            <p:graphicEl>
                                              <a:dgm id="{6E53630C-4FF8-49A3-A3C1-E0659CEAFCEB}"/>
                                            </p:graphicEl>
                                          </p:spTgt>
                                        </p:tgtEl>
                                      </p:cBhvr>
                                    </p:animEffect>
                                    <p:anim calcmode="lin" valueType="num">
                                      <p:cBhvr>
                                        <p:cTn id="35" dur="1000" fill="hold"/>
                                        <p:tgtEl>
                                          <p:spTgt spid="6">
                                            <p:graphicEl>
                                              <a:dgm id="{6E53630C-4FF8-49A3-A3C1-E0659CEAFCEB}"/>
                                            </p:graphicEl>
                                          </p:spTgt>
                                        </p:tgtEl>
                                        <p:attrNameLst>
                                          <p:attrName>ppt_x</p:attrName>
                                        </p:attrNameLst>
                                      </p:cBhvr>
                                      <p:tavLst>
                                        <p:tav tm="0">
                                          <p:val>
                                            <p:strVal val="#ppt_x"/>
                                          </p:val>
                                        </p:tav>
                                        <p:tav tm="100000">
                                          <p:val>
                                            <p:strVal val="#ppt_x"/>
                                          </p:val>
                                        </p:tav>
                                      </p:tavLst>
                                    </p:anim>
                                    <p:anim calcmode="lin" valueType="num">
                                      <p:cBhvr>
                                        <p:cTn id="36" dur="1000" fill="hold"/>
                                        <p:tgtEl>
                                          <p:spTgt spid="6">
                                            <p:graphicEl>
                                              <a:dgm id="{6E53630C-4FF8-49A3-A3C1-E0659CEAFCEB}"/>
                                            </p:graphic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6">
                                            <p:graphicEl>
                                              <a:dgm id="{447302F0-3EF2-4B76-AF0E-7C6EB30F5118}"/>
                                            </p:graphicEl>
                                          </p:spTgt>
                                        </p:tgtEl>
                                        <p:attrNameLst>
                                          <p:attrName>style.visibility</p:attrName>
                                        </p:attrNameLst>
                                      </p:cBhvr>
                                      <p:to>
                                        <p:strVal val="visible"/>
                                      </p:to>
                                    </p:set>
                                    <p:animEffect transition="in" filter="fade">
                                      <p:cBhvr>
                                        <p:cTn id="41" dur="1000"/>
                                        <p:tgtEl>
                                          <p:spTgt spid="6">
                                            <p:graphicEl>
                                              <a:dgm id="{447302F0-3EF2-4B76-AF0E-7C6EB30F5118}"/>
                                            </p:graphicEl>
                                          </p:spTgt>
                                        </p:tgtEl>
                                      </p:cBhvr>
                                    </p:animEffect>
                                    <p:anim calcmode="lin" valueType="num">
                                      <p:cBhvr>
                                        <p:cTn id="42" dur="1000" fill="hold"/>
                                        <p:tgtEl>
                                          <p:spTgt spid="6">
                                            <p:graphicEl>
                                              <a:dgm id="{447302F0-3EF2-4B76-AF0E-7C6EB30F5118}"/>
                                            </p:graphicEl>
                                          </p:spTgt>
                                        </p:tgtEl>
                                        <p:attrNameLst>
                                          <p:attrName>ppt_x</p:attrName>
                                        </p:attrNameLst>
                                      </p:cBhvr>
                                      <p:tavLst>
                                        <p:tav tm="0">
                                          <p:val>
                                            <p:strVal val="#ppt_x"/>
                                          </p:val>
                                        </p:tav>
                                        <p:tav tm="100000">
                                          <p:val>
                                            <p:strVal val="#ppt_x"/>
                                          </p:val>
                                        </p:tav>
                                      </p:tavLst>
                                    </p:anim>
                                    <p:anim calcmode="lin" valueType="num">
                                      <p:cBhvr>
                                        <p:cTn id="43" dur="1000" fill="hold"/>
                                        <p:tgtEl>
                                          <p:spTgt spid="6">
                                            <p:graphicEl>
                                              <a:dgm id="{447302F0-3EF2-4B76-AF0E-7C6EB30F5118}"/>
                                            </p:graphic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6">
                                            <p:graphicEl>
                                              <a:dgm id="{54E46023-4821-4D8C-941E-E932B7719DEE}"/>
                                            </p:graphicEl>
                                          </p:spTgt>
                                        </p:tgtEl>
                                        <p:attrNameLst>
                                          <p:attrName>style.visibility</p:attrName>
                                        </p:attrNameLst>
                                      </p:cBhvr>
                                      <p:to>
                                        <p:strVal val="visible"/>
                                      </p:to>
                                    </p:set>
                                    <p:animEffect transition="in" filter="fade">
                                      <p:cBhvr>
                                        <p:cTn id="46" dur="1000"/>
                                        <p:tgtEl>
                                          <p:spTgt spid="6">
                                            <p:graphicEl>
                                              <a:dgm id="{54E46023-4821-4D8C-941E-E932B7719DEE}"/>
                                            </p:graphicEl>
                                          </p:spTgt>
                                        </p:tgtEl>
                                      </p:cBhvr>
                                    </p:animEffect>
                                    <p:anim calcmode="lin" valueType="num">
                                      <p:cBhvr>
                                        <p:cTn id="47" dur="1000" fill="hold"/>
                                        <p:tgtEl>
                                          <p:spTgt spid="6">
                                            <p:graphicEl>
                                              <a:dgm id="{54E46023-4821-4D8C-941E-E932B7719DEE}"/>
                                            </p:graphicEl>
                                          </p:spTgt>
                                        </p:tgtEl>
                                        <p:attrNameLst>
                                          <p:attrName>ppt_x</p:attrName>
                                        </p:attrNameLst>
                                      </p:cBhvr>
                                      <p:tavLst>
                                        <p:tav tm="0">
                                          <p:val>
                                            <p:strVal val="#ppt_x"/>
                                          </p:val>
                                        </p:tav>
                                        <p:tav tm="100000">
                                          <p:val>
                                            <p:strVal val="#ppt_x"/>
                                          </p:val>
                                        </p:tav>
                                      </p:tavLst>
                                    </p:anim>
                                    <p:anim calcmode="lin" valueType="num">
                                      <p:cBhvr>
                                        <p:cTn id="48" dur="1000" fill="hold"/>
                                        <p:tgtEl>
                                          <p:spTgt spid="6">
                                            <p:graphicEl>
                                              <a:dgm id="{54E46023-4821-4D8C-941E-E932B7719DEE}"/>
                                            </p:graphic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6">
                                            <p:graphicEl>
                                              <a:dgm id="{0151C798-85B6-4F1F-9F06-919AD18C8972}"/>
                                            </p:graphicEl>
                                          </p:spTgt>
                                        </p:tgtEl>
                                        <p:attrNameLst>
                                          <p:attrName>style.visibility</p:attrName>
                                        </p:attrNameLst>
                                      </p:cBhvr>
                                      <p:to>
                                        <p:strVal val="visible"/>
                                      </p:to>
                                    </p:set>
                                    <p:animEffect transition="in" filter="fade">
                                      <p:cBhvr>
                                        <p:cTn id="51" dur="1000"/>
                                        <p:tgtEl>
                                          <p:spTgt spid="6">
                                            <p:graphicEl>
                                              <a:dgm id="{0151C798-85B6-4F1F-9F06-919AD18C8972}"/>
                                            </p:graphicEl>
                                          </p:spTgt>
                                        </p:tgtEl>
                                      </p:cBhvr>
                                    </p:animEffect>
                                    <p:anim calcmode="lin" valueType="num">
                                      <p:cBhvr>
                                        <p:cTn id="52" dur="1000" fill="hold"/>
                                        <p:tgtEl>
                                          <p:spTgt spid="6">
                                            <p:graphicEl>
                                              <a:dgm id="{0151C798-85B6-4F1F-9F06-919AD18C8972}"/>
                                            </p:graphicEl>
                                          </p:spTgt>
                                        </p:tgtEl>
                                        <p:attrNameLst>
                                          <p:attrName>ppt_x</p:attrName>
                                        </p:attrNameLst>
                                      </p:cBhvr>
                                      <p:tavLst>
                                        <p:tav tm="0">
                                          <p:val>
                                            <p:strVal val="#ppt_x"/>
                                          </p:val>
                                        </p:tav>
                                        <p:tav tm="100000">
                                          <p:val>
                                            <p:strVal val="#ppt_x"/>
                                          </p:val>
                                        </p:tav>
                                      </p:tavLst>
                                    </p:anim>
                                    <p:anim calcmode="lin" valueType="num">
                                      <p:cBhvr>
                                        <p:cTn id="53" dur="1000" fill="hold"/>
                                        <p:tgtEl>
                                          <p:spTgt spid="6">
                                            <p:graphicEl>
                                              <a:dgm id="{0151C798-85B6-4F1F-9F06-919AD18C8972}"/>
                                            </p:graphic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6">
                                            <p:graphicEl>
                                              <a:dgm id="{14813EF9-56B0-4C5A-96D3-CE6A01435830}"/>
                                            </p:graphicEl>
                                          </p:spTgt>
                                        </p:tgtEl>
                                        <p:attrNameLst>
                                          <p:attrName>style.visibility</p:attrName>
                                        </p:attrNameLst>
                                      </p:cBhvr>
                                      <p:to>
                                        <p:strVal val="visible"/>
                                      </p:to>
                                    </p:set>
                                    <p:animEffect transition="in" filter="fade">
                                      <p:cBhvr>
                                        <p:cTn id="58" dur="1000"/>
                                        <p:tgtEl>
                                          <p:spTgt spid="6">
                                            <p:graphicEl>
                                              <a:dgm id="{14813EF9-56B0-4C5A-96D3-CE6A01435830}"/>
                                            </p:graphicEl>
                                          </p:spTgt>
                                        </p:tgtEl>
                                      </p:cBhvr>
                                    </p:animEffect>
                                    <p:anim calcmode="lin" valueType="num">
                                      <p:cBhvr>
                                        <p:cTn id="59" dur="1000" fill="hold"/>
                                        <p:tgtEl>
                                          <p:spTgt spid="6">
                                            <p:graphicEl>
                                              <a:dgm id="{14813EF9-56B0-4C5A-96D3-CE6A01435830}"/>
                                            </p:graphicEl>
                                          </p:spTgt>
                                        </p:tgtEl>
                                        <p:attrNameLst>
                                          <p:attrName>ppt_x</p:attrName>
                                        </p:attrNameLst>
                                      </p:cBhvr>
                                      <p:tavLst>
                                        <p:tav tm="0">
                                          <p:val>
                                            <p:strVal val="#ppt_x"/>
                                          </p:val>
                                        </p:tav>
                                        <p:tav tm="100000">
                                          <p:val>
                                            <p:strVal val="#ppt_x"/>
                                          </p:val>
                                        </p:tav>
                                      </p:tavLst>
                                    </p:anim>
                                    <p:anim calcmode="lin" valueType="num">
                                      <p:cBhvr>
                                        <p:cTn id="60" dur="1000" fill="hold"/>
                                        <p:tgtEl>
                                          <p:spTgt spid="6">
                                            <p:graphicEl>
                                              <a:dgm id="{14813EF9-56B0-4C5A-96D3-CE6A01435830}"/>
                                            </p:graphicEl>
                                          </p:spTgt>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6">
                                            <p:graphicEl>
                                              <a:dgm id="{6D9252FB-0787-4FC5-A086-CAD89F4D1A0C}"/>
                                            </p:graphicEl>
                                          </p:spTgt>
                                        </p:tgtEl>
                                        <p:attrNameLst>
                                          <p:attrName>style.visibility</p:attrName>
                                        </p:attrNameLst>
                                      </p:cBhvr>
                                      <p:to>
                                        <p:strVal val="visible"/>
                                      </p:to>
                                    </p:set>
                                    <p:animEffect transition="in" filter="fade">
                                      <p:cBhvr>
                                        <p:cTn id="63" dur="1000"/>
                                        <p:tgtEl>
                                          <p:spTgt spid="6">
                                            <p:graphicEl>
                                              <a:dgm id="{6D9252FB-0787-4FC5-A086-CAD89F4D1A0C}"/>
                                            </p:graphicEl>
                                          </p:spTgt>
                                        </p:tgtEl>
                                      </p:cBhvr>
                                    </p:animEffect>
                                    <p:anim calcmode="lin" valueType="num">
                                      <p:cBhvr>
                                        <p:cTn id="64" dur="1000" fill="hold"/>
                                        <p:tgtEl>
                                          <p:spTgt spid="6">
                                            <p:graphicEl>
                                              <a:dgm id="{6D9252FB-0787-4FC5-A086-CAD89F4D1A0C}"/>
                                            </p:graphicEl>
                                          </p:spTgt>
                                        </p:tgtEl>
                                        <p:attrNameLst>
                                          <p:attrName>ppt_x</p:attrName>
                                        </p:attrNameLst>
                                      </p:cBhvr>
                                      <p:tavLst>
                                        <p:tav tm="0">
                                          <p:val>
                                            <p:strVal val="#ppt_x"/>
                                          </p:val>
                                        </p:tav>
                                        <p:tav tm="100000">
                                          <p:val>
                                            <p:strVal val="#ppt_x"/>
                                          </p:val>
                                        </p:tav>
                                      </p:tavLst>
                                    </p:anim>
                                    <p:anim calcmode="lin" valueType="num">
                                      <p:cBhvr>
                                        <p:cTn id="65" dur="1000" fill="hold"/>
                                        <p:tgtEl>
                                          <p:spTgt spid="6">
                                            <p:graphicEl>
                                              <a:dgm id="{6D9252FB-0787-4FC5-A086-CAD89F4D1A0C}"/>
                                            </p:graphicEl>
                                          </p:spTgt>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6">
                                            <p:graphicEl>
                                              <a:dgm id="{56FE3C06-5C15-4B59-B712-9FA38DA8254A}"/>
                                            </p:graphicEl>
                                          </p:spTgt>
                                        </p:tgtEl>
                                        <p:attrNameLst>
                                          <p:attrName>style.visibility</p:attrName>
                                        </p:attrNameLst>
                                      </p:cBhvr>
                                      <p:to>
                                        <p:strVal val="visible"/>
                                      </p:to>
                                    </p:set>
                                    <p:animEffect transition="in" filter="fade">
                                      <p:cBhvr>
                                        <p:cTn id="68" dur="1000"/>
                                        <p:tgtEl>
                                          <p:spTgt spid="6">
                                            <p:graphicEl>
                                              <a:dgm id="{56FE3C06-5C15-4B59-B712-9FA38DA8254A}"/>
                                            </p:graphicEl>
                                          </p:spTgt>
                                        </p:tgtEl>
                                      </p:cBhvr>
                                    </p:animEffect>
                                    <p:anim calcmode="lin" valueType="num">
                                      <p:cBhvr>
                                        <p:cTn id="69" dur="1000" fill="hold"/>
                                        <p:tgtEl>
                                          <p:spTgt spid="6">
                                            <p:graphicEl>
                                              <a:dgm id="{56FE3C06-5C15-4B59-B712-9FA38DA8254A}"/>
                                            </p:graphicEl>
                                          </p:spTgt>
                                        </p:tgtEl>
                                        <p:attrNameLst>
                                          <p:attrName>ppt_x</p:attrName>
                                        </p:attrNameLst>
                                      </p:cBhvr>
                                      <p:tavLst>
                                        <p:tav tm="0">
                                          <p:val>
                                            <p:strVal val="#ppt_x"/>
                                          </p:val>
                                        </p:tav>
                                        <p:tav tm="100000">
                                          <p:val>
                                            <p:strVal val="#ppt_x"/>
                                          </p:val>
                                        </p:tav>
                                      </p:tavLst>
                                    </p:anim>
                                    <p:anim calcmode="lin" valueType="num">
                                      <p:cBhvr>
                                        <p:cTn id="70" dur="1000" fill="hold"/>
                                        <p:tgtEl>
                                          <p:spTgt spid="6">
                                            <p:graphicEl>
                                              <a:dgm id="{56FE3C06-5C15-4B59-B712-9FA38DA8254A}"/>
                                            </p:graphic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6">
                                            <p:graphicEl>
                                              <a:dgm id="{DC2C5C34-6996-44D8-9D16-E0BAD04DB532}"/>
                                            </p:graphicEl>
                                          </p:spTgt>
                                        </p:tgtEl>
                                        <p:attrNameLst>
                                          <p:attrName>style.visibility</p:attrName>
                                        </p:attrNameLst>
                                      </p:cBhvr>
                                      <p:to>
                                        <p:strVal val="visible"/>
                                      </p:to>
                                    </p:set>
                                    <p:animEffect transition="in" filter="fade">
                                      <p:cBhvr>
                                        <p:cTn id="75" dur="1000"/>
                                        <p:tgtEl>
                                          <p:spTgt spid="6">
                                            <p:graphicEl>
                                              <a:dgm id="{DC2C5C34-6996-44D8-9D16-E0BAD04DB532}"/>
                                            </p:graphicEl>
                                          </p:spTgt>
                                        </p:tgtEl>
                                      </p:cBhvr>
                                    </p:animEffect>
                                    <p:anim calcmode="lin" valueType="num">
                                      <p:cBhvr>
                                        <p:cTn id="76" dur="1000" fill="hold"/>
                                        <p:tgtEl>
                                          <p:spTgt spid="6">
                                            <p:graphicEl>
                                              <a:dgm id="{DC2C5C34-6996-44D8-9D16-E0BAD04DB532}"/>
                                            </p:graphicEl>
                                          </p:spTgt>
                                        </p:tgtEl>
                                        <p:attrNameLst>
                                          <p:attrName>ppt_x</p:attrName>
                                        </p:attrNameLst>
                                      </p:cBhvr>
                                      <p:tavLst>
                                        <p:tav tm="0">
                                          <p:val>
                                            <p:strVal val="#ppt_x"/>
                                          </p:val>
                                        </p:tav>
                                        <p:tav tm="100000">
                                          <p:val>
                                            <p:strVal val="#ppt_x"/>
                                          </p:val>
                                        </p:tav>
                                      </p:tavLst>
                                    </p:anim>
                                    <p:anim calcmode="lin" valueType="num">
                                      <p:cBhvr>
                                        <p:cTn id="77" dur="1000" fill="hold"/>
                                        <p:tgtEl>
                                          <p:spTgt spid="6">
                                            <p:graphicEl>
                                              <a:dgm id="{DC2C5C34-6996-44D8-9D16-E0BAD04DB532}"/>
                                            </p:graphicEl>
                                          </p:spTgt>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6">
                                            <p:graphicEl>
                                              <a:dgm id="{8B42D8BE-5E10-4748-BD0E-126BF4EFBE7A}"/>
                                            </p:graphicEl>
                                          </p:spTgt>
                                        </p:tgtEl>
                                        <p:attrNameLst>
                                          <p:attrName>style.visibility</p:attrName>
                                        </p:attrNameLst>
                                      </p:cBhvr>
                                      <p:to>
                                        <p:strVal val="visible"/>
                                      </p:to>
                                    </p:set>
                                    <p:animEffect transition="in" filter="fade">
                                      <p:cBhvr>
                                        <p:cTn id="80" dur="1000"/>
                                        <p:tgtEl>
                                          <p:spTgt spid="6">
                                            <p:graphicEl>
                                              <a:dgm id="{8B42D8BE-5E10-4748-BD0E-126BF4EFBE7A}"/>
                                            </p:graphicEl>
                                          </p:spTgt>
                                        </p:tgtEl>
                                      </p:cBhvr>
                                    </p:animEffect>
                                    <p:anim calcmode="lin" valueType="num">
                                      <p:cBhvr>
                                        <p:cTn id="81" dur="1000" fill="hold"/>
                                        <p:tgtEl>
                                          <p:spTgt spid="6">
                                            <p:graphicEl>
                                              <a:dgm id="{8B42D8BE-5E10-4748-BD0E-126BF4EFBE7A}"/>
                                            </p:graphicEl>
                                          </p:spTgt>
                                        </p:tgtEl>
                                        <p:attrNameLst>
                                          <p:attrName>ppt_x</p:attrName>
                                        </p:attrNameLst>
                                      </p:cBhvr>
                                      <p:tavLst>
                                        <p:tav tm="0">
                                          <p:val>
                                            <p:strVal val="#ppt_x"/>
                                          </p:val>
                                        </p:tav>
                                        <p:tav tm="100000">
                                          <p:val>
                                            <p:strVal val="#ppt_x"/>
                                          </p:val>
                                        </p:tav>
                                      </p:tavLst>
                                    </p:anim>
                                    <p:anim calcmode="lin" valueType="num">
                                      <p:cBhvr>
                                        <p:cTn id="82" dur="1000" fill="hold"/>
                                        <p:tgtEl>
                                          <p:spTgt spid="6">
                                            <p:graphicEl>
                                              <a:dgm id="{8B42D8BE-5E10-4748-BD0E-126BF4EFBE7A}"/>
                                            </p:graphicEl>
                                          </p:spTgt>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6">
                                            <p:graphicEl>
                                              <a:dgm id="{09746ED2-E8ED-4A4A-B511-EEDF6C94E755}"/>
                                            </p:graphicEl>
                                          </p:spTgt>
                                        </p:tgtEl>
                                        <p:attrNameLst>
                                          <p:attrName>style.visibility</p:attrName>
                                        </p:attrNameLst>
                                      </p:cBhvr>
                                      <p:to>
                                        <p:strVal val="visible"/>
                                      </p:to>
                                    </p:set>
                                    <p:animEffect transition="in" filter="fade">
                                      <p:cBhvr>
                                        <p:cTn id="85" dur="1000"/>
                                        <p:tgtEl>
                                          <p:spTgt spid="6">
                                            <p:graphicEl>
                                              <a:dgm id="{09746ED2-E8ED-4A4A-B511-EEDF6C94E755}"/>
                                            </p:graphicEl>
                                          </p:spTgt>
                                        </p:tgtEl>
                                      </p:cBhvr>
                                    </p:animEffect>
                                    <p:anim calcmode="lin" valueType="num">
                                      <p:cBhvr>
                                        <p:cTn id="86" dur="1000" fill="hold"/>
                                        <p:tgtEl>
                                          <p:spTgt spid="6">
                                            <p:graphicEl>
                                              <a:dgm id="{09746ED2-E8ED-4A4A-B511-EEDF6C94E755}"/>
                                            </p:graphicEl>
                                          </p:spTgt>
                                        </p:tgtEl>
                                        <p:attrNameLst>
                                          <p:attrName>ppt_x</p:attrName>
                                        </p:attrNameLst>
                                      </p:cBhvr>
                                      <p:tavLst>
                                        <p:tav tm="0">
                                          <p:val>
                                            <p:strVal val="#ppt_x"/>
                                          </p:val>
                                        </p:tav>
                                        <p:tav tm="100000">
                                          <p:val>
                                            <p:strVal val="#ppt_x"/>
                                          </p:val>
                                        </p:tav>
                                      </p:tavLst>
                                    </p:anim>
                                    <p:anim calcmode="lin" valueType="num">
                                      <p:cBhvr>
                                        <p:cTn id="87" dur="1000" fill="hold"/>
                                        <p:tgtEl>
                                          <p:spTgt spid="6">
                                            <p:graphicEl>
                                              <a:dgm id="{09746ED2-E8ED-4A4A-B511-EEDF6C94E755}"/>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073" y="152400"/>
            <a:ext cx="8312727" cy="1143000"/>
          </a:xfrm>
        </p:spPr>
        <p:txBody>
          <a:bodyPr/>
          <a:lstStyle/>
          <a:p>
            <a:r>
              <a:rPr lang="en-US" sz="3200">
                <a:solidFill>
                  <a:schemeClr val="tx2">
                    <a:lumMod val="50000"/>
                  </a:schemeClr>
                </a:solidFill>
              </a:rPr>
              <a:t>Characteristics of Fourth Generation Computers </a:t>
            </a:r>
            <a:endParaRPr lang="en-GB" sz="3200"/>
          </a:p>
        </p:txBody>
      </p:sp>
      <p:sp>
        <p:nvSpPr>
          <p:cNvPr id="4" name="Text Placeholder 3"/>
          <p:cNvSpPr>
            <a:spLocks noGrp="1"/>
          </p:cNvSpPr>
          <p:nvPr>
            <p:ph type="body" idx="1"/>
          </p:nvPr>
        </p:nvSpPr>
        <p:spPr/>
        <p:txBody>
          <a:bodyPr/>
          <a:lstStyle/>
          <a:p>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12</a:t>
            </a:fld>
            <a:endParaRPr lang="en-US"/>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9104" r="7096"/>
          <a:stretch/>
        </p:blipFill>
        <p:spPr>
          <a:xfrm>
            <a:off x="609600" y="1524000"/>
            <a:ext cx="5611091" cy="4463908"/>
          </a:xfrm>
          <a:prstGeom prst="rect">
            <a:avLst/>
          </a:prstGeom>
        </p:spPr>
      </p:pic>
      <p:graphicFrame>
        <p:nvGraphicFramePr>
          <p:cNvPr id="6" name="Diagram 5"/>
          <p:cNvGraphicFramePr/>
          <p:nvPr>
            <p:extLst>
              <p:ext uri="{D42A27DB-BD31-4B8C-83A1-F6EECF244321}">
                <p14:modId xmlns:p14="http://schemas.microsoft.com/office/powerpoint/2010/main" val="4041119145"/>
              </p:ext>
            </p:extLst>
          </p:nvPr>
        </p:nvGraphicFramePr>
        <p:xfrm>
          <a:off x="374073" y="1782613"/>
          <a:ext cx="8395854" cy="43184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49881596"/>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6">
                                            <p:graphicEl>
                                              <a:dgm id="{E1601D23-99F5-422D-8E6C-E09A8ED146FA}"/>
                                            </p:graphicEl>
                                          </p:spTgt>
                                        </p:tgtEl>
                                        <p:attrNameLst>
                                          <p:attrName>style.visibility</p:attrName>
                                        </p:attrNameLst>
                                      </p:cBhvr>
                                      <p:to>
                                        <p:strVal val="visible"/>
                                      </p:to>
                                    </p:set>
                                    <p:animEffect transition="in" filter="fade">
                                      <p:cBhvr>
                                        <p:cTn id="7" dur="1000"/>
                                        <p:tgtEl>
                                          <p:spTgt spid="6">
                                            <p:graphicEl>
                                              <a:dgm id="{E1601D23-99F5-422D-8E6C-E09A8ED146FA}"/>
                                            </p:graphicEl>
                                          </p:spTgt>
                                        </p:tgtEl>
                                      </p:cBhvr>
                                    </p:animEffect>
                                    <p:anim calcmode="lin" valueType="num">
                                      <p:cBhvr>
                                        <p:cTn id="8" dur="1000" fill="hold"/>
                                        <p:tgtEl>
                                          <p:spTgt spid="6">
                                            <p:graphicEl>
                                              <a:dgm id="{E1601D23-99F5-422D-8E6C-E09A8ED146FA}"/>
                                            </p:graphicEl>
                                          </p:spTgt>
                                        </p:tgtEl>
                                        <p:attrNameLst>
                                          <p:attrName>ppt_x</p:attrName>
                                        </p:attrNameLst>
                                      </p:cBhvr>
                                      <p:tavLst>
                                        <p:tav tm="0">
                                          <p:val>
                                            <p:strVal val="#ppt_x"/>
                                          </p:val>
                                        </p:tav>
                                        <p:tav tm="100000">
                                          <p:val>
                                            <p:strVal val="#ppt_x"/>
                                          </p:val>
                                        </p:tav>
                                      </p:tavLst>
                                    </p:anim>
                                    <p:anim calcmode="lin" valueType="num">
                                      <p:cBhvr>
                                        <p:cTn id="9" dur="1000" fill="hold"/>
                                        <p:tgtEl>
                                          <p:spTgt spid="6">
                                            <p:graphicEl>
                                              <a:dgm id="{E1601D23-99F5-422D-8E6C-E09A8ED146FA}"/>
                                            </p:graphicEl>
                                          </p:spTgt>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6">
                                            <p:graphicEl>
                                              <a:dgm id="{38F940FF-0BB2-45B9-BC95-506DFDDED158}"/>
                                            </p:graphicEl>
                                          </p:spTgt>
                                        </p:tgtEl>
                                        <p:attrNameLst>
                                          <p:attrName>style.visibility</p:attrName>
                                        </p:attrNameLst>
                                      </p:cBhvr>
                                      <p:to>
                                        <p:strVal val="visible"/>
                                      </p:to>
                                    </p:set>
                                    <p:animEffect transition="in" filter="fade">
                                      <p:cBhvr>
                                        <p:cTn id="12" dur="1000"/>
                                        <p:tgtEl>
                                          <p:spTgt spid="6">
                                            <p:graphicEl>
                                              <a:dgm id="{38F940FF-0BB2-45B9-BC95-506DFDDED158}"/>
                                            </p:graphicEl>
                                          </p:spTgt>
                                        </p:tgtEl>
                                      </p:cBhvr>
                                    </p:animEffect>
                                    <p:anim calcmode="lin" valueType="num">
                                      <p:cBhvr>
                                        <p:cTn id="13" dur="1000" fill="hold"/>
                                        <p:tgtEl>
                                          <p:spTgt spid="6">
                                            <p:graphicEl>
                                              <a:dgm id="{38F940FF-0BB2-45B9-BC95-506DFDDED158}"/>
                                            </p:graphicEl>
                                          </p:spTgt>
                                        </p:tgtEl>
                                        <p:attrNameLst>
                                          <p:attrName>ppt_x</p:attrName>
                                        </p:attrNameLst>
                                      </p:cBhvr>
                                      <p:tavLst>
                                        <p:tav tm="0">
                                          <p:val>
                                            <p:strVal val="#ppt_x"/>
                                          </p:val>
                                        </p:tav>
                                        <p:tav tm="100000">
                                          <p:val>
                                            <p:strVal val="#ppt_x"/>
                                          </p:val>
                                        </p:tav>
                                      </p:tavLst>
                                    </p:anim>
                                    <p:anim calcmode="lin" valueType="num">
                                      <p:cBhvr>
                                        <p:cTn id="14" dur="1000" fill="hold"/>
                                        <p:tgtEl>
                                          <p:spTgt spid="6">
                                            <p:graphicEl>
                                              <a:dgm id="{38F940FF-0BB2-45B9-BC95-506DFDDED158}"/>
                                            </p:graphicEl>
                                          </p:spTgt>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0"/>
                                  </p:stCondLst>
                                  <p:childTnLst>
                                    <p:set>
                                      <p:cBhvr>
                                        <p:cTn id="16" dur="1" fill="hold">
                                          <p:stCondLst>
                                            <p:cond delay="0"/>
                                          </p:stCondLst>
                                        </p:cTn>
                                        <p:tgtEl>
                                          <p:spTgt spid="6">
                                            <p:graphicEl>
                                              <a:dgm id="{1987EC98-C39B-4CCD-BB4E-B9AB0B03D2F7}"/>
                                            </p:graphicEl>
                                          </p:spTgt>
                                        </p:tgtEl>
                                        <p:attrNameLst>
                                          <p:attrName>style.visibility</p:attrName>
                                        </p:attrNameLst>
                                      </p:cBhvr>
                                      <p:to>
                                        <p:strVal val="visible"/>
                                      </p:to>
                                    </p:set>
                                    <p:animEffect transition="in" filter="fade">
                                      <p:cBhvr>
                                        <p:cTn id="17" dur="1000"/>
                                        <p:tgtEl>
                                          <p:spTgt spid="6">
                                            <p:graphicEl>
                                              <a:dgm id="{1987EC98-C39B-4CCD-BB4E-B9AB0B03D2F7}"/>
                                            </p:graphicEl>
                                          </p:spTgt>
                                        </p:tgtEl>
                                      </p:cBhvr>
                                    </p:animEffect>
                                    <p:anim calcmode="lin" valueType="num">
                                      <p:cBhvr>
                                        <p:cTn id="18" dur="1000" fill="hold"/>
                                        <p:tgtEl>
                                          <p:spTgt spid="6">
                                            <p:graphicEl>
                                              <a:dgm id="{1987EC98-C39B-4CCD-BB4E-B9AB0B03D2F7}"/>
                                            </p:graphicEl>
                                          </p:spTgt>
                                        </p:tgtEl>
                                        <p:attrNameLst>
                                          <p:attrName>ppt_x</p:attrName>
                                        </p:attrNameLst>
                                      </p:cBhvr>
                                      <p:tavLst>
                                        <p:tav tm="0">
                                          <p:val>
                                            <p:strVal val="#ppt_x"/>
                                          </p:val>
                                        </p:tav>
                                        <p:tav tm="100000">
                                          <p:val>
                                            <p:strVal val="#ppt_x"/>
                                          </p:val>
                                        </p:tav>
                                      </p:tavLst>
                                    </p:anim>
                                    <p:anim calcmode="lin" valueType="num">
                                      <p:cBhvr>
                                        <p:cTn id="19" dur="1000" fill="hold"/>
                                        <p:tgtEl>
                                          <p:spTgt spid="6">
                                            <p:graphicEl>
                                              <a:dgm id="{1987EC98-C39B-4CCD-BB4E-B9AB0B03D2F7}"/>
                                            </p:graphic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7" presetClass="entr" presetSubtype="0" fill="hold" grpId="0" nodeType="clickEffect">
                                  <p:stCondLst>
                                    <p:cond delay="0"/>
                                  </p:stCondLst>
                                  <p:childTnLst>
                                    <p:set>
                                      <p:cBhvr>
                                        <p:cTn id="23" dur="1" fill="hold">
                                          <p:stCondLst>
                                            <p:cond delay="0"/>
                                          </p:stCondLst>
                                        </p:cTn>
                                        <p:tgtEl>
                                          <p:spTgt spid="6">
                                            <p:graphicEl>
                                              <a:dgm id="{AB0DAB75-C946-4B97-9039-C2338CF4646C}"/>
                                            </p:graphicEl>
                                          </p:spTgt>
                                        </p:tgtEl>
                                        <p:attrNameLst>
                                          <p:attrName>style.visibility</p:attrName>
                                        </p:attrNameLst>
                                      </p:cBhvr>
                                      <p:to>
                                        <p:strVal val="visible"/>
                                      </p:to>
                                    </p:set>
                                    <p:animEffect transition="in" filter="fade">
                                      <p:cBhvr>
                                        <p:cTn id="24" dur="1000"/>
                                        <p:tgtEl>
                                          <p:spTgt spid="6">
                                            <p:graphicEl>
                                              <a:dgm id="{AB0DAB75-C946-4B97-9039-C2338CF4646C}"/>
                                            </p:graphicEl>
                                          </p:spTgt>
                                        </p:tgtEl>
                                      </p:cBhvr>
                                    </p:animEffect>
                                    <p:anim calcmode="lin" valueType="num">
                                      <p:cBhvr>
                                        <p:cTn id="25" dur="1000" fill="hold"/>
                                        <p:tgtEl>
                                          <p:spTgt spid="6">
                                            <p:graphicEl>
                                              <a:dgm id="{AB0DAB75-C946-4B97-9039-C2338CF4646C}"/>
                                            </p:graphicEl>
                                          </p:spTgt>
                                        </p:tgtEl>
                                        <p:attrNameLst>
                                          <p:attrName>ppt_x</p:attrName>
                                        </p:attrNameLst>
                                      </p:cBhvr>
                                      <p:tavLst>
                                        <p:tav tm="0">
                                          <p:val>
                                            <p:strVal val="#ppt_x"/>
                                          </p:val>
                                        </p:tav>
                                        <p:tav tm="100000">
                                          <p:val>
                                            <p:strVal val="#ppt_x"/>
                                          </p:val>
                                        </p:tav>
                                      </p:tavLst>
                                    </p:anim>
                                    <p:anim calcmode="lin" valueType="num">
                                      <p:cBhvr>
                                        <p:cTn id="26" dur="1000" fill="hold"/>
                                        <p:tgtEl>
                                          <p:spTgt spid="6">
                                            <p:graphicEl>
                                              <a:dgm id="{AB0DAB75-C946-4B97-9039-C2338CF4646C}"/>
                                            </p:graphicEl>
                                          </p:spTgt>
                                        </p:tgtEl>
                                        <p:attrNameLst>
                                          <p:attrName>ppt_y</p:attrName>
                                        </p:attrNameLst>
                                      </p:cBhvr>
                                      <p:tavLst>
                                        <p:tav tm="0">
                                          <p:val>
                                            <p:strVal val="#ppt_y-.1"/>
                                          </p:val>
                                        </p:tav>
                                        <p:tav tm="100000">
                                          <p:val>
                                            <p:strVal val="#ppt_y"/>
                                          </p:val>
                                        </p:tav>
                                      </p:tavLst>
                                    </p:anim>
                                  </p:childTnLst>
                                </p:cTn>
                              </p:par>
                              <p:par>
                                <p:cTn id="27" presetID="47" presetClass="entr" presetSubtype="0" fill="hold" grpId="0" nodeType="withEffect">
                                  <p:stCondLst>
                                    <p:cond delay="0"/>
                                  </p:stCondLst>
                                  <p:childTnLst>
                                    <p:set>
                                      <p:cBhvr>
                                        <p:cTn id="28" dur="1" fill="hold">
                                          <p:stCondLst>
                                            <p:cond delay="0"/>
                                          </p:stCondLst>
                                        </p:cTn>
                                        <p:tgtEl>
                                          <p:spTgt spid="6">
                                            <p:graphicEl>
                                              <a:dgm id="{067EBDF0-7A42-4A4C-8C6E-F3EA3AD09CCA}"/>
                                            </p:graphicEl>
                                          </p:spTgt>
                                        </p:tgtEl>
                                        <p:attrNameLst>
                                          <p:attrName>style.visibility</p:attrName>
                                        </p:attrNameLst>
                                      </p:cBhvr>
                                      <p:to>
                                        <p:strVal val="visible"/>
                                      </p:to>
                                    </p:set>
                                    <p:animEffect transition="in" filter="fade">
                                      <p:cBhvr>
                                        <p:cTn id="29" dur="1000"/>
                                        <p:tgtEl>
                                          <p:spTgt spid="6">
                                            <p:graphicEl>
                                              <a:dgm id="{067EBDF0-7A42-4A4C-8C6E-F3EA3AD09CCA}"/>
                                            </p:graphicEl>
                                          </p:spTgt>
                                        </p:tgtEl>
                                      </p:cBhvr>
                                    </p:animEffect>
                                    <p:anim calcmode="lin" valueType="num">
                                      <p:cBhvr>
                                        <p:cTn id="30" dur="1000" fill="hold"/>
                                        <p:tgtEl>
                                          <p:spTgt spid="6">
                                            <p:graphicEl>
                                              <a:dgm id="{067EBDF0-7A42-4A4C-8C6E-F3EA3AD09CCA}"/>
                                            </p:graphicEl>
                                          </p:spTgt>
                                        </p:tgtEl>
                                        <p:attrNameLst>
                                          <p:attrName>ppt_x</p:attrName>
                                        </p:attrNameLst>
                                      </p:cBhvr>
                                      <p:tavLst>
                                        <p:tav tm="0">
                                          <p:val>
                                            <p:strVal val="#ppt_x"/>
                                          </p:val>
                                        </p:tav>
                                        <p:tav tm="100000">
                                          <p:val>
                                            <p:strVal val="#ppt_x"/>
                                          </p:val>
                                        </p:tav>
                                      </p:tavLst>
                                    </p:anim>
                                    <p:anim calcmode="lin" valueType="num">
                                      <p:cBhvr>
                                        <p:cTn id="31" dur="1000" fill="hold"/>
                                        <p:tgtEl>
                                          <p:spTgt spid="6">
                                            <p:graphicEl>
                                              <a:dgm id="{067EBDF0-7A42-4A4C-8C6E-F3EA3AD09CCA}"/>
                                            </p:graphicEl>
                                          </p:spTgt>
                                        </p:tgtEl>
                                        <p:attrNameLst>
                                          <p:attrName>ppt_y</p:attrName>
                                        </p:attrNameLst>
                                      </p:cBhvr>
                                      <p:tavLst>
                                        <p:tav tm="0">
                                          <p:val>
                                            <p:strVal val="#ppt_y-.1"/>
                                          </p:val>
                                        </p:tav>
                                        <p:tav tm="100000">
                                          <p:val>
                                            <p:strVal val="#ppt_y"/>
                                          </p:val>
                                        </p:tav>
                                      </p:tavLst>
                                    </p:anim>
                                  </p:childTnLst>
                                </p:cTn>
                              </p:par>
                              <p:par>
                                <p:cTn id="32" presetID="47" presetClass="entr" presetSubtype="0" fill="hold" grpId="0" nodeType="withEffect">
                                  <p:stCondLst>
                                    <p:cond delay="0"/>
                                  </p:stCondLst>
                                  <p:childTnLst>
                                    <p:set>
                                      <p:cBhvr>
                                        <p:cTn id="33" dur="1" fill="hold">
                                          <p:stCondLst>
                                            <p:cond delay="0"/>
                                          </p:stCondLst>
                                        </p:cTn>
                                        <p:tgtEl>
                                          <p:spTgt spid="6">
                                            <p:graphicEl>
                                              <a:dgm id="{6E53630C-4FF8-49A3-A3C1-E0659CEAFCEB}"/>
                                            </p:graphicEl>
                                          </p:spTgt>
                                        </p:tgtEl>
                                        <p:attrNameLst>
                                          <p:attrName>style.visibility</p:attrName>
                                        </p:attrNameLst>
                                      </p:cBhvr>
                                      <p:to>
                                        <p:strVal val="visible"/>
                                      </p:to>
                                    </p:set>
                                    <p:animEffect transition="in" filter="fade">
                                      <p:cBhvr>
                                        <p:cTn id="34" dur="1000"/>
                                        <p:tgtEl>
                                          <p:spTgt spid="6">
                                            <p:graphicEl>
                                              <a:dgm id="{6E53630C-4FF8-49A3-A3C1-E0659CEAFCEB}"/>
                                            </p:graphicEl>
                                          </p:spTgt>
                                        </p:tgtEl>
                                      </p:cBhvr>
                                    </p:animEffect>
                                    <p:anim calcmode="lin" valueType="num">
                                      <p:cBhvr>
                                        <p:cTn id="35" dur="1000" fill="hold"/>
                                        <p:tgtEl>
                                          <p:spTgt spid="6">
                                            <p:graphicEl>
                                              <a:dgm id="{6E53630C-4FF8-49A3-A3C1-E0659CEAFCEB}"/>
                                            </p:graphicEl>
                                          </p:spTgt>
                                        </p:tgtEl>
                                        <p:attrNameLst>
                                          <p:attrName>ppt_x</p:attrName>
                                        </p:attrNameLst>
                                      </p:cBhvr>
                                      <p:tavLst>
                                        <p:tav tm="0">
                                          <p:val>
                                            <p:strVal val="#ppt_x"/>
                                          </p:val>
                                        </p:tav>
                                        <p:tav tm="100000">
                                          <p:val>
                                            <p:strVal val="#ppt_x"/>
                                          </p:val>
                                        </p:tav>
                                      </p:tavLst>
                                    </p:anim>
                                    <p:anim calcmode="lin" valueType="num">
                                      <p:cBhvr>
                                        <p:cTn id="36" dur="1000" fill="hold"/>
                                        <p:tgtEl>
                                          <p:spTgt spid="6">
                                            <p:graphicEl>
                                              <a:dgm id="{6E53630C-4FF8-49A3-A3C1-E0659CEAFCEB}"/>
                                            </p:graphic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7" presetClass="entr" presetSubtype="0" fill="hold" grpId="0" nodeType="clickEffect">
                                  <p:stCondLst>
                                    <p:cond delay="0"/>
                                  </p:stCondLst>
                                  <p:childTnLst>
                                    <p:set>
                                      <p:cBhvr>
                                        <p:cTn id="40" dur="1" fill="hold">
                                          <p:stCondLst>
                                            <p:cond delay="0"/>
                                          </p:stCondLst>
                                        </p:cTn>
                                        <p:tgtEl>
                                          <p:spTgt spid="6">
                                            <p:graphicEl>
                                              <a:dgm id="{447302F0-3EF2-4B76-AF0E-7C6EB30F5118}"/>
                                            </p:graphicEl>
                                          </p:spTgt>
                                        </p:tgtEl>
                                        <p:attrNameLst>
                                          <p:attrName>style.visibility</p:attrName>
                                        </p:attrNameLst>
                                      </p:cBhvr>
                                      <p:to>
                                        <p:strVal val="visible"/>
                                      </p:to>
                                    </p:set>
                                    <p:animEffect transition="in" filter="fade">
                                      <p:cBhvr>
                                        <p:cTn id="41" dur="1000"/>
                                        <p:tgtEl>
                                          <p:spTgt spid="6">
                                            <p:graphicEl>
                                              <a:dgm id="{447302F0-3EF2-4B76-AF0E-7C6EB30F5118}"/>
                                            </p:graphicEl>
                                          </p:spTgt>
                                        </p:tgtEl>
                                      </p:cBhvr>
                                    </p:animEffect>
                                    <p:anim calcmode="lin" valueType="num">
                                      <p:cBhvr>
                                        <p:cTn id="42" dur="1000" fill="hold"/>
                                        <p:tgtEl>
                                          <p:spTgt spid="6">
                                            <p:graphicEl>
                                              <a:dgm id="{447302F0-3EF2-4B76-AF0E-7C6EB30F5118}"/>
                                            </p:graphicEl>
                                          </p:spTgt>
                                        </p:tgtEl>
                                        <p:attrNameLst>
                                          <p:attrName>ppt_x</p:attrName>
                                        </p:attrNameLst>
                                      </p:cBhvr>
                                      <p:tavLst>
                                        <p:tav tm="0">
                                          <p:val>
                                            <p:strVal val="#ppt_x"/>
                                          </p:val>
                                        </p:tav>
                                        <p:tav tm="100000">
                                          <p:val>
                                            <p:strVal val="#ppt_x"/>
                                          </p:val>
                                        </p:tav>
                                      </p:tavLst>
                                    </p:anim>
                                    <p:anim calcmode="lin" valueType="num">
                                      <p:cBhvr>
                                        <p:cTn id="43" dur="1000" fill="hold"/>
                                        <p:tgtEl>
                                          <p:spTgt spid="6">
                                            <p:graphicEl>
                                              <a:dgm id="{447302F0-3EF2-4B76-AF0E-7C6EB30F5118}"/>
                                            </p:graphicEl>
                                          </p:spTgt>
                                        </p:tgtEl>
                                        <p:attrNameLst>
                                          <p:attrName>ppt_y</p:attrName>
                                        </p:attrNameLst>
                                      </p:cBhvr>
                                      <p:tavLst>
                                        <p:tav tm="0">
                                          <p:val>
                                            <p:strVal val="#ppt_y-.1"/>
                                          </p:val>
                                        </p:tav>
                                        <p:tav tm="100000">
                                          <p:val>
                                            <p:strVal val="#ppt_y"/>
                                          </p:val>
                                        </p:tav>
                                      </p:tavLst>
                                    </p:anim>
                                  </p:childTnLst>
                                </p:cTn>
                              </p:par>
                              <p:par>
                                <p:cTn id="44" presetID="47" presetClass="entr" presetSubtype="0" fill="hold" grpId="0" nodeType="withEffect">
                                  <p:stCondLst>
                                    <p:cond delay="0"/>
                                  </p:stCondLst>
                                  <p:childTnLst>
                                    <p:set>
                                      <p:cBhvr>
                                        <p:cTn id="45" dur="1" fill="hold">
                                          <p:stCondLst>
                                            <p:cond delay="0"/>
                                          </p:stCondLst>
                                        </p:cTn>
                                        <p:tgtEl>
                                          <p:spTgt spid="6">
                                            <p:graphicEl>
                                              <a:dgm id="{54E46023-4821-4D8C-941E-E932B7719DEE}"/>
                                            </p:graphicEl>
                                          </p:spTgt>
                                        </p:tgtEl>
                                        <p:attrNameLst>
                                          <p:attrName>style.visibility</p:attrName>
                                        </p:attrNameLst>
                                      </p:cBhvr>
                                      <p:to>
                                        <p:strVal val="visible"/>
                                      </p:to>
                                    </p:set>
                                    <p:animEffect transition="in" filter="fade">
                                      <p:cBhvr>
                                        <p:cTn id="46" dur="1000"/>
                                        <p:tgtEl>
                                          <p:spTgt spid="6">
                                            <p:graphicEl>
                                              <a:dgm id="{54E46023-4821-4D8C-941E-E932B7719DEE}"/>
                                            </p:graphicEl>
                                          </p:spTgt>
                                        </p:tgtEl>
                                      </p:cBhvr>
                                    </p:animEffect>
                                    <p:anim calcmode="lin" valueType="num">
                                      <p:cBhvr>
                                        <p:cTn id="47" dur="1000" fill="hold"/>
                                        <p:tgtEl>
                                          <p:spTgt spid="6">
                                            <p:graphicEl>
                                              <a:dgm id="{54E46023-4821-4D8C-941E-E932B7719DEE}"/>
                                            </p:graphicEl>
                                          </p:spTgt>
                                        </p:tgtEl>
                                        <p:attrNameLst>
                                          <p:attrName>ppt_x</p:attrName>
                                        </p:attrNameLst>
                                      </p:cBhvr>
                                      <p:tavLst>
                                        <p:tav tm="0">
                                          <p:val>
                                            <p:strVal val="#ppt_x"/>
                                          </p:val>
                                        </p:tav>
                                        <p:tav tm="100000">
                                          <p:val>
                                            <p:strVal val="#ppt_x"/>
                                          </p:val>
                                        </p:tav>
                                      </p:tavLst>
                                    </p:anim>
                                    <p:anim calcmode="lin" valueType="num">
                                      <p:cBhvr>
                                        <p:cTn id="48" dur="1000" fill="hold"/>
                                        <p:tgtEl>
                                          <p:spTgt spid="6">
                                            <p:graphicEl>
                                              <a:dgm id="{54E46023-4821-4D8C-941E-E932B7719DEE}"/>
                                            </p:graphicEl>
                                          </p:spTgt>
                                        </p:tgtEl>
                                        <p:attrNameLst>
                                          <p:attrName>ppt_y</p:attrName>
                                        </p:attrNameLst>
                                      </p:cBhvr>
                                      <p:tavLst>
                                        <p:tav tm="0">
                                          <p:val>
                                            <p:strVal val="#ppt_y-.1"/>
                                          </p:val>
                                        </p:tav>
                                        <p:tav tm="100000">
                                          <p:val>
                                            <p:strVal val="#ppt_y"/>
                                          </p:val>
                                        </p:tav>
                                      </p:tavLst>
                                    </p:anim>
                                  </p:childTnLst>
                                </p:cTn>
                              </p:par>
                              <p:par>
                                <p:cTn id="49" presetID="47" presetClass="entr" presetSubtype="0" fill="hold" grpId="0" nodeType="withEffect">
                                  <p:stCondLst>
                                    <p:cond delay="0"/>
                                  </p:stCondLst>
                                  <p:childTnLst>
                                    <p:set>
                                      <p:cBhvr>
                                        <p:cTn id="50" dur="1" fill="hold">
                                          <p:stCondLst>
                                            <p:cond delay="0"/>
                                          </p:stCondLst>
                                        </p:cTn>
                                        <p:tgtEl>
                                          <p:spTgt spid="6">
                                            <p:graphicEl>
                                              <a:dgm id="{0151C798-85B6-4F1F-9F06-919AD18C8972}"/>
                                            </p:graphicEl>
                                          </p:spTgt>
                                        </p:tgtEl>
                                        <p:attrNameLst>
                                          <p:attrName>style.visibility</p:attrName>
                                        </p:attrNameLst>
                                      </p:cBhvr>
                                      <p:to>
                                        <p:strVal val="visible"/>
                                      </p:to>
                                    </p:set>
                                    <p:animEffect transition="in" filter="fade">
                                      <p:cBhvr>
                                        <p:cTn id="51" dur="1000"/>
                                        <p:tgtEl>
                                          <p:spTgt spid="6">
                                            <p:graphicEl>
                                              <a:dgm id="{0151C798-85B6-4F1F-9F06-919AD18C8972}"/>
                                            </p:graphicEl>
                                          </p:spTgt>
                                        </p:tgtEl>
                                      </p:cBhvr>
                                    </p:animEffect>
                                    <p:anim calcmode="lin" valueType="num">
                                      <p:cBhvr>
                                        <p:cTn id="52" dur="1000" fill="hold"/>
                                        <p:tgtEl>
                                          <p:spTgt spid="6">
                                            <p:graphicEl>
                                              <a:dgm id="{0151C798-85B6-4F1F-9F06-919AD18C8972}"/>
                                            </p:graphicEl>
                                          </p:spTgt>
                                        </p:tgtEl>
                                        <p:attrNameLst>
                                          <p:attrName>ppt_x</p:attrName>
                                        </p:attrNameLst>
                                      </p:cBhvr>
                                      <p:tavLst>
                                        <p:tav tm="0">
                                          <p:val>
                                            <p:strVal val="#ppt_x"/>
                                          </p:val>
                                        </p:tav>
                                        <p:tav tm="100000">
                                          <p:val>
                                            <p:strVal val="#ppt_x"/>
                                          </p:val>
                                        </p:tav>
                                      </p:tavLst>
                                    </p:anim>
                                    <p:anim calcmode="lin" valueType="num">
                                      <p:cBhvr>
                                        <p:cTn id="53" dur="1000" fill="hold"/>
                                        <p:tgtEl>
                                          <p:spTgt spid="6">
                                            <p:graphicEl>
                                              <a:dgm id="{0151C798-85B6-4F1F-9F06-919AD18C8972}"/>
                                            </p:graphic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7" presetClass="entr" presetSubtype="0" fill="hold" grpId="0" nodeType="clickEffect">
                                  <p:stCondLst>
                                    <p:cond delay="0"/>
                                  </p:stCondLst>
                                  <p:childTnLst>
                                    <p:set>
                                      <p:cBhvr>
                                        <p:cTn id="57" dur="1" fill="hold">
                                          <p:stCondLst>
                                            <p:cond delay="0"/>
                                          </p:stCondLst>
                                        </p:cTn>
                                        <p:tgtEl>
                                          <p:spTgt spid="6">
                                            <p:graphicEl>
                                              <a:dgm id="{14813EF9-56B0-4C5A-96D3-CE6A01435830}"/>
                                            </p:graphicEl>
                                          </p:spTgt>
                                        </p:tgtEl>
                                        <p:attrNameLst>
                                          <p:attrName>style.visibility</p:attrName>
                                        </p:attrNameLst>
                                      </p:cBhvr>
                                      <p:to>
                                        <p:strVal val="visible"/>
                                      </p:to>
                                    </p:set>
                                    <p:animEffect transition="in" filter="fade">
                                      <p:cBhvr>
                                        <p:cTn id="58" dur="1000"/>
                                        <p:tgtEl>
                                          <p:spTgt spid="6">
                                            <p:graphicEl>
                                              <a:dgm id="{14813EF9-56B0-4C5A-96D3-CE6A01435830}"/>
                                            </p:graphicEl>
                                          </p:spTgt>
                                        </p:tgtEl>
                                      </p:cBhvr>
                                    </p:animEffect>
                                    <p:anim calcmode="lin" valueType="num">
                                      <p:cBhvr>
                                        <p:cTn id="59" dur="1000" fill="hold"/>
                                        <p:tgtEl>
                                          <p:spTgt spid="6">
                                            <p:graphicEl>
                                              <a:dgm id="{14813EF9-56B0-4C5A-96D3-CE6A01435830}"/>
                                            </p:graphicEl>
                                          </p:spTgt>
                                        </p:tgtEl>
                                        <p:attrNameLst>
                                          <p:attrName>ppt_x</p:attrName>
                                        </p:attrNameLst>
                                      </p:cBhvr>
                                      <p:tavLst>
                                        <p:tav tm="0">
                                          <p:val>
                                            <p:strVal val="#ppt_x"/>
                                          </p:val>
                                        </p:tav>
                                        <p:tav tm="100000">
                                          <p:val>
                                            <p:strVal val="#ppt_x"/>
                                          </p:val>
                                        </p:tav>
                                      </p:tavLst>
                                    </p:anim>
                                    <p:anim calcmode="lin" valueType="num">
                                      <p:cBhvr>
                                        <p:cTn id="60" dur="1000" fill="hold"/>
                                        <p:tgtEl>
                                          <p:spTgt spid="6">
                                            <p:graphicEl>
                                              <a:dgm id="{14813EF9-56B0-4C5A-96D3-CE6A01435830}"/>
                                            </p:graphicEl>
                                          </p:spTgt>
                                        </p:tgtEl>
                                        <p:attrNameLst>
                                          <p:attrName>ppt_y</p:attrName>
                                        </p:attrNameLst>
                                      </p:cBhvr>
                                      <p:tavLst>
                                        <p:tav tm="0">
                                          <p:val>
                                            <p:strVal val="#ppt_y-.1"/>
                                          </p:val>
                                        </p:tav>
                                        <p:tav tm="100000">
                                          <p:val>
                                            <p:strVal val="#ppt_y"/>
                                          </p:val>
                                        </p:tav>
                                      </p:tavLst>
                                    </p:anim>
                                  </p:childTnLst>
                                </p:cTn>
                              </p:par>
                              <p:par>
                                <p:cTn id="61" presetID="47" presetClass="entr" presetSubtype="0" fill="hold" grpId="0" nodeType="withEffect">
                                  <p:stCondLst>
                                    <p:cond delay="0"/>
                                  </p:stCondLst>
                                  <p:childTnLst>
                                    <p:set>
                                      <p:cBhvr>
                                        <p:cTn id="62" dur="1" fill="hold">
                                          <p:stCondLst>
                                            <p:cond delay="0"/>
                                          </p:stCondLst>
                                        </p:cTn>
                                        <p:tgtEl>
                                          <p:spTgt spid="6">
                                            <p:graphicEl>
                                              <a:dgm id="{6D9252FB-0787-4FC5-A086-CAD89F4D1A0C}"/>
                                            </p:graphicEl>
                                          </p:spTgt>
                                        </p:tgtEl>
                                        <p:attrNameLst>
                                          <p:attrName>style.visibility</p:attrName>
                                        </p:attrNameLst>
                                      </p:cBhvr>
                                      <p:to>
                                        <p:strVal val="visible"/>
                                      </p:to>
                                    </p:set>
                                    <p:animEffect transition="in" filter="fade">
                                      <p:cBhvr>
                                        <p:cTn id="63" dur="1000"/>
                                        <p:tgtEl>
                                          <p:spTgt spid="6">
                                            <p:graphicEl>
                                              <a:dgm id="{6D9252FB-0787-4FC5-A086-CAD89F4D1A0C}"/>
                                            </p:graphicEl>
                                          </p:spTgt>
                                        </p:tgtEl>
                                      </p:cBhvr>
                                    </p:animEffect>
                                    <p:anim calcmode="lin" valueType="num">
                                      <p:cBhvr>
                                        <p:cTn id="64" dur="1000" fill="hold"/>
                                        <p:tgtEl>
                                          <p:spTgt spid="6">
                                            <p:graphicEl>
                                              <a:dgm id="{6D9252FB-0787-4FC5-A086-CAD89F4D1A0C}"/>
                                            </p:graphicEl>
                                          </p:spTgt>
                                        </p:tgtEl>
                                        <p:attrNameLst>
                                          <p:attrName>ppt_x</p:attrName>
                                        </p:attrNameLst>
                                      </p:cBhvr>
                                      <p:tavLst>
                                        <p:tav tm="0">
                                          <p:val>
                                            <p:strVal val="#ppt_x"/>
                                          </p:val>
                                        </p:tav>
                                        <p:tav tm="100000">
                                          <p:val>
                                            <p:strVal val="#ppt_x"/>
                                          </p:val>
                                        </p:tav>
                                      </p:tavLst>
                                    </p:anim>
                                    <p:anim calcmode="lin" valueType="num">
                                      <p:cBhvr>
                                        <p:cTn id="65" dur="1000" fill="hold"/>
                                        <p:tgtEl>
                                          <p:spTgt spid="6">
                                            <p:graphicEl>
                                              <a:dgm id="{6D9252FB-0787-4FC5-A086-CAD89F4D1A0C}"/>
                                            </p:graphicEl>
                                          </p:spTgt>
                                        </p:tgtEl>
                                        <p:attrNameLst>
                                          <p:attrName>ppt_y</p:attrName>
                                        </p:attrNameLst>
                                      </p:cBhvr>
                                      <p:tavLst>
                                        <p:tav tm="0">
                                          <p:val>
                                            <p:strVal val="#ppt_y-.1"/>
                                          </p:val>
                                        </p:tav>
                                        <p:tav tm="100000">
                                          <p:val>
                                            <p:strVal val="#ppt_y"/>
                                          </p:val>
                                        </p:tav>
                                      </p:tavLst>
                                    </p:anim>
                                  </p:childTnLst>
                                </p:cTn>
                              </p:par>
                              <p:par>
                                <p:cTn id="66" presetID="47" presetClass="entr" presetSubtype="0" fill="hold" grpId="0" nodeType="withEffect">
                                  <p:stCondLst>
                                    <p:cond delay="0"/>
                                  </p:stCondLst>
                                  <p:childTnLst>
                                    <p:set>
                                      <p:cBhvr>
                                        <p:cTn id="67" dur="1" fill="hold">
                                          <p:stCondLst>
                                            <p:cond delay="0"/>
                                          </p:stCondLst>
                                        </p:cTn>
                                        <p:tgtEl>
                                          <p:spTgt spid="6">
                                            <p:graphicEl>
                                              <a:dgm id="{56FE3C06-5C15-4B59-B712-9FA38DA8254A}"/>
                                            </p:graphicEl>
                                          </p:spTgt>
                                        </p:tgtEl>
                                        <p:attrNameLst>
                                          <p:attrName>style.visibility</p:attrName>
                                        </p:attrNameLst>
                                      </p:cBhvr>
                                      <p:to>
                                        <p:strVal val="visible"/>
                                      </p:to>
                                    </p:set>
                                    <p:animEffect transition="in" filter="fade">
                                      <p:cBhvr>
                                        <p:cTn id="68" dur="1000"/>
                                        <p:tgtEl>
                                          <p:spTgt spid="6">
                                            <p:graphicEl>
                                              <a:dgm id="{56FE3C06-5C15-4B59-B712-9FA38DA8254A}"/>
                                            </p:graphicEl>
                                          </p:spTgt>
                                        </p:tgtEl>
                                      </p:cBhvr>
                                    </p:animEffect>
                                    <p:anim calcmode="lin" valueType="num">
                                      <p:cBhvr>
                                        <p:cTn id="69" dur="1000" fill="hold"/>
                                        <p:tgtEl>
                                          <p:spTgt spid="6">
                                            <p:graphicEl>
                                              <a:dgm id="{56FE3C06-5C15-4B59-B712-9FA38DA8254A}"/>
                                            </p:graphicEl>
                                          </p:spTgt>
                                        </p:tgtEl>
                                        <p:attrNameLst>
                                          <p:attrName>ppt_x</p:attrName>
                                        </p:attrNameLst>
                                      </p:cBhvr>
                                      <p:tavLst>
                                        <p:tav tm="0">
                                          <p:val>
                                            <p:strVal val="#ppt_x"/>
                                          </p:val>
                                        </p:tav>
                                        <p:tav tm="100000">
                                          <p:val>
                                            <p:strVal val="#ppt_x"/>
                                          </p:val>
                                        </p:tav>
                                      </p:tavLst>
                                    </p:anim>
                                    <p:anim calcmode="lin" valueType="num">
                                      <p:cBhvr>
                                        <p:cTn id="70" dur="1000" fill="hold"/>
                                        <p:tgtEl>
                                          <p:spTgt spid="6">
                                            <p:graphicEl>
                                              <a:dgm id="{56FE3C06-5C15-4B59-B712-9FA38DA8254A}"/>
                                            </p:graphic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7" presetClass="entr" presetSubtype="0" fill="hold" grpId="0" nodeType="clickEffect">
                                  <p:stCondLst>
                                    <p:cond delay="0"/>
                                  </p:stCondLst>
                                  <p:childTnLst>
                                    <p:set>
                                      <p:cBhvr>
                                        <p:cTn id="74" dur="1" fill="hold">
                                          <p:stCondLst>
                                            <p:cond delay="0"/>
                                          </p:stCondLst>
                                        </p:cTn>
                                        <p:tgtEl>
                                          <p:spTgt spid="6">
                                            <p:graphicEl>
                                              <a:dgm id="{DC2C5C34-6996-44D8-9D16-E0BAD04DB532}"/>
                                            </p:graphicEl>
                                          </p:spTgt>
                                        </p:tgtEl>
                                        <p:attrNameLst>
                                          <p:attrName>style.visibility</p:attrName>
                                        </p:attrNameLst>
                                      </p:cBhvr>
                                      <p:to>
                                        <p:strVal val="visible"/>
                                      </p:to>
                                    </p:set>
                                    <p:animEffect transition="in" filter="fade">
                                      <p:cBhvr>
                                        <p:cTn id="75" dur="1000"/>
                                        <p:tgtEl>
                                          <p:spTgt spid="6">
                                            <p:graphicEl>
                                              <a:dgm id="{DC2C5C34-6996-44D8-9D16-E0BAD04DB532}"/>
                                            </p:graphicEl>
                                          </p:spTgt>
                                        </p:tgtEl>
                                      </p:cBhvr>
                                    </p:animEffect>
                                    <p:anim calcmode="lin" valueType="num">
                                      <p:cBhvr>
                                        <p:cTn id="76" dur="1000" fill="hold"/>
                                        <p:tgtEl>
                                          <p:spTgt spid="6">
                                            <p:graphicEl>
                                              <a:dgm id="{DC2C5C34-6996-44D8-9D16-E0BAD04DB532}"/>
                                            </p:graphicEl>
                                          </p:spTgt>
                                        </p:tgtEl>
                                        <p:attrNameLst>
                                          <p:attrName>ppt_x</p:attrName>
                                        </p:attrNameLst>
                                      </p:cBhvr>
                                      <p:tavLst>
                                        <p:tav tm="0">
                                          <p:val>
                                            <p:strVal val="#ppt_x"/>
                                          </p:val>
                                        </p:tav>
                                        <p:tav tm="100000">
                                          <p:val>
                                            <p:strVal val="#ppt_x"/>
                                          </p:val>
                                        </p:tav>
                                      </p:tavLst>
                                    </p:anim>
                                    <p:anim calcmode="lin" valueType="num">
                                      <p:cBhvr>
                                        <p:cTn id="77" dur="1000" fill="hold"/>
                                        <p:tgtEl>
                                          <p:spTgt spid="6">
                                            <p:graphicEl>
                                              <a:dgm id="{DC2C5C34-6996-44D8-9D16-E0BAD04DB532}"/>
                                            </p:graphicEl>
                                          </p:spTgt>
                                        </p:tgtEl>
                                        <p:attrNameLst>
                                          <p:attrName>ppt_y</p:attrName>
                                        </p:attrNameLst>
                                      </p:cBhvr>
                                      <p:tavLst>
                                        <p:tav tm="0">
                                          <p:val>
                                            <p:strVal val="#ppt_y-.1"/>
                                          </p:val>
                                        </p:tav>
                                        <p:tav tm="100000">
                                          <p:val>
                                            <p:strVal val="#ppt_y"/>
                                          </p:val>
                                        </p:tav>
                                      </p:tavLst>
                                    </p:anim>
                                  </p:childTnLst>
                                </p:cTn>
                              </p:par>
                              <p:par>
                                <p:cTn id="78" presetID="47" presetClass="entr" presetSubtype="0" fill="hold" grpId="0" nodeType="withEffect">
                                  <p:stCondLst>
                                    <p:cond delay="0"/>
                                  </p:stCondLst>
                                  <p:childTnLst>
                                    <p:set>
                                      <p:cBhvr>
                                        <p:cTn id="79" dur="1" fill="hold">
                                          <p:stCondLst>
                                            <p:cond delay="0"/>
                                          </p:stCondLst>
                                        </p:cTn>
                                        <p:tgtEl>
                                          <p:spTgt spid="6">
                                            <p:graphicEl>
                                              <a:dgm id="{8B42D8BE-5E10-4748-BD0E-126BF4EFBE7A}"/>
                                            </p:graphicEl>
                                          </p:spTgt>
                                        </p:tgtEl>
                                        <p:attrNameLst>
                                          <p:attrName>style.visibility</p:attrName>
                                        </p:attrNameLst>
                                      </p:cBhvr>
                                      <p:to>
                                        <p:strVal val="visible"/>
                                      </p:to>
                                    </p:set>
                                    <p:animEffect transition="in" filter="fade">
                                      <p:cBhvr>
                                        <p:cTn id="80" dur="1000"/>
                                        <p:tgtEl>
                                          <p:spTgt spid="6">
                                            <p:graphicEl>
                                              <a:dgm id="{8B42D8BE-5E10-4748-BD0E-126BF4EFBE7A}"/>
                                            </p:graphicEl>
                                          </p:spTgt>
                                        </p:tgtEl>
                                      </p:cBhvr>
                                    </p:animEffect>
                                    <p:anim calcmode="lin" valueType="num">
                                      <p:cBhvr>
                                        <p:cTn id="81" dur="1000" fill="hold"/>
                                        <p:tgtEl>
                                          <p:spTgt spid="6">
                                            <p:graphicEl>
                                              <a:dgm id="{8B42D8BE-5E10-4748-BD0E-126BF4EFBE7A}"/>
                                            </p:graphicEl>
                                          </p:spTgt>
                                        </p:tgtEl>
                                        <p:attrNameLst>
                                          <p:attrName>ppt_x</p:attrName>
                                        </p:attrNameLst>
                                      </p:cBhvr>
                                      <p:tavLst>
                                        <p:tav tm="0">
                                          <p:val>
                                            <p:strVal val="#ppt_x"/>
                                          </p:val>
                                        </p:tav>
                                        <p:tav tm="100000">
                                          <p:val>
                                            <p:strVal val="#ppt_x"/>
                                          </p:val>
                                        </p:tav>
                                      </p:tavLst>
                                    </p:anim>
                                    <p:anim calcmode="lin" valueType="num">
                                      <p:cBhvr>
                                        <p:cTn id="82" dur="1000" fill="hold"/>
                                        <p:tgtEl>
                                          <p:spTgt spid="6">
                                            <p:graphicEl>
                                              <a:dgm id="{8B42D8BE-5E10-4748-BD0E-126BF4EFBE7A}"/>
                                            </p:graphicEl>
                                          </p:spTgt>
                                        </p:tgtEl>
                                        <p:attrNameLst>
                                          <p:attrName>ppt_y</p:attrName>
                                        </p:attrNameLst>
                                      </p:cBhvr>
                                      <p:tavLst>
                                        <p:tav tm="0">
                                          <p:val>
                                            <p:strVal val="#ppt_y-.1"/>
                                          </p:val>
                                        </p:tav>
                                        <p:tav tm="100000">
                                          <p:val>
                                            <p:strVal val="#ppt_y"/>
                                          </p:val>
                                        </p:tav>
                                      </p:tavLst>
                                    </p:anim>
                                  </p:childTnLst>
                                </p:cTn>
                              </p:par>
                              <p:par>
                                <p:cTn id="83" presetID="47" presetClass="entr" presetSubtype="0" fill="hold" grpId="0" nodeType="withEffect">
                                  <p:stCondLst>
                                    <p:cond delay="0"/>
                                  </p:stCondLst>
                                  <p:childTnLst>
                                    <p:set>
                                      <p:cBhvr>
                                        <p:cTn id="84" dur="1" fill="hold">
                                          <p:stCondLst>
                                            <p:cond delay="0"/>
                                          </p:stCondLst>
                                        </p:cTn>
                                        <p:tgtEl>
                                          <p:spTgt spid="6">
                                            <p:graphicEl>
                                              <a:dgm id="{09746ED2-E8ED-4A4A-B511-EEDF6C94E755}"/>
                                            </p:graphicEl>
                                          </p:spTgt>
                                        </p:tgtEl>
                                        <p:attrNameLst>
                                          <p:attrName>style.visibility</p:attrName>
                                        </p:attrNameLst>
                                      </p:cBhvr>
                                      <p:to>
                                        <p:strVal val="visible"/>
                                      </p:to>
                                    </p:set>
                                    <p:animEffect transition="in" filter="fade">
                                      <p:cBhvr>
                                        <p:cTn id="85" dur="1000"/>
                                        <p:tgtEl>
                                          <p:spTgt spid="6">
                                            <p:graphicEl>
                                              <a:dgm id="{09746ED2-E8ED-4A4A-B511-EEDF6C94E755}"/>
                                            </p:graphicEl>
                                          </p:spTgt>
                                        </p:tgtEl>
                                      </p:cBhvr>
                                    </p:animEffect>
                                    <p:anim calcmode="lin" valueType="num">
                                      <p:cBhvr>
                                        <p:cTn id="86" dur="1000" fill="hold"/>
                                        <p:tgtEl>
                                          <p:spTgt spid="6">
                                            <p:graphicEl>
                                              <a:dgm id="{09746ED2-E8ED-4A4A-B511-EEDF6C94E755}"/>
                                            </p:graphicEl>
                                          </p:spTgt>
                                        </p:tgtEl>
                                        <p:attrNameLst>
                                          <p:attrName>ppt_x</p:attrName>
                                        </p:attrNameLst>
                                      </p:cBhvr>
                                      <p:tavLst>
                                        <p:tav tm="0">
                                          <p:val>
                                            <p:strVal val="#ppt_x"/>
                                          </p:val>
                                        </p:tav>
                                        <p:tav tm="100000">
                                          <p:val>
                                            <p:strVal val="#ppt_x"/>
                                          </p:val>
                                        </p:tav>
                                      </p:tavLst>
                                    </p:anim>
                                    <p:anim calcmode="lin" valueType="num">
                                      <p:cBhvr>
                                        <p:cTn id="87" dur="1000" fill="hold"/>
                                        <p:tgtEl>
                                          <p:spTgt spid="6">
                                            <p:graphicEl>
                                              <a:dgm id="{09746ED2-E8ED-4A4A-B511-EEDF6C94E755}"/>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solidFill>
                  <a:schemeClr val="tx2">
                    <a:lumMod val="50000"/>
                  </a:schemeClr>
                </a:solidFill>
              </a:rPr>
              <a:t>Characteristics of Fifth Generation Computers </a:t>
            </a:r>
          </a:p>
        </p:txBody>
      </p:sp>
      <p:sp>
        <p:nvSpPr>
          <p:cNvPr id="4" name="Text Placeholder 3"/>
          <p:cNvSpPr>
            <a:spLocks noGrp="1"/>
          </p:cNvSpPr>
          <p:nvPr>
            <p:ph type="body" idx="1"/>
          </p:nvPr>
        </p:nvSpPr>
        <p:spPr/>
        <p:txBody>
          <a:bodyPr/>
          <a:lstStyle/>
          <a:p>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13</a:t>
            </a:fld>
            <a:endParaRPr lang="en-US"/>
          </a:p>
        </p:txBody>
      </p:sp>
      <p:pic>
        <p:nvPicPr>
          <p:cNvPr id="5" name="Picture 4"/>
          <p:cNvPicPr>
            <a:picLocks noChangeAspect="1"/>
          </p:cNvPicPr>
          <p:nvPr/>
        </p:nvPicPr>
        <p:blipFill>
          <a:blip r:embed="rId2">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57200" y="1564175"/>
            <a:ext cx="5969231" cy="4722325"/>
          </a:xfrm>
          <a:prstGeom prst="rect">
            <a:avLst/>
          </a:prstGeom>
        </p:spPr>
      </p:pic>
      <p:graphicFrame>
        <p:nvGraphicFramePr>
          <p:cNvPr id="6" name="Diagram 5"/>
          <p:cNvGraphicFramePr/>
          <p:nvPr>
            <p:extLst>
              <p:ext uri="{D42A27DB-BD31-4B8C-83A1-F6EECF244321}">
                <p14:modId xmlns:p14="http://schemas.microsoft.com/office/powerpoint/2010/main" val="4140756439"/>
              </p:ext>
            </p:extLst>
          </p:nvPr>
        </p:nvGraphicFramePr>
        <p:xfrm>
          <a:off x="290946" y="1564175"/>
          <a:ext cx="8395854" cy="45368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1695628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graphicEl>
                                              <a:dgm id="{E1601D23-99F5-422D-8E6C-E09A8ED146FA}"/>
                                            </p:graphicEl>
                                          </p:spTgt>
                                        </p:tgtEl>
                                        <p:attrNameLst>
                                          <p:attrName>style.visibility</p:attrName>
                                        </p:attrNameLst>
                                      </p:cBhvr>
                                      <p:to>
                                        <p:strVal val="visible"/>
                                      </p:to>
                                    </p:set>
                                    <p:anim calcmode="lin" valueType="num">
                                      <p:cBhvr additive="base">
                                        <p:cTn id="7" dur="500" fill="hold"/>
                                        <p:tgtEl>
                                          <p:spTgt spid="6">
                                            <p:graphicEl>
                                              <a:dgm id="{E1601D23-99F5-422D-8E6C-E09A8ED146FA}"/>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graphicEl>
                                              <a:dgm id="{E1601D23-99F5-422D-8E6C-E09A8ED146FA}"/>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graphicEl>
                                              <a:dgm id="{38F940FF-0BB2-45B9-BC95-506DFDDED158}"/>
                                            </p:graphicEl>
                                          </p:spTgt>
                                        </p:tgtEl>
                                        <p:attrNameLst>
                                          <p:attrName>style.visibility</p:attrName>
                                        </p:attrNameLst>
                                      </p:cBhvr>
                                      <p:to>
                                        <p:strVal val="visible"/>
                                      </p:to>
                                    </p:set>
                                    <p:anim calcmode="lin" valueType="num">
                                      <p:cBhvr additive="base">
                                        <p:cTn id="11" dur="500" fill="hold"/>
                                        <p:tgtEl>
                                          <p:spTgt spid="6">
                                            <p:graphicEl>
                                              <a:dgm id="{38F940FF-0BB2-45B9-BC95-506DFDDED158}"/>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graphicEl>
                                              <a:dgm id="{38F940FF-0BB2-45B9-BC95-506DFDDED158}"/>
                                            </p:graphic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graphicEl>
                                              <a:dgm id="{1987EC98-C39B-4CCD-BB4E-B9AB0B03D2F7}"/>
                                            </p:graphicEl>
                                          </p:spTgt>
                                        </p:tgtEl>
                                        <p:attrNameLst>
                                          <p:attrName>style.visibility</p:attrName>
                                        </p:attrNameLst>
                                      </p:cBhvr>
                                      <p:to>
                                        <p:strVal val="visible"/>
                                      </p:to>
                                    </p:set>
                                    <p:anim calcmode="lin" valueType="num">
                                      <p:cBhvr additive="base">
                                        <p:cTn id="15" dur="500" fill="hold"/>
                                        <p:tgtEl>
                                          <p:spTgt spid="6">
                                            <p:graphicEl>
                                              <a:dgm id="{1987EC98-C39B-4CCD-BB4E-B9AB0B03D2F7}"/>
                                            </p:graphic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graphicEl>
                                              <a:dgm id="{1987EC98-C39B-4CCD-BB4E-B9AB0B03D2F7}"/>
                                            </p:graphic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graphicEl>
                                              <a:dgm id="{AB0DAB75-C946-4B97-9039-C2338CF4646C}"/>
                                            </p:graphicEl>
                                          </p:spTgt>
                                        </p:tgtEl>
                                        <p:attrNameLst>
                                          <p:attrName>style.visibility</p:attrName>
                                        </p:attrNameLst>
                                      </p:cBhvr>
                                      <p:to>
                                        <p:strVal val="visible"/>
                                      </p:to>
                                    </p:set>
                                    <p:anim calcmode="lin" valueType="num">
                                      <p:cBhvr additive="base">
                                        <p:cTn id="21" dur="500" fill="hold"/>
                                        <p:tgtEl>
                                          <p:spTgt spid="6">
                                            <p:graphicEl>
                                              <a:dgm id="{AB0DAB75-C946-4B97-9039-C2338CF4646C}"/>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graphicEl>
                                              <a:dgm id="{AB0DAB75-C946-4B97-9039-C2338CF4646C}"/>
                                            </p:graphic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6">
                                            <p:graphicEl>
                                              <a:dgm id="{067EBDF0-7A42-4A4C-8C6E-F3EA3AD09CCA}"/>
                                            </p:graphicEl>
                                          </p:spTgt>
                                        </p:tgtEl>
                                        <p:attrNameLst>
                                          <p:attrName>style.visibility</p:attrName>
                                        </p:attrNameLst>
                                      </p:cBhvr>
                                      <p:to>
                                        <p:strVal val="visible"/>
                                      </p:to>
                                    </p:set>
                                    <p:anim calcmode="lin" valueType="num">
                                      <p:cBhvr additive="base">
                                        <p:cTn id="25" dur="500" fill="hold"/>
                                        <p:tgtEl>
                                          <p:spTgt spid="6">
                                            <p:graphicEl>
                                              <a:dgm id="{067EBDF0-7A42-4A4C-8C6E-F3EA3AD09CCA}"/>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graphicEl>
                                              <a:dgm id="{067EBDF0-7A42-4A4C-8C6E-F3EA3AD09CCA}"/>
                                            </p:graphic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6">
                                            <p:graphicEl>
                                              <a:dgm id="{6E53630C-4FF8-49A3-A3C1-E0659CEAFCEB}"/>
                                            </p:graphicEl>
                                          </p:spTgt>
                                        </p:tgtEl>
                                        <p:attrNameLst>
                                          <p:attrName>style.visibility</p:attrName>
                                        </p:attrNameLst>
                                      </p:cBhvr>
                                      <p:to>
                                        <p:strVal val="visible"/>
                                      </p:to>
                                    </p:set>
                                    <p:anim calcmode="lin" valueType="num">
                                      <p:cBhvr additive="base">
                                        <p:cTn id="29" dur="500" fill="hold"/>
                                        <p:tgtEl>
                                          <p:spTgt spid="6">
                                            <p:graphicEl>
                                              <a:dgm id="{6E53630C-4FF8-49A3-A3C1-E0659CEAFCEB}"/>
                                            </p:graphic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graphicEl>
                                              <a:dgm id="{6E53630C-4FF8-49A3-A3C1-E0659CEAFCEB}"/>
                                            </p:graphic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6">
                                            <p:graphicEl>
                                              <a:dgm id="{DE93B29E-4769-4B5E-8336-C8D44D924A1D}"/>
                                            </p:graphicEl>
                                          </p:spTgt>
                                        </p:tgtEl>
                                        <p:attrNameLst>
                                          <p:attrName>style.visibility</p:attrName>
                                        </p:attrNameLst>
                                      </p:cBhvr>
                                      <p:to>
                                        <p:strVal val="visible"/>
                                      </p:to>
                                    </p:set>
                                    <p:anim calcmode="lin" valueType="num">
                                      <p:cBhvr additive="base">
                                        <p:cTn id="35" dur="500" fill="hold"/>
                                        <p:tgtEl>
                                          <p:spTgt spid="6">
                                            <p:graphicEl>
                                              <a:dgm id="{DE93B29E-4769-4B5E-8336-C8D44D924A1D}"/>
                                            </p:graphicEl>
                                          </p:spTgt>
                                        </p:tgtEl>
                                        <p:attrNameLst>
                                          <p:attrName>ppt_x</p:attrName>
                                        </p:attrNameLst>
                                      </p:cBhvr>
                                      <p:tavLst>
                                        <p:tav tm="0">
                                          <p:val>
                                            <p:strVal val="#ppt_x"/>
                                          </p:val>
                                        </p:tav>
                                        <p:tav tm="100000">
                                          <p:val>
                                            <p:strVal val="#ppt_x"/>
                                          </p:val>
                                        </p:tav>
                                      </p:tavLst>
                                    </p:anim>
                                    <p:anim calcmode="lin" valueType="num">
                                      <p:cBhvr additive="base">
                                        <p:cTn id="36" dur="500" fill="hold"/>
                                        <p:tgtEl>
                                          <p:spTgt spid="6">
                                            <p:graphicEl>
                                              <a:dgm id="{DE93B29E-4769-4B5E-8336-C8D44D924A1D}"/>
                                            </p:graphic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6">
                                            <p:graphicEl>
                                              <a:dgm id="{8CEC3D1E-4032-4B9E-9D22-F38A49B183EA}"/>
                                            </p:graphicEl>
                                          </p:spTgt>
                                        </p:tgtEl>
                                        <p:attrNameLst>
                                          <p:attrName>style.visibility</p:attrName>
                                        </p:attrNameLst>
                                      </p:cBhvr>
                                      <p:to>
                                        <p:strVal val="visible"/>
                                      </p:to>
                                    </p:set>
                                    <p:anim calcmode="lin" valueType="num">
                                      <p:cBhvr additive="base">
                                        <p:cTn id="39" dur="500" fill="hold"/>
                                        <p:tgtEl>
                                          <p:spTgt spid="6">
                                            <p:graphicEl>
                                              <a:dgm id="{8CEC3D1E-4032-4B9E-9D22-F38A49B183EA}"/>
                                            </p:graphicEl>
                                          </p:spTgt>
                                        </p:tgtEl>
                                        <p:attrNameLst>
                                          <p:attrName>ppt_x</p:attrName>
                                        </p:attrNameLst>
                                      </p:cBhvr>
                                      <p:tavLst>
                                        <p:tav tm="0">
                                          <p:val>
                                            <p:strVal val="#ppt_x"/>
                                          </p:val>
                                        </p:tav>
                                        <p:tav tm="100000">
                                          <p:val>
                                            <p:strVal val="#ppt_x"/>
                                          </p:val>
                                        </p:tav>
                                      </p:tavLst>
                                    </p:anim>
                                    <p:anim calcmode="lin" valueType="num">
                                      <p:cBhvr additive="base">
                                        <p:cTn id="40" dur="500" fill="hold"/>
                                        <p:tgtEl>
                                          <p:spTgt spid="6">
                                            <p:graphicEl>
                                              <a:dgm id="{8CEC3D1E-4032-4B9E-9D22-F38A49B183EA}"/>
                                            </p:graphic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6">
                                            <p:graphicEl>
                                              <a:dgm id="{A161FE8B-B275-4C61-931F-A3574BFB990E}"/>
                                            </p:graphicEl>
                                          </p:spTgt>
                                        </p:tgtEl>
                                        <p:attrNameLst>
                                          <p:attrName>style.visibility</p:attrName>
                                        </p:attrNameLst>
                                      </p:cBhvr>
                                      <p:to>
                                        <p:strVal val="visible"/>
                                      </p:to>
                                    </p:set>
                                    <p:anim calcmode="lin" valueType="num">
                                      <p:cBhvr additive="base">
                                        <p:cTn id="43" dur="500" fill="hold"/>
                                        <p:tgtEl>
                                          <p:spTgt spid="6">
                                            <p:graphicEl>
                                              <a:dgm id="{A161FE8B-B275-4C61-931F-A3574BFB990E}"/>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graphicEl>
                                              <a:dgm id="{A161FE8B-B275-4C61-931F-A3574BFB990E}"/>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
                                            <p:graphicEl>
                                              <a:dgm id="{14813EF9-56B0-4C5A-96D3-CE6A01435830}"/>
                                            </p:graphicEl>
                                          </p:spTgt>
                                        </p:tgtEl>
                                        <p:attrNameLst>
                                          <p:attrName>style.visibility</p:attrName>
                                        </p:attrNameLst>
                                      </p:cBhvr>
                                      <p:to>
                                        <p:strVal val="visible"/>
                                      </p:to>
                                    </p:set>
                                    <p:anim calcmode="lin" valueType="num">
                                      <p:cBhvr additive="base">
                                        <p:cTn id="49" dur="500" fill="hold"/>
                                        <p:tgtEl>
                                          <p:spTgt spid="6">
                                            <p:graphicEl>
                                              <a:dgm id="{14813EF9-56B0-4C5A-96D3-CE6A01435830}"/>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graphicEl>
                                              <a:dgm id="{14813EF9-56B0-4C5A-96D3-CE6A01435830}"/>
                                            </p:graphic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6">
                                            <p:graphicEl>
                                              <a:dgm id="{6D9252FB-0787-4FC5-A086-CAD89F4D1A0C}"/>
                                            </p:graphicEl>
                                          </p:spTgt>
                                        </p:tgtEl>
                                        <p:attrNameLst>
                                          <p:attrName>style.visibility</p:attrName>
                                        </p:attrNameLst>
                                      </p:cBhvr>
                                      <p:to>
                                        <p:strVal val="visible"/>
                                      </p:to>
                                    </p:set>
                                    <p:anim calcmode="lin" valueType="num">
                                      <p:cBhvr additive="base">
                                        <p:cTn id="53" dur="500" fill="hold"/>
                                        <p:tgtEl>
                                          <p:spTgt spid="6">
                                            <p:graphicEl>
                                              <a:dgm id="{6D9252FB-0787-4FC5-A086-CAD89F4D1A0C}"/>
                                            </p:graphicEl>
                                          </p:spTgt>
                                        </p:tgtEl>
                                        <p:attrNameLst>
                                          <p:attrName>ppt_x</p:attrName>
                                        </p:attrNameLst>
                                      </p:cBhvr>
                                      <p:tavLst>
                                        <p:tav tm="0">
                                          <p:val>
                                            <p:strVal val="#ppt_x"/>
                                          </p:val>
                                        </p:tav>
                                        <p:tav tm="100000">
                                          <p:val>
                                            <p:strVal val="#ppt_x"/>
                                          </p:val>
                                        </p:tav>
                                      </p:tavLst>
                                    </p:anim>
                                    <p:anim calcmode="lin" valueType="num">
                                      <p:cBhvr additive="base">
                                        <p:cTn id="54" dur="500" fill="hold"/>
                                        <p:tgtEl>
                                          <p:spTgt spid="6">
                                            <p:graphicEl>
                                              <a:dgm id="{6D9252FB-0787-4FC5-A086-CAD89F4D1A0C}"/>
                                            </p:graphic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6">
                                            <p:graphicEl>
                                              <a:dgm id="{56FE3C06-5C15-4B59-B712-9FA38DA8254A}"/>
                                            </p:graphicEl>
                                          </p:spTgt>
                                        </p:tgtEl>
                                        <p:attrNameLst>
                                          <p:attrName>style.visibility</p:attrName>
                                        </p:attrNameLst>
                                      </p:cBhvr>
                                      <p:to>
                                        <p:strVal val="visible"/>
                                      </p:to>
                                    </p:set>
                                    <p:anim calcmode="lin" valueType="num">
                                      <p:cBhvr additive="base">
                                        <p:cTn id="57" dur="500" fill="hold"/>
                                        <p:tgtEl>
                                          <p:spTgt spid="6">
                                            <p:graphicEl>
                                              <a:dgm id="{56FE3C06-5C15-4B59-B712-9FA38DA8254A}"/>
                                            </p:graphicEl>
                                          </p:spTgt>
                                        </p:tgtEl>
                                        <p:attrNameLst>
                                          <p:attrName>ppt_x</p:attrName>
                                        </p:attrNameLst>
                                      </p:cBhvr>
                                      <p:tavLst>
                                        <p:tav tm="0">
                                          <p:val>
                                            <p:strVal val="#ppt_x"/>
                                          </p:val>
                                        </p:tav>
                                        <p:tav tm="100000">
                                          <p:val>
                                            <p:strVal val="#ppt_x"/>
                                          </p:val>
                                        </p:tav>
                                      </p:tavLst>
                                    </p:anim>
                                    <p:anim calcmode="lin" valueType="num">
                                      <p:cBhvr additive="base">
                                        <p:cTn id="58" dur="500" fill="hold"/>
                                        <p:tgtEl>
                                          <p:spTgt spid="6">
                                            <p:graphicEl>
                                              <a:dgm id="{56FE3C06-5C15-4B59-B712-9FA38DA8254A}"/>
                                            </p:graphic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6">
                                            <p:graphicEl>
                                              <a:dgm id="{DC2C5C34-6996-44D8-9D16-E0BAD04DB532}"/>
                                            </p:graphicEl>
                                          </p:spTgt>
                                        </p:tgtEl>
                                        <p:attrNameLst>
                                          <p:attrName>style.visibility</p:attrName>
                                        </p:attrNameLst>
                                      </p:cBhvr>
                                      <p:to>
                                        <p:strVal val="visible"/>
                                      </p:to>
                                    </p:set>
                                    <p:anim calcmode="lin" valueType="num">
                                      <p:cBhvr additive="base">
                                        <p:cTn id="63" dur="500" fill="hold"/>
                                        <p:tgtEl>
                                          <p:spTgt spid="6">
                                            <p:graphicEl>
                                              <a:dgm id="{DC2C5C34-6996-44D8-9D16-E0BAD04DB532}"/>
                                            </p:graphicEl>
                                          </p:spTgt>
                                        </p:tgtEl>
                                        <p:attrNameLst>
                                          <p:attrName>ppt_x</p:attrName>
                                        </p:attrNameLst>
                                      </p:cBhvr>
                                      <p:tavLst>
                                        <p:tav tm="0">
                                          <p:val>
                                            <p:strVal val="#ppt_x"/>
                                          </p:val>
                                        </p:tav>
                                        <p:tav tm="100000">
                                          <p:val>
                                            <p:strVal val="#ppt_x"/>
                                          </p:val>
                                        </p:tav>
                                      </p:tavLst>
                                    </p:anim>
                                    <p:anim calcmode="lin" valueType="num">
                                      <p:cBhvr additive="base">
                                        <p:cTn id="64" dur="500" fill="hold"/>
                                        <p:tgtEl>
                                          <p:spTgt spid="6">
                                            <p:graphicEl>
                                              <a:dgm id="{DC2C5C34-6996-44D8-9D16-E0BAD04DB532}"/>
                                            </p:graphicEl>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6">
                                            <p:graphicEl>
                                              <a:dgm id="{8B42D8BE-5E10-4748-BD0E-126BF4EFBE7A}"/>
                                            </p:graphicEl>
                                          </p:spTgt>
                                        </p:tgtEl>
                                        <p:attrNameLst>
                                          <p:attrName>style.visibility</p:attrName>
                                        </p:attrNameLst>
                                      </p:cBhvr>
                                      <p:to>
                                        <p:strVal val="visible"/>
                                      </p:to>
                                    </p:set>
                                    <p:anim calcmode="lin" valueType="num">
                                      <p:cBhvr additive="base">
                                        <p:cTn id="67" dur="500" fill="hold"/>
                                        <p:tgtEl>
                                          <p:spTgt spid="6">
                                            <p:graphicEl>
                                              <a:dgm id="{8B42D8BE-5E10-4748-BD0E-126BF4EFBE7A}"/>
                                            </p:graphicEl>
                                          </p:spTgt>
                                        </p:tgtEl>
                                        <p:attrNameLst>
                                          <p:attrName>ppt_x</p:attrName>
                                        </p:attrNameLst>
                                      </p:cBhvr>
                                      <p:tavLst>
                                        <p:tav tm="0">
                                          <p:val>
                                            <p:strVal val="#ppt_x"/>
                                          </p:val>
                                        </p:tav>
                                        <p:tav tm="100000">
                                          <p:val>
                                            <p:strVal val="#ppt_x"/>
                                          </p:val>
                                        </p:tav>
                                      </p:tavLst>
                                    </p:anim>
                                    <p:anim calcmode="lin" valueType="num">
                                      <p:cBhvr additive="base">
                                        <p:cTn id="68" dur="500" fill="hold"/>
                                        <p:tgtEl>
                                          <p:spTgt spid="6">
                                            <p:graphicEl>
                                              <a:dgm id="{8B42D8BE-5E10-4748-BD0E-126BF4EFBE7A}"/>
                                            </p:graphicEl>
                                          </p:spTgt>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6">
                                            <p:graphicEl>
                                              <a:dgm id="{09746ED2-E8ED-4A4A-B511-EEDF6C94E755}"/>
                                            </p:graphicEl>
                                          </p:spTgt>
                                        </p:tgtEl>
                                        <p:attrNameLst>
                                          <p:attrName>style.visibility</p:attrName>
                                        </p:attrNameLst>
                                      </p:cBhvr>
                                      <p:to>
                                        <p:strVal val="visible"/>
                                      </p:to>
                                    </p:set>
                                    <p:anim calcmode="lin" valueType="num">
                                      <p:cBhvr additive="base">
                                        <p:cTn id="71" dur="500" fill="hold"/>
                                        <p:tgtEl>
                                          <p:spTgt spid="6">
                                            <p:graphicEl>
                                              <a:dgm id="{09746ED2-E8ED-4A4A-B511-EEDF6C94E755}"/>
                                            </p:graphicEl>
                                          </p:spTgt>
                                        </p:tgtEl>
                                        <p:attrNameLst>
                                          <p:attrName>ppt_x</p:attrName>
                                        </p:attrNameLst>
                                      </p:cBhvr>
                                      <p:tavLst>
                                        <p:tav tm="0">
                                          <p:val>
                                            <p:strVal val="#ppt_x"/>
                                          </p:val>
                                        </p:tav>
                                        <p:tav tm="100000">
                                          <p:val>
                                            <p:strVal val="#ppt_x"/>
                                          </p:val>
                                        </p:tav>
                                      </p:tavLst>
                                    </p:anim>
                                    <p:anim calcmode="lin" valueType="num">
                                      <p:cBhvr additive="base">
                                        <p:cTn id="72" dur="500" fill="hold"/>
                                        <p:tgtEl>
                                          <p:spTgt spid="6">
                                            <p:graphicEl>
                                              <a:dgm id="{09746ED2-E8ED-4A4A-B511-EEDF6C94E755}"/>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Bits and Data Storage</a:t>
            </a:r>
            <a:endParaRPr lang="en-GB" dirty="0"/>
          </a:p>
        </p:txBody>
      </p:sp>
      <p:sp>
        <p:nvSpPr>
          <p:cNvPr id="4" name="Text Placeholder 3"/>
          <p:cNvSpPr>
            <a:spLocks noGrp="1"/>
          </p:cNvSpPr>
          <p:nvPr>
            <p:ph type="body" idx="1"/>
          </p:nvPr>
        </p:nvSpPr>
        <p:spPr/>
        <p:txBody>
          <a:bodyPr/>
          <a:lstStyle/>
          <a:p>
            <a:r>
              <a:rPr lang="en-US" dirty="0"/>
              <a:t>Binary Numbers are the flow of information in the form  of zeros and ones used by digital computers and systems.</a:t>
            </a:r>
          </a:p>
          <a:p>
            <a:r>
              <a:rPr lang="en-US" sz="3200" b="1" dirty="0" err="1"/>
              <a:t>BI</a:t>
            </a:r>
            <a:r>
              <a:rPr lang="en-US" sz="3200" dirty="0" err="1"/>
              <a:t>nary</a:t>
            </a:r>
            <a:r>
              <a:rPr lang="en-US" sz="3200" dirty="0"/>
              <a:t> </a:t>
            </a:r>
            <a:r>
              <a:rPr lang="en-US" sz="3200" dirty="0" err="1"/>
              <a:t>digi</a:t>
            </a:r>
            <a:r>
              <a:rPr lang="en-US" sz="3200" b="1" dirty="0" err="1"/>
              <a:t>TS</a:t>
            </a:r>
            <a:r>
              <a:rPr lang="en-US" sz="3200" dirty="0"/>
              <a:t> referred to as binary </a:t>
            </a:r>
            <a:r>
              <a:rPr lang="en-US" sz="3200" b="1" dirty="0"/>
              <a:t>BITS</a:t>
            </a:r>
            <a:endParaRPr lang="en-GB" sz="3200" b="1" dirty="0"/>
          </a:p>
          <a:p>
            <a:endParaRPr lang="en-GB" dirty="0"/>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14</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4833" y="4383363"/>
            <a:ext cx="3270570" cy="1406345"/>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9174" y="4111987"/>
            <a:ext cx="2462571" cy="1949098"/>
          </a:xfrm>
          <a:prstGeom prst="rect">
            <a:avLst/>
          </a:prstGeom>
        </p:spPr>
      </p:pic>
    </p:spTree>
    <p:extLst>
      <p:ext uri="{BB962C8B-B14F-4D97-AF65-F5344CB8AC3E}">
        <p14:creationId xmlns:p14="http://schemas.microsoft.com/office/powerpoint/2010/main" val="1303660039"/>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Boolean Operation</a:t>
            </a:r>
            <a:endParaRPr lang="en-GB" dirty="0"/>
          </a:p>
        </p:txBody>
      </p:sp>
      <p:sp>
        <p:nvSpPr>
          <p:cNvPr id="4" name="Text Placeholder 3"/>
          <p:cNvSpPr>
            <a:spLocks noGrp="1"/>
          </p:cNvSpPr>
          <p:nvPr>
            <p:ph type="body" idx="1"/>
          </p:nvPr>
        </p:nvSpPr>
        <p:spPr/>
        <p:txBody>
          <a:bodyPr/>
          <a:lstStyle/>
          <a:p>
            <a:r>
              <a:rPr lang="en-US" dirty="0"/>
              <a:t>Bit 0 represents the value false and bit 1 represents the value true. </a:t>
            </a:r>
          </a:p>
          <a:p>
            <a:r>
              <a:rPr lang="en-US" dirty="0"/>
              <a:t>Operations that manipulate true/false values are called Boolean operations, in honor of the mathematician George Boole (1815–1864), who was a pioneer in the field of mathematics called logic. </a:t>
            </a:r>
          </a:p>
          <a:p>
            <a:r>
              <a:rPr lang="en-US" dirty="0"/>
              <a:t>Three of the basic Boolean operations are AND, OR, and XOR (exclusive or).</a:t>
            </a:r>
            <a:endParaRPr lang="en-GB" dirty="0"/>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15</a:t>
            </a:fld>
            <a:endParaRPr lang="en-US"/>
          </a:p>
        </p:txBody>
      </p:sp>
    </p:spTree>
    <p:extLst>
      <p:ext uri="{BB962C8B-B14F-4D97-AF65-F5344CB8AC3E}">
        <p14:creationId xmlns:p14="http://schemas.microsoft.com/office/powerpoint/2010/main" val="3595036149"/>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48399-0176-67DD-D82E-B415DCF917D7}"/>
              </a:ext>
            </a:extLst>
          </p:cNvPr>
          <p:cNvSpPr>
            <a:spLocks noGrp="1"/>
          </p:cNvSpPr>
          <p:nvPr>
            <p:ph type="title"/>
          </p:nvPr>
        </p:nvSpPr>
        <p:spPr/>
        <p:txBody>
          <a:bodyPr/>
          <a:lstStyle/>
          <a:p>
            <a:r>
              <a:rPr lang="en-US" sz="3600" dirty="0"/>
              <a:t>Boolean operations AND, OR, and XOR</a:t>
            </a:r>
          </a:p>
        </p:txBody>
      </p:sp>
      <p:sp>
        <p:nvSpPr>
          <p:cNvPr id="4" name="Slide Number Placeholder 3">
            <a:extLst>
              <a:ext uri="{FF2B5EF4-FFF2-40B4-BE49-F238E27FC236}">
                <a16:creationId xmlns:a16="http://schemas.microsoft.com/office/drawing/2014/main" id="{E418AC8D-8540-009F-F97B-94F4079D259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16</a:t>
            </a:fld>
            <a:endParaRPr lang="en-US"/>
          </a:p>
        </p:txBody>
      </p:sp>
      <p:pic>
        <p:nvPicPr>
          <p:cNvPr id="6" name="Picture 5">
            <a:extLst>
              <a:ext uri="{FF2B5EF4-FFF2-40B4-BE49-F238E27FC236}">
                <a16:creationId xmlns:a16="http://schemas.microsoft.com/office/drawing/2014/main" id="{E121654E-9829-DB5D-E3DE-BB94C9C1D7E2}"/>
              </a:ext>
            </a:extLst>
          </p:cNvPr>
          <p:cNvPicPr>
            <a:picLocks noChangeAspect="1"/>
          </p:cNvPicPr>
          <p:nvPr/>
        </p:nvPicPr>
        <p:blipFill>
          <a:blip r:embed="rId2"/>
          <a:srcRect l="14667" t="22331" r="39087" b="13249"/>
          <a:stretch/>
        </p:blipFill>
        <p:spPr>
          <a:xfrm>
            <a:off x="457200" y="1568312"/>
            <a:ext cx="6091084" cy="4772697"/>
          </a:xfrm>
          <a:prstGeom prst="rect">
            <a:avLst/>
          </a:prstGeom>
        </p:spPr>
      </p:pic>
    </p:spTree>
    <p:extLst>
      <p:ext uri="{BB962C8B-B14F-4D97-AF65-F5344CB8AC3E}">
        <p14:creationId xmlns:p14="http://schemas.microsoft.com/office/powerpoint/2010/main" val="280446788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35018-FCDA-3171-EDD9-CC8E47E9A7E8}"/>
              </a:ext>
            </a:extLst>
          </p:cNvPr>
          <p:cNvSpPr>
            <a:spLocks noGrp="1"/>
          </p:cNvSpPr>
          <p:nvPr>
            <p:ph type="title"/>
          </p:nvPr>
        </p:nvSpPr>
        <p:spPr/>
        <p:txBody>
          <a:bodyPr/>
          <a:lstStyle/>
          <a:p>
            <a:r>
              <a:rPr lang="en-US" dirty="0"/>
              <a:t>Gates and Flip-Flops</a:t>
            </a:r>
          </a:p>
        </p:txBody>
      </p:sp>
      <p:sp>
        <p:nvSpPr>
          <p:cNvPr id="3" name="Text Placeholder 2">
            <a:extLst>
              <a:ext uri="{FF2B5EF4-FFF2-40B4-BE49-F238E27FC236}">
                <a16:creationId xmlns:a16="http://schemas.microsoft.com/office/drawing/2014/main" id="{82F2F7E3-AD4C-8B5B-6FAC-BC70FD9459B6}"/>
              </a:ext>
            </a:extLst>
          </p:cNvPr>
          <p:cNvSpPr>
            <a:spLocks noGrp="1"/>
          </p:cNvSpPr>
          <p:nvPr>
            <p:ph type="body" idx="1"/>
          </p:nvPr>
        </p:nvSpPr>
        <p:spPr/>
        <p:txBody>
          <a:bodyPr/>
          <a:lstStyle/>
          <a:p>
            <a:r>
              <a:rPr lang="en-US" dirty="0"/>
              <a:t>A device that produces the output of a Boolean operation when given the operation’s input values is called a gate.</a:t>
            </a:r>
          </a:p>
          <a:p>
            <a:r>
              <a:rPr lang="en-US" dirty="0"/>
              <a:t>Inside today’s computers, gates are usually implemented as small electronic circuits in which the digits 0 and 1 are represented as voltage levels.</a:t>
            </a:r>
          </a:p>
          <a:p>
            <a:r>
              <a:rPr lang="en-US" dirty="0"/>
              <a:t>Gates provide the building blocks from which computers are constructed. </a:t>
            </a:r>
          </a:p>
        </p:txBody>
      </p:sp>
      <p:sp>
        <p:nvSpPr>
          <p:cNvPr id="4" name="Slide Number Placeholder 3">
            <a:extLst>
              <a:ext uri="{FF2B5EF4-FFF2-40B4-BE49-F238E27FC236}">
                <a16:creationId xmlns:a16="http://schemas.microsoft.com/office/drawing/2014/main" id="{0A786300-A785-60D2-910A-F45F8457DB1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17</a:t>
            </a:fld>
            <a:endParaRPr lang="en-US"/>
          </a:p>
        </p:txBody>
      </p:sp>
    </p:spTree>
    <p:extLst>
      <p:ext uri="{BB962C8B-B14F-4D97-AF65-F5344CB8AC3E}">
        <p14:creationId xmlns:p14="http://schemas.microsoft.com/office/powerpoint/2010/main" val="2652783828"/>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35018-FCDA-3171-EDD9-CC8E47E9A7E8}"/>
              </a:ext>
            </a:extLst>
          </p:cNvPr>
          <p:cNvSpPr>
            <a:spLocks noGrp="1"/>
          </p:cNvSpPr>
          <p:nvPr>
            <p:ph type="title"/>
          </p:nvPr>
        </p:nvSpPr>
        <p:spPr/>
        <p:txBody>
          <a:bodyPr/>
          <a:lstStyle/>
          <a:p>
            <a:r>
              <a:rPr lang="en-US" dirty="0"/>
              <a:t>Gates and Flip-Flops</a:t>
            </a:r>
          </a:p>
        </p:txBody>
      </p:sp>
      <p:sp>
        <p:nvSpPr>
          <p:cNvPr id="3" name="Text Placeholder 2">
            <a:extLst>
              <a:ext uri="{FF2B5EF4-FFF2-40B4-BE49-F238E27FC236}">
                <a16:creationId xmlns:a16="http://schemas.microsoft.com/office/drawing/2014/main" id="{82F2F7E3-AD4C-8B5B-6FAC-BC70FD9459B6}"/>
              </a:ext>
            </a:extLst>
          </p:cNvPr>
          <p:cNvSpPr>
            <a:spLocks noGrp="1"/>
          </p:cNvSpPr>
          <p:nvPr>
            <p:ph type="body" idx="1"/>
          </p:nvPr>
        </p:nvSpPr>
        <p:spPr/>
        <p:txBody>
          <a:bodyPr/>
          <a:lstStyle/>
          <a:p>
            <a:r>
              <a:rPr lang="en-US" dirty="0"/>
              <a:t>A flip-flop is a fundamental unit of computer memory.</a:t>
            </a:r>
          </a:p>
          <a:p>
            <a:r>
              <a:rPr lang="en-US" dirty="0"/>
              <a:t>It is a circuit that produces an output value of 0 or 1, which remains constant until a pulse (a temporary change to a 1 that returns to 0) from another circuit causes it to shift to the other value. </a:t>
            </a:r>
          </a:p>
          <a:p>
            <a:r>
              <a:rPr lang="en-US" dirty="0"/>
              <a:t>The flip-flop is only one of many circuits that are basic tools in computer engineering.</a:t>
            </a:r>
          </a:p>
        </p:txBody>
      </p:sp>
      <p:sp>
        <p:nvSpPr>
          <p:cNvPr id="4" name="Slide Number Placeholder 3">
            <a:extLst>
              <a:ext uri="{FF2B5EF4-FFF2-40B4-BE49-F238E27FC236}">
                <a16:creationId xmlns:a16="http://schemas.microsoft.com/office/drawing/2014/main" id="{0A786300-A785-60D2-910A-F45F8457DB1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18</a:t>
            </a:fld>
            <a:endParaRPr lang="en-US"/>
          </a:p>
        </p:txBody>
      </p:sp>
    </p:spTree>
    <p:extLst>
      <p:ext uri="{BB962C8B-B14F-4D97-AF65-F5344CB8AC3E}">
        <p14:creationId xmlns:p14="http://schemas.microsoft.com/office/powerpoint/2010/main" val="114018757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7A42C-9C47-D53B-4993-774B3F1726D2}"/>
              </a:ext>
            </a:extLst>
          </p:cNvPr>
          <p:cNvSpPr>
            <a:spLocks noGrp="1"/>
          </p:cNvSpPr>
          <p:nvPr>
            <p:ph type="title"/>
          </p:nvPr>
        </p:nvSpPr>
        <p:spPr/>
        <p:txBody>
          <a:bodyPr/>
          <a:lstStyle/>
          <a:p>
            <a:r>
              <a:rPr lang="en-US" dirty="0"/>
              <a:t>AND, OR, XOR and NOT Gate</a:t>
            </a:r>
          </a:p>
        </p:txBody>
      </p:sp>
      <p:sp>
        <p:nvSpPr>
          <p:cNvPr id="4" name="Slide Number Placeholder 3">
            <a:extLst>
              <a:ext uri="{FF2B5EF4-FFF2-40B4-BE49-F238E27FC236}">
                <a16:creationId xmlns:a16="http://schemas.microsoft.com/office/drawing/2014/main" id="{E7EA0367-D6AF-0C47-BB97-E425E6EA707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19</a:t>
            </a:fld>
            <a:endParaRPr lang="en-US"/>
          </a:p>
        </p:txBody>
      </p:sp>
      <p:pic>
        <p:nvPicPr>
          <p:cNvPr id="6" name="Picture 5">
            <a:extLst>
              <a:ext uri="{FF2B5EF4-FFF2-40B4-BE49-F238E27FC236}">
                <a16:creationId xmlns:a16="http://schemas.microsoft.com/office/drawing/2014/main" id="{F7B868D1-CB06-F666-BDD1-24045B7813C4}"/>
              </a:ext>
            </a:extLst>
          </p:cNvPr>
          <p:cNvPicPr>
            <a:picLocks noChangeAspect="1"/>
          </p:cNvPicPr>
          <p:nvPr/>
        </p:nvPicPr>
        <p:blipFill>
          <a:blip r:embed="rId3"/>
          <a:srcRect l="21397" t="21947" r="8711" b="18410"/>
          <a:stretch/>
        </p:blipFill>
        <p:spPr>
          <a:xfrm>
            <a:off x="275303" y="1465007"/>
            <a:ext cx="5447071" cy="2614594"/>
          </a:xfrm>
          <a:prstGeom prst="rect">
            <a:avLst/>
          </a:prstGeom>
        </p:spPr>
      </p:pic>
      <p:pic>
        <p:nvPicPr>
          <p:cNvPr id="8" name="Picture 7">
            <a:extLst>
              <a:ext uri="{FF2B5EF4-FFF2-40B4-BE49-F238E27FC236}">
                <a16:creationId xmlns:a16="http://schemas.microsoft.com/office/drawing/2014/main" id="{4B8C5098-457E-2082-1B70-700249541755}"/>
              </a:ext>
            </a:extLst>
          </p:cNvPr>
          <p:cNvPicPr>
            <a:picLocks noChangeAspect="1"/>
          </p:cNvPicPr>
          <p:nvPr/>
        </p:nvPicPr>
        <p:blipFill>
          <a:blip r:embed="rId4"/>
          <a:srcRect l="22043" t="27128" r="7205" b="16201"/>
          <a:stretch/>
        </p:blipFill>
        <p:spPr>
          <a:xfrm>
            <a:off x="353961" y="4030833"/>
            <a:ext cx="5368413" cy="2418736"/>
          </a:xfrm>
          <a:prstGeom prst="rect">
            <a:avLst/>
          </a:prstGeom>
        </p:spPr>
      </p:pic>
    </p:spTree>
    <p:extLst>
      <p:ext uri="{BB962C8B-B14F-4D97-AF65-F5344CB8AC3E}">
        <p14:creationId xmlns:p14="http://schemas.microsoft.com/office/powerpoint/2010/main" val="3055399836"/>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Binary to Decimal Conversion</a:t>
            </a:r>
            <a:endParaRPr lang="en-GB"/>
          </a:p>
        </p:txBody>
      </p:sp>
      <p:sp>
        <p:nvSpPr>
          <p:cNvPr id="4" name="Text Placeholder 3"/>
          <p:cNvSpPr>
            <a:spLocks noGrp="1"/>
          </p:cNvSpPr>
          <p:nvPr>
            <p:ph type="body" idx="1"/>
          </p:nvPr>
        </p:nvSpPr>
        <p:spPr/>
        <p:txBody>
          <a:bodyPr/>
          <a:lstStyle/>
          <a:p>
            <a:r>
              <a:rPr lang="en-US"/>
              <a:t>Conversion of binary to decimal (base-2 to base-10) numbers and back is an important concept to understand as the binary numbering system forms the basis for all computer and digital systems. </a:t>
            </a:r>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20</a:t>
            </a:fld>
            <a:endParaRPr lang="en-US"/>
          </a:p>
        </p:txBody>
      </p:sp>
    </p:spTree>
    <p:extLst>
      <p:ext uri="{BB962C8B-B14F-4D97-AF65-F5344CB8AC3E}">
        <p14:creationId xmlns:p14="http://schemas.microsoft.com/office/powerpoint/2010/main" val="3534838659"/>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Decimal Numbering System</a:t>
            </a:r>
            <a:endParaRPr lang="en-GB"/>
          </a:p>
        </p:txBody>
      </p:sp>
      <p:sp>
        <p:nvSpPr>
          <p:cNvPr id="4" name="Text Placeholder 3"/>
          <p:cNvSpPr>
            <a:spLocks noGrp="1"/>
          </p:cNvSpPr>
          <p:nvPr>
            <p:ph type="body" idx="1"/>
          </p:nvPr>
        </p:nvSpPr>
        <p:spPr/>
        <p:txBody>
          <a:bodyPr/>
          <a:lstStyle/>
          <a:p>
            <a:r>
              <a:rPr lang="en-US"/>
              <a:t>Each number column has values of units, tens, hundreds, thousands, etc.</a:t>
            </a:r>
          </a:p>
          <a:p>
            <a:r>
              <a:rPr lang="en-US"/>
              <a:t>Mathematically these values are written as 10</a:t>
            </a:r>
            <a:r>
              <a:rPr lang="en-US" baseline="30000"/>
              <a:t>0</a:t>
            </a:r>
            <a:r>
              <a:rPr lang="en-US"/>
              <a:t>, 10</a:t>
            </a:r>
            <a:r>
              <a:rPr lang="en-US" baseline="30000"/>
              <a:t>1</a:t>
            </a:r>
            <a:r>
              <a:rPr lang="en-US"/>
              <a:t>, 10</a:t>
            </a:r>
            <a:r>
              <a:rPr lang="en-US" baseline="30000"/>
              <a:t>2</a:t>
            </a:r>
            <a:r>
              <a:rPr lang="en-US"/>
              <a:t>, 10</a:t>
            </a:r>
            <a:r>
              <a:rPr lang="en-US" baseline="30000"/>
              <a:t>3</a:t>
            </a:r>
            <a:r>
              <a:rPr lang="en-US"/>
              <a:t>, etc.</a:t>
            </a:r>
          </a:p>
          <a:p>
            <a:r>
              <a:rPr lang="en-US"/>
              <a:t>Each position to the left of the decimal point indicates an increased positive power of 10.</a:t>
            </a:r>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21</a:t>
            </a:fld>
            <a:endParaRPr lang="en-US"/>
          </a:p>
        </p:txBody>
      </p:sp>
    </p:spTree>
    <p:extLst>
      <p:ext uri="{BB962C8B-B14F-4D97-AF65-F5344CB8AC3E}">
        <p14:creationId xmlns:p14="http://schemas.microsoft.com/office/powerpoint/2010/main" val="749870908"/>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Decimal Numbering System</a:t>
            </a:r>
            <a:endParaRPr lang="en-GB"/>
          </a:p>
        </p:txBody>
      </p:sp>
      <p:sp>
        <p:nvSpPr>
          <p:cNvPr id="4" name="Text Placeholder 3"/>
          <p:cNvSpPr>
            <a:spLocks noGrp="1"/>
          </p:cNvSpPr>
          <p:nvPr>
            <p:ph type="body" idx="1"/>
          </p:nvPr>
        </p:nvSpPr>
        <p:spPr/>
        <p:txBody>
          <a:bodyPr/>
          <a:lstStyle/>
          <a:p>
            <a:r>
              <a:rPr lang="en-US"/>
              <a:t>The value of any decimal number is equal to the sum of its digits multiplied by their respective weights.</a:t>
            </a:r>
          </a:p>
          <a:p>
            <a:r>
              <a:rPr lang="en-US"/>
              <a:t>For example: N = 6163</a:t>
            </a:r>
            <a:r>
              <a:rPr lang="en-US" baseline="-25000"/>
              <a:t>10 </a:t>
            </a:r>
            <a:endParaRPr lang="en-GB" baseline="-25000"/>
          </a:p>
          <a:p>
            <a:pPr lvl="4"/>
            <a:r>
              <a:rPr lang="en-US"/>
              <a:t>( 6x1000 ) + ( 1x100 ) + ( 6x10 ) + ( 3x1 ) = 6163</a:t>
            </a:r>
          </a:p>
          <a:p>
            <a:pPr marL="1930400" lvl="4" indent="0">
              <a:buNone/>
            </a:pPr>
            <a:r>
              <a:rPr lang="en-US"/>
              <a:t>OR</a:t>
            </a:r>
          </a:p>
          <a:p>
            <a:pPr lvl="4"/>
            <a:r>
              <a:rPr lang="en-US"/>
              <a:t>( 6x10</a:t>
            </a:r>
            <a:r>
              <a:rPr lang="en-US" baseline="30000"/>
              <a:t>3</a:t>
            </a:r>
            <a:r>
              <a:rPr lang="en-US"/>
              <a:t> ) + ( 1x10</a:t>
            </a:r>
            <a:r>
              <a:rPr lang="en-US" baseline="30000"/>
              <a:t>2</a:t>
            </a:r>
            <a:r>
              <a:rPr lang="en-US"/>
              <a:t> ) + ( 6x10</a:t>
            </a:r>
            <a:r>
              <a:rPr lang="en-US" baseline="30000"/>
              <a:t>1</a:t>
            </a:r>
            <a:r>
              <a:rPr lang="en-US"/>
              <a:t> ) + ( 3x10</a:t>
            </a:r>
            <a:r>
              <a:rPr lang="en-US" baseline="30000"/>
              <a:t>0</a:t>
            </a:r>
            <a:r>
              <a:rPr lang="en-US"/>
              <a:t> ) = 6163</a:t>
            </a:r>
            <a:endParaRPr lang="en-US" baseline="-25000"/>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22</a:t>
            </a:fld>
            <a:endParaRPr lang="en-US"/>
          </a:p>
        </p:txBody>
      </p:sp>
    </p:spTree>
    <p:extLst>
      <p:ext uri="{BB962C8B-B14F-4D97-AF65-F5344CB8AC3E}">
        <p14:creationId xmlns:p14="http://schemas.microsoft.com/office/powerpoint/2010/main" val="3294018669"/>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Binary Numbering System</a:t>
            </a:r>
            <a:endParaRPr lang="en-GB"/>
          </a:p>
        </p:txBody>
      </p:sp>
      <p:sp>
        <p:nvSpPr>
          <p:cNvPr id="4" name="Text Placeholder 3"/>
          <p:cNvSpPr>
            <a:spLocks noGrp="1"/>
          </p:cNvSpPr>
          <p:nvPr>
            <p:ph type="body" idx="1"/>
          </p:nvPr>
        </p:nvSpPr>
        <p:spPr/>
        <p:txBody>
          <a:bodyPr/>
          <a:lstStyle/>
          <a:p>
            <a:r>
              <a:rPr lang="en-US"/>
              <a:t>The most fundamental numbering system in all digital and computer based systems.</a:t>
            </a:r>
          </a:p>
          <a:p>
            <a:r>
              <a:rPr lang="en-US"/>
              <a:t>Same set of rules as the decimal numbering system.</a:t>
            </a:r>
          </a:p>
          <a:p>
            <a:r>
              <a:rPr lang="en-US"/>
              <a:t>Unlike the decimal system which uses powers of ten, the binary number system works on powers of two.</a:t>
            </a:r>
          </a:p>
          <a:p>
            <a:pPr lvl="4"/>
            <a:r>
              <a:rPr lang="en-US"/>
              <a:t>Base-2 to Base-10</a:t>
            </a:r>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23</a:t>
            </a:fld>
            <a:endParaRPr lang="en-US"/>
          </a:p>
        </p:txBody>
      </p:sp>
    </p:spTree>
    <p:extLst>
      <p:ext uri="{BB962C8B-B14F-4D97-AF65-F5344CB8AC3E}">
        <p14:creationId xmlns:p14="http://schemas.microsoft.com/office/powerpoint/2010/main" val="337751215"/>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a:t>Representation of a Binary Number</a:t>
            </a:r>
            <a:endParaRPr lang="en-GB" sz="4000"/>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24</a:t>
            </a:fld>
            <a:endParaRPr lang="en-US"/>
          </a:p>
        </p:txBody>
      </p:sp>
      <p:sp>
        <p:nvSpPr>
          <p:cNvPr id="6" name="TextBox 5"/>
          <p:cNvSpPr txBox="1"/>
          <p:nvPr/>
        </p:nvSpPr>
        <p:spPr>
          <a:xfrm>
            <a:off x="277815" y="3786432"/>
            <a:ext cx="2103461" cy="338554"/>
          </a:xfrm>
          <a:prstGeom prst="rect">
            <a:avLst/>
          </a:prstGeom>
          <a:noFill/>
        </p:spPr>
        <p:txBody>
          <a:bodyPr wrap="none" rtlCol="0">
            <a:spAutoFit/>
          </a:bodyPr>
          <a:lstStyle/>
          <a:p>
            <a:r>
              <a:rPr lang="en-US" sz="1600" b="1" dirty="0"/>
              <a:t>Most Significant Bit</a:t>
            </a:r>
            <a:endParaRPr lang="en-GB" sz="1600" b="1" dirty="0"/>
          </a:p>
        </p:txBody>
      </p:sp>
      <p:sp>
        <p:nvSpPr>
          <p:cNvPr id="7" name="TextBox 6"/>
          <p:cNvSpPr txBox="1"/>
          <p:nvPr/>
        </p:nvSpPr>
        <p:spPr>
          <a:xfrm>
            <a:off x="6311848" y="3773965"/>
            <a:ext cx="2159566" cy="338554"/>
          </a:xfrm>
          <a:prstGeom prst="rect">
            <a:avLst/>
          </a:prstGeom>
          <a:noFill/>
        </p:spPr>
        <p:txBody>
          <a:bodyPr wrap="none" rtlCol="0">
            <a:spAutoFit/>
          </a:bodyPr>
          <a:lstStyle/>
          <a:p>
            <a:r>
              <a:rPr lang="en-US" sz="1600" b="1" dirty="0"/>
              <a:t>Least Significant Bit</a:t>
            </a:r>
            <a:endParaRPr lang="en-GB" sz="1600" b="1" dirty="0"/>
          </a:p>
        </p:txBody>
      </p:sp>
      <p:pic>
        <p:nvPicPr>
          <p:cNvPr id="8" name="Picture 7">
            <a:extLst>
              <a:ext uri="{FF2B5EF4-FFF2-40B4-BE49-F238E27FC236}">
                <a16:creationId xmlns:a16="http://schemas.microsoft.com/office/drawing/2014/main" id="{E6AAA997-4C33-BD80-5E6C-D415238B0C19}"/>
              </a:ext>
            </a:extLst>
          </p:cNvPr>
          <p:cNvPicPr>
            <a:picLocks noChangeAspect="1"/>
          </p:cNvPicPr>
          <p:nvPr/>
        </p:nvPicPr>
        <p:blipFill>
          <a:blip r:embed="rId2"/>
          <a:srcRect l="13548" t="33608" r="25806" b="40012"/>
          <a:stretch/>
        </p:blipFill>
        <p:spPr>
          <a:xfrm>
            <a:off x="277815" y="1787849"/>
            <a:ext cx="8117173" cy="1986116"/>
          </a:xfrm>
          <a:prstGeom prst="rect">
            <a:avLst/>
          </a:prstGeom>
        </p:spPr>
      </p:pic>
    </p:spTree>
    <p:extLst>
      <p:ext uri="{BB962C8B-B14F-4D97-AF65-F5344CB8AC3E}">
        <p14:creationId xmlns:p14="http://schemas.microsoft.com/office/powerpoint/2010/main" val="38774019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a:t>Convert a Binary to Decimal number</a:t>
            </a:r>
            <a:endParaRPr lang="en-GB" sz="4000"/>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25</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4210697025"/>
              </p:ext>
            </p:extLst>
          </p:nvPr>
        </p:nvGraphicFramePr>
        <p:xfrm>
          <a:off x="579046" y="2282153"/>
          <a:ext cx="7985907" cy="1168133"/>
        </p:xfrm>
        <a:graphic>
          <a:graphicData uri="http://schemas.openxmlformats.org/drawingml/2006/table">
            <a:tbl>
              <a:tblPr firstRow="1" bandRow="1">
                <a:tableStyleId>{5C22544A-7EE6-4342-B048-85BDC9FD1C3A}</a:tableStyleId>
              </a:tblPr>
              <a:tblGrid>
                <a:gridCol w="3134129">
                  <a:extLst>
                    <a:ext uri="{9D8B030D-6E8A-4147-A177-3AD203B41FA5}">
                      <a16:colId xmlns:a16="http://schemas.microsoft.com/office/drawing/2014/main" val="20000"/>
                    </a:ext>
                  </a:extLst>
                </a:gridCol>
                <a:gridCol w="586854">
                  <a:extLst>
                    <a:ext uri="{9D8B030D-6E8A-4147-A177-3AD203B41FA5}">
                      <a16:colId xmlns:a16="http://schemas.microsoft.com/office/drawing/2014/main" val="20001"/>
                    </a:ext>
                  </a:extLst>
                </a:gridCol>
                <a:gridCol w="586853">
                  <a:extLst>
                    <a:ext uri="{9D8B030D-6E8A-4147-A177-3AD203B41FA5}">
                      <a16:colId xmlns:a16="http://schemas.microsoft.com/office/drawing/2014/main" val="20002"/>
                    </a:ext>
                  </a:extLst>
                </a:gridCol>
                <a:gridCol w="573206">
                  <a:extLst>
                    <a:ext uri="{9D8B030D-6E8A-4147-A177-3AD203B41FA5}">
                      <a16:colId xmlns:a16="http://schemas.microsoft.com/office/drawing/2014/main" val="20003"/>
                    </a:ext>
                  </a:extLst>
                </a:gridCol>
                <a:gridCol w="504967">
                  <a:extLst>
                    <a:ext uri="{9D8B030D-6E8A-4147-A177-3AD203B41FA5}">
                      <a16:colId xmlns:a16="http://schemas.microsoft.com/office/drawing/2014/main" val="20004"/>
                    </a:ext>
                  </a:extLst>
                </a:gridCol>
                <a:gridCol w="518615">
                  <a:extLst>
                    <a:ext uri="{9D8B030D-6E8A-4147-A177-3AD203B41FA5}">
                      <a16:colId xmlns:a16="http://schemas.microsoft.com/office/drawing/2014/main" val="20005"/>
                    </a:ext>
                  </a:extLst>
                </a:gridCol>
                <a:gridCol w="491320">
                  <a:extLst>
                    <a:ext uri="{9D8B030D-6E8A-4147-A177-3AD203B41FA5}">
                      <a16:colId xmlns:a16="http://schemas.microsoft.com/office/drawing/2014/main" val="20006"/>
                    </a:ext>
                  </a:extLst>
                </a:gridCol>
                <a:gridCol w="450376">
                  <a:extLst>
                    <a:ext uri="{9D8B030D-6E8A-4147-A177-3AD203B41FA5}">
                      <a16:colId xmlns:a16="http://schemas.microsoft.com/office/drawing/2014/main" val="20007"/>
                    </a:ext>
                  </a:extLst>
                </a:gridCol>
                <a:gridCol w="518615">
                  <a:extLst>
                    <a:ext uri="{9D8B030D-6E8A-4147-A177-3AD203B41FA5}">
                      <a16:colId xmlns:a16="http://schemas.microsoft.com/office/drawing/2014/main" val="20008"/>
                    </a:ext>
                  </a:extLst>
                </a:gridCol>
                <a:gridCol w="620972">
                  <a:extLst>
                    <a:ext uri="{9D8B030D-6E8A-4147-A177-3AD203B41FA5}">
                      <a16:colId xmlns:a16="http://schemas.microsoft.com/office/drawing/2014/main" val="20009"/>
                    </a:ext>
                  </a:extLst>
                </a:gridCol>
              </a:tblGrid>
              <a:tr h="655094">
                <a:tc>
                  <a:txBody>
                    <a:bodyPr/>
                    <a:lstStyle/>
                    <a:p>
                      <a:r>
                        <a:rPr lang="en-US" sz="1800"/>
                        <a:t>Decimal Digit Value</a:t>
                      </a:r>
                      <a:endParaRPr lang="en-GB" sz="1800"/>
                    </a:p>
                  </a:txBody>
                  <a:tcPr anchor="ctr"/>
                </a:tc>
                <a:tc>
                  <a:txBody>
                    <a:bodyPr/>
                    <a:lstStyle/>
                    <a:p>
                      <a:r>
                        <a:rPr lang="en-US" sz="1800"/>
                        <a:t>256</a:t>
                      </a:r>
                      <a:endParaRPr lang="en-GB" sz="1800"/>
                    </a:p>
                  </a:txBody>
                  <a:tcPr anchor="ctr"/>
                </a:tc>
                <a:tc>
                  <a:txBody>
                    <a:bodyPr/>
                    <a:lstStyle/>
                    <a:p>
                      <a:r>
                        <a:rPr lang="en-US" sz="1800"/>
                        <a:t>128</a:t>
                      </a:r>
                      <a:endParaRPr lang="en-GB" sz="1800"/>
                    </a:p>
                  </a:txBody>
                  <a:tcPr anchor="ctr"/>
                </a:tc>
                <a:tc>
                  <a:txBody>
                    <a:bodyPr/>
                    <a:lstStyle/>
                    <a:p>
                      <a:r>
                        <a:rPr lang="en-US" sz="1800"/>
                        <a:t>64</a:t>
                      </a:r>
                      <a:endParaRPr lang="en-GB" sz="1800"/>
                    </a:p>
                  </a:txBody>
                  <a:tcPr anchor="ctr"/>
                </a:tc>
                <a:tc>
                  <a:txBody>
                    <a:bodyPr/>
                    <a:lstStyle/>
                    <a:p>
                      <a:r>
                        <a:rPr lang="en-US" sz="1800"/>
                        <a:t>32</a:t>
                      </a:r>
                      <a:endParaRPr lang="en-GB" sz="1800"/>
                    </a:p>
                  </a:txBody>
                  <a:tcPr anchor="ctr"/>
                </a:tc>
                <a:tc>
                  <a:txBody>
                    <a:bodyPr/>
                    <a:lstStyle/>
                    <a:p>
                      <a:r>
                        <a:rPr lang="en-US" sz="1800"/>
                        <a:t>16</a:t>
                      </a:r>
                      <a:endParaRPr lang="en-GB" sz="1800"/>
                    </a:p>
                  </a:txBody>
                  <a:tcPr anchor="ctr"/>
                </a:tc>
                <a:tc>
                  <a:txBody>
                    <a:bodyPr/>
                    <a:lstStyle/>
                    <a:p>
                      <a:r>
                        <a:rPr lang="en-US" sz="1800"/>
                        <a:t>8</a:t>
                      </a:r>
                      <a:endParaRPr lang="en-GB" sz="1800"/>
                    </a:p>
                  </a:txBody>
                  <a:tcPr anchor="ctr"/>
                </a:tc>
                <a:tc>
                  <a:txBody>
                    <a:bodyPr/>
                    <a:lstStyle/>
                    <a:p>
                      <a:r>
                        <a:rPr lang="en-US" sz="1800"/>
                        <a:t>4</a:t>
                      </a:r>
                      <a:endParaRPr lang="en-GB" sz="1800"/>
                    </a:p>
                  </a:txBody>
                  <a:tcPr anchor="ctr"/>
                </a:tc>
                <a:tc>
                  <a:txBody>
                    <a:bodyPr/>
                    <a:lstStyle/>
                    <a:p>
                      <a:r>
                        <a:rPr lang="en-US" sz="1800"/>
                        <a:t>2</a:t>
                      </a:r>
                      <a:endParaRPr lang="en-GB" sz="1800"/>
                    </a:p>
                  </a:txBody>
                  <a:tcPr anchor="ctr"/>
                </a:tc>
                <a:tc>
                  <a:txBody>
                    <a:bodyPr/>
                    <a:lstStyle/>
                    <a:p>
                      <a:r>
                        <a:rPr lang="en-US" sz="1800"/>
                        <a:t>1</a:t>
                      </a:r>
                      <a:endParaRPr lang="en-GB" sz="1800"/>
                    </a:p>
                  </a:txBody>
                  <a:tcPr anchor="ctr"/>
                </a:tc>
                <a:extLst>
                  <a:ext uri="{0D108BD9-81ED-4DB2-BD59-A6C34878D82A}">
                    <a16:rowId xmlns:a16="http://schemas.microsoft.com/office/drawing/2014/main" val="10000"/>
                  </a:ext>
                </a:extLst>
              </a:tr>
              <a:tr h="513039">
                <a:tc>
                  <a:txBody>
                    <a:bodyPr/>
                    <a:lstStyle/>
                    <a:p>
                      <a:r>
                        <a:rPr lang="en-US" sz="1800"/>
                        <a:t>Binary Digit Value</a:t>
                      </a:r>
                      <a:endParaRPr lang="en-GB" sz="1800"/>
                    </a:p>
                  </a:txBody>
                  <a:tcPr anchor="ctr"/>
                </a:tc>
                <a:tc>
                  <a:txBody>
                    <a:bodyPr/>
                    <a:lstStyle/>
                    <a:p>
                      <a:r>
                        <a:rPr lang="en-US" sz="1800"/>
                        <a:t>1</a:t>
                      </a:r>
                      <a:endParaRPr lang="en-GB" sz="1800"/>
                    </a:p>
                  </a:txBody>
                  <a:tcPr anchor="ctr"/>
                </a:tc>
                <a:tc>
                  <a:txBody>
                    <a:bodyPr/>
                    <a:lstStyle/>
                    <a:p>
                      <a:r>
                        <a:rPr lang="en-US" sz="1800"/>
                        <a:t>0</a:t>
                      </a:r>
                      <a:endParaRPr lang="en-GB" sz="1800"/>
                    </a:p>
                  </a:txBody>
                  <a:tcPr anchor="ctr"/>
                </a:tc>
                <a:tc>
                  <a:txBody>
                    <a:bodyPr/>
                    <a:lstStyle/>
                    <a:p>
                      <a:r>
                        <a:rPr lang="en-US" sz="1800"/>
                        <a:t>1</a:t>
                      </a:r>
                      <a:endParaRPr lang="en-GB" sz="1800"/>
                    </a:p>
                  </a:txBody>
                  <a:tcPr anchor="ctr"/>
                </a:tc>
                <a:tc>
                  <a:txBody>
                    <a:bodyPr/>
                    <a:lstStyle/>
                    <a:p>
                      <a:r>
                        <a:rPr lang="en-US" sz="1800"/>
                        <a:t>1</a:t>
                      </a:r>
                      <a:endParaRPr lang="en-GB" sz="1800"/>
                    </a:p>
                  </a:txBody>
                  <a:tcPr anchor="ctr"/>
                </a:tc>
                <a:tc>
                  <a:txBody>
                    <a:bodyPr/>
                    <a:lstStyle/>
                    <a:p>
                      <a:r>
                        <a:rPr lang="en-US" sz="1800"/>
                        <a:t>0</a:t>
                      </a:r>
                      <a:endParaRPr lang="en-GB" sz="1800"/>
                    </a:p>
                  </a:txBody>
                  <a:tcPr anchor="ctr"/>
                </a:tc>
                <a:tc>
                  <a:txBody>
                    <a:bodyPr/>
                    <a:lstStyle/>
                    <a:p>
                      <a:r>
                        <a:rPr lang="en-US" sz="1800"/>
                        <a:t>0</a:t>
                      </a:r>
                      <a:endParaRPr lang="en-GB" sz="1800"/>
                    </a:p>
                  </a:txBody>
                  <a:tcPr anchor="ctr"/>
                </a:tc>
                <a:tc>
                  <a:txBody>
                    <a:bodyPr/>
                    <a:lstStyle/>
                    <a:p>
                      <a:r>
                        <a:rPr lang="en-US" sz="1800"/>
                        <a:t>1</a:t>
                      </a:r>
                      <a:endParaRPr lang="en-GB" sz="1800"/>
                    </a:p>
                  </a:txBody>
                  <a:tcPr anchor="ctr"/>
                </a:tc>
                <a:tc>
                  <a:txBody>
                    <a:bodyPr/>
                    <a:lstStyle/>
                    <a:p>
                      <a:r>
                        <a:rPr lang="en-US" sz="1800"/>
                        <a:t>0</a:t>
                      </a:r>
                      <a:endParaRPr lang="en-GB" sz="1800"/>
                    </a:p>
                  </a:txBody>
                  <a:tcPr anchor="ctr"/>
                </a:tc>
                <a:tc>
                  <a:txBody>
                    <a:bodyPr/>
                    <a:lstStyle/>
                    <a:p>
                      <a:r>
                        <a:rPr lang="en-US" sz="1800"/>
                        <a:t>1</a:t>
                      </a:r>
                      <a:endParaRPr lang="en-GB" sz="1800"/>
                    </a:p>
                  </a:txBody>
                  <a:tcPr anchor="ctr"/>
                </a:tc>
                <a:extLst>
                  <a:ext uri="{0D108BD9-81ED-4DB2-BD59-A6C34878D82A}">
                    <a16:rowId xmlns:a16="http://schemas.microsoft.com/office/drawing/2014/main" val="10001"/>
                  </a:ext>
                </a:extLst>
              </a:tr>
            </a:tbl>
          </a:graphicData>
        </a:graphic>
      </p:graphicFrame>
      <p:sp>
        <p:nvSpPr>
          <p:cNvPr id="6" name="TextBox 5"/>
          <p:cNvSpPr txBox="1"/>
          <p:nvPr/>
        </p:nvSpPr>
        <p:spPr>
          <a:xfrm>
            <a:off x="552735" y="1665027"/>
            <a:ext cx="1462260" cy="338554"/>
          </a:xfrm>
          <a:prstGeom prst="rect">
            <a:avLst/>
          </a:prstGeom>
          <a:noFill/>
        </p:spPr>
        <p:txBody>
          <a:bodyPr wrap="none" rtlCol="0">
            <a:spAutoFit/>
          </a:bodyPr>
          <a:lstStyle/>
          <a:p>
            <a:r>
              <a:rPr lang="en-US" sz="1600" b="1"/>
              <a:t>For example:</a:t>
            </a:r>
            <a:endParaRPr lang="en-GB" sz="1600" b="1"/>
          </a:p>
        </p:txBody>
      </p:sp>
      <p:sp>
        <p:nvSpPr>
          <p:cNvPr id="7" name="TextBox 6"/>
          <p:cNvSpPr txBox="1"/>
          <p:nvPr/>
        </p:nvSpPr>
        <p:spPr>
          <a:xfrm>
            <a:off x="457200" y="4019909"/>
            <a:ext cx="8229600" cy="1200329"/>
          </a:xfrm>
          <a:prstGeom prst="rect">
            <a:avLst/>
          </a:prstGeom>
          <a:noFill/>
        </p:spPr>
        <p:txBody>
          <a:bodyPr wrap="square" rtlCol="0">
            <a:spAutoFit/>
          </a:bodyPr>
          <a:lstStyle/>
          <a:p>
            <a:r>
              <a:rPr lang="en-US" sz="1800"/>
              <a:t>By adding together all the decimal number values from right to left at the positions that are represented by a “1” gives us:</a:t>
            </a:r>
          </a:p>
          <a:p>
            <a:endParaRPr lang="en-US" sz="1800"/>
          </a:p>
          <a:p>
            <a:r>
              <a:rPr lang="en-US" sz="1800"/>
              <a:t>(256) + (64) + (32) + (4) + (1) = 357</a:t>
            </a:r>
            <a:r>
              <a:rPr lang="en-US" sz="1800" baseline="-25000"/>
              <a:t>10</a:t>
            </a:r>
            <a:endParaRPr lang="en-GB" sz="1800" baseline="-25000"/>
          </a:p>
        </p:txBody>
      </p:sp>
    </p:spTree>
    <p:extLst>
      <p:ext uri="{BB962C8B-B14F-4D97-AF65-F5344CB8AC3E}">
        <p14:creationId xmlns:p14="http://schemas.microsoft.com/office/powerpoint/2010/main" val="412191575"/>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a:t>Binary Number Names &amp; Prefixes</a:t>
            </a:r>
            <a:endParaRPr lang="en-GB" sz="4000"/>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26</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084908319"/>
              </p:ext>
            </p:extLst>
          </p:nvPr>
        </p:nvGraphicFramePr>
        <p:xfrm>
          <a:off x="948905" y="1639018"/>
          <a:ext cx="7283094" cy="4710286"/>
        </p:xfrm>
        <a:graphic>
          <a:graphicData uri="http://schemas.openxmlformats.org/drawingml/2006/table">
            <a:tbl>
              <a:tblPr firstRow="1" bandRow="1">
                <a:tableStyleId>{5C22544A-7EE6-4342-B048-85BDC9FD1C3A}</a:tableStyleId>
              </a:tblPr>
              <a:tblGrid>
                <a:gridCol w="3716779">
                  <a:extLst>
                    <a:ext uri="{9D8B030D-6E8A-4147-A177-3AD203B41FA5}">
                      <a16:colId xmlns:a16="http://schemas.microsoft.com/office/drawing/2014/main" val="20000"/>
                    </a:ext>
                  </a:extLst>
                </a:gridCol>
                <a:gridCol w="3566315">
                  <a:extLst>
                    <a:ext uri="{9D8B030D-6E8A-4147-A177-3AD203B41FA5}">
                      <a16:colId xmlns:a16="http://schemas.microsoft.com/office/drawing/2014/main" val="20001"/>
                    </a:ext>
                  </a:extLst>
                </a:gridCol>
              </a:tblGrid>
              <a:tr h="672898">
                <a:tc>
                  <a:txBody>
                    <a:bodyPr/>
                    <a:lstStyle/>
                    <a:p>
                      <a:pPr algn="ctr"/>
                      <a:r>
                        <a:rPr lang="en-US" sz="1800"/>
                        <a:t>Number of</a:t>
                      </a:r>
                      <a:r>
                        <a:rPr lang="en-US" sz="1800" baseline="0"/>
                        <a:t> Binary Digits (bits)</a:t>
                      </a:r>
                      <a:endParaRPr lang="en-GB" sz="1800"/>
                    </a:p>
                  </a:txBody>
                  <a:tcPr/>
                </a:tc>
                <a:tc>
                  <a:txBody>
                    <a:bodyPr/>
                    <a:lstStyle/>
                    <a:p>
                      <a:pPr algn="ctr"/>
                      <a:r>
                        <a:rPr lang="en-US" sz="1800"/>
                        <a:t>Common Name</a:t>
                      </a:r>
                      <a:endParaRPr lang="en-GB" sz="1800"/>
                    </a:p>
                  </a:txBody>
                  <a:tcPr/>
                </a:tc>
                <a:extLst>
                  <a:ext uri="{0D108BD9-81ED-4DB2-BD59-A6C34878D82A}">
                    <a16:rowId xmlns:a16="http://schemas.microsoft.com/office/drawing/2014/main" val="10000"/>
                  </a:ext>
                </a:extLst>
              </a:tr>
              <a:tr h="672898">
                <a:tc>
                  <a:txBody>
                    <a:bodyPr/>
                    <a:lstStyle/>
                    <a:p>
                      <a:pPr algn="ctr"/>
                      <a:r>
                        <a:rPr lang="en-US" sz="1800"/>
                        <a:t>1</a:t>
                      </a:r>
                      <a:endParaRPr lang="en-GB" sz="1800"/>
                    </a:p>
                  </a:txBody>
                  <a:tcPr/>
                </a:tc>
                <a:tc>
                  <a:txBody>
                    <a:bodyPr/>
                    <a:lstStyle/>
                    <a:p>
                      <a:pPr algn="ctr"/>
                      <a:r>
                        <a:rPr lang="en-US" sz="1800"/>
                        <a:t>Bit</a:t>
                      </a:r>
                      <a:endParaRPr lang="en-GB" sz="1800"/>
                    </a:p>
                  </a:txBody>
                  <a:tcPr/>
                </a:tc>
                <a:extLst>
                  <a:ext uri="{0D108BD9-81ED-4DB2-BD59-A6C34878D82A}">
                    <a16:rowId xmlns:a16="http://schemas.microsoft.com/office/drawing/2014/main" val="10001"/>
                  </a:ext>
                </a:extLst>
              </a:tr>
              <a:tr h="672898">
                <a:tc>
                  <a:txBody>
                    <a:bodyPr/>
                    <a:lstStyle/>
                    <a:p>
                      <a:pPr algn="ctr"/>
                      <a:r>
                        <a:rPr lang="en-US" sz="1800"/>
                        <a:t>4</a:t>
                      </a:r>
                      <a:endParaRPr lang="en-GB" sz="1800"/>
                    </a:p>
                  </a:txBody>
                  <a:tcPr/>
                </a:tc>
                <a:tc>
                  <a:txBody>
                    <a:bodyPr/>
                    <a:lstStyle/>
                    <a:p>
                      <a:pPr algn="ctr"/>
                      <a:r>
                        <a:rPr lang="en-US" sz="1800"/>
                        <a:t>Nibble</a:t>
                      </a:r>
                      <a:endParaRPr lang="en-GB" sz="1800"/>
                    </a:p>
                  </a:txBody>
                  <a:tcPr/>
                </a:tc>
                <a:extLst>
                  <a:ext uri="{0D108BD9-81ED-4DB2-BD59-A6C34878D82A}">
                    <a16:rowId xmlns:a16="http://schemas.microsoft.com/office/drawing/2014/main" val="10002"/>
                  </a:ext>
                </a:extLst>
              </a:tr>
              <a:tr h="672898">
                <a:tc>
                  <a:txBody>
                    <a:bodyPr/>
                    <a:lstStyle/>
                    <a:p>
                      <a:pPr algn="ctr"/>
                      <a:r>
                        <a:rPr lang="en-US" sz="1800"/>
                        <a:t>8</a:t>
                      </a:r>
                      <a:endParaRPr lang="en-GB" sz="1800"/>
                    </a:p>
                  </a:txBody>
                  <a:tcPr/>
                </a:tc>
                <a:tc>
                  <a:txBody>
                    <a:bodyPr/>
                    <a:lstStyle/>
                    <a:p>
                      <a:pPr algn="ctr"/>
                      <a:r>
                        <a:rPr lang="en-US" sz="1800"/>
                        <a:t>Byte</a:t>
                      </a:r>
                      <a:endParaRPr lang="en-GB" sz="1800"/>
                    </a:p>
                  </a:txBody>
                  <a:tcPr/>
                </a:tc>
                <a:extLst>
                  <a:ext uri="{0D108BD9-81ED-4DB2-BD59-A6C34878D82A}">
                    <a16:rowId xmlns:a16="http://schemas.microsoft.com/office/drawing/2014/main" val="10003"/>
                  </a:ext>
                </a:extLst>
              </a:tr>
              <a:tr h="672898">
                <a:tc>
                  <a:txBody>
                    <a:bodyPr/>
                    <a:lstStyle/>
                    <a:p>
                      <a:pPr algn="ctr"/>
                      <a:r>
                        <a:rPr lang="en-US" sz="1800"/>
                        <a:t>16</a:t>
                      </a:r>
                      <a:endParaRPr lang="en-GB" sz="1800"/>
                    </a:p>
                  </a:txBody>
                  <a:tcPr/>
                </a:tc>
                <a:tc>
                  <a:txBody>
                    <a:bodyPr/>
                    <a:lstStyle/>
                    <a:p>
                      <a:pPr algn="ctr"/>
                      <a:r>
                        <a:rPr lang="en-US" sz="1800"/>
                        <a:t>Word</a:t>
                      </a:r>
                      <a:endParaRPr lang="en-GB" sz="1800"/>
                    </a:p>
                  </a:txBody>
                  <a:tcPr/>
                </a:tc>
                <a:extLst>
                  <a:ext uri="{0D108BD9-81ED-4DB2-BD59-A6C34878D82A}">
                    <a16:rowId xmlns:a16="http://schemas.microsoft.com/office/drawing/2014/main" val="10004"/>
                  </a:ext>
                </a:extLst>
              </a:tr>
              <a:tr h="672898">
                <a:tc>
                  <a:txBody>
                    <a:bodyPr/>
                    <a:lstStyle/>
                    <a:p>
                      <a:pPr algn="ctr"/>
                      <a:r>
                        <a:rPr lang="en-US" sz="1800"/>
                        <a:t>32</a:t>
                      </a:r>
                      <a:endParaRPr lang="en-GB" sz="1800"/>
                    </a:p>
                  </a:txBody>
                  <a:tcPr/>
                </a:tc>
                <a:tc>
                  <a:txBody>
                    <a:bodyPr/>
                    <a:lstStyle/>
                    <a:p>
                      <a:pPr algn="ctr"/>
                      <a:r>
                        <a:rPr lang="en-US" sz="1800"/>
                        <a:t>Double Word</a:t>
                      </a:r>
                      <a:endParaRPr lang="en-GB" sz="1800"/>
                    </a:p>
                  </a:txBody>
                  <a:tcPr/>
                </a:tc>
                <a:extLst>
                  <a:ext uri="{0D108BD9-81ED-4DB2-BD59-A6C34878D82A}">
                    <a16:rowId xmlns:a16="http://schemas.microsoft.com/office/drawing/2014/main" val="10005"/>
                  </a:ext>
                </a:extLst>
              </a:tr>
              <a:tr h="672898">
                <a:tc>
                  <a:txBody>
                    <a:bodyPr/>
                    <a:lstStyle/>
                    <a:p>
                      <a:pPr algn="ctr"/>
                      <a:r>
                        <a:rPr lang="en-US" sz="1800"/>
                        <a:t>64</a:t>
                      </a:r>
                      <a:endParaRPr lang="en-GB" sz="1800"/>
                    </a:p>
                  </a:txBody>
                  <a:tcPr/>
                </a:tc>
                <a:tc>
                  <a:txBody>
                    <a:bodyPr/>
                    <a:lstStyle/>
                    <a:p>
                      <a:pPr algn="ctr"/>
                      <a:r>
                        <a:rPr lang="en-US" sz="1800"/>
                        <a:t>Quad Word</a:t>
                      </a:r>
                      <a:endParaRPr lang="en-GB" sz="180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723215908"/>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Number of bytes</a:t>
            </a:r>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27</a:t>
            </a:fld>
            <a:endParaRPr lang="en-US"/>
          </a:p>
        </p:txBody>
      </p:sp>
      <p:sp>
        <p:nvSpPr>
          <p:cNvPr id="4" name="CustomShape 2">
            <a:extLst>
              <a:ext uri="{FF2B5EF4-FFF2-40B4-BE49-F238E27FC236}">
                <a16:creationId xmlns:a16="http://schemas.microsoft.com/office/drawing/2014/main" id="{85680064-676A-6A42-BC28-49B3A0D990E9}"/>
              </a:ext>
            </a:extLst>
          </p:cNvPr>
          <p:cNvSpPr txBox="1"/>
          <p:nvPr/>
        </p:nvSpPr>
        <p:spPr>
          <a:xfrm>
            <a:off x="457200" y="1779516"/>
            <a:ext cx="6612194" cy="46212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999" tIns="44999" rIns="44999" bIns="44999">
            <a:normAutofit/>
          </a:bodyPr>
          <a:lstStyle/>
          <a:p>
            <a:pPr marL="343080" indent="-342358">
              <a:lnSpc>
                <a:spcPct val="80000"/>
              </a:lnSpc>
              <a:spcBef>
                <a:spcPts val="600"/>
              </a:spcBef>
              <a:buSzPct val="100000"/>
              <a:buBlip>
                <a:blip r:embed="rId2"/>
              </a:buBlip>
              <a:defRPr sz="2200" spc="-100">
                <a:solidFill>
                  <a:srgbClr val="00102F"/>
                </a:solidFill>
                <a:latin typeface="Calibri"/>
                <a:ea typeface="Calibri"/>
                <a:cs typeface="Calibri"/>
                <a:sym typeface="Calibri"/>
              </a:defRPr>
            </a:pPr>
            <a:r>
              <a:rPr dirty="0"/>
              <a:t>1000 bytes = 1 kilobyte (KB) (same as 1000</a:t>
            </a:r>
            <a:r>
              <a:rPr baseline="30000" dirty="0"/>
              <a:t>1</a:t>
            </a:r>
            <a:r>
              <a:rPr dirty="0"/>
              <a:t> bytes)</a:t>
            </a:r>
            <a:endParaRPr sz="3200" spc="-1" dirty="0"/>
          </a:p>
          <a:p>
            <a:pPr marL="343080" indent="-342358">
              <a:lnSpc>
                <a:spcPct val="80000"/>
              </a:lnSpc>
              <a:spcBef>
                <a:spcPts val="600"/>
              </a:spcBef>
              <a:buSzPct val="100000"/>
              <a:buBlip>
                <a:blip r:embed="rId2"/>
              </a:buBlip>
              <a:defRPr sz="2200" spc="-100">
                <a:solidFill>
                  <a:srgbClr val="00102F"/>
                </a:solidFill>
                <a:latin typeface="Calibri"/>
                <a:ea typeface="Calibri"/>
                <a:cs typeface="Calibri"/>
                <a:sym typeface="Calibri"/>
              </a:defRPr>
            </a:pPr>
            <a:r>
              <a:rPr dirty="0"/>
              <a:t>1000 KB = 1 megabyte (MB) (same as 1000</a:t>
            </a:r>
            <a:r>
              <a:rPr baseline="30000" dirty="0"/>
              <a:t>2 </a:t>
            </a:r>
            <a:r>
              <a:rPr dirty="0"/>
              <a:t>bytes)</a:t>
            </a:r>
            <a:endParaRPr sz="3200" spc="-1" dirty="0"/>
          </a:p>
          <a:p>
            <a:pPr marL="343080" indent="-342358">
              <a:lnSpc>
                <a:spcPct val="80000"/>
              </a:lnSpc>
              <a:spcBef>
                <a:spcPts val="600"/>
              </a:spcBef>
              <a:buSzPct val="100000"/>
              <a:buBlip>
                <a:blip r:embed="rId2"/>
              </a:buBlip>
              <a:defRPr sz="2200" spc="-100">
                <a:solidFill>
                  <a:srgbClr val="00102F"/>
                </a:solidFill>
                <a:latin typeface="Calibri"/>
                <a:ea typeface="Calibri"/>
                <a:cs typeface="Calibri"/>
                <a:sym typeface="Calibri"/>
              </a:defRPr>
            </a:pPr>
            <a:r>
              <a:rPr dirty="0"/>
              <a:t>1000 MB = 1 gigabyte (GB) (same as 1000</a:t>
            </a:r>
            <a:r>
              <a:rPr baseline="30000" dirty="0"/>
              <a:t>3 </a:t>
            </a:r>
            <a:r>
              <a:rPr dirty="0"/>
              <a:t>bytes)</a:t>
            </a:r>
            <a:endParaRPr sz="3200" spc="-1" dirty="0"/>
          </a:p>
          <a:p>
            <a:pPr marL="343080" indent="-342358">
              <a:lnSpc>
                <a:spcPct val="80000"/>
              </a:lnSpc>
              <a:spcBef>
                <a:spcPts val="600"/>
              </a:spcBef>
              <a:buSzPct val="100000"/>
              <a:buBlip>
                <a:blip r:embed="rId2"/>
              </a:buBlip>
              <a:defRPr sz="2200" spc="-100">
                <a:solidFill>
                  <a:srgbClr val="00102F"/>
                </a:solidFill>
                <a:latin typeface="Calibri"/>
                <a:ea typeface="Calibri"/>
                <a:cs typeface="Calibri"/>
                <a:sym typeface="Calibri"/>
              </a:defRPr>
            </a:pPr>
            <a:r>
              <a:rPr dirty="0"/>
              <a:t>1000 GB = 1 terabyte (TB) (same as 1000</a:t>
            </a:r>
            <a:r>
              <a:rPr baseline="30000" dirty="0"/>
              <a:t>4 </a:t>
            </a:r>
            <a:r>
              <a:rPr dirty="0"/>
              <a:t>bytes)</a:t>
            </a:r>
            <a:endParaRPr sz="3200" spc="-1" dirty="0"/>
          </a:p>
          <a:p>
            <a:pPr marL="343080" indent="-342358">
              <a:lnSpc>
                <a:spcPct val="80000"/>
              </a:lnSpc>
              <a:spcBef>
                <a:spcPts val="600"/>
              </a:spcBef>
              <a:buSzPct val="100000"/>
              <a:buBlip>
                <a:blip r:embed="rId2"/>
              </a:buBlip>
              <a:defRPr sz="2200" spc="-100">
                <a:solidFill>
                  <a:srgbClr val="00102F"/>
                </a:solidFill>
                <a:latin typeface="Calibri"/>
                <a:ea typeface="Calibri"/>
                <a:cs typeface="Calibri"/>
                <a:sym typeface="Calibri"/>
              </a:defRPr>
            </a:pPr>
            <a:r>
              <a:rPr dirty="0"/>
              <a:t>1000 TB = 1 petabyte (PB) (same as 1000</a:t>
            </a:r>
            <a:r>
              <a:rPr baseline="30000" dirty="0"/>
              <a:t>5 </a:t>
            </a:r>
            <a:r>
              <a:rPr dirty="0"/>
              <a:t>bytes)</a:t>
            </a:r>
            <a:endParaRPr sz="3200" spc="-1" dirty="0"/>
          </a:p>
          <a:p>
            <a:pPr marL="343080" indent="-342358">
              <a:lnSpc>
                <a:spcPct val="80000"/>
              </a:lnSpc>
              <a:spcBef>
                <a:spcPts val="600"/>
              </a:spcBef>
              <a:buSzPct val="100000"/>
              <a:buBlip>
                <a:blip r:embed="rId2"/>
              </a:buBlip>
              <a:defRPr sz="2200" spc="-100">
                <a:solidFill>
                  <a:schemeClr val="accent1"/>
                </a:solidFill>
                <a:latin typeface="Calibri"/>
                <a:ea typeface="Calibri"/>
                <a:cs typeface="Calibri"/>
                <a:sym typeface="Calibri"/>
              </a:defRPr>
            </a:pPr>
            <a:r>
              <a:rPr dirty="0"/>
              <a:t>1000 PB = 1 exabyte (EB) </a:t>
            </a:r>
            <a:r>
              <a:rPr dirty="0">
                <a:solidFill>
                  <a:srgbClr val="00102F"/>
                </a:solidFill>
              </a:rPr>
              <a:t>(same as 1000</a:t>
            </a:r>
            <a:r>
              <a:rPr baseline="30000" dirty="0">
                <a:solidFill>
                  <a:srgbClr val="00102F"/>
                </a:solidFill>
              </a:rPr>
              <a:t>6 </a:t>
            </a:r>
            <a:r>
              <a:rPr dirty="0">
                <a:solidFill>
                  <a:srgbClr val="00102F"/>
                </a:solidFill>
              </a:rPr>
              <a:t>bytes)</a:t>
            </a:r>
            <a:endParaRPr sz="3200" spc="-1" dirty="0"/>
          </a:p>
          <a:p>
            <a:pPr marL="343080" indent="-342358">
              <a:lnSpc>
                <a:spcPct val="80000"/>
              </a:lnSpc>
              <a:spcBef>
                <a:spcPts val="600"/>
              </a:spcBef>
              <a:buSzPct val="100000"/>
              <a:buBlip>
                <a:blip r:embed="rId2"/>
              </a:buBlip>
              <a:defRPr sz="2200" spc="-100">
                <a:solidFill>
                  <a:srgbClr val="00102F"/>
                </a:solidFill>
                <a:latin typeface="Calibri"/>
                <a:ea typeface="Calibri"/>
                <a:cs typeface="Calibri"/>
                <a:sym typeface="Calibri"/>
              </a:defRPr>
            </a:pPr>
            <a:r>
              <a:rPr dirty="0"/>
              <a:t>1000 EB = 1 zettabyte (ZB) (same as 1000</a:t>
            </a:r>
            <a:r>
              <a:rPr baseline="30000" dirty="0"/>
              <a:t>7 </a:t>
            </a:r>
            <a:r>
              <a:rPr dirty="0"/>
              <a:t>bytes)</a:t>
            </a:r>
            <a:endParaRPr sz="3200" spc="-1" dirty="0"/>
          </a:p>
          <a:p>
            <a:pPr marL="343080" indent="-342358">
              <a:lnSpc>
                <a:spcPct val="80000"/>
              </a:lnSpc>
              <a:spcBef>
                <a:spcPts val="600"/>
              </a:spcBef>
              <a:buSzPct val="100000"/>
              <a:buBlip>
                <a:blip r:embed="rId2"/>
              </a:buBlip>
              <a:defRPr sz="2200" spc="-100">
                <a:solidFill>
                  <a:srgbClr val="FF0000"/>
                </a:solidFill>
                <a:latin typeface="Calibri"/>
                <a:ea typeface="Calibri"/>
                <a:cs typeface="Calibri"/>
                <a:sym typeface="Calibri"/>
              </a:defRPr>
            </a:pPr>
            <a:r>
              <a:rPr dirty="0"/>
              <a:t>1000 ZB = 1 yottabyte (YB)</a:t>
            </a:r>
            <a:r>
              <a:rPr dirty="0">
                <a:solidFill>
                  <a:srgbClr val="00102F"/>
                </a:solidFill>
              </a:rPr>
              <a:t> (same as 1000</a:t>
            </a:r>
            <a:r>
              <a:rPr baseline="30000" dirty="0">
                <a:solidFill>
                  <a:srgbClr val="00102F"/>
                </a:solidFill>
              </a:rPr>
              <a:t>8 </a:t>
            </a:r>
            <a:r>
              <a:rPr dirty="0">
                <a:solidFill>
                  <a:srgbClr val="00102F"/>
                </a:solidFill>
              </a:rPr>
              <a:t>bytes) </a:t>
            </a:r>
            <a:r>
              <a:rPr dirty="0">
                <a:solidFill>
                  <a:schemeClr val="accent1"/>
                </a:solidFill>
              </a:rPr>
              <a:t>I will not demand for more than this level</a:t>
            </a:r>
            <a:endParaRPr sz="3200" spc="-1" dirty="0"/>
          </a:p>
          <a:p>
            <a:pPr marL="343080" indent="-342358">
              <a:lnSpc>
                <a:spcPct val="80000"/>
              </a:lnSpc>
              <a:spcBef>
                <a:spcPts val="600"/>
              </a:spcBef>
              <a:buSzPct val="100000"/>
              <a:buBlip>
                <a:blip r:embed="rId2"/>
              </a:buBlip>
              <a:defRPr sz="2200" spc="-100">
                <a:solidFill>
                  <a:srgbClr val="00102F"/>
                </a:solidFill>
                <a:latin typeface="Calibri"/>
                <a:ea typeface="Calibri"/>
                <a:cs typeface="Calibri"/>
                <a:sym typeface="Calibri"/>
              </a:defRPr>
            </a:pPr>
            <a:r>
              <a:rPr dirty="0"/>
              <a:t>1000 YB = 1 </a:t>
            </a:r>
            <a:r>
              <a:rPr dirty="0" err="1"/>
              <a:t>xenottabyte</a:t>
            </a:r>
            <a:r>
              <a:rPr dirty="0"/>
              <a:t> (XB)</a:t>
            </a:r>
            <a:endParaRPr sz="3200" spc="-1" dirty="0"/>
          </a:p>
          <a:p>
            <a:pPr marL="343080" indent="-342358">
              <a:lnSpc>
                <a:spcPct val="80000"/>
              </a:lnSpc>
              <a:spcBef>
                <a:spcPts val="600"/>
              </a:spcBef>
              <a:buSzPct val="100000"/>
              <a:buBlip>
                <a:blip r:embed="rId2"/>
              </a:buBlip>
              <a:defRPr sz="2200" spc="-100">
                <a:solidFill>
                  <a:srgbClr val="00102F"/>
                </a:solidFill>
                <a:latin typeface="Calibri"/>
                <a:ea typeface="Calibri"/>
                <a:cs typeface="Calibri"/>
                <a:sym typeface="Calibri"/>
              </a:defRPr>
            </a:pPr>
            <a:r>
              <a:rPr dirty="0"/>
              <a:t>1000 XB = 1 </a:t>
            </a:r>
            <a:r>
              <a:rPr dirty="0" err="1"/>
              <a:t>shilentnobyte</a:t>
            </a:r>
            <a:r>
              <a:rPr dirty="0"/>
              <a:t> (SB)</a:t>
            </a:r>
            <a:endParaRPr sz="3200" spc="-1" dirty="0"/>
          </a:p>
          <a:p>
            <a:pPr marL="343080" indent="-342358">
              <a:lnSpc>
                <a:spcPct val="80000"/>
              </a:lnSpc>
              <a:spcBef>
                <a:spcPts val="600"/>
              </a:spcBef>
              <a:buSzPct val="100000"/>
              <a:buBlip>
                <a:blip r:embed="rId2"/>
              </a:buBlip>
              <a:defRPr sz="2200" spc="-100">
                <a:solidFill>
                  <a:srgbClr val="00102F"/>
                </a:solidFill>
                <a:latin typeface="Calibri"/>
                <a:ea typeface="Calibri"/>
                <a:cs typeface="Calibri"/>
                <a:sym typeface="Calibri"/>
              </a:defRPr>
            </a:pPr>
            <a:r>
              <a:rPr dirty="0"/>
              <a:t>1000 SB = 1 </a:t>
            </a:r>
            <a:r>
              <a:rPr dirty="0" err="1"/>
              <a:t>domegemegrottebyte</a:t>
            </a:r>
            <a:r>
              <a:rPr dirty="0"/>
              <a:t> (DB)</a:t>
            </a:r>
          </a:p>
        </p:txBody>
      </p:sp>
    </p:spTree>
    <p:extLst>
      <p:ext uri="{BB962C8B-B14F-4D97-AF65-F5344CB8AC3E}">
        <p14:creationId xmlns:p14="http://schemas.microsoft.com/office/powerpoint/2010/main" val="2240430387"/>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Hexadecimal Numbers</a:t>
            </a:r>
            <a:endParaRPr lang="en-GB"/>
          </a:p>
        </p:txBody>
      </p:sp>
      <p:sp>
        <p:nvSpPr>
          <p:cNvPr id="4" name="Text Placeholder 3"/>
          <p:cNvSpPr>
            <a:spLocks noGrp="1"/>
          </p:cNvSpPr>
          <p:nvPr>
            <p:ph type="body" idx="1"/>
          </p:nvPr>
        </p:nvSpPr>
        <p:spPr/>
        <p:txBody>
          <a:bodyPr/>
          <a:lstStyle/>
          <a:p>
            <a:r>
              <a:rPr lang="en-US"/>
              <a:t>Hexadecimal Numbers group binary numbers into sets of four allowing for the conversion of 16 different binary digits.</a:t>
            </a:r>
          </a:p>
          <a:p>
            <a:r>
              <a:rPr lang="en-US"/>
              <a:t>The “Hex” numbering system uses the Base of 16 system.</a:t>
            </a:r>
          </a:p>
          <a:p>
            <a:r>
              <a:rPr lang="en-US"/>
              <a:t>The one main disadvantage of binary numbers is that the binary string equivalent of a large decimal base-10 number can be quite long.</a:t>
            </a:r>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28</a:t>
            </a:fld>
            <a:endParaRPr lang="en-US"/>
          </a:p>
        </p:txBody>
      </p:sp>
    </p:spTree>
    <p:extLst>
      <p:ext uri="{BB962C8B-B14F-4D97-AF65-F5344CB8AC3E}">
        <p14:creationId xmlns:p14="http://schemas.microsoft.com/office/powerpoint/2010/main" val="3367819188"/>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Hexadecimal Numbers</a:t>
            </a:r>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29</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968015164"/>
              </p:ext>
            </p:extLst>
          </p:nvPr>
        </p:nvGraphicFramePr>
        <p:xfrm>
          <a:off x="235974" y="1404287"/>
          <a:ext cx="6096000" cy="51816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248862">
                <a:tc>
                  <a:txBody>
                    <a:bodyPr/>
                    <a:lstStyle/>
                    <a:p>
                      <a:pPr algn="ctr"/>
                      <a:r>
                        <a:rPr lang="en-US" b="1"/>
                        <a:t>Decimal number</a:t>
                      </a:r>
                      <a:endParaRPr lang="en-GB" b="1"/>
                    </a:p>
                  </a:txBody>
                  <a:tcPr/>
                </a:tc>
                <a:tc>
                  <a:txBody>
                    <a:bodyPr/>
                    <a:lstStyle/>
                    <a:p>
                      <a:pPr algn="ctr"/>
                      <a:r>
                        <a:rPr lang="en-US" b="1"/>
                        <a:t>4-bit Binary Number</a:t>
                      </a:r>
                      <a:endParaRPr lang="en-GB" b="1"/>
                    </a:p>
                  </a:txBody>
                  <a:tcPr/>
                </a:tc>
                <a:tc>
                  <a:txBody>
                    <a:bodyPr/>
                    <a:lstStyle/>
                    <a:p>
                      <a:pPr algn="ctr"/>
                      <a:r>
                        <a:rPr lang="en-US" b="1"/>
                        <a:t>Hexadecimal Number</a:t>
                      </a:r>
                      <a:endParaRPr lang="en-GB" b="1"/>
                    </a:p>
                  </a:txBody>
                  <a:tcPr/>
                </a:tc>
                <a:extLst>
                  <a:ext uri="{0D108BD9-81ED-4DB2-BD59-A6C34878D82A}">
                    <a16:rowId xmlns:a16="http://schemas.microsoft.com/office/drawing/2014/main" val="10000"/>
                  </a:ext>
                </a:extLst>
              </a:tr>
              <a:tr h="248862">
                <a:tc>
                  <a:txBody>
                    <a:bodyPr/>
                    <a:lstStyle/>
                    <a:p>
                      <a:pPr algn="ctr"/>
                      <a:r>
                        <a:rPr lang="en-US" b="1"/>
                        <a:t>0</a:t>
                      </a:r>
                      <a:endParaRPr lang="en-GB" b="1"/>
                    </a:p>
                  </a:txBody>
                  <a:tcPr/>
                </a:tc>
                <a:tc>
                  <a:txBody>
                    <a:bodyPr/>
                    <a:lstStyle/>
                    <a:p>
                      <a:pPr algn="ctr"/>
                      <a:r>
                        <a:rPr lang="en-US" b="1"/>
                        <a:t>0000</a:t>
                      </a:r>
                      <a:endParaRPr lang="en-GB" b="1"/>
                    </a:p>
                  </a:txBody>
                  <a:tcPr/>
                </a:tc>
                <a:tc>
                  <a:txBody>
                    <a:bodyPr/>
                    <a:lstStyle/>
                    <a:p>
                      <a:pPr algn="ctr"/>
                      <a:r>
                        <a:rPr lang="en-US" b="1"/>
                        <a:t>0</a:t>
                      </a:r>
                      <a:endParaRPr lang="en-GB" b="1"/>
                    </a:p>
                  </a:txBody>
                  <a:tcPr/>
                </a:tc>
                <a:extLst>
                  <a:ext uri="{0D108BD9-81ED-4DB2-BD59-A6C34878D82A}">
                    <a16:rowId xmlns:a16="http://schemas.microsoft.com/office/drawing/2014/main" val="10001"/>
                  </a:ext>
                </a:extLst>
              </a:tr>
              <a:tr h="248862">
                <a:tc>
                  <a:txBody>
                    <a:bodyPr/>
                    <a:lstStyle/>
                    <a:p>
                      <a:pPr algn="ctr"/>
                      <a:r>
                        <a:rPr lang="en-US" b="1"/>
                        <a:t>1</a:t>
                      </a:r>
                      <a:endParaRPr lang="en-GB" b="1"/>
                    </a:p>
                  </a:txBody>
                  <a:tcPr/>
                </a:tc>
                <a:tc>
                  <a:txBody>
                    <a:bodyPr/>
                    <a:lstStyle/>
                    <a:p>
                      <a:pPr algn="ctr"/>
                      <a:r>
                        <a:rPr lang="en-US" b="1"/>
                        <a:t>0001</a:t>
                      </a:r>
                      <a:endParaRPr lang="en-GB" b="1"/>
                    </a:p>
                  </a:txBody>
                  <a:tcPr/>
                </a:tc>
                <a:tc>
                  <a:txBody>
                    <a:bodyPr/>
                    <a:lstStyle/>
                    <a:p>
                      <a:pPr algn="ctr"/>
                      <a:r>
                        <a:rPr lang="en-US" b="1"/>
                        <a:t>1</a:t>
                      </a:r>
                      <a:endParaRPr lang="en-GB" b="1"/>
                    </a:p>
                  </a:txBody>
                  <a:tcPr/>
                </a:tc>
                <a:extLst>
                  <a:ext uri="{0D108BD9-81ED-4DB2-BD59-A6C34878D82A}">
                    <a16:rowId xmlns:a16="http://schemas.microsoft.com/office/drawing/2014/main" val="10002"/>
                  </a:ext>
                </a:extLst>
              </a:tr>
              <a:tr h="248862">
                <a:tc>
                  <a:txBody>
                    <a:bodyPr/>
                    <a:lstStyle/>
                    <a:p>
                      <a:pPr algn="ctr"/>
                      <a:r>
                        <a:rPr lang="en-US" b="1"/>
                        <a:t>2</a:t>
                      </a:r>
                      <a:endParaRPr lang="en-GB" b="1"/>
                    </a:p>
                  </a:txBody>
                  <a:tcPr/>
                </a:tc>
                <a:tc>
                  <a:txBody>
                    <a:bodyPr/>
                    <a:lstStyle/>
                    <a:p>
                      <a:pPr algn="ctr"/>
                      <a:r>
                        <a:rPr lang="en-US" b="1"/>
                        <a:t>0010</a:t>
                      </a:r>
                      <a:endParaRPr lang="en-GB" b="1"/>
                    </a:p>
                  </a:txBody>
                  <a:tcPr/>
                </a:tc>
                <a:tc>
                  <a:txBody>
                    <a:bodyPr/>
                    <a:lstStyle/>
                    <a:p>
                      <a:pPr algn="ctr"/>
                      <a:r>
                        <a:rPr lang="en-US" b="1"/>
                        <a:t>2</a:t>
                      </a:r>
                      <a:endParaRPr lang="en-GB" b="1"/>
                    </a:p>
                  </a:txBody>
                  <a:tcPr/>
                </a:tc>
                <a:extLst>
                  <a:ext uri="{0D108BD9-81ED-4DB2-BD59-A6C34878D82A}">
                    <a16:rowId xmlns:a16="http://schemas.microsoft.com/office/drawing/2014/main" val="10003"/>
                  </a:ext>
                </a:extLst>
              </a:tr>
              <a:tr h="248862">
                <a:tc>
                  <a:txBody>
                    <a:bodyPr/>
                    <a:lstStyle/>
                    <a:p>
                      <a:pPr algn="ctr"/>
                      <a:r>
                        <a:rPr lang="en-US" b="1"/>
                        <a:t>3</a:t>
                      </a:r>
                      <a:endParaRPr lang="en-GB" b="1"/>
                    </a:p>
                  </a:txBody>
                  <a:tcPr/>
                </a:tc>
                <a:tc>
                  <a:txBody>
                    <a:bodyPr/>
                    <a:lstStyle/>
                    <a:p>
                      <a:pPr algn="ctr"/>
                      <a:r>
                        <a:rPr lang="en-US" b="1"/>
                        <a:t>0011</a:t>
                      </a:r>
                      <a:endParaRPr lang="en-GB" b="1"/>
                    </a:p>
                  </a:txBody>
                  <a:tcPr/>
                </a:tc>
                <a:tc>
                  <a:txBody>
                    <a:bodyPr/>
                    <a:lstStyle/>
                    <a:p>
                      <a:pPr algn="ctr"/>
                      <a:r>
                        <a:rPr lang="en-US" b="1"/>
                        <a:t>3</a:t>
                      </a:r>
                      <a:endParaRPr lang="en-GB" b="1"/>
                    </a:p>
                  </a:txBody>
                  <a:tcPr/>
                </a:tc>
                <a:extLst>
                  <a:ext uri="{0D108BD9-81ED-4DB2-BD59-A6C34878D82A}">
                    <a16:rowId xmlns:a16="http://schemas.microsoft.com/office/drawing/2014/main" val="10004"/>
                  </a:ext>
                </a:extLst>
              </a:tr>
              <a:tr h="248862">
                <a:tc>
                  <a:txBody>
                    <a:bodyPr/>
                    <a:lstStyle/>
                    <a:p>
                      <a:pPr algn="ctr"/>
                      <a:r>
                        <a:rPr lang="en-US" b="1"/>
                        <a:t>4</a:t>
                      </a:r>
                      <a:endParaRPr lang="en-GB" b="1"/>
                    </a:p>
                  </a:txBody>
                  <a:tcPr/>
                </a:tc>
                <a:tc>
                  <a:txBody>
                    <a:bodyPr/>
                    <a:lstStyle/>
                    <a:p>
                      <a:pPr algn="ctr"/>
                      <a:r>
                        <a:rPr lang="en-US" b="1"/>
                        <a:t>0100</a:t>
                      </a:r>
                      <a:endParaRPr lang="en-GB" b="1"/>
                    </a:p>
                  </a:txBody>
                  <a:tcPr/>
                </a:tc>
                <a:tc>
                  <a:txBody>
                    <a:bodyPr/>
                    <a:lstStyle/>
                    <a:p>
                      <a:pPr algn="ctr"/>
                      <a:r>
                        <a:rPr lang="en-US" b="1"/>
                        <a:t>4</a:t>
                      </a:r>
                      <a:endParaRPr lang="en-GB" b="1"/>
                    </a:p>
                  </a:txBody>
                  <a:tcPr/>
                </a:tc>
                <a:extLst>
                  <a:ext uri="{0D108BD9-81ED-4DB2-BD59-A6C34878D82A}">
                    <a16:rowId xmlns:a16="http://schemas.microsoft.com/office/drawing/2014/main" val="10005"/>
                  </a:ext>
                </a:extLst>
              </a:tr>
              <a:tr h="248862">
                <a:tc>
                  <a:txBody>
                    <a:bodyPr/>
                    <a:lstStyle/>
                    <a:p>
                      <a:pPr algn="ctr"/>
                      <a:r>
                        <a:rPr lang="en-US" b="1"/>
                        <a:t>5</a:t>
                      </a:r>
                      <a:endParaRPr lang="en-GB" b="1"/>
                    </a:p>
                  </a:txBody>
                  <a:tcPr/>
                </a:tc>
                <a:tc>
                  <a:txBody>
                    <a:bodyPr/>
                    <a:lstStyle/>
                    <a:p>
                      <a:pPr algn="ctr"/>
                      <a:r>
                        <a:rPr lang="en-US" b="1"/>
                        <a:t>0101</a:t>
                      </a:r>
                      <a:endParaRPr lang="en-GB" b="1"/>
                    </a:p>
                  </a:txBody>
                  <a:tcPr/>
                </a:tc>
                <a:tc>
                  <a:txBody>
                    <a:bodyPr/>
                    <a:lstStyle/>
                    <a:p>
                      <a:pPr algn="ctr"/>
                      <a:r>
                        <a:rPr lang="en-US" b="1"/>
                        <a:t>5</a:t>
                      </a:r>
                      <a:endParaRPr lang="en-GB" b="1"/>
                    </a:p>
                  </a:txBody>
                  <a:tcPr/>
                </a:tc>
                <a:extLst>
                  <a:ext uri="{0D108BD9-81ED-4DB2-BD59-A6C34878D82A}">
                    <a16:rowId xmlns:a16="http://schemas.microsoft.com/office/drawing/2014/main" val="10006"/>
                  </a:ext>
                </a:extLst>
              </a:tr>
              <a:tr h="248862">
                <a:tc>
                  <a:txBody>
                    <a:bodyPr/>
                    <a:lstStyle/>
                    <a:p>
                      <a:pPr algn="ctr"/>
                      <a:r>
                        <a:rPr lang="en-US" b="1"/>
                        <a:t>6</a:t>
                      </a:r>
                      <a:endParaRPr lang="en-GB" b="1"/>
                    </a:p>
                  </a:txBody>
                  <a:tcPr/>
                </a:tc>
                <a:tc>
                  <a:txBody>
                    <a:bodyPr/>
                    <a:lstStyle/>
                    <a:p>
                      <a:pPr algn="ctr"/>
                      <a:r>
                        <a:rPr lang="en-US" b="1"/>
                        <a:t>0110</a:t>
                      </a:r>
                      <a:endParaRPr lang="en-GB" b="1"/>
                    </a:p>
                  </a:txBody>
                  <a:tcPr/>
                </a:tc>
                <a:tc>
                  <a:txBody>
                    <a:bodyPr/>
                    <a:lstStyle/>
                    <a:p>
                      <a:pPr algn="ctr"/>
                      <a:r>
                        <a:rPr lang="en-US" b="1" dirty="0"/>
                        <a:t>6</a:t>
                      </a:r>
                      <a:endParaRPr lang="en-GB" b="1" dirty="0"/>
                    </a:p>
                  </a:txBody>
                  <a:tcPr/>
                </a:tc>
                <a:extLst>
                  <a:ext uri="{0D108BD9-81ED-4DB2-BD59-A6C34878D82A}">
                    <a16:rowId xmlns:a16="http://schemas.microsoft.com/office/drawing/2014/main" val="10007"/>
                  </a:ext>
                </a:extLst>
              </a:tr>
              <a:tr h="248862">
                <a:tc>
                  <a:txBody>
                    <a:bodyPr/>
                    <a:lstStyle/>
                    <a:p>
                      <a:pPr algn="ctr"/>
                      <a:r>
                        <a:rPr lang="en-US" b="1"/>
                        <a:t>7</a:t>
                      </a:r>
                      <a:endParaRPr lang="en-GB" b="1"/>
                    </a:p>
                  </a:txBody>
                  <a:tcPr/>
                </a:tc>
                <a:tc>
                  <a:txBody>
                    <a:bodyPr/>
                    <a:lstStyle/>
                    <a:p>
                      <a:pPr algn="ctr"/>
                      <a:r>
                        <a:rPr lang="en-US" b="1"/>
                        <a:t>0111</a:t>
                      </a:r>
                      <a:endParaRPr lang="en-GB" b="1"/>
                    </a:p>
                  </a:txBody>
                  <a:tcPr/>
                </a:tc>
                <a:tc>
                  <a:txBody>
                    <a:bodyPr/>
                    <a:lstStyle/>
                    <a:p>
                      <a:pPr algn="ctr"/>
                      <a:r>
                        <a:rPr lang="en-US" b="1"/>
                        <a:t>7</a:t>
                      </a:r>
                      <a:endParaRPr lang="en-GB" b="1"/>
                    </a:p>
                  </a:txBody>
                  <a:tcPr/>
                </a:tc>
                <a:extLst>
                  <a:ext uri="{0D108BD9-81ED-4DB2-BD59-A6C34878D82A}">
                    <a16:rowId xmlns:a16="http://schemas.microsoft.com/office/drawing/2014/main" val="10008"/>
                  </a:ext>
                </a:extLst>
              </a:tr>
              <a:tr h="248862">
                <a:tc>
                  <a:txBody>
                    <a:bodyPr/>
                    <a:lstStyle/>
                    <a:p>
                      <a:pPr algn="ctr"/>
                      <a:r>
                        <a:rPr lang="en-US" b="1"/>
                        <a:t>8</a:t>
                      </a:r>
                      <a:endParaRPr lang="en-GB" b="1"/>
                    </a:p>
                  </a:txBody>
                  <a:tcPr/>
                </a:tc>
                <a:tc>
                  <a:txBody>
                    <a:bodyPr/>
                    <a:lstStyle/>
                    <a:p>
                      <a:pPr algn="ctr"/>
                      <a:r>
                        <a:rPr lang="en-US" b="1"/>
                        <a:t>1000</a:t>
                      </a:r>
                      <a:endParaRPr lang="en-GB" b="1"/>
                    </a:p>
                  </a:txBody>
                  <a:tcPr/>
                </a:tc>
                <a:tc>
                  <a:txBody>
                    <a:bodyPr/>
                    <a:lstStyle/>
                    <a:p>
                      <a:pPr algn="ctr"/>
                      <a:r>
                        <a:rPr lang="en-US" b="1"/>
                        <a:t>8</a:t>
                      </a:r>
                      <a:endParaRPr lang="en-GB" b="1"/>
                    </a:p>
                  </a:txBody>
                  <a:tcPr/>
                </a:tc>
                <a:extLst>
                  <a:ext uri="{0D108BD9-81ED-4DB2-BD59-A6C34878D82A}">
                    <a16:rowId xmlns:a16="http://schemas.microsoft.com/office/drawing/2014/main" val="10009"/>
                  </a:ext>
                </a:extLst>
              </a:tr>
              <a:tr h="248862">
                <a:tc>
                  <a:txBody>
                    <a:bodyPr/>
                    <a:lstStyle/>
                    <a:p>
                      <a:pPr algn="ctr"/>
                      <a:r>
                        <a:rPr lang="en-US" b="1"/>
                        <a:t>9</a:t>
                      </a:r>
                      <a:endParaRPr lang="en-GB" b="1"/>
                    </a:p>
                  </a:txBody>
                  <a:tcPr/>
                </a:tc>
                <a:tc>
                  <a:txBody>
                    <a:bodyPr/>
                    <a:lstStyle/>
                    <a:p>
                      <a:pPr algn="ctr"/>
                      <a:r>
                        <a:rPr lang="en-US" b="1"/>
                        <a:t>1001</a:t>
                      </a:r>
                      <a:endParaRPr lang="en-GB" b="1"/>
                    </a:p>
                  </a:txBody>
                  <a:tcPr/>
                </a:tc>
                <a:tc>
                  <a:txBody>
                    <a:bodyPr/>
                    <a:lstStyle/>
                    <a:p>
                      <a:pPr algn="ctr"/>
                      <a:r>
                        <a:rPr lang="en-US" b="1"/>
                        <a:t>9</a:t>
                      </a:r>
                      <a:endParaRPr lang="en-GB" b="1"/>
                    </a:p>
                  </a:txBody>
                  <a:tcPr/>
                </a:tc>
                <a:extLst>
                  <a:ext uri="{0D108BD9-81ED-4DB2-BD59-A6C34878D82A}">
                    <a16:rowId xmlns:a16="http://schemas.microsoft.com/office/drawing/2014/main" val="10010"/>
                  </a:ext>
                </a:extLst>
              </a:tr>
              <a:tr h="248862">
                <a:tc>
                  <a:txBody>
                    <a:bodyPr/>
                    <a:lstStyle/>
                    <a:p>
                      <a:pPr algn="ctr"/>
                      <a:r>
                        <a:rPr lang="en-US" b="1"/>
                        <a:t>10</a:t>
                      </a:r>
                      <a:endParaRPr lang="en-GB" b="1"/>
                    </a:p>
                  </a:txBody>
                  <a:tcPr/>
                </a:tc>
                <a:tc>
                  <a:txBody>
                    <a:bodyPr/>
                    <a:lstStyle/>
                    <a:p>
                      <a:pPr algn="ctr"/>
                      <a:r>
                        <a:rPr lang="en-US" b="1"/>
                        <a:t>1010</a:t>
                      </a:r>
                      <a:endParaRPr lang="en-GB" b="1"/>
                    </a:p>
                  </a:txBody>
                  <a:tcPr/>
                </a:tc>
                <a:tc>
                  <a:txBody>
                    <a:bodyPr/>
                    <a:lstStyle/>
                    <a:p>
                      <a:pPr algn="ctr"/>
                      <a:r>
                        <a:rPr lang="en-US" b="1"/>
                        <a:t>A</a:t>
                      </a:r>
                      <a:endParaRPr lang="en-GB" b="1"/>
                    </a:p>
                  </a:txBody>
                  <a:tcPr/>
                </a:tc>
                <a:extLst>
                  <a:ext uri="{0D108BD9-81ED-4DB2-BD59-A6C34878D82A}">
                    <a16:rowId xmlns:a16="http://schemas.microsoft.com/office/drawing/2014/main" val="10011"/>
                  </a:ext>
                </a:extLst>
              </a:tr>
              <a:tr h="248862">
                <a:tc>
                  <a:txBody>
                    <a:bodyPr/>
                    <a:lstStyle/>
                    <a:p>
                      <a:pPr algn="ctr"/>
                      <a:r>
                        <a:rPr lang="en-US" b="1"/>
                        <a:t>11</a:t>
                      </a:r>
                      <a:endParaRPr lang="en-GB" b="1"/>
                    </a:p>
                  </a:txBody>
                  <a:tcPr/>
                </a:tc>
                <a:tc>
                  <a:txBody>
                    <a:bodyPr/>
                    <a:lstStyle/>
                    <a:p>
                      <a:pPr algn="ctr"/>
                      <a:r>
                        <a:rPr lang="en-US" b="1"/>
                        <a:t>1011</a:t>
                      </a:r>
                      <a:endParaRPr lang="en-GB" b="1"/>
                    </a:p>
                  </a:txBody>
                  <a:tcPr/>
                </a:tc>
                <a:tc>
                  <a:txBody>
                    <a:bodyPr/>
                    <a:lstStyle/>
                    <a:p>
                      <a:pPr algn="ctr"/>
                      <a:r>
                        <a:rPr lang="en-US" b="1"/>
                        <a:t>B</a:t>
                      </a:r>
                      <a:endParaRPr lang="en-GB" b="1"/>
                    </a:p>
                  </a:txBody>
                  <a:tcPr/>
                </a:tc>
                <a:extLst>
                  <a:ext uri="{0D108BD9-81ED-4DB2-BD59-A6C34878D82A}">
                    <a16:rowId xmlns:a16="http://schemas.microsoft.com/office/drawing/2014/main" val="10012"/>
                  </a:ext>
                </a:extLst>
              </a:tr>
              <a:tr h="248862">
                <a:tc>
                  <a:txBody>
                    <a:bodyPr/>
                    <a:lstStyle/>
                    <a:p>
                      <a:pPr algn="ctr"/>
                      <a:r>
                        <a:rPr lang="en-US" b="1"/>
                        <a:t>12</a:t>
                      </a:r>
                      <a:endParaRPr lang="en-GB" b="1"/>
                    </a:p>
                  </a:txBody>
                  <a:tcPr/>
                </a:tc>
                <a:tc>
                  <a:txBody>
                    <a:bodyPr/>
                    <a:lstStyle/>
                    <a:p>
                      <a:pPr algn="ctr"/>
                      <a:r>
                        <a:rPr lang="en-US" b="1"/>
                        <a:t>1100</a:t>
                      </a:r>
                      <a:endParaRPr lang="en-GB" b="1"/>
                    </a:p>
                  </a:txBody>
                  <a:tcPr/>
                </a:tc>
                <a:tc>
                  <a:txBody>
                    <a:bodyPr/>
                    <a:lstStyle/>
                    <a:p>
                      <a:pPr algn="ctr"/>
                      <a:r>
                        <a:rPr lang="en-US" b="1"/>
                        <a:t>C</a:t>
                      </a:r>
                      <a:endParaRPr lang="en-GB" b="1"/>
                    </a:p>
                  </a:txBody>
                  <a:tcPr/>
                </a:tc>
                <a:extLst>
                  <a:ext uri="{0D108BD9-81ED-4DB2-BD59-A6C34878D82A}">
                    <a16:rowId xmlns:a16="http://schemas.microsoft.com/office/drawing/2014/main" val="10013"/>
                  </a:ext>
                </a:extLst>
              </a:tr>
              <a:tr h="248862">
                <a:tc>
                  <a:txBody>
                    <a:bodyPr/>
                    <a:lstStyle/>
                    <a:p>
                      <a:pPr algn="ctr"/>
                      <a:r>
                        <a:rPr lang="en-US" b="1"/>
                        <a:t>13</a:t>
                      </a:r>
                      <a:endParaRPr lang="en-GB" b="1"/>
                    </a:p>
                  </a:txBody>
                  <a:tcPr/>
                </a:tc>
                <a:tc>
                  <a:txBody>
                    <a:bodyPr/>
                    <a:lstStyle/>
                    <a:p>
                      <a:pPr algn="ctr"/>
                      <a:r>
                        <a:rPr lang="en-US" b="1"/>
                        <a:t>1101</a:t>
                      </a:r>
                      <a:endParaRPr lang="en-GB" b="1"/>
                    </a:p>
                  </a:txBody>
                  <a:tcPr/>
                </a:tc>
                <a:tc>
                  <a:txBody>
                    <a:bodyPr/>
                    <a:lstStyle/>
                    <a:p>
                      <a:pPr algn="ctr"/>
                      <a:r>
                        <a:rPr lang="en-US" b="1"/>
                        <a:t>D</a:t>
                      </a:r>
                      <a:endParaRPr lang="en-GB" b="1"/>
                    </a:p>
                  </a:txBody>
                  <a:tcPr/>
                </a:tc>
                <a:extLst>
                  <a:ext uri="{0D108BD9-81ED-4DB2-BD59-A6C34878D82A}">
                    <a16:rowId xmlns:a16="http://schemas.microsoft.com/office/drawing/2014/main" val="10014"/>
                  </a:ext>
                </a:extLst>
              </a:tr>
              <a:tr h="248862">
                <a:tc>
                  <a:txBody>
                    <a:bodyPr/>
                    <a:lstStyle/>
                    <a:p>
                      <a:pPr algn="ctr"/>
                      <a:r>
                        <a:rPr lang="en-US" b="1"/>
                        <a:t>14</a:t>
                      </a:r>
                      <a:endParaRPr lang="en-GB" b="1"/>
                    </a:p>
                  </a:txBody>
                  <a:tcPr/>
                </a:tc>
                <a:tc>
                  <a:txBody>
                    <a:bodyPr/>
                    <a:lstStyle/>
                    <a:p>
                      <a:pPr algn="ctr"/>
                      <a:r>
                        <a:rPr lang="en-US" b="1"/>
                        <a:t>1110</a:t>
                      </a:r>
                      <a:endParaRPr lang="en-GB" b="1"/>
                    </a:p>
                  </a:txBody>
                  <a:tcPr/>
                </a:tc>
                <a:tc>
                  <a:txBody>
                    <a:bodyPr/>
                    <a:lstStyle/>
                    <a:p>
                      <a:pPr algn="ctr"/>
                      <a:r>
                        <a:rPr lang="en-US" b="1"/>
                        <a:t>E</a:t>
                      </a:r>
                      <a:endParaRPr lang="en-GB" b="1"/>
                    </a:p>
                  </a:txBody>
                  <a:tcPr/>
                </a:tc>
                <a:extLst>
                  <a:ext uri="{0D108BD9-81ED-4DB2-BD59-A6C34878D82A}">
                    <a16:rowId xmlns:a16="http://schemas.microsoft.com/office/drawing/2014/main" val="10015"/>
                  </a:ext>
                </a:extLst>
              </a:tr>
              <a:tr h="248862">
                <a:tc>
                  <a:txBody>
                    <a:bodyPr/>
                    <a:lstStyle/>
                    <a:p>
                      <a:pPr algn="ctr"/>
                      <a:r>
                        <a:rPr lang="en-US" b="1"/>
                        <a:t>15</a:t>
                      </a:r>
                      <a:endParaRPr lang="en-GB" b="1"/>
                    </a:p>
                  </a:txBody>
                  <a:tcPr/>
                </a:tc>
                <a:tc>
                  <a:txBody>
                    <a:bodyPr/>
                    <a:lstStyle/>
                    <a:p>
                      <a:pPr algn="ctr"/>
                      <a:r>
                        <a:rPr lang="en-US" b="1"/>
                        <a:t>1111</a:t>
                      </a:r>
                      <a:endParaRPr lang="en-GB" b="1"/>
                    </a:p>
                  </a:txBody>
                  <a:tcPr/>
                </a:tc>
                <a:tc>
                  <a:txBody>
                    <a:bodyPr/>
                    <a:lstStyle/>
                    <a:p>
                      <a:pPr algn="ctr"/>
                      <a:r>
                        <a:rPr lang="en-US" b="1" dirty="0"/>
                        <a:t>F</a:t>
                      </a:r>
                      <a:endParaRPr lang="en-GB" b="1" dirty="0"/>
                    </a:p>
                  </a:txBody>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1646939037"/>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a:t>Hexadecimal Numbers Example </a:t>
            </a:r>
            <a:endParaRPr lang="en-GB" sz="4000"/>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30</a:t>
            </a:fld>
            <a:endParaRPr lang="en-US"/>
          </a:p>
        </p:txBody>
      </p:sp>
      <p:pic>
        <p:nvPicPr>
          <p:cNvPr id="5" name="Picture 4"/>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Lst>
          </a:blip>
          <a:srcRect l="6889" t="35774" r="52098" b="17025"/>
          <a:stretch/>
        </p:blipFill>
        <p:spPr>
          <a:xfrm>
            <a:off x="764223" y="1583140"/>
            <a:ext cx="7234554" cy="4681182"/>
          </a:xfrm>
          <a:prstGeom prst="rect">
            <a:avLst/>
          </a:prstGeom>
        </p:spPr>
      </p:pic>
    </p:spTree>
    <p:extLst>
      <p:ext uri="{BB962C8B-B14F-4D97-AF65-F5344CB8AC3E}">
        <p14:creationId xmlns:p14="http://schemas.microsoft.com/office/powerpoint/2010/main" val="225361593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a:t>Coding Systems for Text-Based Data</a:t>
            </a:r>
            <a:endParaRPr lang="en-GB" sz="4000"/>
          </a:p>
        </p:txBody>
      </p:sp>
      <p:sp>
        <p:nvSpPr>
          <p:cNvPr id="4" name="Text Placeholder 3"/>
          <p:cNvSpPr>
            <a:spLocks noGrp="1"/>
          </p:cNvSpPr>
          <p:nvPr>
            <p:ph type="body" idx="1"/>
          </p:nvPr>
        </p:nvSpPr>
        <p:spPr/>
        <p:txBody>
          <a:bodyPr/>
          <a:lstStyle/>
          <a:p>
            <a:r>
              <a:rPr lang="en-US" sz="2800"/>
              <a:t>While numeric data is represented by the binary numbering system, text-based data is represented by binary coding systems specifically developed for text-based data — namely, ASCII, EBCDIC, and Unicode.</a:t>
            </a:r>
          </a:p>
          <a:p>
            <a:r>
              <a:rPr lang="en-US" sz="2800"/>
              <a:t>These codes are used to represent all characters that can appear in text data—such as numbers, letters, and special characters and symbols like the dollar sign, comma, percent symbol, and mathematical symbols.</a:t>
            </a:r>
            <a:endParaRPr lang="en-GB" sz="2800"/>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31</a:t>
            </a:fld>
            <a:endParaRPr lang="en-US"/>
          </a:p>
        </p:txBody>
      </p:sp>
    </p:spTree>
    <p:extLst>
      <p:ext uri="{BB962C8B-B14F-4D97-AF65-F5344CB8AC3E}">
        <p14:creationId xmlns:p14="http://schemas.microsoft.com/office/powerpoint/2010/main" val="254610361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ASCII and EBCDIC</a:t>
            </a:r>
            <a:endParaRPr lang="en-GB"/>
          </a:p>
        </p:txBody>
      </p:sp>
      <p:sp>
        <p:nvSpPr>
          <p:cNvPr id="4" name="Text Placeholder 3"/>
          <p:cNvSpPr>
            <a:spLocks noGrp="1"/>
          </p:cNvSpPr>
          <p:nvPr>
            <p:ph type="body" idx="1"/>
          </p:nvPr>
        </p:nvSpPr>
        <p:spPr/>
        <p:txBody>
          <a:bodyPr/>
          <a:lstStyle/>
          <a:p>
            <a:r>
              <a:rPr lang="en-US"/>
              <a:t>ASCII (American Standard Code for Information Interchange) is the coding system traditionally used with personal computers.</a:t>
            </a:r>
          </a:p>
          <a:p>
            <a:r>
              <a:rPr lang="en-US"/>
              <a:t>EBCDIC(Extended Binary-Coded Decimal Interchange Code) was developed by IBM, primarily for use with mainframes. </a:t>
            </a:r>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32</a:t>
            </a:fld>
            <a:endParaRPr lang="en-US"/>
          </a:p>
        </p:txBody>
      </p:sp>
    </p:spTree>
    <p:extLst>
      <p:ext uri="{BB962C8B-B14F-4D97-AF65-F5344CB8AC3E}">
        <p14:creationId xmlns:p14="http://schemas.microsoft.com/office/powerpoint/2010/main" val="3559034275"/>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Unicode</a:t>
            </a:r>
            <a:endParaRPr lang="en-GB"/>
          </a:p>
        </p:txBody>
      </p:sp>
      <p:sp>
        <p:nvSpPr>
          <p:cNvPr id="4" name="Text Placeholder 3"/>
          <p:cNvSpPr>
            <a:spLocks noGrp="1"/>
          </p:cNvSpPr>
          <p:nvPr>
            <p:ph type="body" idx="1"/>
          </p:nvPr>
        </p:nvSpPr>
        <p:spPr/>
        <p:txBody>
          <a:bodyPr/>
          <a:lstStyle/>
          <a:p>
            <a:r>
              <a:rPr lang="en-US"/>
              <a:t>Unlike ASCII and EBCDIC, which are limited to only the Latin alphabet used with the English language, Unicode is a universal international coding standard designed to represent text-based data written in any ancient or modern language, including those with different alphabets, such as Chinese, Greek, Hebrew, Amharic, Tibetan, and Russian.</a:t>
            </a:r>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33</a:t>
            </a:fld>
            <a:endParaRPr lang="en-US"/>
          </a:p>
        </p:txBody>
      </p:sp>
    </p:spTree>
    <p:extLst>
      <p:ext uri="{BB962C8B-B14F-4D97-AF65-F5344CB8AC3E}">
        <p14:creationId xmlns:p14="http://schemas.microsoft.com/office/powerpoint/2010/main" val="213289650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theme/theme1.xml><?xml version="1.0" encoding="utf-8"?>
<a:theme xmlns:a="http://schemas.openxmlformats.org/drawingml/2006/main" name="SST-Theme3">
  <a:themeElements>
    <a:clrScheme name="Custom 1">
      <a:dk1>
        <a:srgbClr val="002060"/>
      </a:dk1>
      <a:lt1>
        <a:srgbClr val="FFFFFF"/>
      </a:lt1>
      <a:dk2>
        <a:srgbClr val="09055B"/>
      </a:dk2>
      <a:lt2>
        <a:srgbClr val="FFFFFF"/>
      </a:lt2>
      <a:accent1>
        <a:srgbClr val="002060"/>
      </a:accent1>
      <a:accent2>
        <a:srgbClr val="002060"/>
      </a:accent2>
      <a:accent3>
        <a:srgbClr val="97BAFF"/>
      </a:accent3>
      <a:accent4>
        <a:srgbClr val="D5E3FF"/>
      </a:accent4>
      <a:accent5>
        <a:srgbClr val="002060"/>
      </a:accent5>
      <a:accent6>
        <a:srgbClr val="002060"/>
      </a:accent6>
      <a:hlink>
        <a:srgbClr val="DB5353"/>
      </a:hlink>
      <a:folHlink>
        <a:srgbClr val="90363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ST-Theme3" id="{19FA4AEF-6FF8-4EA7-B305-9BE5D4ECCCA5}" vid="{A328A429-1CDE-49DF-A990-0DFEB0585E55}"/>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SST-Theme3</Template>
  <TotalTime>1421</TotalTime>
  <Words>1952</Words>
  <Application>Microsoft Office PowerPoint</Application>
  <PresentationFormat>On-screen Show (4:3)</PresentationFormat>
  <Paragraphs>313</Paragraphs>
  <Slides>33</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SST-Theme3</vt:lpstr>
      <vt:lpstr>Introduction to Computer Science  (COS 101) </vt:lpstr>
      <vt:lpstr>What is Computer Science?</vt:lpstr>
      <vt:lpstr>PowerPoint Presentation</vt:lpstr>
      <vt:lpstr>Characteristics of a Computer</vt:lpstr>
      <vt:lpstr>The Universal Machine</vt:lpstr>
      <vt:lpstr>What is a Computer Program?</vt:lpstr>
      <vt:lpstr>What is Computer Science?</vt:lpstr>
      <vt:lpstr>Historical Perspectives</vt:lpstr>
      <vt:lpstr>Characteristics of First Generation Computers </vt:lpstr>
      <vt:lpstr>PowerPoint Presentation</vt:lpstr>
      <vt:lpstr>Characteristics of Third Generation Computers </vt:lpstr>
      <vt:lpstr>Characteristics of Fourth Generation Computers </vt:lpstr>
      <vt:lpstr>Characteristics of Fifth Generation Computers </vt:lpstr>
      <vt:lpstr>Bits and Data Storage</vt:lpstr>
      <vt:lpstr>Boolean Operation</vt:lpstr>
      <vt:lpstr>Boolean operations AND, OR, and XOR</vt:lpstr>
      <vt:lpstr>Gates and Flip-Flops</vt:lpstr>
      <vt:lpstr>Gates and Flip-Flops</vt:lpstr>
      <vt:lpstr>AND, OR, XOR and NOT Gate</vt:lpstr>
      <vt:lpstr>Binary to Decimal Conversion</vt:lpstr>
      <vt:lpstr>The Decimal Numbering System</vt:lpstr>
      <vt:lpstr>The Decimal Numbering System</vt:lpstr>
      <vt:lpstr>The Binary Numbering System</vt:lpstr>
      <vt:lpstr>Representation of a Binary Number</vt:lpstr>
      <vt:lpstr>Convert a Binary to Decimal number</vt:lpstr>
      <vt:lpstr>Binary Number Names &amp; Prefixes</vt:lpstr>
      <vt:lpstr>Number of bytes</vt:lpstr>
      <vt:lpstr>Hexadecimal Numbers</vt:lpstr>
      <vt:lpstr>Hexadecimal Numbers</vt:lpstr>
      <vt:lpstr>Hexadecimal Numbers Example </vt:lpstr>
      <vt:lpstr>Coding Systems for Text-Based Data</vt:lpstr>
      <vt:lpstr>ASCII and EBCDIC</vt:lpstr>
      <vt:lpstr>Unicode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Moruson</dc:creator>
  <cp:lastModifiedBy>Desmond Moru</cp:lastModifiedBy>
  <cp:revision>2</cp:revision>
  <dcterms:modified xsi:type="dcterms:W3CDTF">2025-09-28T21:45:57Z</dcterms:modified>
</cp:coreProperties>
</file>